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embeddedFontLst>
    <p:embeddedFont>
      <p:font typeface="Barlow Medium" panose="020B0604020202020204" charset="0"/>
      <p:regular r:id="rId33"/>
      <p:bold r:id="rId34"/>
      <p:italic r:id="rId35"/>
      <p:boldItalic r:id="rId36"/>
    </p:embeddedFont>
    <p:embeddedFont>
      <p:font typeface="Merriweather" panose="020B0604020202020204" charset="-52"/>
      <p:regular r:id="rId37"/>
      <p:bold r:id="rId38"/>
      <p:italic r:id="rId39"/>
      <p:boldItalic r:id="rId40"/>
    </p:embeddedFont>
    <p:embeddedFont>
      <p:font typeface="Montserrat" panose="020B0604020202020204" charset="-52"/>
      <p:regular r:id="rId41"/>
      <p:bold r:id="rId42"/>
      <p:italic r:id="rId43"/>
      <p:boldItalic r:id="rId44"/>
    </p:embeddedFont>
    <p:embeddedFont>
      <p:font typeface="Inconsolata" panose="020B0604020202020204" charset="0"/>
      <p:regular r:id="rId45"/>
      <p:bold r:id="rId46"/>
    </p:embeddedFont>
    <p:embeddedFont>
      <p:font typeface="Barlow" panose="020B060402020202020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E3BE59E-2B17-4233-BA13-607EB56BA245}">
  <a:tblStyle styleId="{1E3BE59E-2B17-4233-BA13-607EB56BA24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65CF192-9494-4A03-9D32-231AD63D652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e39ed149c7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e39ed149c7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8fb8d6ea64_0_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8fb8d6ea64_0_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286bc61687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286bc61687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286bc616873_0_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286bc616873_0_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286bc616873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286bc616873_0_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86bc616873_0_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286bc616873_0_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86bc616873_0_6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286bc616873_0_6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286bc616873_0_6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286bc616873_0_6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287ba81f9d9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287ba81f9d9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287ba81f9d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287ba81f9d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287ba81f9d9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287ba81f9d9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87ba81f9d9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87ba81f9d9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287ba81f9d9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287ba81f9d9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87ba81f9d9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287ba81f9d9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287ba81f9d9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287ba81f9d9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287ba81f9d9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287ba81f9d9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287ba81f9d9_0_3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287ba81f9d9_0_3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286bc616873_0_5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286bc616873_0_5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286bc616873_0_6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286bc616873_0_6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286bc616873_0_6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286bc616873_0_6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287ba81f9d9_0_4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287ba81f9d9_0_4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287ba81f9d9_0_4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287ba81f9d9_0_4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287ba81f9d9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287ba81f9d9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287ba81f9d9_0_5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287ba81f9d9_0_5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287ba81f9d9_0_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287ba81f9d9_0_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287ba81f9d9_0_5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287ba81f9d9_0_5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287ba81f9d9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287ba81f9d9_0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287ba81f9d9_0_5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287ba81f9d9_0_5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287ba81f9d9_0_5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4" name="Google Shape;1164;g287ba81f9d9_0_5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287ba81f9d9_0_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4" name="Google Shape;1194;g287ba81f9d9_0_5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 rot="-5400000">
            <a:off x="5217549" y="2170763"/>
            <a:ext cx="5445271" cy="4857333"/>
            <a:chOff x="2157550" y="677450"/>
            <a:chExt cx="4036225" cy="3600425"/>
          </a:xfrm>
        </p:grpSpPr>
        <p:sp>
          <p:nvSpPr>
            <p:cNvPr id="10" name="Google Shape;10;p2"/>
            <p:cNvSpPr/>
            <p:nvPr/>
          </p:nvSpPr>
          <p:spPr>
            <a:xfrm>
              <a:off x="4963375" y="2851925"/>
              <a:ext cx="39450" cy="44950"/>
            </a:xfrm>
            <a:custGeom>
              <a:avLst/>
              <a:gdLst/>
              <a:ahLst/>
              <a:cxnLst/>
              <a:rect l="l" t="t" r="r" b="b"/>
              <a:pathLst>
                <a:path w="1578" h="1798" extrusionOk="0">
                  <a:moveTo>
                    <a:pt x="165" y="1"/>
                  </a:moveTo>
                  <a:cubicBezTo>
                    <a:pt x="87" y="1"/>
                    <a:pt x="0" y="95"/>
                    <a:pt x="47" y="190"/>
                  </a:cubicBezTo>
                  <a:cubicBezTo>
                    <a:pt x="414" y="823"/>
                    <a:pt x="881" y="1357"/>
                    <a:pt x="1482" y="1791"/>
                  </a:cubicBezTo>
                  <a:cubicBezTo>
                    <a:pt x="1487" y="1795"/>
                    <a:pt x="1492" y="1798"/>
                    <a:pt x="1497" y="1798"/>
                  </a:cubicBezTo>
                  <a:cubicBezTo>
                    <a:pt x="1532" y="1798"/>
                    <a:pt x="1577" y="1719"/>
                    <a:pt x="1549" y="1691"/>
                  </a:cubicBezTo>
                  <a:cubicBezTo>
                    <a:pt x="1015" y="1257"/>
                    <a:pt x="581" y="690"/>
                    <a:pt x="248" y="56"/>
                  </a:cubicBezTo>
                  <a:cubicBezTo>
                    <a:pt x="228" y="17"/>
                    <a:pt x="197" y="1"/>
                    <a:pt x="1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382150" y="2322050"/>
              <a:ext cx="73600" cy="279300"/>
            </a:xfrm>
            <a:custGeom>
              <a:avLst/>
              <a:gdLst/>
              <a:ahLst/>
              <a:cxnLst/>
              <a:rect l="l" t="t" r="r" b="b"/>
              <a:pathLst>
                <a:path w="2944" h="11172" extrusionOk="0">
                  <a:moveTo>
                    <a:pt x="2093" y="0"/>
                  </a:moveTo>
                  <a:cubicBezTo>
                    <a:pt x="1985" y="0"/>
                    <a:pt x="1872" y="118"/>
                    <a:pt x="1943" y="236"/>
                  </a:cubicBezTo>
                  <a:cubicBezTo>
                    <a:pt x="2410" y="1070"/>
                    <a:pt x="2510" y="2071"/>
                    <a:pt x="2510" y="3005"/>
                  </a:cubicBezTo>
                  <a:cubicBezTo>
                    <a:pt x="2510" y="4039"/>
                    <a:pt x="2477" y="5040"/>
                    <a:pt x="2377" y="6040"/>
                  </a:cubicBezTo>
                  <a:cubicBezTo>
                    <a:pt x="2210" y="7908"/>
                    <a:pt x="1676" y="9876"/>
                    <a:pt x="108" y="10977"/>
                  </a:cubicBezTo>
                  <a:cubicBezTo>
                    <a:pt x="1" y="11031"/>
                    <a:pt x="67" y="11171"/>
                    <a:pt x="149" y="11171"/>
                  </a:cubicBezTo>
                  <a:cubicBezTo>
                    <a:pt x="169" y="11171"/>
                    <a:pt x="189" y="11163"/>
                    <a:pt x="209" y="11144"/>
                  </a:cubicBezTo>
                  <a:cubicBezTo>
                    <a:pt x="1843" y="10110"/>
                    <a:pt x="2577" y="8108"/>
                    <a:pt x="2777" y="6207"/>
                  </a:cubicBezTo>
                  <a:cubicBezTo>
                    <a:pt x="2910" y="5106"/>
                    <a:pt x="2944" y="4006"/>
                    <a:pt x="2910" y="2905"/>
                  </a:cubicBezTo>
                  <a:cubicBezTo>
                    <a:pt x="2910" y="1904"/>
                    <a:pt x="2744" y="937"/>
                    <a:pt x="2210" y="69"/>
                  </a:cubicBezTo>
                  <a:cubicBezTo>
                    <a:pt x="2181" y="21"/>
                    <a:pt x="2137" y="0"/>
                    <a:pt x="20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019300" y="2920925"/>
              <a:ext cx="266075" cy="78550"/>
            </a:xfrm>
            <a:custGeom>
              <a:avLst/>
              <a:gdLst/>
              <a:ahLst/>
              <a:cxnLst/>
              <a:rect l="l" t="t" r="r" b="b"/>
              <a:pathLst>
                <a:path w="10643" h="3142" extrusionOk="0">
                  <a:moveTo>
                    <a:pt x="192" y="1"/>
                  </a:moveTo>
                  <a:cubicBezTo>
                    <a:pt x="87" y="1"/>
                    <a:pt x="0" y="127"/>
                    <a:pt x="79" y="232"/>
                  </a:cubicBezTo>
                  <a:cubicBezTo>
                    <a:pt x="1821" y="2082"/>
                    <a:pt x="4258" y="3141"/>
                    <a:pt x="6681" y="3141"/>
                  </a:cubicBezTo>
                  <a:cubicBezTo>
                    <a:pt x="8015" y="3141"/>
                    <a:pt x="9345" y="2820"/>
                    <a:pt x="10553" y="2133"/>
                  </a:cubicBezTo>
                  <a:cubicBezTo>
                    <a:pt x="10642" y="2103"/>
                    <a:pt x="10599" y="1994"/>
                    <a:pt x="10518" y="1994"/>
                  </a:cubicBezTo>
                  <a:cubicBezTo>
                    <a:pt x="10508" y="1994"/>
                    <a:pt x="10497" y="1996"/>
                    <a:pt x="10486" y="2000"/>
                  </a:cubicBezTo>
                  <a:cubicBezTo>
                    <a:pt x="9382" y="2563"/>
                    <a:pt x="8151" y="2830"/>
                    <a:pt x="6921" y="2830"/>
                  </a:cubicBezTo>
                  <a:cubicBezTo>
                    <a:pt x="6257" y="2830"/>
                    <a:pt x="5593" y="2752"/>
                    <a:pt x="4949" y="2600"/>
                  </a:cubicBezTo>
                  <a:cubicBezTo>
                    <a:pt x="3181" y="2200"/>
                    <a:pt x="1647" y="1232"/>
                    <a:pt x="279" y="32"/>
                  </a:cubicBezTo>
                  <a:cubicBezTo>
                    <a:pt x="250" y="10"/>
                    <a:pt x="221" y="1"/>
                    <a:pt x="1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832425" y="3938875"/>
              <a:ext cx="134525" cy="213775"/>
            </a:xfrm>
            <a:custGeom>
              <a:avLst/>
              <a:gdLst/>
              <a:ahLst/>
              <a:cxnLst/>
              <a:rect l="l" t="t" r="r" b="b"/>
              <a:pathLst>
                <a:path w="5381" h="8551" extrusionOk="0">
                  <a:moveTo>
                    <a:pt x="2041" y="1"/>
                  </a:moveTo>
                  <a:cubicBezTo>
                    <a:pt x="1303" y="1"/>
                    <a:pt x="577" y="310"/>
                    <a:pt x="77" y="977"/>
                  </a:cubicBezTo>
                  <a:cubicBezTo>
                    <a:pt x="0" y="1079"/>
                    <a:pt x="81" y="1221"/>
                    <a:pt x="182" y="1221"/>
                  </a:cubicBezTo>
                  <a:cubicBezTo>
                    <a:pt x="213" y="1221"/>
                    <a:pt x="246" y="1208"/>
                    <a:pt x="277" y="1177"/>
                  </a:cubicBezTo>
                  <a:cubicBezTo>
                    <a:pt x="721" y="678"/>
                    <a:pt x="1348" y="409"/>
                    <a:pt x="2007" y="409"/>
                  </a:cubicBezTo>
                  <a:cubicBezTo>
                    <a:pt x="2141" y="409"/>
                    <a:pt x="2277" y="420"/>
                    <a:pt x="2412" y="443"/>
                  </a:cubicBezTo>
                  <a:cubicBezTo>
                    <a:pt x="3946" y="676"/>
                    <a:pt x="4814" y="2344"/>
                    <a:pt x="4814" y="3845"/>
                  </a:cubicBezTo>
                  <a:cubicBezTo>
                    <a:pt x="4814" y="5647"/>
                    <a:pt x="3780" y="7181"/>
                    <a:pt x="2612" y="8382"/>
                  </a:cubicBezTo>
                  <a:cubicBezTo>
                    <a:pt x="2537" y="8457"/>
                    <a:pt x="2593" y="8551"/>
                    <a:pt x="2668" y="8551"/>
                  </a:cubicBezTo>
                  <a:cubicBezTo>
                    <a:pt x="2693" y="8551"/>
                    <a:pt x="2721" y="8540"/>
                    <a:pt x="2746" y="8515"/>
                  </a:cubicBezTo>
                  <a:cubicBezTo>
                    <a:pt x="3513" y="7782"/>
                    <a:pt x="4180" y="6948"/>
                    <a:pt x="4647" y="5980"/>
                  </a:cubicBezTo>
                  <a:cubicBezTo>
                    <a:pt x="5381" y="4346"/>
                    <a:pt x="5381" y="2211"/>
                    <a:pt x="4080" y="877"/>
                  </a:cubicBezTo>
                  <a:cubicBezTo>
                    <a:pt x="3529" y="310"/>
                    <a:pt x="2779" y="1"/>
                    <a:pt x="20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905750" y="1028300"/>
              <a:ext cx="46150" cy="29825"/>
            </a:xfrm>
            <a:custGeom>
              <a:avLst/>
              <a:gdLst/>
              <a:ahLst/>
              <a:cxnLst/>
              <a:rect l="l" t="t" r="r" b="b"/>
              <a:pathLst>
                <a:path w="1846" h="1193" extrusionOk="0">
                  <a:moveTo>
                    <a:pt x="1709" y="0"/>
                  </a:moveTo>
                  <a:cubicBezTo>
                    <a:pt x="1694" y="0"/>
                    <a:pt x="1678" y="5"/>
                    <a:pt x="1662" y="16"/>
                  </a:cubicBezTo>
                  <a:cubicBezTo>
                    <a:pt x="1395" y="216"/>
                    <a:pt x="1128" y="383"/>
                    <a:pt x="861" y="583"/>
                  </a:cubicBezTo>
                  <a:cubicBezTo>
                    <a:pt x="594" y="749"/>
                    <a:pt x="327" y="916"/>
                    <a:pt x="27" y="1116"/>
                  </a:cubicBezTo>
                  <a:cubicBezTo>
                    <a:pt x="0" y="1143"/>
                    <a:pt x="17" y="1192"/>
                    <a:pt x="59" y="1192"/>
                  </a:cubicBezTo>
                  <a:cubicBezTo>
                    <a:pt x="69" y="1192"/>
                    <a:pt x="81" y="1190"/>
                    <a:pt x="94" y="1183"/>
                  </a:cubicBezTo>
                  <a:cubicBezTo>
                    <a:pt x="361" y="1016"/>
                    <a:pt x="627" y="850"/>
                    <a:pt x="928" y="683"/>
                  </a:cubicBezTo>
                  <a:cubicBezTo>
                    <a:pt x="1195" y="483"/>
                    <a:pt x="1461" y="349"/>
                    <a:pt x="1762" y="182"/>
                  </a:cubicBezTo>
                  <a:cubicBezTo>
                    <a:pt x="1846" y="126"/>
                    <a:pt x="1789" y="0"/>
                    <a:pt x="17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444050" y="4267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075575" y="2522250"/>
              <a:ext cx="64250" cy="150975"/>
            </a:xfrm>
            <a:custGeom>
              <a:avLst/>
              <a:gdLst/>
              <a:ahLst/>
              <a:cxnLst/>
              <a:rect l="l" t="t" r="r" b="b"/>
              <a:pathLst>
                <a:path w="2570" h="6039" extrusionOk="0">
                  <a:moveTo>
                    <a:pt x="1102" y="0"/>
                  </a:moveTo>
                  <a:lnTo>
                    <a:pt x="1102" y="0"/>
                  </a:lnTo>
                  <a:cubicBezTo>
                    <a:pt x="234" y="734"/>
                    <a:pt x="1" y="2202"/>
                    <a:pt x="101" y="3269"/>
                  </a:cubicBezTo>
                  <a:cubicBezTo>
                    <a:pt x="234" y="4637"/>
                    <a:pt x="1168" y="5971"/>
                    <a:pt x="2569" y="6038"/>
                  </a:cubicBezTo>
                  <a:cubicBezTo>
                    <a:pt x="2503" y="5838"/>
                    <a:pt x="2469" y="5671"/>
                    <a:pt x="2436" y="5504"/>
                  </a:cubicBezTo>
                  <a:cubicBezTo>
                    <a:pt x="2302" y="5471"/>
                    <a:pt x="2202" y="5438"/>
                    <a:pt x="2069" y="5404"/>
                  </a:cubicBezTo>
                  <a:cubicBezTo>
                    <a:pt x="1869" y="5271"/>
                    <a:pt x="1669" y="5104"/>
                    <a:pt x="1535" y="4904"/>
                  </a:cubicBezTo>
                  <a:cubicBezTo>
                    <a:pt x="1488" y="4785"/>
                    <a:pt x="1576" y="4683"/>
                    <a:pt x="1667" y="4683"/>
                  </a:cubicBezTo>
                  <a:cubicBezTo>
                    <a:pt x="1703" y="4683"/>
                    <a:pt x="1740" y="4699"/>
                    <a:pt x="1769" y="4737"/>
                  </a:cubicBezTo>
                  <a:cubicBezTo>
                    <a:pt x="1902" y="5004"/>
                    <a:pt x="2136" y="5137"/>
                    <a:pt x="2402" y="5204"/>
                  </a:cubicBezTo>
                  <a:cubicBezTo>
                    <a:pt x="2369" y="4770"/>
                    <a:pt x="2436" y="4370"/>
                    <a:pt x="2569" y="3937"/>
                  </a:cubicBezTo>
                  <a:cubicBezTo>
                    <a:pt x="1569" y="3836"/>
                    <a:pt x="968" y="3069"/>
                    <a:pt x="735" y="2069"/>
                  </a:cubicBezTo>
                  <a:cubicBezTo>
                    <a:pt x="601" y="1368"/>
                    <a:pt x="735" y="601"/>
                    <a:pt x="11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3937975" y="2036900"/>
              <a:ext cx="457025" cy="788125"/>
            </a:xfrm>
            <a:custGeom>
              <a:avLst/>
              <a:gdLst/>
              <a:ahLst/>
              <a:cxnLst/>
              <a:rect l="l" t="t" r="r" b="b"/>
              <a:pathLst>
                <a:path w="18281" h="31525" extrusionOk="0">
                  <a:moveTo>
                    <a:pt x="5571" y="1"/>
                  </a:moveTo>
                  <a:lnTo>
                    <a:pt x="5571" y="1"/>
                  </a:lnTo>
                  <a:cubicBezTo>
                    <a:pt x="6305" y="1001"/>
                    <a:pt x="6872" y="2102"/>
                    <a:pt x="7273" y="3303"/>
                  </a:cubicBezTo>
                  <a:cubicBezTo>
                    <a:pt x="7606" y="4237"/>
                    <a:pt x="7806" y="5238"/>
                    <a:pt x="7906" y="6238"/>
                  </a:cubicBezTo>
                  <a:cubicBezTo>
                    <a:pt x="8040" y="7506"/>
                    <a:pt x="7973" y="8773"/>
                    <a:pt x="8007" y="10074"/>
                  </a:cubicBezTo>
                  <a:cubicBezTo>
                    <a:pt x="8007" y="11242"/>
                    <a:pt x="8140" y="12443"/>
                    <a:pt x="8674" y="13510"/>
                  </a:cubicBezTo>
                  <a:cubicBezTo>
                    <a:pt x="9074" y="14344"/>
                    <a:pt x="9741" y="15145"/>
                    <a:pt x="10608" y="15478"/>
                  </a:cubicBezTo>
                  <a:cubicBezTo>
                    <a:pt x="10896" y="15595"/>
                    <a:pt x="11189" y="15649"/>
                    <a:pt x="11477" y="15649"/>
                  </a:cubicBezTo>
                  <a:cubicBezTo>
                    <a:pt x="12258" y="15649"/>
                    <a:pt x="13008" y="15253"/>
                    <a:pt x="13544" y="14644"/>
                  </a:cubicBezTo>
                  <a:cubicBezTo>
                    <a:pt x="14411" y="13644"/>
                    <a:pt x="14511" y="12209"/>
                    <a:pt x="14078" y="10975"/>
                  </a:cubicBezTo>
                  <a:cubicBezTo>
                    <a:pt x="14078" y="10942"/>
                    <a:pt x="14078" y="10875"/>
                    <a:pt x="14144" y="10842"/>
                  </a:cubicBezTo>
                  <a:cubicBezTo>
                    <a:pt x="13844" y="10141"/>
                    <a:pt x="13444" y="9507"/>
                    <a:pt x="12943" y="8974"/>
                  </a:cubicBezTo>
                  <a:cubicBezTo>
                    <a:pt x="12733" y="8790"/>
                    <a:pt x="12916" y="8503"/>
                    <a:pt x="13133" y="8503"/>
                  </a:cubicBezTo>
                  <a:cubicBezTo>
                    <a:pt x="13192" y="8503"/>
                    <a:pt x="13254" y="8524"/>
                    <a:pt x="13310" y="8573"/>
                  </a:cubicBezTo>
                  <a:cubicBezTo>
                    <a:pt x="14211" y="9374"/>
                    <a:pt x="14778" y="10508"/>
                    <a:pt x="15012" y="11742"/>
                  </a:cubicBezTo>
                  <a:cubicBezTo>
                    <a:pt x="15278" y="12743"/>
                    <a:pt x="15412" y="13777"/>
                    <a:pt x="15412" y="14811"/>
                  </a:cubicBezTo>
                  <a:cubicBezTo>
                    <a:pt x="15445" y="15578"/>
                    <a:pt x="15412" y="16312"/>
                    <a:pt x="15312" y="17079"/>
                  </a:cubicBezTo>
                  <a:cubicBezTo>
                    <a:pt x="15178" y="17913"/>
                    <a:pt x="14978" y="18714"/>
                    <a:pt x="15045" y="19548"/>
                  </a:cubicBezTo>
                  <a:cubicBezTo>
                    <a:pt x="15064" y="19606"/>
                    <a:pt x="15016" y="19642"/>
                    <a:pt x="14966" y="19642"/>
                  </a:cubicBezTo>
                  <a:cubicBezTo>
                    <a:pt x="14929" y="19642"/>
                    <a:pt x="14892" y="19623"/>
                    <a:pt x="14878" y="19581"/>
                  </a:cubicBezTo>
                  <a:cubicBezTo>
                    <a:pt x="14745" y="18814"/>
                    <a:pt x="14878" y="18080"/>
                    <a:pt x="14945" y="17313"/>
                  </a:cubicBezTo>
                  <a:cubicBezTo>
                    <a:pt x="15012" y="16546"/>
                    <a:pt x="15045" y="15778"/>
                    <a:pt x="14978" y="15011"/>
                  </a:cubicBezTo>
                  <a:cubicBezTo>
                    <a:pt x="14978" y="15011"/>
                    <a:pt x="14978" y="14978"/>
                    <a:pt x="14978" y="14978"/>
                  </a:cubicBezTo>
                  <a:cubicBezTo>
                    <a:pt x="14811" y="15745"/>
                    <a:pt x="14511" y="16479"/>
                    <a:pt x="14178" y="17179"/>
                  </a:cubicBezTo>
                  <a:cubicBezTo>
                    <a:pt x="13344" y="18847"/>
                    <a:pt x="12276" y="20348"/>
                    <a:pt x="11409" y="22016"/>
                  </a:cubicBezTo>
                  <a:cubicBezTo>
                    <a:pt x="10975" y="22850"/>
                    <a:pt x="10575" y="24051"/>
                    <a:pt x="11276" y="24852"/>
                  </a:cubicBezTo>
                  <a:cubicBezTo>
                    <a:pt x="11404" y="25005"/>
                    <a:pt x="11276" y="25218"/>
                    <a:pt x="11134" y="25218"/>
                  </a:cubicBezTo>
                  <a:cubicBezTo>
                    <a:pt x="11092" y="25218"/>
                    <a:pt x="11047" y="25198"/>
                    <a:pt x="11009" y="25152"/>
                  </a:cubicBezTo>
                  <a:cubicBezTo>
                    <a:pt x="9841" y="23684"/>
                    <a:pt x="11009" y="21749"/>
                    <a:pt x="11776" y="20415"/>
                  </a:cubicBezTo>
                  <a:cubicBezTo>
                    <a:pt x="12476" y="19214"/>
                    <a:pt x="13210" y="18047"/>
                    <a:pt x="13744" y="16779"/>
                  </a:cubicBezTo>
                  <a:lnTo>
                    <a:pt x="13744" y="16779"/>
                  </a:lnTo>
                  <a:cubicBezTo>
                    <a:pt x="13277" y="17480"/>
                    <a:pt x="12677" y="18113"/>
                    <a:pt x="12109" y="18747"/>
                  </a:cubicBezTo>
                  <a:cubicBezTo>
                    <a:pt x="11476" y="19448"/>
                    <a:pt x="10809" y="20115"/>
                    <a:pt x="10175" y="20849"/>
                  </a:cubicBezTo>
                  <a:cubicBezTo>
                    <a:pt x="9541" y="21649"/>
                    <a:pt x="8874" y="22517"/>
                    <a:pt x="8607" y="23551"/>
                  </a:cubicBezTo>
                  <a:cubicBezTo>
                    <a:pt x="8373" y="24485"/>
                    <a:pt x="8507" y="25485"/>
                    <a:pt x="9241" y="26153"/>
                  </a:cubicBezTo>
                  <a:cubicBezTo>
                    <a:pt x="9773" y="26653"/>
                    <a:pt x="10539" y="26890"/>
                    <a:pt x="11265" y="26890"/>
                  </a:cubicBezTo>
                  <a:cubicBezTo>
                    <a:pt x="11313" y="26890"/>
                    <a:pt x="11361" y="26888"/>
                    <a:pt x="11409" y="26886"/>
                  </a:cubicBezTo>
                  <a:cubicBezTo>
                    <a:pt x="11876" y="26853"/>
                    <a:pt x="12310" y="26686"/>
                    <a:pt x="12677" y="26453"/>
                  </a:cubicBezTo>
                  <a:cubicBezTo>
                    <a:pt x="12843" y="26286"/>
                    <a:pt x="13010" y="26119"/>
                    <a:pt x="13177" y="25919"/>
                  </a:cubicBezTo>
                  <a:cubicBezTo>
                    <a:pt x="13877" y="25085"/>
                    <a:pt x="14311" y="24084"/>
                    <a:pt x="14578" y="23017"/>
                  </a:cubicBezTo>
                  <a:cubicBezTo>
                    <a:pt x="14611" y="22750"/>
                    <a:pt x="14611" y="22517"/>
                    <a:pt x="14611" y="22283"/>
                  </a:cubicBezTo>
                  <a:cubicBezTo>
                    <a:pt x="14611" y="22116"/>
                    <a:pt x="14728" y="22033"/>
                    <a:pt x="14845" y="22033"/>
                  </a:cubicBezTo>
                  <a:cubicBezTo>
                    <a:pt x="14962" y="22033"/>
                    <a:pt x="15078" y="22116"/>
                    <a:pt x="15078" y="22283"/>
                  </a:cubicBezTo>
                  <a:cubicBezTo>
                    <a:pt x="15212" y="24184"/>
                    <a:pt x="14411" y="26286"/>
                    <a:pt x="12743" y="27187"/>
                  </a:cubicBezTo>
                  <a:cubicBezTo>
                    <a:pt x="12276" y="27554"/>
                    <a:pt x="11809" y="27887"/>
                    <a:pt x="11309" y="28121"/>
                  </a:cubicBezTo>
                  <a:cubicBezTo>
                    <a:pt x="10333" y="28594"/>
                    <a:pt x="9227" y="28837"/>
                    <a:pt x="8120" y="28837"/>
                  </a:cubicBezTo>
                  <a:cubicBezTo>
                    <a:pt x="6729" y="28837"/>
                    <a:pt x="5337" y="28452"/>
                    <a:pt x="4204" y="27654"/>
                  </a:cubicBezTo>
                  <a:cubicBezTo>
                    <a:pt x="3070" y="26886"/>
                    <a:pt x="2336" y="25719"/>
                    <a:pt x="1869" y="24418"/>
                  </a:cubicBezTo>
                  <a:cubicBezTo>
                    <a:pt x="1824" y="24305"/>
                    <a:pt x="1931" y="24208"/>
                    <a:pt x="2026" y="24208"/>
                  </a:cubicBezTo>
                  <a:cubicBezTo>
                    <a:pt x="2071" y="24208"/>
                    <a:pt x="2114" y="24230"/>
                    <a:pt x="2136" y="24285"/>
                  </a:cubicBezTo>
                  <a:cubicBezTo>
                    <a:pt x="2569" y="25319"/>
                    <a:pt x="3203" y="26319"/>
                    <a:pt x="4070" y="27053"/>
                  </a:cubicBezTo>
                  <a:cubicBezTo>
                    <a:pt x="5004" y="27787"/>
                    <a:pt x="6205" y="28154"/>
                    <a:pt x="7373" y="28287"/>
                  </a:cubicBezTo>
                  <a:cubicBezTo>
                    <a:pt x="7571" y="28307"/>
                    <a:pt x="7771" y="28316"/>
                    <a:pt x="7972" y="28316"/>
                  </a:cubicBezTo>
                  <a:cubicBezTo>
                    <a:pt x="8815" y="28316"/>
                    <a:pt x="9667" y="28150"/>
                    <a:pt x="10475" y="27854"/>
                  </a:cubicBezTo>
                  <a:lnTo>
                    <a:pt x="10475" y="27854"/>
                  </a:lnTo>
                  <a:cubicBezTo>
                    <a:pt x="10264" y="27875"/>
                    <a:pt x="10053" y="27886"/>
                    <a:pt x="9842" y="27886"/>
                  </a:cubicBezTo>
                  <a:cubicBezTo>
                    <a:pt x="7416" y="27886"/>
                    <a:pt x="5026" y="26502"/>
                    <a:pt x="3737" y="24385"/>
                  </a:cubicBezTo>
                  <a:cubicBezTo>
                    <a:pt x="3668" y="24248"/>
                    <a:pt x="3756" y="24142"/>
                    <a:pt x="3861" y="24142"/>
                  </a:cubicBezTo>
                  <a:cubicBezTo>
                    <a:pt x="3909" y="24142"/>
                    <a:pt x="3961" y="24165"/>
                    <a:pt x="4004" y="24218"/>
                  </a:cubicBezTo>
                  <a:cubicBezTo>
                    <a:pt x="5318" y="26223"/>
                    <a:pt x="7604" y="27321"/>
                    <a:pt x="9873" y="27321"/>
                  </a:cubicBezTo>
                  <a:cubicBezTo>
                    <a:pt x="9907" y="27321"/>
                    <a:pt x="9941" y="27321"/>
                    <a:pt x="9975" y="27320"/>
                  </a:cubicBezTo>
                  <a:cubicBezTo>
                    <a:pt x="9241" y="27053"/>
                    <a:pt x="8574" y="26553"/>
                    <a:pt x="8207" y="25819"/>
                  </a:cubicBezTo>
                  <a:cubicBezTo>
                    <a:pt x="8207" y="25819"/>
                    <a:pt x="8173" y="25852"/>
                    <a:pt x="8107" y="25852"/>
                  </a:cubicBezTo>
                  <a:cubicBezTo>
                    <a:pt x="8070" y="25854"/>
                    <a:pt x="8033" y="25855"/>
                    <a:pt x="7996" y="25855"/>
                  </a:cubicBezTo>
                  <a:cubicBezTo>
                    <a:pt x="7299" y="25855"/>
                    <a:pt x="6612" y="25559"/>
                    <a:pt x="6105" y="25052"/>
                  </a:cubicBezTo>
                  <a:cubicBezTo>
                    <a:pt x="5505" y="24451"/>
                    <a:pt x="5205" y="23617"/>
                    <a:pt x="5104" y="22750"/>
                  </a:cubicBezTo>
                  <a:cubicBezTo>
                    <a:pt x="4938" y="21249"/>
                    <a:pt x="5471" y="19248"/>
                    <a:pt x="6972" y="18814"/>
                  </a:cubicBezTo>
                  <a:cubicBezTo>
                    <a:pt x="6374" y="18390"/>
                    <a:pt x="5645" y="18171"/>
                    <a:pt x="4898" y="18171"/>
                  </a:cubicBezTo>
                  <a:cubicBezTo>
                    <a:pt x="4645" y="18171"/>
                    <a:pt x="4390" y="18196"/>
                    <a:pt x="4137" y="18247"/>
                  </a:cubicBezTo>
                  <a:cubicBezTo>
                    <a:pt x="3003" y="18480"/>
                    <a:pt x="2036" y="19214"/>
                    <a:pt x="1368" y="20215"/>
                  </a:cubicBezTo>
                  <a:cubicBezTo>
                    <a:pt x="1" y="22283"/>
                    <a:pt x="101" y="25018"/>
                    <a:pt x="1202" y="27220"/>
                  </a:cubicBezTo>
                  <a:cubicBezTo>
                    <a:pt x="2336" y="29455"/>
                    <a:pt x="4404" y="31023"/>
                    <a:pt x="6806" y="31423"/>
                  </a:cubicBezTo>
                  <a:cubicBezTo>
                    <a:pt x="7234" y="31492"/>
                    <a:pt x="7665" y="31525"/>
                    <a:pt x="8095" y="31525"/>
                  </a:cubicBezTo>
                  <a:cubicBezTo>
                    <a:pt x="10180" y="31525"/>
                    <a:pt x="12252" y="30743"/>
                    <a:pt x="13911" y="29388"/>
                  </a:cubicBezTo>
                  <a:cubicBezTo>
                    <a:pt x="15745" y="27854"/>
                    <a:pt x="17046" y="25585"/>
                    <a:pt x="17613" y="23184"/>
                  </a:cubicBezTo>
                  <a:cubicBezTo>
                    <a:pt x="18281" y="20282"/>
                    <a:pt x="17947" y="17179"/>
                    <a:pt x="17313" y="14311"/>
                  </a:cubicBezTo>
                  <a:cubicBezTo>
                    <a:pt x="16746" y="11709"/>
                    <a:pt x="15812" y="9174"/>
                    <a:pt x="14444" y="6905"/>
                  </a:cubicBezTo>
                  <a:cubicBezTo>
                    <a:pt x="12977" y="4504"/>
                    <a:pt x="11042" y="2569"/>
                    <a:pt x="8840" y="968"/>
                  </a:cubicBezTo>
                  <a:cubicBezTo>
                    <a:pt x="8474" y="701"/>
                    <a:pt x="8073" y="434"/>
                    <a:pt x="7706" y="167"/>
                  </a:cubicBezTo>
                  <a:lnTo>
                    <a:pt x="7706" y="167"/>
                  </a:lnTo>
                  <a:cubicBezTo>
                    <a:pt x="8107" y="534"/>
                    <a:pt x="8540" y="901"/>
                    <a:pt x="8907" y="1301"/>
                  </a:cubicBezTo>
                  <a:cubicBezTo>
                    <a:pt x="10108" y="2469"/>
                    <a:pt x="11209" y="3803"/>
                    <a:pt x="12076" y="5271"/>
                  </a:cubicBezTo>
                  <a:cubicBezTo>
                    <a:pt x="12144" y="5407"/>
                    <a:pt x="12042" y="5528"/>
                    <a:pt x="11939" y="5528"/>
                  </a:cubicBezTo>
                  <a:cubicBezTo>
                    <a:pt x="11890" y="5528"/>
                    <a:pt x="11841" y="5502"/>
                    <a:pt x="11809" y="5438"/>
                  </a:cubicBezTo>
                  <a:cubicBezTo>
                    <a:pt x="10942" y="4003"/>
                    <a:pt x="9875" y="2669"/>
                    <a:pt x="8640" y="1602"/>
                  </a:cubicBezTo>
                  <a:cubicBezTo>
                    <a:pt x="7973" y="1001"/>
                    <a:pt x="7273" y="501"/>
                    <a:pt x="6539" y="34"/>
                  </a:cubicBezTo>
                  <a:lnTo>
                    <a:pt x="6539" y="34"/>
                  </a:lnTo>
                  <a:cubicBezTo>
                    <a:pt x="6772" y="334"/>
                    <a:pt x="7006" y="634"/>
                    <a:pt x="7206" y="935"/>
                  </a:cubicBezTo>
                  <a:cubicBezTo>
                    <a:pt x="8273" y="2569"/>
                    <a:pt x="9141" y="4370"/>
                    <a:pt x="9708" y="6238"/>
                  </a:cubicBezTo>
                  <a:cubicBezTo>
                    <a:pt x="10041" y="7306"/>
                    <a:pt x="10275" y="8407"/>
                    <a:pt x="10408" y="9507"/>
                  </a:cubicBezTo>
                  <a:cubicBezTo>
                    <a:pt x="10428" y="9565"/>
                    <a:pt x="10368" y="9601"/>
                    <a:pt x="10308" y="9601"/>
                  </a:cubicBezTo>
                  <a:cubicBezTo>
                    <a:pt x="10265" y="9601"/>
                    <a:pt x="10222" y="9583"/>
                    <a:pt x="10208" y="9541"/>
                  </a:cubicBezTo>
                  <a:cubicBezTo>
                    <a:pt x="9574" y="5938"/>
                    <a:pt x="7906" y="2702"/>
                    <a:pt x="5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388425" y="1869275"/>
              <a:ext cx="576275" cy="440675"/>
            </a:xfrm>
            <a:custGeom>
              <a:avLst/>
              <a:gdLst/>
              <a:ahLst/>
              <a:cxnLst/>
              <a:rect l="l" t="t" r="r" b="b"/>
              <a:pathLst>
                <a:path w="23051" h="17627" extrusionOk="0">
                  <a:moveTo>
                    <a:pt x="0" y="1"/>
                  </a:moveTo>
                  <a:lnTo>
                    <a:pt x="0" y="1"/>
                  </a:lnTo>
                  <a:cubicBezTo>
                    <a:pt x="1068" y="268"/>
                    <a:pt x="2102" y="601"/>
                    <a:pt x="3136" y="1001"/>
                  </a:cubicBezTo>
                  <a:cubicBezTo>
                    <a:pt x="4470" y="1468"/>
                    <a:pt x="5805" y="2035"/>
                    <a:pt x="7005" y="2803"/>
                  </a:cubicBezTo>
                  <a:cubicBezTo>
                    <a:pt x="8807" y="3937"/>
                    <a:pt x="10308" y="5371"/>
                    <a:pt x="11575" y="7106"/>
                  </a:cubicBezTo>
                  <a:cubicBezTo>
                    <a:pt x="12876" y="8974"/>
                    <a:pt x="13810" y="11075"/>
                    <a:pt x="14944" y="13043"/>
                  </a:cubicBezTo>
                  <a:cubicBezTo>
                    <a:pt x="15912" y="14778"/>
                    <a:pt x="17079" y="16479"/>
                    <a:pt x="18914" y="17313"/>
                  </a:cubicBezTo>
                  <a:cubicBezTo>
                    <a:pt x="19346" y="17507"/>
                    <a:pt x="19817" y="17627"/>
                    <a:pt x="20278" y="17627"/>
                  </a:cubicBezTo>
                  <a:cubicBezTo>
                    <a:pt x="20850" y="17627"/>
                    <a:pt x="21406" y="17441"/>
                    <a:pt x="21849" y="16980"/>
                  </a:cubicBezTo>
                  <a:cubicBezTo>
                    <a:pt x="22517" y="16279"/>
                    <a:pt x="22883" y="15278"/>
                    <a:pt x="22917" y="14311"/>
                  </a:cubicBezTo>
                  <a:cubicBezTo>
                    <a:pt x="23050" y="11876"/>
                    <a:pt x="21849" y="9574"/>
                    <a:pt x="20382" y="7773"/>
                  </a:cubicBezTo>
                  <a:cubicBezTo>
                    <a:pt x="18781" y="5805"/>
                    <a:pt x="16812" y="4170"/>
                    <a:pt x="14644" y="2970"/>
                  </a:cubicBezTo>
                  <a:lnTo>
                    <a:pt x="14644" y="2970"/>
                  </a:lnTo>
                  <a:cubicBezTo>
                    <a:pt x="16045" y="3904"/>
                    <a:pt x="17313" y="5038"/>
                    <a:pt x="18414" y="6339"/>
                  </a:cubicBezTo>
                  <a:cubicBezTo>
                    <a:pt x="19281" y="7406"/>
                    <a:pt x="20048" y="8607"/>
                    <a:pt x="20682" y="9841"/>
                  </a:cubicBezTo>
                  <a:cubicBezTo>
                    <a:pt x="20749" y="9954"/>
                    <a:pt x="20665" y="10051"/>
                    <a:pt x="20582" y="10051"/>
                  </a:cubicBezTo>
                  <a:cubicBezTo>
                    <a:pt x="20543" y="10051"/>
                    <a:pt x="20503" y="10029"/>
                    <a:pt x="20482" y="9975"/>
                  </a:cubicBezTo>
                  <a:cubicBezTo>
                    <a:pt x="19281" y="7840"/>
                    <a:pt x="17580" y="6072"/>
                    <a:pt x="15645" y="4637"/>
                  </a:cubicBezTo>
                  <a:cubicBezTo>
                    <a:pt x="15078" y="4204"/>
                    <a:pt x="14477" y="3770"/>
                    <a:pt x="13877" y="3403"/>
                  </a:cubicBezTo>
                  <a:lnTo>
                    <a:pt x="13877" y="3403"/>
                  </a:lnTo>
                  <a:cubicBezTo>
                    <a:pt x="14477" y="3870"/>
                    <a:pt x="15045" y="4371"/>
                    <a:pt x="15612" y="4904"/>
                  </a:cubicBezTo>
                  <a:cubicBezTo>
                    <a:pt x="16579" y="5872"/>
                    <a:pt x="17480" y="6872"/>
                    <a:pt x="18314" y="7973"/>
                  </a:cubicBezTo>
                  <a:cubicBezTo>
                    <a:pt x="18387" y="8096"/>
                    <a:pt x="18281" y="8236"/>
                    <a:pt x="18179" y="8236"/>
                  </a:cubicBezTo>
                  <a:cubicBezTo>
                    <a:pt x="18143" y="8236"/>
                    <a:pt x="18107" y="8218"/>
                    <a:pt x="18080" y="8173"/>
                  </a:cubicBezTo>
                  <a:cubicBezTo>
                    <a:pt x="16212" y="5872"/>
                    <a:pt x="13910" y="4004"/>
                    <a:pt x="11375" y="2603"/>
                  </a:cubicBezTo>
                  <a:lnTo>
                    <a:pt x="11375" y="2603"/>
                  </a:lnTo>
                  <a:cubicBezTo>
                    <a:pt x="12943" y="3637"/>
                    <a:pt x="14344" y="4904"/>
                    <a:pt x="15612" y="6339"/>
                  </a:cubicBezTo>
                  <a:cubicBezTo>
                    <a:pt x="16612" y="7473"/>
                    <a:pt x="17480" y="8674"/>
                    <a:pt x="18247" y="9975"/>
                  </a:cubicBezTo>
                  <a:cubicBezTo>
                    <a:pt x="18318" y="10094"/>
                    <a:pt x="18237" y="10196"/>
                    <a:pt x="18148" y="10196"/>
                  </a:cubicBezTo>
                  <a:cubicBezTo>
                    <a:pt x="18112" y="10196"/>
                    <a:pt x="18075" y="10179"/>
                    <a:pt x="18047" y="10141"/>
                  </a:cubicBezTo>
                  <a:cubicBezTo>
                    <a:pt x="15979" y="6806"/>
                    <a:pt x="13010" y="4237"/>
                    <a:pt x="9674" y="2436"/>
                  </a:cubicBezTo>
                  <a:lnTo>
                    <a:pt x="9674" y="2436"/>
                  </a:lnTo>
                  <a:cubicBezTo>
                    <a:pt x="11042" y="3403"/>
                    <a:pt x="12276" y="4504"/>
                    <a:pt x="13377" y="5738"/>
                  </a:cubicBezTo>
                  <a:cubicBezTo>
                    <a:pt x="14311" y="6772"/>
                    <a:pt x="15145" y="7940"/>
                    <a:pt x="15878" y="9174"/>
                  </a:cubicBezTo>
                  <a:cubicBezTo>
                    <a:pt x="15950" y="9293"/>
                    <a:pt x="15851" y="9395"/>
                    <a:pt x="15753" y="9395"/>
                  </a:cubicBezTo>
                  <a:cubicBezTo>
                    <a:pt x="15713" y="9395"/>
                    <a:pt x="15674" y="9379"/>
                    <a:pt x="15645" y="9341"/>
                  </a:cubicBezTo>
                  <a:cubicBezTo>
                    <a:pt x="13744" y="6372"/>
                    <a:pt x="11175" y="4037"/>
                    <a:pt x="8206" y="2402"/>
                  </a:cubicBezTo>
                  <a:lnTo>
                    <a:pt x="8206" y="2402"/>
                  </a:lnTo>
                  <a:cubicBezTo>
                    <a:pt x="9340" y="3203"/>
                    <a:pt x="10408" y="4137"/>
                    <a:pt x="11409" y="5171"/>
                  </a:cubicBezTo>
                  <a:cubicBezTo>
                    <a:pt x="12343" y="6138"/>
                    <a:pt x="13177" y="7206"/>
                    <a:pt x="13944" y="8340"/>
                  </a:cubicBezTo>
                  <a:cubicBezTo>
                    <a:pt x="14014" y="8410"/>
                    <a:pt x="13937" y="8496"/>
                    <a:pt x="13850" y="8496"/>
                  </a:cubicBezTo>
                  <a:cubicBezTo>
                    <a:pt x="13813" y="8496"/>
                    <a:pt x="13774" y="8480"/>
                    <a:pt x="13744" y="8440"/>
                  </a:cubicBezTo>
                  <a:cubicBezTo>
                    <a:pt x="10975" y="4637"/>
                    <a:pt x="6939" y="1835"/>
                    <a:pt x="2569" y="501"/>
                  </a:cubicBezTo>
                  <a:cubicBezTo>
                    <a:pt x="2135" y="368"/>
                    <a:pt x="1702" y="234"/>
                    <a:pt x="1268" y="134"/>
                  </a:cubicBezTo>
                  <a:cubicBezTo>
                    <a:pt x="868" y="101"/>
                    <a:pt x="434" y="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979800" y="885250"/>
              <a:ext cx="35050" cy="14200"/>
            </a:xfrm>
            <a:custGeom>
              <a:avLst/>
              <a:gdLst/>
              <a:ahLst/>
              <a:cxnLst/>
              <a:rect l="l" t="t" r="r" b="b"/>
              <a:pathLst>
                <a:path w="1402" h="568" extrusionOk="0">
                  <a:moveTo>
                    <a:pt x="1401" y="0"/>
                  </a:moveTo>
                  <a:lnTo>
                    <a:pt x="1401" y="0"/>
                  </a:lnTo>
                  <a:cubicBezTo>
                    <a:pt x="1001" y="134"/>
                    <a:pt x="601" y="300"/>
                    <a:pt x="234" y="467"/>
                  </a:cubicBezTo>
                  <a:cubicBezTo>
                    <a:pt x="167" y="501"/>
                    <a:pt x="67" y="534"/>
                    <a:pt x="0" y="567"/>
                  </a:cubicBezTo>
                  <a:cubicBezTo>
                    <a:pt x="101" y="534"/>
                    <a:pt x="167" y="501"/>
                    <a:pt x="267" y="467"/>
                  </a:cubicBezTo>
                  <a:cubicBezTo>
                    <a:pt x="634" y="367"/>
                    <a:pt x="1001" y="267"/>
                    <a:pt x="1368" y="167"/>
                  </a:cubicBezTo>
                  <a:cubicBezTo>
                    <a:pt x="1368" y="100"/>
                    <a:pt x="1368" y="67"/>
                    <a:pt x="14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308250" y="1041175"/>
              <a:ext cx="17525" cy="5875"/>
            </a:xfrm>
            <a:custGeom>
              <a:avLst/>
              <a:gdLst/>
              <a:ahLst/>
              <a:cxnLst/>
              <a:rect l="l" t="t" r="r" b="b"/>
              <a:pathLst>
                <a:path w="701" h="235" extrusionOk="0">
                  <a:moveTo>
                    <a:pt x="601" y="1"/>
                  </a:moveTo>
                  <a:cubicBezTo>
                    <a:pt x="401" y="101"/>
                    <a:pt x="201" y="168"/>
                    <a:pt x="0" y="234"/>
                  </a:cubicBezTo>
                  <a:cubicBezTo>
                    <a:pt x="234" y="234"/>
                    <a:pt x="467" y="201"/>
                    <a:pt x="701" y="168"/>
                  </a:cubicBezTo>
                  <a:cubicBezTo>
                    <a:pt x="668" y="134"/>
                    <a:pt x="634" y="68"/>
                    <a:pt x="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228300" y="680500"/>
              <a:ext cx="1265950" cy="585575"/>
            </a:xfrm>
            <a:custGeom>
              <a:avLst/>
              <a:gdLst/>
              <a:ahLst/>
              <a:cxnLst/>
              <a:rect l="l" t="t" r="r" b="b"/>
              <a:pathLst>
                <a:path w="50638" h="23423" extrusionOk="0">
                  <a:moveTo>
                    <a:pt x="49746" y="0"/>
                  </a:moveTo>
                  <a:cubicBezTo>
                    <a:pt x="49631" y="0"/>
                    <a:pt x="49506" y="27"/>
                    <a:pt x="49369" y="84"/>
                  </a:cubicBezTo>
                  <a:cubicBezTo>
                    <a:pt x="48669" y="385"/>
                    <a:pt x="48169" y="1118"/>
                    <a:pt x="47668" y="1686"/>
                  </a:cubicBezTo>
                  <a:cubicBezTo>
                    <a:pt x="47101" y="2286"/>
                    <a:pt x="46534" y="2853"/>
                    <a:pt x="45934" y="3420"/>
                  </a:cubicBezTo>
                  <a:cubicBezTo>
                    <a:pt x="44733" y="4588"/>
                    <a:pt x="43465" y="5688"/>
                    <a:pt x="42131" y="6689"/>
                  </a:cubicBezTo>
                  <a:cubicBezTo>
                    <a:pt x="41797" y="6923"/>
                    <a:pt x="41464" y="7189"/>
                    <a:pt x="41130" y="7423"/>
                  </a:cubicBezTo>
                  <a:cubicBezTo>
                    <a:pt x="40963" y="7523"/>
                    <a:pt x="40763" y="7656"/>
                    <a:pt x="40597" y="7723"/>
                  </a:cubicBezTo>
                  <a:cubicBezTo>
                    <a:pt x="40563" y="7757"/>
                    <a:pt x="40530" y="7757"/>
                    <a:pt x="40530" y="7790"/>
                  </a:cubicBezTo>
                  <a:cubicBezTo>
                    <a:pt x="39629" y="8524"/>
                    <a:pt x="38762" y="9224"/>
                    <a:pt x="37828" y="9891"/>
                  </a:cubicBezTo>
                  <a:cubicBezTo>
                    <a:pt x="37786" y="9928"/>
                    <a:pt x="37743" y="9943"/>
                    <a:pt x="37704" y="9943"/>
                  </a:cubicBezTo>
                  <a:cubicBezTo>
                    <a:pt x="37524" y="9943"/>
                    <a:pt x="37397" y="9628"/>
                    <a:pt x="37561" y="9491"/>
                  </a:cubicBezTo>
                  <a:cubicBezTo>
                    <a:pt x="37728" y="9358"/>
                    <a:pt x="37861" y="9224"/>
                    <a:pt x="38028" y="9091"/>
                  </a:cubicBezTo>
                  <a:cubicBezTo>
                    <a:pt x="38161" y="8891"/>
                    <a:pt x="38295" y="8657"/>
                    <a:pt x="38428" y="8457"/>
                  </a:cubicBezTo>
                  <a:cubicBezTo>
                    <a:pt x="38662" y="8090"/>
                    <a:pt x="38829" y="7690"/>
                    <a:pt x="38929" y="7256"/>
                  </a:cubicBezTo>
                  <a:cubicBezTo>
                    <a:pt x="38995" y="7023"/>
                    <a:pt x="39029" y="6756"/>
                    <a:pt x="39062" y="6522"/>
                  </a:cubicBezTo>
                  <a:cubicBezTo>
                    <a:pt x="39062" y="6456"/>
                    <a:pt x="39062" y="6389"/>
                    <a:pt x="39062" y="6322"/>
                  </a:cubicBezTo>
                  <a:cubicBezTo>
                    <a:pt x="39062" y="6189"/>
                    <a:pt x="39095" y="5989"/>
                    <a:pt x="39129" y="5788"/>
                  </a:cubicBezTo>
                  <a:cubicBezTo>
                    <a:pt x="39129" y="5422"/>
                    <a:pt x="39095" y="5055"/>
                    <a:pt x="39062" y="4688"/>
                  </a:cubicBezTo>
                  <a:cubicBezTo>
                    <a:pt x="39062" y="4621"/>
                    <a:pt x="39062" y="4588"/>
                    <a:pt x="39095" y="4588"/>
                  </a:cubicBezTo>
                  <a:cubicBezTo>
                    <a:pt x="39062" y="4521"/>
                    <a:pt x="39029" y="4488"/>
                    <a:pt x="38995" y="4454"/>
                  </a:cubicBezTo>
                  <a:cubicBezTo>
                    <a:pt x="38822" y="4316"/>
                    <a:pt x="38595" y="4258"/>
                    <a:pt x="38360" y="4258"/>
                  </a:cubicBezTo>
                  <a:cubicBezTo>
                    <a:pt x="38143" y="4258"/>
                    <a:pt x="37920" y="4307"/>
                    <a:pt x="37728" y="4387"/>
                  </a:cubicBezTo>
                  <a:cubicBezTo>
                    <a:pt x="37094" y="4688"/>
                    <a:pt x="36794" y="5422"/>
                    <a:pt x="36527" y="6055"/>
                  </a:cubicBezTo>
                  <a:cubicBezTo>
                    <a:pt x="36227" y="6823"/>
                    <a:pt x="35960" y="7590"/>
                    <a:pt x="35526" y="8257"/>
                  </a:cubicBezTo>
                  <a:cubicBezTo>
                    <a:pt x="34626" y="9625"/>
                    <a:pt x="33325" y="10659"/>
                    <a:pt x="31790" y="11126"/>
                  </a:cubicBezTo>
                  <a:cubicBezTo>
                    <a:pt x="31523" y="11226"/>
                    <a:pt x="31257" y="11326"/>
                    <a:pt x="30990" y="11426"/>
                  </a:cubicBezTo>
                  <a:cubicBezTo>
                    <a:pt x="30332" y="11605"/>
                    <a:pt x="29647" y="11731"/>
                    <a:pt x="28959" y="11731"/>
                  </a:cubicBezTo>
                  <a:cubicBezTo>
                    <a:pt x="28880" y="11731"/>
                    <a:pt x="28801" y="11730"/>
                    <a:pt x="28721" y="11726"/>
                  </a:cubicBezTo>
                  <a:cubicBezTo>
                    <a:pt x="27954" y="11726"/>
                    <a:pt x="27187" y="11659"/>
                    <a:pt x="26453" y="11459"/>
                  </a:cubicBezTo>
                  <a:cubicBezTo>
                    <a:pt x="26286" y="11426"/>
                    <a:pt x="26320" y="11159"/>
                    <a:pt x="26486" y="11159"/>
                  </a:cubicBezTo>
                  <a:cubicBezTo>
                    <a:pt x="26871" y="11196"/>
                    <a:pt x="27265" y="11222"/>
                    <a:pt x="27658" y="11222"/>
                  </a:cubicBezTo>
                  <a:cubicBezTo>
                    <a:pt x="27982" y="11222"/>
                    <a:pt x="28305" y="11204"/>
                    <a:pt x="28621" y="11159"/>
                  </a:cubicBezTo>
                  <a:cubicBezTo>
                    <a:pt x="29355" y="11059"/>
                    <a:pt x="30056" y="10925"/>
                    <a:pt x="30756" y="10725"/>
                  </a:cubicBezTo>
                  <a:cubicBezTo>
                    <a:pt x="30923" y="10659"/>
                    <a:pt x="31123" y="10625"/>
                    <a:pt x="31290" y="10559"/>
                  </a:cubicBezTo>
                  <a:cubicBezTo>
                    <a:pt x="31757" y="9258"/>
                    <a:pt x="32257" y="7923"/>
                    <a:pt x="32724" y="6622"/>
                  </a:cubicBezTo>
                  <a:cubicBezTo>
                    <a:pt x="32791" y="6389"/>
                    <a:pt x="32958" y="6089"/>
                    <a:pt x="32958" y="5822"/>
                  </a:cubicBezTo>
                  <a:cubicBezTo>
                    <a:pt x="32936" y="5671"/>
                    <a:pt x="32859" y="5631"/>
                    <a:pt x="32762" y="5631"/>
                  </a:cubicBezTo>
                  <a:cubicBezTo>
                    <a:pt x="32709" y="5631"/>
                    <a:pt x="32650" y="5643"/>
                    <a:pt x="32591" y="5655"/>
                  </a:cubicBezTo>
                  <a:cubicBezTo>
                    <a:pt x="32124" y="5755"/>
                    <a:pt x="31690" y="6089"/>
                    <a:pt x="31290" y="6356"/>
                  </a:cubicBezTo>
                  <a:cubicBezTo>
                    <a:pt x="29822" y="7290"/>
                    <a:pt x="28521" y="8490"/>
                    <a:pt x="27054" y="9391"/>
                  </a:cubicBezTo>
                  <a:cubicBezTo>
                    <a:pt x="27020" y="9424"/>
                    <a:pt x="27020" y="9424"/>
                    <a:pt x="27020" y="9424"/>
                  </a:cubicBezTo>
                  <a:cubicBezTo>
                    <a:pt x="26987" y="9458"/>
                    <a:pt x="26920" y="9458"/>
                    <a:pt x="26887" y="9491"/>
                  </a:cubicBezTo>
                  <a:cubicBezTo>
                    <a:pt x="26720" y="9591"/>
                    <a:pt x="26553" y="9691"/>
                    <a:pt x="26353" y="9758"/>
                  </a:cubicBezTo>
                  <a:cubicBezTo>
                    <a:pt x="25619" y="10125"/>
                    <a:pt x="24852" y="10392"/>
                    <a:pt x="24018" y="10458"/>
                  </a:cubicBezTo>
                  <a:cubicBezTo>
                    <a:pt x="23184" y="10659"/>
                    <a:pt x="22317" y="10759"/>
                    <a:pt x="21450" y="10792"/>
                  </a:cubicBezTo>
                  <a:cubicBezTo>
                    <a:pt x="21364" y="10794"/>
                    <a:pt x="21278" y="10794"/>
                    <a:pt x="21192" y="10794"/>
                  </a:cubicBezTo>
                  <a:cubicBezTo>
                    <a:pt x="19366" y="10794"/>
                    <a:pt x="17437" y="10453"/>
                    <a:pt x="15812" y="9625"/>
                  </a:cubicBezTo>
                  <a:cubicBezTo>
                    <a:pt x="15602" y="9505"/>
                    <a:pt x="15689" y="9143"/>
                    <a:pt x="15902" y="9143"/>
                  </a:cubicBezTo>
                  <a:cubicBezTo>
                    <a:pt x="15926" y="9143"/>
                    <a:pt x="15952" y="9147"/>
                    <a:pt x="15979" y="9158"/>
                  </a:cubicBezTo>
                  <a:cubicBezTo>
                    <a:pt x="16780" y="9391"/>
                    <a:pt x="17580" y="9625"/>
                    <a:pt x="18414" y="9758"/>
                  </a:cubicBezTo>
                  <a:cubicBezTo>
                    <a:pt x="18481" y="9791"/>
                    <a:pt x="18547" y="9791"/>
                    <a:pt x="18614" y="9791"/>
                  </a:cubicBezTo>
                  <a:cubicBezTo>
                    <a:pt x="19260" y="9887"/>
                    <a:pt x="19905" y="9965"/>
                    <a:pt x="20538" y="9965"/>
                  </a:cubicBezTo>
                  <a:cubicBezTo>
                    <a:pt x="20788" y="9965"/>
                    <a:pt x="21037" y="9953"/>
                    <a:pt x="21283" y="9925"/>
                  </a:cubicBezTo>
                  <a:cubicBezTo>
                    <a:pt x="22050" y="9858"/>
                    <a:pt x="22684" y="9591"/>
                    <a:pt x="23318" y="9158"/>
                  </a:cubicBezTo>
                  <a:cubicBezTo>
                    <a:pt x="23551" y="9024"/>
                    <a:pt x="23751" y="8857"/>
                    <a:pt x="23951" y="8691"/>
                  </a:cubicBezTo>
                  <a:cubicBezTo>
                    <a:pt x="24585" y="7957"/>
                    <a:pt x="25186" y="7156"/>
                    <a:pt x="25719" y="6322"/>
                  </a:cubicBezTo>
                  <a:cubicBezTo>
                    <a:pt x="26019" y="5822"/>
                    <a:pt x="26486" y="5221"/>
                    <a:pt x="26553" y="4588"/>
                  </a:cubicBezTo>
                  <a:cubicBezTo>
                    <a:pt x="26593" y="4245"/>
                    <a:pt x="26461" y="4132"/>
                    <a:pt x="26266" y="4132"/>
                  </a:cubicBezTo>
                  <a:cubicBezTo>
                    <a:pt x="25968" y="4132"/>
                    <a:pt x="25521" y="4400"/>
                    <a:pt x="25319" y="4521"/>
                  </a:cubicBezTo>
                  <a:cubicBezTo>
                    <a:pt x="22784" y="6022"/>
                    <a:pt x="19982" y="6856"/>
                    <a:pt x="17113" y="7189"/>
                  </a:cubicBezTo>
                  <a:cubicBezTo>
                    <a:pt x="15820" y="7335"/>
                    <a:pt x="14526" y="7398"/>
                    <a:pt x="13232" y="7398"/>
                  </a:cubicBezTo>
                  <a:cubicBezTo>
                    <a:pt x="11557" y="7398"/>
                    <a:pt x="9882" y="7292"/>
                    <a:pt x="8207" y="7123"/>
                  </a:cubicBezTo>
                  <a:cubicBezTo>
                    <a:pt x="7606" y="7056"/>
                    <a:pt x="7006" y="6989"/>
                    <a:pt x="6405" y="6923"/>
                  </a:cubicBezTo>
                  <a:lnTo>
                    <a:pt x="6405" y="6923"/>
                  </a:lnTo>
                  <a:cubicBezTo>
                    <a:pt x="7540" y="7223"/>
                    <a:pt x="8674" y="7523"/>
                    <a:pt x="9775" y="7823"/>
                  </a:cubicBezTo>
                  <a:cubicBezTo>
                    <a:pt x="11042" y="8123"/>
                    <a:pt x="12276" y="8390"/>
                    <a:pt x="13544" y="8557"/>
                  </a:cubicBezTo>
                  <a:cubicBezTo>
                    <a:pt x="13677" y="8590"/>
                    <a:pt x="13644" y="8824"/>
                    <a:pt x="13511" y="8824"/>
                  </a:cubicBezTo>
                  <a:cubicBezTo>
                    <a:pt x="9174" y="8390"/>
                    <a:pt x="4938" y="6923"/>
                    <a:pt x="535" y="6889"/>
                  </a:cubicBezTo>
                  <a:lnTo>
                    <a:pt x="468" y="6889"/>
                  </a:lnTo>
                  <a:cubicBezTo>
                    <a:pt x="1302" y="7023"/>
                    <a:pt x="2136" y="7156"/>
                    <a:pt x="2970" y="7356"/>
                  </a:cubicBezTo>
                  <a:cubicBezTo>
                    <a:pt x="4304" y="7623"/>
                    <a:pt x="5605" y="7990"/>
                    <a:pt x="6906" y="8390"/>
                  </a:cubicBezTo>
                  <a:cubicBezTo>
                    <a:pt x="8173" y="8757"/>
                    <a:pt x="9441" y="9224"/>
                    <a:pt x="10675" y="9658"/>
                  </a:cubicBezTo>
                  <a:cubicBezTo>
                    <a:pt x="12143" y="10158"/>
                    <a:pt x="13577" y="10659"/>
                    <a:pt x="15045" y="11159"/>
                  </a:cubicBezTo>
                  <a:cubicBezTo>
                    <a:pt x="15164" y="11189"/>
                    <a:pt x="15150" y="11403"/>
                    <a:pt x="15029" y="11403"/>
                  </a:cubicBezTo>
                  <a:cubicBezTo>
                    <a:pt x="15013" y="11403"/>
                    <a:pt x="14997" y="11400"/>
                    <a:pt x="14978" y="11392"/>
                  </a:cubicBezTo>
                  <a:cubicBezTo>
                    <a:pt x="12443" y="10592"/>
                    <a:pt x="9908" y="9825"/>
                    <a:pt x="7306" y="9224"/>
                  </a:cubicBezTo>
                  <a:cubicBezTo>
                    <a:pt x="4871" y="8657"/>
                    <a:pt x="2469" y="8123"/>
                    <a:pt x="1" y="7757"/>
                  </a:cubicBezTo>
                  <a:lnTo>
                    <a:pt x="1" y="7757"/>
                  </a:lnTo>
                  <a:cubicBezTo>
                    <a:pt x="1135" y="8057"/>
                    <a:pt x="2269" y="8424"/>
                    <a:pt x="3303" y="8791"/>
                  </a:cubicBezTo>
                  <a:cubicBezTo>
                    <a:pt x="7540" y="10192"/>
                    <a:pt x="11776" y="11659"/>
                    <a:pt x="16079" y="12693"/>
                  </a:cubicBezTo>
                  <a:cubicBezTo>
                    <a:pt x="19789" y="13570"/>
                    <a:pt x="23601" y="14165"/>
                    <a:pt x="27403" y="14165"/>
                  </a:cubicBezTo>
                  <a:cubicBezTo>
                    <a:pt x="27943" y="14165"/>
                    <a:pt x="28482" y="14153"/>
                    <a:pt x="29022" y="14128"/>
                  </a:cubicBezTo>
                  <a:cubicBezTo>
                    <a:pt x="33024" y="13961"/>
                    <a:pt x="36961" y="13060"/>
                    <a:pt x="40496" y="11126"/>
                  </a:cubicBezTo>
                  <a:cubicBezTo>
                    <a:pt x="43665" y="9391"/>
                    <a:pt x="46467" y="6956"/>
                    <a:pt x="48469" y="3854"/>
                  </a:cubicBezTo>
                  <a:cubicBezTo>
                    <a:pt x="48702" y="3487"/>
                    <a:pt x="48969" y="3087"/>
                    <a:pt x="49169" y="2686"/>
                  </a:cubicBezTo>
                  <a:cubicBezTo>
                    <a:pt x="49179" y="2676"/>
                    <a:pt x="49189" y="2672"/>
                    <a:pt x="49198" y="2672"/>
                  </a:cubicBezTo>
                  <a:cubicBezTo>
                    <a:pt x="49219" y="2672"/>
                    <a:pt x="49236" y="2696"/>
                    <a:pt x="49236" y="2720"/>
                  </a:cubicBezTo>
                  <a:cubicBezTo>
                    <a:pt x="48802" y="3554"/>
                    <a:pt x="48402" y="4387"/>
                    <a:pt x="47868" y="5155"/>
                  </a:cubicBezTo>
                  <a:cubicBezTo>
                    <a:pt x="47368" y="5889"/>
                    <a:pt x="46834" y="6589"/>
                    <a:pt x="46267" y="7256"/>
                  </a:cubicBezTo>
                  <a:cubicBezTo>
                    <a:pt x="45066" y="8657"/>
                    <a:pt x="43699" y="9825"/>
                    <a:pt x="42198" y="10859"/>
                  </a:cubicBezTo>
                  <a:cubicBezTo>
                    <a:pt x="38929" y="13060"/>
                    <a:pt x="35159" y="14328"/>
                    <a:pt x="31323" y="14895"/>
                  </a:cubicBezTo>
                  <a:cubicBezTo>
                    <a:pt x="29817" y="15102"/>
                    <a:pt x="28302" y="15198"/>
                    <a:pt x="26788" y="15198"/>
                  </a:cubicBezTo>
                  <a:cubicBezTo>
                    <a:pt x="23910" y="15198"/>
                    <a:pt x="21033" y="14851"/>
                    <a:pt x="18214" y="14261"/>
                  </a:cubicBezTo>
                  <a:cubicBezTo>
                    <a:pt x="15412" y="13661"/>
                    <a:pt x="12677" y="12894"/>
                    <a:pt x="9941" y="11993"/>
                  </a:cubicBezTo>
                  <a:lnTo>
                    <a:pt x="9941" y="11993"/>
                  </a:lnTo>
                  <a:cubicBezTo>
                    <a:pt x="12410" y="13327"/>
                    <a:pt x="14745" y="14895"/>
                    <a:pt x="16913" y="16663"/>
                  </a:cubicBezTo>
                  <a:cubicBezTo>
                    <a:pt x="16994" y="16744"/>
                    <a:pt x="16921" y="16848"/>
                    <a:pt x="16837" y="16848"/>
                  </a:cubicBezTo>
                  <a:cubicBezTo>
                    <a:pt x="16818" y="16848"/>
                    <a:pt x="16798" y="16842"/>
                    <a:pt x="16780" y="16830"/>
                  </a:cubicBezTo>
                  <a:cubicBezTo>
                    <a:pt x="15112" y="15529"/>
                    <a:pt x="13310" y="14495"/>
                    <a:pt x="11442" y="13627"/>
                  </a:cubicBezTo>
                  <a:cubicBezTo>
                    <a:pt x="10675" y="13294"/>
                    <a:pt x="9941" y="12960"/>
                    <a:pt x="9207" y="12627"/>
                  </a:cubicBezTo>
                  <a:lnTo>
                    <a:pt x="9207" y="12627"/>
                  </a:lnTo>
                  <a:cubicBezTo>
                    <a:pt x="9474" y="12860"/>
                    <a:pt x="9775" y="13094"/>
                    <a:pt x="10075" y="13361"/>
                  </a:cubicBezTo>
                  <a:cubicBezTo>
                    <a:pt x="11776" y="14728"/>
                    <a:pt x="13511" y="16029"/>
                    <a:pt x="15212" y="17430"/>
                  </a:cubicBezTo>
                  <a:cubicBezTo>
                    <a:pt x="16946" y="18831"/>
                    <a:pt x="18648" y="20266"/>
                    <a:pt x="20516" y="21500"/>
                  </a:cubicBezTo>
                  <a:cubicBezTo>
                    <a:pt x="21349" y="22067"/>
                    <a:pt x="22250" y="22567"/>
                    <a:pt x="23217" y="22934"/>
                  </a:cubicBezTo>
                  <a:cubicBezTo>
                    <a:pt x="23684" y="23101"/>
                    <a:pt x="24185" y="23234"/>
                    <a:pt x="24685" y="23334"/>
                  </a:cubicBezTo>
                  <a:cubicBezTo>
                    <a:pt x="24806" y="23352"/>
                    <a:pt x="25104" y="23422"/>
                    <a:pt x="25369" y="23422"/>
                  </a:cubicBezTo>
                  <a:cubicBezTo>
                    <a:pt x="25617" y="23422"/>
                    <a:pt x="25837" y="23360"/>
                    <a:pt x="25853" y="23134"/>
                  </a:cubicBezTo>
                  <a:cubicBezTo>
                    <a:pt x="25919" y="22701"/>
                    <a:pt x="25386" y="22267"/>
                    <a:pt x="25119" y="22000"/>
                  </a:cubicBezTo>
                  <a:cubicBezTo>
                    <a:pt x="24819" y="21667"/>
                    <a:pt x="24485" y="21366"/>
                    <a:pt x="24185" y="21033"/>
                  </a:cubicBezTo>
                  <a:cubicBezTo>
                    <a:pt x="23584" y="20432"/>
                    <a:pt x="22984" y="19799"/>
                    <a:pt x="22750" y="18931"/>
                  </a:cubicBezTo>
                  <a:cubicBezTo>
                    <a:pt x="22717" y="18831"/>
                    <a:pt x="22684" y="18764"/>
                    <a:pt x="22684" y="18664"/>
                  </a:cubicBezTo>
                  <a:cubicBezTo>
                    <a:pt x="22417" y="18331"/>
                    <a:pt x="22083" y="17997"/>
                    <a:pt x="21716" y="17730"/>
                  </a:cubicBezTo>
                  <a:cubicBezTo>
                    <a:pt x="21383" y="17497"/>
                    <a:pt x="20949" y="17263"/>
                    <a:pt x="20482" y="17163"/>
                  </a:cubicBezTo>
                  <a:cubicBezTo>
                    <a:pt x="20315" y="17163"/>
                    <a:pt x="20149" y="17163"/>
                    <a:pt x="19982" y="17130"/>
                  </a:cubicBezTo>
                  <a:lnTo>
                    <a:pt x="19915" y="17130"/>
                  </a:lnTo>
                  <a:cubicBezTo>
                    <a:pt x="19648" y="17063"/>
                    <a:pt x="19615" y="16630"/>
                    <a:pt x="19882" y="16596"/>
                  </a:cubicBezTo>
                  <a:cubicBezTo>
                    <a:pt x="20077" y="16542"/>
                    <a:pt x="20286" y="16520"/>
                    <a:pt x="20500" y="16520"/>
                  </a:cubicBezTo>
                  <a:cubicBezTo>
                    <a:pt x="20945" y="16520"/>
                    <a:pt x="21411" y="16617"/>
                    <a:pt x="21816" y="16730"/>
                  </a:cubicBezTo>
                  <a:cubicBezTo>
                    <a:pt x="22450" y="16896"/>
                    <a:pt x="23051" y="17163"/>
                    <a:pt x="23584" y="17530"/>
                  </a:cubicBezTo>
                  <a:cubicBezTo>
                    <a:pt x="23618" y="17530"/>
                    <a:pt x="23651" y="17564"/>
                    <a:pt x="23684" y="17597"/>
                  </a:cubicBezTo>
                  <a:cubicBezTo>
                    <a:pt x="23785" y="17597"/>
                    <a:pt x="23885" y="17630"/>
                    <a:pt x="23951" y="17664"/>
                  </a:cubicBezTo>
                  <a:cubicBezTo>
                    <a:pt x="24352" y="17797"/>
                    <a:pt x="24652" y="18031"/>
                    <a:pt x="24985" y="18331"/>
                  </a:cubicBezTo>
                  <a:cubicBezTo>
                    <a:pt x="25352" y="18664"/>
                    <a:pt x="25753" y="18998"/>
                    <a:pt x="26186" y="19298"/>
                  </a:cubicBezTo>
                  <a:cubicBezTo>
                    <a:pt x="28655" y="21066"/>
                    <a:pt x="31590" y="22100"/>
                    <a:pt x="34592" y="22334"/>
                  </a:cubicBezTo>
                  <a:cubicBezTo>
                    <a:pt x="34890" y="22355"/>
                    <a:pt x="35238" y="22380"/>
                    <a:pt x="35596" y="22380"/>
                  </a:cubicBezTo>
                  <a:cubicBezTo>
                    <a:pt x="36362" y="22380"/>
                    <a:pt x="37173" y="22267"/>
                    <a:pt x="37628" y="21767"/>
                  </a:cubicBezTo>
                  <a:cubicBezTo>
                    <a:pt x="37728" y="21633"/>
                    <a:pt x="37795" y="21466"/>
                    <a:pt x="37828" y="21233"/>
                  </a:cubicBezTo>
                  <a:cubicBezTo>
                    <a:pt x="37895" y="20799"/>
                    <a:pt x="37694" y="20366"/>
                    <a:pt x="37428" y="20032"/>
                  </a:cubicBezTo>
                  <a:cubicBezTo>
                    <a:pt x="36760" y="19265"/>
                    <a:pt x="35626" y="18998"/>
                    <a:pt x="34692" y="18731"/>
                  </a:cubicBezTo>
                  <a:cubicBezTo>
                    <a:pt x="34159" y="18598"/>
                    <a:pt x="33625" y="18498"/>
                    <a:pt x="33058" y="18398"/>
                  </a:cubicBezTo>
                  <a:cubicBezTo>
                    <a:pt x="33024" y="18364"/>
                    <a:pt x="32958" y="18364"/>
                    <a:pt x="32924" y="18331"/>
                  </a:cubicBezTo>
                  <a:cubicBezTo>
                    <a:pt x="31990" y="18197"/>
                    <a:pt x="31023" y="17964"/>
                    <a:pt x="30089" y="17697"/>
                  </a:cubicBezTo>
                  <a:cubicBezTo>
                    <a:pt x="29789" y="17630"/>
                    <a:pt x="29489" y="17530"/>
                    <a:pt x="29188" y="17464"/>
                  </a:cubicBezTo>
                  <a:cubicBezTo>
                    <a:pt x="28966" y="17400"/>
                    <a:pt x="29046" y="17094"/>
                    <a:pt x="29227" y="17094"/>
                  </a:cubicBezTo>
                  <a:cubicBezTo>
                    <a:pt x="29236" y="17094"/>
                    <a:pt x="29246" y="17095"/>
                    <a:pt x="29255" y="17097"/>
                  </a:cubicBezTo>
                  <a:cubicBezTo>
                    <a:pt x="30456" y="17397"/>
                    <a:pt x="31690" y="17464"/>
                    <a:pt x="32924" y="17497"/>
                  </a:cubicBezTo>
                  <a:cubicBezTo>
                    <a:pt x="32958" y="17530"/>
                    <a:pt x="32991" y="17530"/>
                    <a:pt x="33024" y="17530"/>
                  </a:cubicBezTo>
                  <a:cubicBezTo>
                    <a:pt x="33091" y="17497"/>
                    <a:pt x="33125" y="17497"/>
                    <a:pt x="33158" y="17464"/>
                  </a:cubicBezTo>
                  <a:cubicBezTo>
                    <a:pt x="33832" y="17391"/>
                    <a:pt x="34504" y="17365"/>
                    <a:pt x="35175" y="17365"/>
                  </a:cubicBezTo>
                  <a:cubicBezTo>
                    <a:pt x="36875" y="17365"/>
                    <a:pt x="38565" y="17532"/>
                    <a:pt x="40254" y="17532"/>
                  </a:cubicBezTo>
                  <a:cubicBezTo>
                    <a:pt x="40669" y="17532"/>
                    <a:pt x="41083" y="17522"/>
                    <a:pt x="41497" y="17497"/>
                  </a:cubicBezTo>
                  <a:cubicBezTo>
                    <a:pt x="42865" y="17430"/>
                    <a:pt x="44232" y="17163"/>
                    <a:pt x="45533" y="16630"/>
                  </a:cubicBezTo>
                  <a:cubicBezTo>
                    <a:pt x="46000" y="16463"/>
                    <a:pt x="46768" y="16129"/>
                    <a:pt x="46868" y="15562"/>
                  </a:cubicBezTo>
                  <a:cubicBezTo>
                    <a:pt x="46968" y="15162"/>
                    <a:pt x="46601" y="15062"/>
                    <a:pt x="46301" y="15062"/>
                  </a:cubicBezTo>
                  <a:cubicBezTo>
                    <a:pt x="46234" y="15028"/>
                    <a:pt x="46134" y="15028"/>
                    <a:pt x="46034" y="15028"/>
                  </a:cubicBezTo>
                  <a:cubicBezTo>
                    <a:pt x="45734" y="15062"/>
                    <a:pt x="45433" y="15095"/>
                    <a:pt x="45133" y="15128"/>
                  </a:cubicBezTo>
                  <a:cubicBezTo>
                    <a:pt x="44999" y="15136"/>
                    <a:pt x="44864" y="15138"/>
                    <a:pt x="44727" y="15138"/>
                  </a:cubicBezTo>
                  <a:cubicBezTo>
                    <a:pt x="44355" y="15138"/>
                    <a:pt x="43976" y="15119"/>
                    <a:pt x="43604" y="15119"/>
                  </a:cubicBezTo>
                  <a:cubicBezTo>
                    <a:pt x="43468" y="15119"/>
                    <a:pt x="43332" y="15121"/>
                    <a:pt x="43198" y="15128"/>
                  </a:cubicBezTo>
                  <a:cubicBezTo>
                    <a:pt x="41897" y="15195"/>
                    <a:pt x="40630" y="15329"/>
                    <a:pt x="39329" y="15495"/>
                  </a:cubicBezTo>
                  <a:cubicBezTo>
                    <a:pt x="39319" y="15497"/>
                    <a:pt x="39310" y="15497"/>
                    <a:pt x="39300" y="15497"/>
                  </a:cubicBezTo>
                  <a:cubicBezTo>
                    <a:pt x="39062" y="15497"/>
                    <a:pt x="39072" y="15094"/>
                    <a:pt x="39329" y="15062"/>
                  </a:cubicBezTo>
                  <a:cubicBezTo>
                    <a:pt x="40163" y="14928"/>
                    <a:pt x="40997" y="14661"/>
                    <a:pt x="41831" y="14428"/>
                  </a:cubicBezTo>
                  <a:cubicBezTo>
                    <a:pt x="42531" y="14194"/>
                    <a:pt x="43232" y="13961"/>
                    <a:pt x="43932" y="13627"/>
                  </a:cubicBezTo>
                  <a:cubicBezTo>
                    <a:pt x="46201" y="11926"/>
                    <a:pt x="47968" y="9591"/>
                    <a:pt x="49136" y="6956"/>
                  </a:cubicBezTo>
                  <a:cubicBezTo>
                    <a:pt x="49736" y="5622"/>
                    <a:pt x="50170" y="4221"/>
                    <a:pt x="50404" y="2786"/>
                  </a:cubicBezTo>
                  <a:cubicBezTo>
                    <a:pt x="50504" y="2153"/>
                    <a:pt x="50637" y="1485"/>
                    <a:pt x="50537" y="852"/>
                  </a:cubicBezTo>
                  <a:cubicBezTo>
                    <a:pt x="50432" y="354"/>
                    <a:pt x="50163" y="0"/>
                    <a:pt x="497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796225" y="1130425"/>
              <a:ext cx="850" cy="8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0" y="0"/>
                  </a:moveTo>
                  <a:cubicBezTo>
                    <a:pt x="0" y="0"/>
                    <a:pt x="0" y="34"/>
                    <a:pt x="33" y="34"/>
                  </a:cubicBezTo>
                  <a:lnTo>
                    <a:pt x="33" y="34"/>
                  </a:lnTo>
                  <a:cubicBezTo>
                    <a:pt x="0" y="34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201500" y="885250"/>
              <a:ext cx="2525" cy="3350"/>
            </a:xfrm>
            <a:custGeom>
              <a:avLst/>
              <a:gdLst/>
              <a:ahLst/>
              <a:cxnLst/>
              <a:rect l="l" t="t" r="r" b="b"/>
              <a:pathLst>
                <a:path w="101" h="134" extrusionOk="0">
                  <a:moveTo>
                    <a:pt x="67" y="0"/>
                  </a:moveTo>
                  <a:cubicBezTo>
                    <a:pt x="34" y="34"/>
                    <a:pt x="34" y="100"/>
                    <a:pt x="1" y="134"/>
                  </a:cubicBezTo>
                  <a:cubicBezTo>
                    <a:pt x="34" y="100"/>
                    <a:pt x="67" y="67"/>
                    <a:pt x="101" y="34"/>
                  </a:cubicBezTo>
                  <a:cubicBezTo>
                    <a:pt x="101" y="34"/>
                    <a:pt x="67" y="34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139075" y="1363075"/>
              <a:ext cx="256875" cy="69700"/>
            </a:xfrm>
            <a:custGeom>
              <a:avLst/>
              <a:gdLst/>
              <a:ahLst/>
              <a:cxnLst/>
              <a:rect l="l" t="t" r="r" b="b"/>
              <a:pathLst>
                <a:path w="10275" h="2788" extrusionOk="0">
                  <a:moveTo>
                    <a:pt x="10275" y="1"/>
                  </a:moveTo>
                  <a:lnTo>
                    <a:pt x="10275" y="1"/>
                  </a:lnTo>
                  <a:cubicBezTo>
                    <a:pt x="10108" y="134"/>
                    <a:pt x="9974" y="234"/>
                    <a:pt x="9808" y="368"/>
                  </a:cubicBezTo>
                  <a:cubicBezTo>
                    <a:pt x="8203" y="1535"/>
                    <a:pt x="6261" y="2241"/>
                    <a:pt x="4306" y="2241"/>
                  </a:cubicBezTo>
                  <a:cubicBezTo>
                    <a:pt x="3579" y="2241"/>
                    <a:pt x="2850" y="2144"/>
                    <a:pt x="2136" y="1936"/>
                  </a:cubicBezTo>
                  <a:cubicBezTo>
                    <a:pt x="1268" y="1702"/>
                    <a:pt x="434" y="1168"/>
                    <a:pt x="1" y="401"/>
                  </a:cubicBezTo>
                  <a:lnTo>
                    <a:pt x="1" y="401"/>
                  </a:lnTo>
                  <a:cubicBezTo>
                    <a:pt x="101" y="868"/>
                    <a:pt x="301" y="1302"/>
                    <a:pt x="601" y="1669"/>
                  </a:cubicBezTo>
                  <a:cubicBezTo>
                    <a:pt x="1328" y="2592"/>
                    <a:pt x="2501" y="2788"/>
                    <a:pt x="3588" y="2788"/>
                  </a:cubicBezTo>
                  <a:cubicBezTo>
                    <a:pt x="3797" y="2788"/>
                    <a:pt x="4004" y="2780"/>
                    <a:pt x="4204" y="2770"/>
                  </a:cubicBezTo>
                  <a:cubicBezTo>
                    <a:pt x="5471" y="2669"/>
                    <a:pt x="6705" y="2336"/>
                    <a:pt x="7806" y="1769"/>
                  </a:cubicBezTo>
                  <a:cubicBezTo>
                    <a:pt x="8707" y="1302"/>
                    <a:pt x="9541" y="701"/>
                    <a:pt x="102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3137400" y="941950"/>
              <a:ext cx="340275" cy="466200"/>
            </a:xfrm>
            <a:custGeom>
              <a:avLst/>
              <a:gdLst/>
              <a:ahLst/>
              <a:cxnLst/>
              <a:rect l="l" t="t" r="r" b="b"/>
              <a:pathLst>
                <a:path w="13611" h="18648" extrusionOk="0">
                  <a:moveTo>
                    <a:pt x="7740" y="0"/>
                  </a:moveTo>
                  <a:lnTo>
                    <a:pt x="7740" y="0"/>
                  </a:lnTo>
                  <a:cubicBezTo>
                    <a:pt x="9141" y="1235"/>
                    <a:pt x="10275" y="2802"/>
                    <a:pt x="10942" y="4604"/>
                  </a:cubicBezTo>
                  <a:cubicBezTo>
                    <a:pt x="11676" y="6639"/>
                    <a:pt x="11843" y="8874"/>
                    <a:pt x="11309" y="10975"/>
                  </a:cubicBezTo>
                  <a:cubicBezTo>
                    <a:pt x="11276" y="11108"/>
                    <a:pt x="11242" y="11242"/>
                    <a:pt x="11209" y="11409"/>
                  </a:cubicBezTo>
                  <a:cubicBezTo>
                    <a:pt x="10842" y="12810"/>
                    <a:pt x="10108" y="14144"/>
                    <a:pt x="8907" y="14911"/>
                  </a:cubicBezTo>
                  <a:cubicBezTo>
                    <a:pt x="8607" y="15178"/>
                    <a:pt x="8274" y="15412"/>
                    <a:pt x="7907" y="15612"/>
                  </a:cubicBezTo>
                  <a:cubicBezTo>
                    <a:pt x="6979" y="16110"/>
                    <a:pt x="5918" y="16405"/>
                    <a:pt x="4875" y="16405"/>
                  </a:cubicBezTo>
                  <a:cubicBezTo>
                    <a:pt x="3894" y="16405"/>
                    <a:pt x="2927" y="16143"/>
                    <a:pt x="2102" y="15545"/>
                  </a:cubicBezTo>
                  <a:cubicBezTo>
                    <a:pt x="1935" y="15433"/>
                    <a:pt x="2025" y="15180"/>
                    <a:pt x="2176" y="15180"/>
                  </a:cubicBezTo>
                  <a:cubicBezTo>
                    <a:pt x="2205" y="15180"/>
                    <a:pt x="2237" y="15190"/>
                    <a:pt x="2269" y="15211"/>
                  </a:cubicBezTo>
                  <a:cubicBezTo>
                    <a:pt x="3072" y="15676"/>
                    <a:pt x="3969" y="15900"/>
                    <a:pt x="4874" y="15900"/>
                  </a:cubicBezTo>
                  <a:cubicBezTo>
                    <a:pt x="5398" y="15900"/>
                    <a:pt x="5925" y="15825"/>
                    <a:pt x="6439" y="15678"/>
                  </a:cubicBezTo>
                  <a:cubicBezTo>
                    <a:pt x="6139" y="15678"/>
                    <a:pt x="5872" y="15612"/>
                    <a:pt x="5638" y="15478"/>
                  </a:cubicBezTo>
                  <a:cubicBezTo>
                    <a:pt x="5071" y="15178"/>
                    <a:pt x="4771" y="14544"/>
                    <a:pt x="4237" y="14177"/>
                  </a:cubicBezTo>
                  <a:cubicBezTo>
                    <a:pt x="3770" y="13877"/>
                    <a:pt x="3237" y="13744"/>
                    <a:pt x="2670" y="13744"/>
                  </a:cubicBezTo>
                  <a:cubicBezTo>
                    <a:pt x="1635" y="13744"/>
                    <a:pt x="568" y="14344"/>
                    <a:pt x="168" y="15412"/>
                  </a:cubicBezTo>
                  <a:cubicBezTo>
                    <a:pt x="101" y="15612"/>
                    <a:pt x="34" y="15812"/>
                    <a:pt x="1" y="16012"/>
                  </a:cubicBezTo>
                  <a:cubicBezTo>
                    <a:pt x="268" y="17146"/>
                    <a:pt x="1302" y="18013"/>
                    <a:pt x="2303" y="18347"/>
                  </a:cubicBezTo>
                  <a:cubicBezTo>
                    <a:pt x="2916" y="18557"/>
                    <a:pt x="3584" y="18648"/>
                    <a:pt x="4255" y="18648"/>
                  </a:cubicBezTo>
                  <a:cubicBezTo>
                    <a:pt x="4861" y="18648"/>
                    <a:pt x="5468" y="18574"/>
                    <a:pt x="6039" y="18447"/>
                  </a:cubicBezTo>
                  <a:cubicBezTo>
                    <a:pt x="7273" y="18180"/>
                    <a:pt x="8440" y="17747"/>
                    <a:pt x="9474" y="17013"/>
                  </a:cubicBezTo>
                  <a:cubicBezTo>
                    <a:pt x="10442" y="16346"/>
                    <a:pt x="11276" y="15412"/>
                    <a:pt x="11943" y="14411"/>
                  </a:cubicBezTo>
                  <a:cubicBezTo>
                    <a:pt x="12443" y="13677"/>
                    <a:pt x="12777" y="12910"/>
                    <a:pt x="13077" y="12109"/>
                  </a:cubicBezTo>
                  <a:cubicBezTo>
                    <a:pt x="13611" y="9841"/>
                    <a:pt x="13444" y="7406"/>
                    <a:pt x="12643" y="5204"/>
                  </a:cubicBezTo>
                  <a:cubicBezTo>
                    <a:pt x="12243" y="4037"/>
                    <a:pt x="11609" y="2969"/>
                    <a:pt x="10809" y="2035"/>
                  </a:cubicBezTo>
                  <a:cubicBezTo>
                    <a:pt x="10742" y="2002"/>
                    <a:pt x="10742" y="1935"/>
                    <a:pt x="10709" y="1902"/>
                  </a:cubicBezTo>
                  <a:cubicBezTo>
                    <a:pt x="10609" y="1802"/>
                    <a:pt x="10475" y="1735"/>
                    <a:pt x="10375" y="1635"/>
                  </a:cubicBezTo>
                  <a:cubicBezTo>
                    <a:pt x="9708" y="1201"/>
                    <a:pt x="9074" y="768"/>
                    <a:pt x="8374" y="367"/>
                  </a:cubicBezTo>
                  <a:cubicBezTo>
                    <a:pt x="8173" y="234"/>
                    <a:pt x="7973" y="134"/>
                    <a:pt x="77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544375" y="1428675"/>
              <a:ext cx="189325" cy="108725"/>
            </a:xfrm>
            <a:custGeom>
              <a:avLst/>
              <a:gdLst/>
              <a:ahLst/>
              <a:cxnLst/>
              <a:rect l="l" t="t" r="r" b="b"/>
              <a:pathLst>
                <a:path w="7573" h="4349" extrusionOk="0">
                  <a:moveTo>
                    <a:pt x="5435" y="1"/>
                  </a:moveTo>
                  <a:cubicBezTo>
                    <a:pt x="4417" y="1"/>
                    <a:pt x="3436" y="605"/>
                    <a:pt x="2702" y="1313"/>
                  </a:cubicBezTo>
                  <a:cubicBezTo>
                    <a:pt x="1735" y="2247"/>
                    <a:pt x="934" y="3348"/>
                    <a:pt x="0" y="4349"/>
                  </a:cubicBezTo>
                  <a:cubicBezTo>
                    <a:pt x="701" y="3781"/>
                    <a:pt x="1401" y="3281"/>
                    <a:pt x="2135" y="2781"/>
                  </a:cubicBezTo>
                  <a:cubicBezTo>
                    <a:pt x="2902" y="2247"/>
                    <a:pt x="3736" y="1747"/>
                    <a:pt x="4604" y="1413"/>
                  </a:cubicBezTo>
                  <a:cubicBezTo>
                    <a:pt x="5024" y="1241"/>
                    <a:pt x="5487" y="1124"/>
                    <a:pt x="5951" y="1124"/>
                  </a:cubicBezTo>
                  <a:cubicBezTo>
                    <a:pt x="6297" y="1124"/>
                    <a:pt x="6644" y="1189"/>
                    <a:pt x="6972" y="1346"/>
                  </a:cubicBezTo>
                  <a:cubicBezTo>
                    <a:pt x="7205" y="1480"/>
                    <a:pt x="7406" y="1680"/>
                    <a:pt x="7572" y="1913"/>
                  </a:cubicBezTo>
                  <a:cubicBezTo>
                    <a:pt x="7472" y="1113"/>
                    <a:pt x="7039" y="412"/>
                    <a:pt x="6271" y="146"/>
                  </a:cubicBezTo>
                  <a:cubicBezTo>
                    <a:pt x="5993" y="45"/>
                    <a:pt x="5713" y="1"/>
                    <a:pt x="54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146575" y="1743350"/>
              <a:ext cx="53400" cy="19200"/>
            </a:xfrm>
            <a:custGeom>
              <a:avLst/>
              <a:gdLst/>
              <a:ahLst/>
              <a:cxnLst/>
              <a:rect l="l" t="t" r="r" b="b"/>
              <a:pathLst>
                <a:path w="2136" h="768" extrusionOk="0">
                  <a:moveTo>
                    <a:pt x="1" y="1"/>
                  </a:moveTo>
                  <a:lnTo>
                    <a:pt x="1" y="1"/>
                  </a:lnTo>
                  <a:cubicBezTo>
                    <a:pt x="701" y="268"/>
                    <a:pt x="1369" y="534"/>
                    <a:pt x="2069" y="768"/>
                  </a:cubicBezTo>
                  <a:cubicBezTo>
                    <a:pt x="2102" y="735"/>
                    <a:pt x="2136" y="701"/>
                    <a:pt x="2136" y="668"/>
                  </a:cubicBezTo>
                  <a:cubicBezTo>
                    <a:pt x="1969" y="635"/>
                    <a:pt x="1769" y="568"/>
                    <a:pt x="1569" y="501"/>
                  </a:cubicBezTo>
                  <a:cubicBezTo>
                    <a:pt x="1202" y="368"/>
                    <a:pt x="835" y="234"/>
                    <a:pt x="468" y="101"/>
                  </a:cubicBezTo>
                  <a:cubicBezTo>
                    <a:pt x="301" y="67"/>
                    <a:pt x="168" y="34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684475" y="1345575"/>
              <a:ext cx="561250" cy="455350"/>
            </a:xfrm>
            <a:custGeom>
              <a:avLst/>
              <a:gdLst/>
              <a:ahLst/>
              <a:cxnLst/>
              <a:rect l="l" t="t" r="r" b="b"/>
              <a:pathLst>
                <a:path w="22450" h="18214" extrusionOk="0">
                  <a:moveTo>
                    <a:pt x="22450" y="0"/>
                  </a:moveTo>
                  <a:lnTo>
                    <a:pt x="22450" y="0"/>
                  </a:lnTo>
                  <a:cubicBezTo>
                    <a:pt x="21015" y="2502"/>
                    <a:pt x="19314" y="4837"/>
                    <a:pt x="17379" y="6905"/>
                  </a:cubicBezTo>
                  <a:cubicBezTo>
                    <a:pt x="15178" y="9240"/>
                    <a:pt x="12676" y="11275"/>
                    <a:pt x="9974" y="12943"/>
                  </a:cubicBezTo>
                  <a:cubicBezTo>
                    <a:pt x="7272" y="14678"/>
                    <a:pt x="4337" y="16012"/>
                    <a:pt x="1301" y="16879"/>
                  </a:cubicBezTo>
                  <a:cubicBezTo>
                    <a:pt x="3403" y="16379"/>
                    <a:pt x="5504" y="15678"/>
                    <a:pt x="7506" y="14778"/>
                  </a:cubicBezTo>
                  <a:cubicBezTo>
                    <a:pt x="9874" y="13710"/>
                    <a:pt x="12176" y="12443"/>
                    <a:pt x="14277" y="10908"/>
                  </a:cubicBezTo>
                  <a:cubicBezTo>
                    <a:pt x="14283" y="10902"/>
                    <a:pt x="14291" y="10899"/>
                    <a:pt x="14299" y="10899"/>
                  </a:cubicBezTo>
                  <a:cubicBezTo>
                    <a:pt x="14331" y="10899"/>
                    <a:pt x="14364" y="10948"/>
                    <a:pt x="14310" y="10975"/>
                  </a:cubicBezTo>
                  <a:cubicBezTo>
                    <a:pt x="12509" y="12476"/>
                    <a:pt x="10574" y="13844"/>
                    <a:pt x="8506" y="14978"/>
                  </a:cubicBezTo>
                  <a:cubicBezTo>
                    <a:pt x="6472" y="16079"/>
                    <a:pt x="4303" y="16979"/>
                    <a:pt x="2068" y="17680"/>
                  </a:cubicBezTo>
                  <a:cubicBezTo>
                    <a:pt x="1401" y="17880"/>
                    <a:pt x="701" y="18047"/>
                    <a:pt x="0" y="18213"/>
                  </a:cubicBezTo>
                  <a:cubicBezTo>
                    <a:pt x="467" y="18180"/>
                    <a:pt x="934" y="18113"/>
                    <a:pt x="1401" y="18047"/>
                  </a:cubicBezTo>
                  <a:cubicBezTo>
                    <a:pt x="1635" y="18013"/>
                    <a:pt x="1868" y="17980"/>
                    <a:pt x="2102" y="17947"/>
                  </a:cubicBezTo>
                  <a:cubicBezTo>
                    <a:pt x="2302" y="17880"/>
                    <a:pt x="2535" y="17813"/>
                    <a:pt x="2736" y="17746"/>
                  </a:cubicBezTo>
                  <a:cubicBezTo>
                    <a:pt x="5671" y="16912"/>
                    <a:pt x="8506" y="15678"/>
                    <a:pt x="11175" y="14110"/>
                  </a:cubicBezTo>
                  <a:cubicBezTo>
                    <a:pt x="13843" y="12509"/>
                    <a:pt x="16312" y="10608"/>
                    <a:pt x="18580" y="8440"/>
                  </a:cubicBezTo>
                  <a:cubicBezTo>
                    <a:pt x="18847" y="8173"/>
                    <a:pt x="19114" y="7873"/>
                    <a:pt x="19381" y="7606"/>
                  </a:cubicBezTo>
                  <a:cubicBezTo>
                    <a:pt x="19412" y="7575"/>
                    <a:pt x="19446" y="7562"/>
                    <a:pt x="19480" y="7562"/>
                  </a:cubicBezTo>
                  <a:cubicBezTo>
                    <a:pt x="19589" y="7562"/>
                    <a:pt x="19683" y="7704"/>
                    <a:pt x="19581" y="7806"/>
                  </a:cubicBezTo>
                  <a:cubicBezTo>
                    <a:pt x="17446" y="10141"/>
                    <a:pt x="15011" y="12176"/>
                    <a:pt x="12376" y="13844"/>
                  </a:cubicBezTo>
                  <a:cubicBezTo>
                    <a:pt x="10941" y="14778"/>
                    <a:pt x="9440" y="15578"/>
                    <a:pt x="7873" y="16279"/>
                  </a:cubicBezTo>
                  <a:cubicBezTo>
                    <a:pt x="8473" y="16045"/>
                    <a:pt x="9073" y="15812"/>
                    <a:pt x="9674" y="15578"/>
                  </a:cubicBezTo>
                  <a:cubicBezTo>
                    <a:pt x="11609" y="14778"/>
                    <a:pt x="13510" y="13777"/>
                    <a:pt x="15311" y="12643"/>
                  </a:cubicBezTo>
                  <a:cubicBezTo>
                    <a:pt x="16312" y="12009"/>
                    <a:pt x="17279" y="11308"/>
                    <a:pt x="18213" y="10575"/>
                  </a:cubicBezTo>
                  <a:cubicBezTo>
                    <a:pt x="18239" y="10556"/>
                    <a:pt x="18263" y="10547"/>
                    <a:pt x="18285" y="10547"/>
                  </a:cubicBezTo>
                  <a:cubicBezTo>
                    <a:pt x="18378" y="10547"/>
                    <a:pt x="18428" y="10694"/>
                    <a:pt x="18347" y="10775"/>
                  </a:cubicBezTo>
                  <a:cubicBezTo>
                    <a:pt x="16645" y="12142"/>
                    <a:pt x="14911" y="13443"/>
                    <a:pt x="13043" y="14577"/>
                  </a:cubicBezTo>
                  <a:cubicBezTo>
                    <a:pt x="12176" y="15111"/>
                    <a:pt x="11275" y="15612"/>
                    <a:pt x="10341" y="16079"/>
                  </a:cubicBezTo>
                  <a:cubicBezTo>
                    <a:pt x="11008" y="15878"/>
                    <a:pt x="11675" y="15678"/>
                    <a:pt x="12309" y="15445"/>
                  </a:cubicBezTo>
                  <a:cubicBezTo>
                    <a:pt x="14377" y="14411"/>
                    <a:pt x="16379" y="13210"/>
                    <a:pt x="18247" y="11842"/>
                  </a:cubicBezTo>
                  <a:cubicBezTo>
                    <a:pt x="20482" y="9174"/>
                    <a:pt x="21983" y="5771"/>
                    <a:pt x="22350" y="2235"/>
                  </a:cubicBezTo>
                  <a:cubicBezTo>
                    <a:pt x="22450" y="1501"/>
                    <a:pt x="22450" y="768"/>
                    <a:pt x="224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531750" y="1027850"/>
              <a:ext cx="1675" cy="8350"/>
            </a:xfrm>
            <a:custGeom>
              <a:avLst/>
              <a:gdLst/>
              <a:ahLst/>
              <a:cxnLst/>
              <a:rect l="l" t="t" r="r" b="b"/>
              <a:pathLst>
                <a:path w="67" h="334" extrusionOk="0">
                  <a:moveTo>
                    <a:pt x="0" y="0"/>
                  </a:moveTo>
                  <a:cubicBezTo>
                    <a:pt x="0" y="34"/>
                    <a:pt x="0" y="34"/>
                    <a:pt x="0" y="67"/>
                  </a:cubicBezTo>
                  <a:cubicBezTo>
                    <a:pt x="0" y="67"/>
                    <a:pt x="33" y="100"/>
                    <a:pt x="33" y="100"/>
                  </a:cubicBezTo>
                  <a:cubicBezTo>
                    <a:pt x="33" y="167"/>
                    <a:pt x="33" y="234"/>
                    <a:pt x="67" y="334"/>
                  </a:cubicBezTo>
                  <a:cubicBezTo>
                    <a:pt x="67" y="267"/>
                    <a:pt x="67" y="200"/>
                    <a:pt x="67" y="167"/>
                  </a:cubicBezTo>
                  <a:cubicBezTo>
                    <a:pt x="67" y="100"/>
                    <a:pt x="33" y="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570100" y="964475"/>
              <a:ext cx="274400" cy="464525"/>
            </a:xfrm>
            <a:custGeom>
              <a:avLst/>
              <a:gdLst/>
              <a:ahLst/>
              <a:cxnLst/>
              <a:rect l="l" t="t" r="r" b="b"/>
              <a:pathLst>
                <a:path w="10976" h="18581" extrusionOk="0">
                  <a:moveTo>
                    <a:pt x="10975" y="0"/>
                  </a:moveTo>
                  <a:lnTo>
                    <a:pt x="10975" y="0"/>
                  </a:lnTo>
                  <a:cubicBezTo>
                    <a:pt x="10775" y="1835"/>
                    <a:pt x="10241" y="3669"/>
                    <a:pt x="9507" y="5337"/>
                  </a:cubicBezTo>
                  <a:cubicBezTo>
                    <a:pt x="8340" y="8039"/>
                    <a:pt x="6572" y="10508"/>
                    <a:pt x="4504" y="12542"/>
                  </a:cubicBezTo>
                  <a:cubicBezTo>
                    <a:pt x="3436" y="13643"/>
                    <a:pt x="2135" y="14744"/>
                    <a:pt x="701" y="15244"/>
                  </a:cubicBezTo>
                  <a:cubicBezTo>
                    <a:pt x="534" y="16379"/>
                    <a:pt x="334" y="17513"/>
                    <a:pt x="1" y="18580"/>
                  </a:cubicBezTo>
                  <a:cubicBezTo>
                    <a:pt x="2736" y="16745"/>
                    <a:pt x="5104" y="14344"/>
                    <a:pt x="6939" y="11542"/>
                  </a:cubicBezTo>
                  <a:cubicBezTo>
                    <a:pt x="8874" y="8606"/>
                    <a:pt x="10208" y="5271"/>
                    <a:pt x="10775" y="1735"/>
                  </a:cubicBezTo>
                  <a:cubicBezTo>
                    <a:pt x="10875" y="1168"/>
                    <a:pt x="10942" y="567"/>
                    <a:pt x="109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4681025" y="817650"/>
              <a:ext cx="149275" cy="195450"/>
            </a:xfrm>
            <a:custGeom>
              <a:avLst/>
              <a:gdLst/>
              <a:ahLst/>
              <a:cxnLst/>
              <a:rect l="l" t="t" r="r" b="b"/>
              <a:pathLst>
                <a:path w="5971" h="7818" extrusionOk="0">
                  <a:moveTo>
                    <a:pt x="2062" y="1"/>
                  </a:moveTo>
                  <a:cubicBezTo>
                    <a:pt x="1688" y="1"/>
                    <a:pt x="1311" y="38"/>
                    <a:pt x="934" y="102"/>
                  </a:cubicBezTo>
                  <a:cubicBezTo>
                    <a:pt x="967" y="102"/>
                    <a:pt x="1001" y="136"/>
                    <a:pt x="1034" y="136"/>
                  </a:cubicBezTo>
                  <a:cubicBezTo>
                    <a:pt x="1114" y="130"/>
                    <a:pt x="1194" y="128"/>
                    <a:pt x="1273" y="128"/>
                  </a:cubicBezTo>
                  <a:cubicBezTo>
                    <a:pt x="3143" y="128"/>
                    <a:pt x="4780" y="1619"/>
                    <a:pt x="5004" y="3571"/>
                  </a:cubicBezTo>
                  <a:cubicBezTo>
                    <a:pt x="5004" y="3646"/>
                    <a:pt x="4951" y="3690"/>
                    <a:pt x="4899" y="3690"/>
                  </a:cubicBezTo>
                  <a:cubicBezTo>
                    <a:pt x="4858" y="3690"/>
                    <a:pt x="4818" y="3663"/>
                    <a:pt x="4803" y="3605"/>
                  </a:cubicBezTo>
                  <a:cubicBezTo>
                    <a:pt x="4670" y="2738"/>
                    <a:pt x="4203" y="1904"/>
                    <a:pt x="3536" y="1370"/>
                  </a:cubicBezTo>
                  <a:cubicBezTo>
                    <a:pt x="3169" y="1070"/>
                    <a:pt x="2735" y="870"/>
                    <a:pt x="2268" y="769"/>
                  </a:cubicBezTo>
                  <a:lnTo>
                    <a:pt x="2268" y="769"/>
                  </a:lnTo>
                  <a:cubicBezTo>
                    <a:pt x="3069" y="1437"/>
                    <a:pt x="3503" y="2437"/>
                    <a:pt x="3402" y="3505"/>
                  </a:cubicBezTo>
                  <a:cubicBezTo>
                    <a:pt x="3269" y="5406"/>
                    <a:pt x="1801" y="7007"/>
                    <a:pt x="0" y="7274"/>
                  </a:cubicBezTo>
                  <a:cubicBezTo>
                    <a:pt x="97" y="7280"/>
                    <a:pt x="193" y="7283"/>
                    <a:pt x="290" y="7283"/>
                  </a:cubicBezTo>
                  <a:cubicBezTo>
                    <a:pt x="1862" y="7283"/>
                    <a:pt x="3425" y="6518"/>
                    <a:pt x="4336" y="5073"/>
                  </a:cubicBezTo>
                  <a:cubicBezTo>
                    <a:pt x="4358" y="5018"/>
                    <a:pt x="4401" y="4996"/>
                    <a:pt x="4445" y="4996"/>
                  </a:cubicBezTo>
                  <a:cubicBezTo>
                    <a:pt x="4538" y="4996"/>
                    <a:pt x="4638" y="5093"/>
                    <a:pt x="4570" y="5206"/>
                  </a:cubicBezTo>
                  <a:cubicBezTo>
                    <a:pt x="3669" y="6607"/>
                    <a:pt x="2135" y="7574"/>
                    <a:pt x="534" y="7741"/>
                  </a:cubicBezTo>
                  <a:cubicBezTo>
                    <a:pt x="815" y="7791"/>
                    <a:pt x="1099" y="7817"/>
                    <a:pt x="1383" y="7817"/>
                  </a:cubicBezTo>
                  <a:cubicBezTo>
                    <a:pt x="2041" y="7817"/>
                    <a:pt x="2696" y="7677"/>
                    <a:pt x="3302" y="7374"/>
                  </a:cubicBezTo>
                  <a:cubicBezTo>
                    <a:pt x="4904" y="6507"/>
                    <a:pt x="5971" y="4606"/>
                    <a:pt x="5838" y="2704"/>
                  </a:cubicBezTo>
                  <a:cubicBezTo>
                    <a:pt x="5804" y="2471"/>
                    <a:pt x="5737" y="2204"/>
                    <a:pt x="5671" y="1970"/>
                  </a:cubicBezTo>
                  <a:cubicBezTo>
                    <a:pt x="5371" y="1370"/>
                    <a:pt x="4904" y="903"/>
                    <a:pt x="4336" y="569"/>
                  </a:cubicBezTo>
                  <a:cubicBezTo>
                    <a:pt x="3614" y="163"/>
                    <a:pt x="2845" y="1"/>
                    <a:pt x="20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4617625" y="832700"/>
              <a:ext cx="150150" cy="154900"/>
            </a:xfrm>
            <a:custGeom>
              <a:avLst/>
              <a:gdLst/>
              <a:ahLst/>
              <a:cxnLst/>
              <a:rect l="l" t="t" r="r" b="b"/>
              <a:pathLst>
                <a:path w="6006" h="6196" extrusionOk="0">
                  <a:moveTo>
                    <a:pt x="2569" y="1"/>
                  </a:moveTo>
                  <a:lnTo>
                    <a:pt x="2569" y="1"/>
                  </a:lnTo>
                  <a:cubicBezTo>
                    <a:pt x="2936" y="268"/>
                    <a:pt x="3303" y="568"/>
                    <a:pt x="3637" y="935"/>
                  </a:cubicBezTo>
                  <a:cubicBezTo>
                    <a:pt x="4137" y="1468"/>
                    <a:pt x="4571" y="2202"/>
                    <a:pt x="4337" y="2969"/>
                  </a:cubicBezTo>
                  <a:cubicBezTo>
                    <a:pt x="4324" y="3023"/>
                    <a:pt x="4295" y="3044"/>
                    <a:pt x="4264" y="3044"/>
                  </a:cubicBezTo>
                  <a:cubicBezTo>
                    <a:pt x="4219" y="3044"/>
                    <a:pt x="4171" y="2996"/>
                    <a:pt x="4171" y="2936"/>
                  </a:cubicBezTo>
                  <a:cubicBezTo>
                    <a:pt x="4304" y="2202"/>
                    <a:pt x="3737" y="1535"/>
                    <a:pt x="3270" y="1068"/>
                  </a:cubicBezTo>
                  <a:cubicBezTo>
                    <a:pt x="2903" y="735"/>
                    <a:pt x="2503" y="468"/>
                    <a:pt x="2069" y="268"/>
                  </a:cubicBezTo>
                  <a:lnTo>
                    <a:pt x="2069" y="268"/>
                  </a:lnTo>
                  <a:cubicBezTo>
                    <a:pt x="2269" y="534"/>
                    <a:pt x="2403" y="868"/>
                    <a:pt x="2503" y="1168"/>
                  </a:cubicBezTo>
                  <a:cubicBezTo>
                    <a:pt x="2669" y="1769"/>
                    <a:pt x="2703" y="2402"/>
                    <a:pt x="2536" y="3003"/>
                  </a:cubicBezTo>
                  <a:cubicBezTo>
                    <a:pt x="2274" y="4115"/>
                    <a:pt x="1403" y="4939"/>
                    <a:pt x="300" y="4939"/>
                  </a:cubicBezTo>
                  <a:cubicBezTo>
                    <a:pt x="278" y="4939"/>
                    <a:pt x="256" y="4938"/>
                    <a:pt x="234" y="4938"/>
                  </a:cubicBezTo>
                  <a:lnTo>
                    <a:pt x="234" y="4938"/>
                  </a:lnTo>
                  <a:cubicBezTo>
                    <a:pt x="547" y="5042"/>
                    <a:pt x="873" y="5094"/>
                    <a:pt x="1195" y="5094"/>
                  </a:cubicBezTo>
                  <a:cubicBezTo>
                    <a:pt x="1389" y="5094"/>
                    <a:pt x="1581" y="5075"/>
                    <a:pt x="1769" y="5038"/>
                  </a:cubicBezTo>
                  <a:cubicBezTo>
                    <a:pt x="2603" y="4837"/>
                    <a:pt x="3337" y="4270"/>
                    <a:pt x="3837" y="3570"/>
                  </a:cubicBezTo>
                  <a:cubicBezTo>
                    <a:pt x="3860" y="3535"/>
                    <a:pt x="3892" y="3520"/>
                    <a:pt x="3920" y="3520"/>
                  </a:cubicBezTo>
                  <a:cubicBezTo>
                    <a:pt x="3972" y="3520"/>
                    <a:pt x="4014" y="3571"/>
                    <a:pt x="3970" y="3637"/>
                  </a:cubicBezTo>
                  <a:cubicBezTo>
                    <a:pt x="3347" y="4830"/>
                    <a:pt x="2106" y="5516"/>
                    <a:pt x="857" y="5516"/>
                  </a:cubicBezTo>
                  <a:cubicBezTo>
                    <a:pt x="570" y="5516"/>
                    <a:pt x="282" y="5479"/>
                    <a:pt x="1" y="5405"/>
                  </a:cubicBezTo>
                  <a:lnTo>
                    <a:pt x="1" y="5405"/>
                  </a:lnTo>
                  <a:cubicBezTo>
                    <a:pt x="101" y="5505"/>
                    <a:pt x="201" y="5605"/>
                    <a:pt x="268" y="5705"/>
                  </a:cubicBezTo>
                  <a:cubicBezTo>
                    <a:pt x="808" y="6029"/>
                    <a:pt x="1412" y="6196"/>
                    <a:pt x="2018" y="6196"/>
                  </a:cubicBezTo>
                  <a:cubicBezTo>
                    <a:pt x="2722" y="6196"/>
                    <a:pt x="3428" y="5971"/>
                    <a:pt x="4037" y="5505"/>
                  </a:cubicBezTo>
                  <a:cubicBezTo>
                    <a:pt x="5405" y="4437"/>
                    <a:pt x="6005" y="2069"/>
                    <a:pt x="4571" y="801"/>
                  </a:cubicBezTo>
                  <a:cubicBezTo>
                    <a:pt x="4004" y="301"/>
                    <a:pt x="3303" y="67"/>
                    <a:pt x="25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4555100" y="720950"/>
              <a:ext cx="384450" cy="794775"/>
            </a:xfrm>
            <a:custGeom>
              <a:avLst/>
              <a:gdLst/>
              <a:ahLst/>
              <a:cxnLst/>
              <a:rect l="l" t="t" r="r" b="b"/>
              <a:pathLst>
                <a:path w="15378" h="31791" extrusionOk="0">
                  <a:moveTo>
                    <a:pt x="7505" y="1"/>
                  </a:moveTo>
                  <a:cubicBezTo>
                    <a:pt x="6004" y="34"/>
                    <a:pt x="4370" y="401"/>
                    <a:pt x="3169" y="1402"/>
                  </a:cubicBezTo>
                  <a:cubicBezTo>
                    <a:pt x="2135" y="2403"/>
                    <a:pt x="1468" y="3703"/>
                    <a:pt x="1234" y="5171"/>
                  </a:cubicBezTo>
                  <a:cubicBezTo>
                    <a:pt x="1034" y="6305"/>
                    <a:pt x="1201" y="7439"/>
                    <a:pt x="1601" y="8440"/>
                  </a:cubicBezTo>
                  <a:cubicBezTo>
                    <a:pt x="1940" y="8765"/>
                    <a:pt x="2369" y="8923"/>
                    <a:pt x="2794" y="8923"/>
                  </a:cubicBezTo>
                  <a:cubicBezTo>
                    <a:pt x="3372" y="8923"/>
                    <a:pt x="3943" y="8631"/>
                    <a:pt x="4270" y="8073"/>
                  </a:cubicBezTo>
                  <a:cubicBezTo>
                    <a:pt x="4603" y="7506"/>
                    <a:pt x="4703" y="6872"/>
                    <a:pt x="4637" y="6239"/>
                  </a:cubicBezTo>
                  <a:cubicBezTo>
                    <a:pt x="4637" y="6005"/>
                    <a:pt x="4570" y="5805"/>
                    <a:pt x="4537" y="5605"/>
                  </a:cubicBezTo>
                  <a:cubicBezTo>
                    <a:pt x="4437" y="5605"/>
                    <a:pt x="4370" y="5538"/>
                    <a:pt x="4337" y="5438"/>
                  </a:cubicBezTo>
                  <a:cubicBezTo>
                    <a:pt x="4236" y="5104"/>
                    <a:pt x="3970" y="4804"/>
                    <a:pt x="3636" y="4738"/>
                  </a:cubicBezTo>
                  <a:cubicBezTo>
                    <a:pt x="3606" y="4733"/>
                    <a:pt x="3575" y="4731"/>
                    <a:pt x="3544" y="4731"/>
                  </a:cubicBezTo>
                  <a:cubicBezTo>
                    <a:pt x="3335" y="4731"/>
                    <a:pt x="3114" y="4826"/>
                    <a:pt x="2969" y="4971"/>
                  </a:cubicBezTo>
                  <a:cubicBezTo>
                    <a:pt x="2869" y="5071"/>
                    <a:pt x="2802" y="5171"/>
                    <a:pt x="2735" y="5305"/>
                  </a:cubicBezTo>
                  <a:cubicBezTo>
                    <a:pt x="2704" y="5357"/>
                    <a:pt x="2659" y="5380"/>
                    <a:pt x="2614" y="5380"/>
                  </a:cubicBezTo>
                  <a:cubicBezTo>
                    <a:pt x="2518" y="5380"/>
                    <a:pt x="2423" y="5275"/>
                    <a:pt x="2469" y="5138"/>
                  </a:cubicBezTo>
                  <a:cubicBezTo>
                    <a:pt x="2502" y="5071"/>
                    <a:pt x="2569" y="5004"/>
                    <a:pt x="2602" y="4938"/>
                  </a:cubicBezTo>
                  <a:cubicBezTo>
                    <a:pt x="2769" y="4637"/>
                    <a:pt x="3002" y="4371"/>
                    <a:pt x="3302" y="4170"/>
                  </a:cubicBezTo>
                  <a:cubicBezTo>
                    <a:pt x="4003" y="3437"/>
                    <a:pt x="4870" y="2903"/>
                    <a:pt x="5804" y="2669"/>
                  </a:cubicBezTo>
                  <a:cubicBezTo>
                    <a:pt x="6238" y="2558"/>
                    <a:pt x="6683" y="2503"/>
                    <a:pt x="7126" y="2503"/>
                  </a:cubicBezTo>
                  <a:cubicBezTo>
                    <a:pt x="8013" y="2503"/>
                    <a:pt x="8895" y="2725"/>
                    <a:pt x="9674" y="3170"/>
                  </a:cubicBezTo>
                  <a:cubicBezTo>
                    <a:pt x="10808" y="3837"/>
                    <a:pt x="11742" y="4938"/>
                    <a:pt x="12276" y="6205"/>
                  </a:cubicBezTo>
                  <a:cubicBezTo>
                    <a:pt x="12909" y="7740"/>
                    <a:pt x="12642" y="9374"/>
                    <a:pt x="12409" y="10975"/>
                  </a:cubicBezTo>
                  <a:cubicBezTo>
                    <a:pt x="12242" y="12243"/>
                    <a:pt x="11975" y="13577"/>
                    <a:pt x="11408" y="14745"/>
                  </a:cubicBezTo>
                  <a:cubicBezTo>
                    <a:pt x="11275" y="15178"/>
                    <a:pt x="11108" y="15645"/>
                    <a:pt x="10975" y="16079"/>
                  </a:cubicBezTo>
                  <a:cubicBezTo>
                    <a:pt x="9707" y="19548"/>
                    <a:pt x="7739" y="22750"/>
                    <a:pt x="5204" y="25352"/>
                  </a:cubicBezTo>
                  <a:cubicBezTo>
                    <a:pt x="3736" y="26820"/>
                    <a:pt x="2168" y="28088"/>
                    <a:pt x="367" y="29088"/>
                  </a:cubicBezTo>
                  <a:cubicBezTo>
                    <a:pt x="267" y="29455"/>
                    <a:pt x="134" y="29822"/>
                    <a:pt x="0" y="30189"/>
                  </a:cubicBezTo>
                  <a:cubicBezTo>
                    <a:pt x="167" y="29989"/>
                    <a:pt x="400" y="29789"/>
                    <a:pt x="601" y="29622"/>
                  </a:cubicBezTo>
                  <a:cubicBezTo>
                    <a:pt x="1268" y="29055"/>
                    <a:pt x="2035" y="28621"/>
                    <a:pt x="2735" y="28121"/>
                  </a:cubicBezTo>
                  <a:cubicBezTo>
                    <a:pt x="3569" y="27554"/>
                    <a:pt x="4337" y="26953"/>
                    <a:pt x="5070" y="26253"/>
                  </a:cubicBezTo>
                  <a:cubicBezTo>
                    <a:pt x="5804" y="25552"/>
                    <a:pt x="6471" y="24785"/>
                    <a:pt x="7172" y="24018"/>
                  </a:cubicBezTo>
                  <a:cubicBezTo>
                    <a:pt x="7178" y="24012"/>
                    <a:pt x="7187" y="24009"/>
                    <a:pt x="7197" y="24009"/>
                  </a:cubicBezTo>
                  <a:cubicBezTo>
                    <a:pt x="7237" y="24009"/>
                    <a:pt x="7293" y="24058"/>
                    <a:pt x="7239" y="24085"/>
                  </a:cubicBezTo>
                  <a:cubicBezTo>
                    <a:pt x="6738" y="24919"/>
                    <a:pt x="6071" y="25653"/>
                    <a:pt x="5437" y="26353"/>
                  </a:cubicBezTo>
                  <a:cubicBezTo>
                    <a:pt x="4737" y="27054"/>
                    <a:pt x="4036" y="27754"/>
                    <a:pt x="3302" y="28388"/>
                  </a:cubicBezTo>
                  <a:cubicBezTo>
                    <a:pt x="2635" y="28955"/>
                    <a:pt x="1901" y="29455"/>
                    <a:pt x="1201" y="30022"/>
                  </a:cubicBezTo>
                  <a:cubicBezTo>
                    <a:pt x="901" y="30289"/>
                    <a:pt x="601" y="30589"/>
                    <a:pt x="334" y="30890"/>
                  </a:cubicBezTo>
                  <a:cubicBezTo>
                    <a:pt x="267" y="31023"/>
                    <a:pt x="167" y="31123"/>
                    <a:pt x="100" y="31257"/>
                  </a:cubicBezTo>
                  <a:cubicBezTo>
                    <a:pt x="1101" y="30523"/>
                    <a:pt x="2135" y="29789"/>
                    <a:pt x="3102" y="29022"/>
                  </a:cubicBezTo>
                  <a:cubicBezTo>
                    <a:pt x="4570" y="27821"/>
                    <a:pt x="6004" y="26587"/>
                    <a:pt x="7339" y="25219"/>
                  </a:cubicBezTo>
                  <a:cubicBezTo>
                    <a:pt x="7345" y="25213"/>
                    <a:pt x="7353" y="25210"/>
                    <a:pt x="7361" y="25210"/>
                  </a:cubicBezTo>
                  <a:cubicBezTo>
                    <a:pt x="7394" y="25210"/>
                    <a:pt x="7432" y="25259"/>
                    <a:pt x="7405" y="25286"/>
                  </a:cubicBezTo>
                  <a:cubicBezTo>
                    <a:pt x="6104" y="26720"/>
                    <a:pt x="4804" y="28088"/>
                    <a:pt x="3369" y="29389"/>
                  </a:cubicBezTo>
                  <a:cubicBezTo>
                    <a:pt x="2669" y="30022"/>
                    <a:pt x="1968" y="30623"/>
                    <a:pt x="1234" y="31190"/>
                  </a:cubicBezTo>
                  <a:cubicBezTo>
                    <a:pt x="1001" y="31390"/>
                    <a:pt x="734" y="31590"/>
                    <a:pt x="467" y="31790"/>
                  </a:cubicBezTo>
                  <a:cubicBezTo>
                    <a:pt x="567" y="31724"/>
                    <a:pt x="701" y="31657"/>
                    <a:pt x="801" y="31590"/>
                  </a:cubicBezTo>
                  <a:cubicBezTo>
                    <a:pt x="967" y="31490"/>
                    <a:pt x="1101" y="31390"/>
                    <a:pt x="1268" y="31290"/>
                  </a:cubicBezTo>
                  <a:cubicBezTo>
                    <a:pt x="2835" y="30256"/>
                    <a:pt x="4370" y="29088"/>
                    <a:pt x="5838" y="27887"/>
                  </a:cubicBezTo>
                  <a:cubicBezTo>
                    <a:pt x="8173" y="25319"/>
                    <a:pt x="10074" y="22384"/>
                    <a:pt x="11642" y="19215"/>
                  </a:cubicBezTo>
                  <a:cubicBezTo>
                    <a:pt x="12676" y="17080"/>
                    <a:pt x="13643" y="14845"/>
                    <a:pt x="14310" y="12510"/>
                  </a:cubicBezTo>
                  <a:cubicBezTo>
                    <a:pt x="15011" y="10141"/>
                    <a:pt x="15378" y="7573"/>
                    <a:pt x="14744" y="5138"/>
                  </a:cubicBezTo>
                  <a:cubicBezTo>
                    <a:pt x="14410" y="3870"/>
                    <a:pt x="13810" y="2703"/>
                    <a:pt x="12976" y="1769"/>
                  </a:cubicBezTo>
                  <a:lnTo>
                    <a:pt x="12976" y="1769"/>
                  </a:lnTo>
                  <a:cubicBezTo>
                    <a:pt x="14544" y="3904"/>
                    <a:pt x="14577" y="7039"/>
                    <a:pt x="14177" y="9708"/>
                  </a:cubicBezTo>
                  <a:cubicBezTo>
                    <a:pt x="13843" y="11909"/>
                    <a:pt x="13210" y="14044"/>
                    <a:pt x="12242" y="16046"/>
                  </a:cubicBezTo>
                  <a:cubicBezTo>
                    <a:pt x="12224" y="16064"/>
                    <a:pt x="12202" y="16073"/>
                    <a:pt x="12182" y="16073"/>
                  </a:cubicBezTo>
                  <a:cubicBezTo>
                    <a:pt x="12130" y="16073"/>
                    <a:pt x="12085" y="16018"/>
                    <a:pt x="12109" y="15946"/>
                  </a:cubicBezTo>
                  <a:cubicBezTo>
                    <a:pt x="12876" y="14278"/>
                    <a:pt x="13443" y="12476"/>
                    <a:pt x="13743" y="10642"/>
                  </a:cubicBezTo>
                  <a:cubicBezTo>
                    <a:pt x="14010" y="8941"/>
                    <a:pt x="14144" y="7139"/>
                    <a:pt x="13843" y="5438"/>
                  </a:cubicBezTo>
                  <a:cubicBezTo>
                    <a:pt x="13576" y="3870"/>
                    <a:pt x="12943" y="2302"/>
                    <a:pt x="11708" y="1302"/>
                  </a:cubicBezTo>
                  <a:cubicBezTo>
                    <a:pt x="10508" y="368"/>
                    <a:pt x="8973" y="1"/>
                    <a:pt x="75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672675" y="796850"/>
              <a:ext cx="58400" cy="13375"/>
            </a:xfrm>
            <a:custGeom>
              <a:avLst/>
              <a:gdLst/>
              <a:ahLst/>
              <a:cxnLst/>
              <a:rect l="l" t="t" r="r" b="b"/>
              <a:pathLst>
                <a:path w="2336" h="535" extrusionOk="0">
                  <a:moveTo>
                    <a:pt x="2335" y="0"/>
                  </a:moveTo>
                  <a:cubicBezTo>
                    <a:pt x="2135" y="0"/>
                    <a:pt x="1935" y="0"/>
                    <a:pt x="1735" y="34"/>
                  </a:cubicBezTo>
                  <a:cubicBezTo>
                    <a:pt x="1135" y="134"/>
                    <a:pt x="534" y="301"/>
                    <a:pt x="0" y="534"/>
                  </a:cubicBezTo>
                  <a:cubicBezTo>
                    <a:pt x="201" y="467"/>
                    <a:pt x="434" y="434"/>
                    <a:pt x="668" y="367"/>
                  </a:cubicBezTo>
                  <a:cubicBezTo>
                    <a:pt x="901" y="267"/>
                    <a:pt x="1168" y="200"/>
                    <a:pt x="1435" y="134"/>
                  </a:cubicBezTo>
                  <a:cubicBezTo>
                    <a:pt x="1735" y="67"/>
                    <a:pt x="2035" y="34"/>
                    <a:pt x="23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4445850" y="942125"/>
              <a:ext cx="1396850" cy="660325"/>
            </a:xfrm>
            <a:custGeom>
              <a:avLst/>
              <a:gdLst/>
              <a:ahLst/>
              <a:cxnLst/>
              <a:rect l="l" t="t" r="r" b="b"/>
              <a:pathLst>
                <a:path w="55874" h="26413" extrusionOk="0">
                  <a:moveTo>
                    <a:pt x="8897" y="21066"/>
                  </a:moveTo>
                  <a:cubicBezTo>
                    <a:pt x="8889" y="21069"/>
                    <a:pt x="8881" y="21072"/>
                    <a:pt x="8873" y="21075"/>
                  </a:cubicBezTo>
                  <a:cubicBezTo>
                    <a:pt x="8885" y="21075"/>
                    <a:pt x="8892" y="21071"/>
                    <a:pt x="8897" y="21066"/>
                  </a:cubicBezTo>
                  <a:close/>
                  <a:moveTo>
                    <a:pt x="38982" y="0"/>
                  </a:moveTo>
                  <a:cubicBezTo>
                    <a:pt x="38399" y="0"/>
                    <a:pt x="37769" y="244"/>
                    <a:pt x="37294" y="460"/>
                  </a:cubicBezTo>
                  <a:cubicBezTo>
                    <a:pt x="36426" y="794"/>
                    <a:pt x="35659" y="1328"/>
                    <a:pt x="34892" y="1895"/>
                  </a:cubicBezTo>
                  <a:cubicBezTo>
                    <a:pt x="33357" y="3062"/>
                    <a:pt x="32023" y="4463"/>
                    <a:pt x="30689" y="5864"/>
                  </a:cubicBezTo>
                  <a:cubicBezTo>
                    <a:pt x="30055" y="6532"/>
                    <a:pt x="29388" y="7265"/>
                    <a:pt x="28654" y="7799"/>
                  </a:cubicBezTo>
                  <a:cubicBezTo>
                    <a:pt x="28370" y="7979"/>
                    <a:pt x="28025" y="8091"/>
                    <a:pt x="27695" y="8091"/>
                  </a:cubicBezTo>
                  <a:cubicBezTo>
                    <a:pt x="27289" y="8091"/>
                    <a:pt x="26907" y="7922"/>
                    <a:pt x="26686" y="7499"/>
                  </a:cubicBezTo>
                  <a:cubicBezTo>
                    <a:pt x="26286" y="6665"/>
                    <a:pt x="26753" y="5664"/>
                    <a:pt x="27020" y="4864"/>
                  </a:cubicBezTo>
                  <a:cubicBezTo>
                    <a:pt x="27153" y="4430"/>
                    <a:pt x="27286" y="3930"/>
                    <a:pt x="27153" y="3463"/>
                  </a:cubicBezTo>
                  <a:cubicBezTo>
                    <a:pt x="27120" y="3196"/>
                    <a:pt x="26953" y="2862"/>
                    <a:pt x="26686" y="2795"/>
                  </a:cubicBezTo>
                  <a:cubicBezTo>
                    <a:pt x="26637" y="2780"/>
                    <a:pt x="26586" y="2773"/>
                    <a:pt x="26535" y="2773"/>
                  </a:cubicBezTo>
                  <a:cubicBezTo>
                    <a:pt x="26134" y="2773"/>
                    <a:pt x="25685" y="3197"/>
                    <a:pt x="25418" y="3463"/>
                  </a:cubicBezTo>
                  <a:cubicBezTo>
                    <a:pt x="24985" y="3830"/>
                    <a:pt x="24618" y="4263"/>
                    <a:pt x="24251" y="4697"/>
                  </a:cubicBezTo>
                  <a:cubicBezTo>
                    <a:pt x="22983" y="6098"/>
                    <a:pt x="21849" y="7632"/>
                    <a:pt x="20682" y="9100"/>
                  </a:cubicBezTo>
                  <a:cubicBezTo>
                    <a:pt x="19581" y="10501"/>
                    <a:pt x="18447" y="11835"/>
                    <a:pt x="17279" y="13136"/>
                  </a:cubicBezTo>
                  <a:cubicBezTo>
                    <a:pt x="15378" y="15304"/>
                    <a:pt x="13310" y="17339"/>
                    <a:pt x="11108" y="19241"/>
                  </a:cubicBezTo>
                  <a:cubicBezTo>
                    <a:pt x="12843" y="18307"/>
                    <a:pt x="14577" y="17439"/>
                    <a:pt x="16345" y="16639"/>
                  </a:cubicBezTo>
                  <a:cubicBezTo>
                    <a:pt x="19714" y="15104"/>
                    <a:pt x="23184" y="13737"/>
                    <a:pt x="26753" y="12669"/>
                  </a:cubicBezTo>
                  <a:cubicBezTo>
                    <a:pt x="28788" y="12069"/>
                    <a:pt x="30822" y="11502"/>
                    <a:pt x="32857" y="11001"/>
                  </a:cubicBezTo>
                  <a:cubicBezTo>
                    <a:pt x="32991" y="11001"/>
                    <a:pt x="33024" y="11168"/>
                    <a:pt x="32924" y="11202"/>
                  </a:cubicBezTo>
                  <a:cubicBezTo>
                    <a:pt x="31123" y="11702"/>
                    <a:pt x="29355" y="12236"/>
                    <a:pt x="27587" y="12869"/>
                  </a:cubicBezTo>
                  <a:cubicBezTo>
                    <a:pt x="25852" y="13470"/>
                    <a:pt x="24118" y="14137"/>
                    <a:pt x="22416" y="14804"/>
                  </a:cubicBezTo>
                  <a:cubicBezTo>
                    <a:pt x="18947" y="16138"/>
                    <a:pt x="15545" y="17639"/>
                    <a:pt x="12209" y="19341"/>
                  </a:cubicBezTo>
                  <a:cubicBezTo>
                    <a:pt x="11108" y="19908"/>
                    <a:pt x="10007" y="20475"/>
                    <a:pt x="8907" y="21042"/>
                  </a:cubicBezTo>
                  <a:cubicBezTo>
                    <a:pt x="8907" y="21042"/>
                    <a:pt x="8907" y="21057"/>
                    <a:pt x="8897" y="21066"/>
                  </a:cubicBezTo>
                  <a:lnTo>
                    <a:pt x="8897" y="21066"/>
                  </a:lnTo>
                  <a:cubicBezTo>
                    <a:pt x="12293" y="19805"/>
                    <a:pt x="15920" y="19140"/>
                    <a:pt x="19514" y="19007"/>
                  </a:cubicBezTo>
                  <a:cubicBezTo>
                    <a:pt x="19925" y="18989"/>
                    <a:pt x="20337" y="18981"/>
                    <a:pt x="20747" y="18981"/>
                  </a:cubicBezTo>
                  <a:cubicBezTo>
                    <a:pt x="21869" y="18981"/>
                    <a:pt x="22985" y="19043"/>
                    <a:pt x="24084" y="19141"/>
                  </a:cubicBezTo>
                  <a:cubicBezTo>
                    <a:pt x="24151" y="19174"/>
                    <a:pt x="24151" y="19241"/>
                    <a:pt x="24084" y="19241"/>
                  </a:cubicBezTo>
                  <a:cubicBezTo>
                    <a:pt x="23393" y="19197"/>
                    <a:pt x="22702" y="19176"/>
                    <a:pt x="22013" y="19176"/>
                  </a:cubicBezTo>
                  <a:cubicBezTo>
                    <a:pt x="17380" y="19176"/>
                    <a:pt x="12804" y="20142"/>
                    <a:pt x="8506" y="21943"/>
                  </a:cubicBezTo>
                  <a:cubicBezTo>
                    <a:pt x="7706" y="22276"/>
                    <a:pt x="6939" y="22643"/>
                    <a:pt x="6171" y="23010"/>
                  </a:cubicBezTo>
                  <a:cubicBezTo>
                    <a:pt x="5838" y="23243"/>
                    <a:pt x="5504" y="23444"/>
                    <a:pt x="5171" y="23677"/>
                  </a:cubicBezTo>
                  <a:cubicBezTo>
                    <a:pt x="6171" y="23277"/>
                    <a:pt x="7205" y="22910"/>
                    <a:pt x="8240" y="22610"/>
                  </a:cubicBezTo>
                  <a:cubicBezTo>
                    <a:pt x="11108" y="21809"/>
                    <a:pt x="14077" y="21375"/>
                    <a:pt x="17046" y="21175"/>
                  </a:cubicBezTo>
                  <a:cubicBezTo>
                    <a:pt x="17964" y="21120"/>
                    <a:pt x="18882" y="21095"/>
                    <a:pt x="19800" y="21095"/>
                  </a:cubicBezTo>
                  <a:cubicBezTo>
                    <a:pt x="20550" y="21095"/>
                    <a:pt x="21300" y="21112"/>
                    <a:pt x="22049" y="21142"/>
                  </a:cubicBezTo>
                  <a:cubicBezTo>
                    <a:pt x="22183" y="21175"/>
                    <a:pt x="22183" y="21342"/>
                    <a:pt x="22049" y="21342"/>
                  </a:cubicBezTo>
                  <a:cubicBezTo>
                    <a:pt x="21886" y="21340"/>
                    <a:pt x="21723" y="21339"/>
                    <a:pt x="21560" y="21339"/>
                  </a:cubicBezTo>
                  <a:cubicBezTo>
                    <a:pt x="18784" y="21339"/>
                    <a:pt x="15986" y="21607"/>
                    <a:pt x="13276" y="22143"/>
                  </a:cubicBezTo>
                  <a:cubicBezTo>
                    <a:pt x="11842" y="22410"/>
                    <a:pt x="10408" y="22710"/>
                    <a:pt x="9007" y="23077"/>
                  </a:cubicBezTo>
                  <a:cubicBezTo>
                    <a:pt x="7572" y="23477"/>
                    <a:pt x="6138" y="23844"/>
                    <a:pt x="4737" y="24344"/>
                  </a:cubicBezTo>
                  <a:cubicBezTo>
                    <a:pt x="3936" y="24611"/>
                    <a:pt x="3169" y="24945"/>
                    <a:pt x="2402" y="25278"/>
                  </a:cubicBezTo>
                  <a:cubicBezTo>
                    <a:pt x="2002" y="25478"/>
                    <a:pt x="1601" y="25679"/>
                    <a:pt x="1201" y="25879"/>
                  </a:cubicBezTo>
                  <a:cubicBezTo>
                    <a:pt x="801" y="26079"/>
                    <a:pt x="401" y="26246"/>
                    <a:pt x="0" y="26412"/>
                  </a:cubicBezTo>
                  <a:cubicBezTo>
                    <a:pt x="868" y="26112"/>
                    <a:pt x="1768" y="25812"/>
                    <a:pt x="2669" y="25578"/>
                  </a:cubicBezTo>
                  <a:cubicBezTo>
                    <a:pt x="6005" y="24611"/>
                    <a:pt x="9440" y="23977"/>
                    <a:pt x="12910" y="23811"/>
                  </a:cubicBezTo>
                  <a:cubicBezTo>
                    <a:pt x="13650" y="23767"/>
                    <a:pt x="14393" y="23744"/>
                    <a:pt x="15137" y="23744"/>
                  </a:cubicBezTo>
                  <a:cubicBezTo>
                    <a:pt x="17780" y="23744"/>
                    <a:pt x="20432" y="24034"/>
                    <a:pt x="22983" y="24711"/>
                  </a:cubicBezTo>
                  <a:cubicBezTo>
                    <a:pt x="23784" y="24911"/>
                    <a:pt x="24585" y="25178"/>
                    <a:pt x="25385" y="25445"/>
                  </a:cubicBezTo>
                  <a:cubicBezTo>
                    <a:pt x="26221" y="25714"/>
                    <a:pt x="27084" y="25956"/>
                    <a:pt x="27949" y="25956"/>
                  </a:cubicBezTo>
                  <a:cubicBezTo>
                    <a:pt x="28051" y="25956"/>
                    <a:pt x="28152" y="25952"/>
                    <a:pt x="28254" y="25945"/>
                  </a:cubicBezTo>
                  <a:cubicBezTo>
                    <a:pt x="28654" y="25945"/>
                    <a:pt x="29154" y="25879"/>
                    <a:pt x="29488" y="25612"/>
                  </a:cubicBezTo>
                  <a:cubicBezTo>
                    <a:pt x="29955" y="25245"/>
                    <a:pt x="29455" y="24811"/>
                    <a:pt x="29188" y="24511"/>
                  </a:cubicBezTo>
                  <a:cubicBezTo>
                    <a:pt x="28854" y="24211"/>
                    <a:pt x="28521" y="23944"/>
                    <a:pt x="28154" y="23710"/>
                  </a:cubicBezTo>
                  <a:cubicBezTo>
                    <a:pt x="27753" y="23477"/>
                    <a:pt x="27353" y="23277"/>
                    <a:pt x="26953" y="23010"/>
                  </a:cubicBezTo>
                  <a:cubicBezTo>
                    <a:pt x="26352" y="22576"/>
                    <a:pt x="25819" y="21776"/>
                    <a:pt x="26119" y="20975"/>
                  </a:cubicBezTo>
                  <a:cubicBezTo>
                    <a:pt x="26386" y="20241"/>
                    <a:pt x="27153" y="19874"/>
                    <a:pt x="27854" y="19874"/>
                  </a:cubicBezTo>
                  <a:cubicBezTo>
                    <a:pt x="28754" y="19874"/>
                    <a:pt x="29588" y="20341"/>
                    <a:pt x="30422" y="20675"/>
                  </a:cubicBezTo>
                  <a:lnTo>
                    <a:pt x="33257" y="21876"/>
                  </a:lnTo>
                  <a:cubicBezTo>
                    <a:pt x="34191" y="22276"/>
                    <a:pt x="35092" y="22710"/>
                    <a:pt x="36059" y="22977"/>
                  </a:cubicBezTo>
                  <a:cubicBezTo>
                    <a:pt x="36521" y="23119"/>
                    <a:pt x="37039" y="23232"/>
                    <a:pt x="37548" y="23232"/>
                  </a:cubicBezTo>
                  <a:cubicBezTo>
                    <a:pt x="37996" y="23232"/>
                    <a:pt x="38438" y="23144"/>
                    <a:pt x="38828" y="22910"/>
                  </a:cubicBezTo>
                  <a:cubicBezTo>
                    <a:pt x="39795" y="22309"/>
                    <a:pt x="38728" y="21375"/>
                    <a:pt x="38094" y="21042"/>
                  </a:cubicBezTo>
                  <a:cubicBezTo>
                    <a:pt x="37394" y="20675"/>
                    <a:pt x="36560" y="20508"/>
                    <a:pt x="35859" y="20041"/>
                  </a:cubicBezTo>
                  <a:cubicBezTo>
                    <a:pt x="35259" y="19674"/>
                    <a:pt x="34792" y="19074"/>
                    <a:pt x="34725" y="18273"/>
                  </a:cubicBezTo>
                  <a:cubicBezTo>
                    <a:pt x="34658" y="17606"/>
                    <a:pt x="34992" y="16939"/>
                    <a:pt x="35626" y="16705"/>
                  </a:cubicBezTo>
                  <a:cubicBezTo>
                    <a:pt x="35802" y="16642"/>
                    <a:pt x="35979" y="16614"/>
                    <a:pt x="36154" y="16614"/>
                  </a:cubicBezTo>
                  <a:cubicBezTo>
                    <a:pt x="36807" y="16614"/>
                    <a:pt x="37442" y="16997"/>
                    <a:pt x="37994" y="17339"/>
                  </a:cubicBezTo>
                  <a:cubicBezTo>
                    <a:pt x="38795" y="17773"/>
                    <a:pt x="39529" y="18273"/>
                    <a:pt x="40329" y="18740"/>
                  </a:cubicBezTo>
                  <a:cubicBezTo>
                    <a:pt x="41761" y="19612"/>
                    <a:pt x="43339" y="20251"/>
                    <a:pt x="45034" y="20251"/>
                  </a:cubicBezTo>
                  <a:cubicBezTo>
                    <a:pt x="45155" y="20251"/>
                    <a:pt x="45277" y="20248"/>
                    <a:pt x="45399" y="20241"/>
                  </a:cubicBezTo>
                  <a:cubicBezTo>
                    <a:pt x="45800" y="20208"/>
                    <a:pt x="46200" y="20141"/>
                    <a:pt x="46534" y="19908"/>
                  </a:cubicBezTo>
                  <a:cubicBezTo>
                    <a:pt x="46934" y="19608"/>
                    <a:pt x="47167" y="19174"/>
                    <a:pt x="46867" y="18707"/>
                  </a:cubicBezTo>
                  <a:cubicBezTo>
                    <a:pt x="46667" y="18340"/>
                    <a:pt x="46267" y="18140"/>
                    <a:pt x="45900" y="17906"/>
                  </a:cubicBezTo>
                  <a:cubicBezTo>
                    <a:pt x="45499" y="17606"/>
                    <a:pt x="45099" y="17339"/>
                    <a:pt x="44732" y="17039"/>
                  </a:cubicBezTo>
                  <a:cubicBezTo>
                    <a:pt x="44299" y="16705"/>
                    <a:pt x="43965" y="16172"/>
                    <a:pt x="44199" y="15605"/>
                  </a:cubicBezTo>
                  <a:cubicBezTo>
                    <a:pt x="44365" y="15271"/>
                    <a:pt x="44699" y="15071"/>
                    <a:pt x="44999" y="14971"/>
                  </a:cubicBezTo>
                  <a:cubicBezTo>
                    <a:pt x="45354" y="14870"/>
                    <a:pt x="45723" y="14831"/>
                    <a:pt x="46094" y="14831"/>
                  </a:cubicBezTo>
                  <a:cubicBezTo>
                    <a:pt x="46699" y="14831"/>
                    <a:pt x="47309" y="14934"/>
                    <a:pt x="47868" y="15038"/>
                  </a:cubicBezTo>
                  <a:cubicBezTo>
                    <a:pt x="48602" y="15171"/>
                    <a:pt x="49336" y="15304"/>
                    <a:pt x="50069" y="15538"/>
                  </a:cubicBezTo>
                  <a:cubicBezTo>
                    <a:pt x="50937" y="15838"/>
                    <a:pt x="51804" y="16138"/>
                    <a:pt x="52671" y="16305"/>
                  </a:cubicBezTo>
                  <a:cubicBezTo>
                    <a:pt x="53018" y="16392"/>
                    <a:pt x="53415" y="16478"/>
                    <a:pt x="53818" y="16478"/>
                  </a:cubicBezTo>
                  <a:cubicBezTo>
                    <a:pt x="53880" y="16478"/>
                    <a:pt x="53943" y="16476"/>
                    <a:pt x="54006" y="16472"/>
                  </a:cubicBezTo>
                  <a:cubicBezTo>
                    <a:pt x="53672" y="16405"/>
                    <a:pt x="53338" y="16305"/>
                    <a:pt x="53105" y="16238"/>
                  </a:cubicBezTo>
                  <a:cubicBezTo>
                    <a:pt x="51704" y="15771"/>
                    <a:pt x="50370" y="15071"/>
                    <a:pt x="49035" y="14471"/>
                  </a:cubicBezTo>
                  <a:cubicBezTo>
                    <a:pt x="46267" y="13236"/>
                    <a:pt x="43398" y="12302"/>
                    <a:pt x="40463" y="11735"/>
                  </a:cubicBezTo>
                  <a:cubicBezTo>
                    <a:pt x="38795" y="11368"/>
                    <a:pt x="37093" y="11168"/>
                    <a:pt x="35392" y="11068"/>
                  </a:cubicBezTo>
                  <a:cubicBezTo>
                    <a:pt x="35102" y="11068"/>
                    <a:pt x="35092" y="10599"/>
                    <a:pt x="35334" y="10599"/>
                  </a:cubicBezTo>
                  <a:cubicBezTo>
                    <a:pt x="35342" y="10599"/>
                    <a:pt x="35350" y="10600"/>
                    <a:pt x="35359" y="10601"/>
                  </a:cubicBezTo>
                  <a:cubicBezTo>
                    <a:pt x="38261" y="10768"/>
                    <a:pt x="41130" y="11235"/>
                    <a:pt x="43898" y="12002"/>
                  </a:cubicBezTo>
                  <a:cubicBezTo>
                    <a:pt x="45299" y="12369"/>
                    <a:pt x="46634" y="12869"/>
                    <a:pt x="47968" y="13403"/>
                  </a:cubicBezTo>
                  <a:cubicBezTo>
                    <a:pt x="49302" y="13970"/>
                    <a:pt x="50636" y="14637"/>
                    <a:pt x="51971" y="15204"/>
                  </a:cubicBezTo>
                  <a:cubicBezTo>
                    <a:pt x="52671" y="15505"/>
                    <a:pt x="53438" y="15805"/>
                    <a:pt x="54206" y="15972"/>
                  </a:cubicBezTo>
                  <a:cubicBezTo>
                    <a:pt x="54402" y="16025"/>
                    <a:pt x="54618" y="16060"/>
                    <a:pt x="54832" y="16060"/>
                  </a:cubicBezTo>
                  <a:cubicBezTo>
                    <a:pt x="55018" y="16060"/>
                    <a:pt x="55203" y="16034"/>
                    <a:pt x="55373" y="15972"/>
                  </a:cubicBezTo>
                  <a:cubicBezTo>
                    <a:pt x="55874" y="15438"/>
                    <a:pt x="55707" y="14537"/>
                    <a:pt x="55240" y="13970"/>
                  </a:cubicBezTo>
                  <a:cubicBezTo>
                    <a:pt x="55006" y="13637"/>
                    <a:pt x="54673" y="13403"/>
                    <a:pt x="54306" y="13203"/>
                  </a:cubicBezTo>
                  <a:cubicBezTo>
                    <a:pt x="54039" y="13036"/>
                    <a:pt x="53672" y="12869"/>
                    <a:pt x="53438" y="12769"/>
                  </a:cubicBezTo>
                  <a:cubicBezTo>
                    <a:pt x="52671" y="12469"/>
                    <a:pt x="51837" y="12302"/>
                    <a:pt x="51037" y="12035"/>
                  </a:cubicBezTo>
                  <a:cubicBezTo>
                    <a:pt x="50003" y="11735"/>
                    <a:pt x="48969" y="11368"/>
                    <a:pt x="47968" y="10901"/>
                  </a:cubicBezTo>
                  <a:cubicBezTo>
                    <a:pt x="47267" y="10568"/>
                    <a:pt x="46367" y="10067"/>
                    <a:pt x="46100" y="9233"/>
                  </a:cubicBezTo>
                  <a:cubicBezTo>
                    <a:pt x="45966" y="8800"/>
                    <a:pt x="46100" y="8299"/>
                    <a:pt x="46367" y="7933"/>
                  </a:cubicBezTo>
                  <a:cubicBezTo>
                    <a:pt x="46900" y="7199"/>
                    <a:pt x="47734" y="6965"/>
                    <a:pt x="48502" y="6698"/>
                  </a:cubicBezTo>
                  <a:cubicBezTo>
                    <a:pt x="49135" y="6498"/>
                    <a:pt x="50270" y="5931"/>
                    <a:pt x="49903" y="5030"/>
                  </a:cubicBezTo>
                  <a:cubicBezTo>
                    <a:pt x="49569" y="4163"/>
                    <a:pt x="48402" y="3996"/>
                    <a:pt x="47634" y="3963"/>
                  </a:cubicBezTo>
                  <a:cubicBezTo>
                    <a:pt x="47456" y="3957"/>
                    <a:pt x="47278" y="3954"/>
                    <a:pt x="47098" y="3954"/>
                  </a:cubicBezTo>
                  <a:cubicBezTo>
                    <a:pt x="45332" y="3954"/>
                    <a:pt x="43526" y="4249"/>
                    <a:pt x="41830" y="4764"/>
                  </a:cubicBezTo>
                  <a:cubicBezTo>
                    <a:pt x="41363" y="4897"/>
                    <a:pt x="40930" y="5030"/>
                    <a:pt x="40496" y="5197"/>
                  </a:cubicBezTo>
                  <a:cubicBezTo>
                    <a:pt x="40029" y="5364"/>
                    <a:pt x="39562" y="5597"/>
                    <a:pt x="39028" y="5631"/>
                  </a:cubicBezTo>
                  <a:cubicBezTo>
                    <a:pt x="38991" y="5634"/>
                    <a:pt x="38953" y="5636"/>
                    <a:pt x="38915" y="5636"/>
                  </a:cubicBezTo>
                  <a:cubicBezTo>
                    <a:pt x="38235" y="5636"/>
                    <a:pt x="37436" y="5082"/>
                    <a:pt x="37594" y="4230"/>
                  </a:cubicBezTo>
                  <a:cubicBezTo>
                    <a:pt x="37661" y="3830"/>
                    <a:pt x="37994" y="3563"/>
                    <a:pt x="38261" y="3296"/>
                  </a:cubicBezTo>
                  <a:cubicBezTo>
                    <a:pt x="38628" y="2962"/>
                    <a:pt x="38961" y="2662"/>
                    <a:pt x="39328" y="2328"/>
                  </a:cubicBezTo>
                  <a:cubicBezTo>
                    <a:pt x="39829" y="1828"/>
                    <a:pt x="40696" y="894"/>
                    <a:pt x="39862" y="260"/>
                  </a:cubicBezTo>
                  <a:cubicBezTo>
                    <a:pt x="39604" y="72"/>
                    <a:pt x="39300" y="0"/>
                    <a:pt x="389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339825" y="1933500"/>
              <a:ext cx="395300" cy="96750"/>
            </a:xfrm>
            <a:custGeom>
              <a:avLst/>
              <a:gdLst/>
              <a:ahLst/>
              <a:cxnLst/>
              <a:rect l="l" t="t" r="r" b="b"/>
              <a:pathLst>
                <a:path w="15812" h="3870" extrusionOk="0">
                  <a:moveTo>
                    <a:pt x="0" y="0"/>
                  </a:moveTo>
                  <a:lnTo>
                    <a:pt x="0" y="0"/>
                  </a:lnTo>
                  <a:cubicBezTo>
                    <a:pt x="3936" y="2002"/>
                    <a:pt x="8306" y="3002"/>
                    <a:pt x="12709" y="3136"/>
                  </a:cubicBezTo>
                  <a:cubicBezTo>
                    <a:pt x="13743" y="3169"/>
                    <a:pt x="14944" y="3203"/>
                    <a:pt x="15811" y="3870"/>
                  </a:cubicBezTo>
                  <a:cubicBezTo>
                    <a:pt x="15211" y="1835"/>
                    <a:pt x="12176" y="2202"/>
                    <a:pt x="10608" y="2135"/>
                  </a:cubicBezTo>
                  <a:cubicBezTo>
                    <a:pt x="7906" y="2035"/>
                    <a:pt x="5237" y="1601"/>
                    <a:pt x="2635" y="868"/>
                  </a:cubicBezTo>
                  <a:cubicBezTo>
                    <a:pt x="1768" y="601"/>
                    <a:pt x="867" y="3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20925" y="2340450"/>
              <a:ext cx="466200" cy="110950"/>
            </a:xfrm>
            <a:custGeom>
              <a:avLst/>
              <a:gdLst/>
              <a:ahLst/>
              <a:cxnLst/>
              <a:rect l="l" t="t" r="r" b="b"/>
              <a:pathLst>
                <a:path w="18648" h="4438" extrusionOk="0">
                  <a:moveTo>
                    <a:pt x="0" y="1"/>
                  </a:moveTo>
                  <a:lnTo>
                    <a:pt x="0" y="1"/>
                  </a:lnTo>
                  <a:cubicBezTo>
                    <a:pt x="1268" y="701"/>
                    <a:pt x="2569" y="1268"/>
                    <a:pt x="3970" y="1702"/>
                  </a:cubicBezTo>
                  <a:cubicBezTo>
                    <a:pt x="5771" y="2302"/>
                    <a:pt x="7706" y="2569"/>
                    <a:pt x="9574" y="2669"/>
                  </a:cubicBezTo>
                  <a:cubicBezTo>
                    <a:pt x="11609" y="2769"/>
                    <a:pt x="13677" y="2736"/>
                    <a:pt x="15678" y="3103"/>
                  </a:cubicBezTo>
                  <a:cubicBezTo>
                    <a:pt x="16711" y="3269"/>
                    <a:pt x="17876" y="3635"/>
                    <a:pt x="18643" y="4433"/>
                  </a:cubicBezTo>
                  <a:lnTo>
                    <a:pt x="18643" y="4433"/>
                  </a:lnTo>
                  <a:cubicBezTo>
                    <a:pt x="18614" y="4401"/>
                    <a:pt x="18612" y="4369"/>
                    <a:pt x="18580" y="4337"/>
                  </a:cubicBezTo>
                  <a:cubicBezTo>
                    <a:pt x="18147" y="3336"/>
                    <a:pt x="17279" y="2636"/>
                    <a:pt x="16345" y="2169"/>
                  </a:cubicBezTo>
                  <a:cubicBezTo>
                    <a:pt x="15361" y="1676"/>
                    <a:pt x="14251" y="1561"/>
                    <a:pt x="13167" y="1561"/>
                  </a:cubicBezTo>
                  <a:cubicBezTo>
                    <a:pt x="13003" y="1561"/>
                    <a:pt x="12839" y="1564"/>
                    <a:pt x="12676" y="1568"/>
                  </a:cubicBezTo>
                  <a:cubicBezTo>
                    <a:pt x="11342" y="1635"/>
                    <a:pt x="10041" y="1802"/>
                    <a:pt x="8707" y="1802"/>
                  </a:cubicBezTo>
                  <a:cubicBezTo>
                    <a:pt x="6538" y="1802"/>
                    <a:pt x="4337" y="1502"/>
                    <a:pt x="2235" y="834"/>
                  </a:cubicBezTo>
                  <a:cubicBezTo>
                    <a:pt x="1501" y="601"/>
                    <a:pt x="734" y="301"/>
                    <a:pt x="0" y="1"/>
                  </a:cubicBezTo>
                  <a:close/>
                  <a:moveTo>
                    <a:pt x="18643" y="4433"/>
                  </a:moveTo>
                  <a:cubicBezTo>
                    <a:pt x="18644" y="4434"/>
                    <a:pt x="18646" y="4436"/>
                    <a:pt x="18647" y="4437"/>
                  </a:cubicBezTo>
                  <a:cubicBezTo>
                    <a:pt x="18646" y="4436"/>
                    <a:pt x="18644" y="4434"/>
                    <a:pt x="18643" y="44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612500" y="2911700"/>
              <a:ext cx="120125" cy="538725"/>
            </a:xfrm>
            <a:custGeom>
              <a:avLst/>
              <a:gdLst/>
              <a:ahLst/>
              <a:cxnLst/>
              <a:rect l="l" t="t" r="r" b="b"/>
              <a:pathLst>
                <a:path w="4805" h="21549" extrusionOk="0">
                  <a:moveTo>
                    <a:pt x="1702" y="0"/>
                  </a:moveTo>
                  <a:cubicBezTo>
                    <a:pt x="1702" y="34"/>
                    <a:pt x="1702" y="67"/>
                    <a:pt x="1669" y="134"/>
                  </a:cubicBezTo>
                  <a:cubicBezTo>
                    <a:pt x="1335" y="2135"/>
                    <a:pt x="868" y="4070"/>
                    <a:pt x="535" y="6071"/>
                  </a:cubicBezTo>
                  <a:cubicBezTo>
                    <a:pt x="201" y="8039"/>
                    <a:pt x="1" y="10007"/>
                    <a:pt x="168" y="12009"/>
                  </a:cubicBezTo>
                  <a:cubicBezTo>
                    <a:pt x="301" y="13810"/>
                    <a:pt x="768" y="15578"/>
                    <a:pt x="1535" y="17179"/>
                  </a:cubicBezTo>
                  <a:cubicBezTo>
                    <a:pt x="2303" y="18847"/>
                    <a:pt x="3403" y="20381"/>
                    <a:pt x="4804" y="21549"/>
                  </a:cubicBezTo>
                  <a:cubicBezTo>
                    <a:pt x="4638" y="21115"/>
                    <a:pt x="4504" y="20715"/>
                    <a:pt x="4371" y="20281"/>
                  </a:cubicBezTo>
                  <a:cubicBezTo>
                    <a:pt x="4137" y="19581"/>
                    <a:pt x="3937" y="18880"/>
                    <a:pt x="3770" y="18147"/>
                  </a:cubicBezTo>
                  <a:cubicBezTo>
                    <a:pt x="3437" y="16712"/>
                    <a:pt x="3170" y="15244"/>
                    <a:pt x="2970" y="13777"/>
                  </a:cubicBezTo>
                  <a:cubicBezTo>
                    <a:pt x="2536" y="10775"/>
                    <a:pt x="2369" y="7739"/>
                    <a:pt x="2269" y="4704"/>
                  </a:cubicBezTo>
                  <a:cubicBezTo>
                    <a:pt x="2203" y="3336"/>
                    <a:pt x="2169" y="2002"/>
                    <a:pt x="2136" y="634"/>
                  </a:cubicBezTo>
                  <a:cubicBezTo>
                    <a:pt x="2002" y="1335"/>
                    <a:pt x="1869" y="2068"/>
                    <a:pt x="1769" y="2769"/>
                  </a:cubicBezTo>
                  <a:cubicBezTo>
                    <a:pt x="1435" y="4970"/>
                    <a:pt x="1302" y="7205"/>
                    <a:pt x="1435" y="9407"/>
                  </a:cubicBezTo>
                  <a:cubicBezTo>
                    <a:pt x="1502" y="10675"/>
                    <a:pt x="1669" y="11942"/>
                    <a:pt x="1902" y="13176"/>
                  </a:cubicBezTo>
                  <a:cubicBezTo>
                    <a:pt x="1902" y="13236"/>
                    <a:pt x="1854" y="13284"/>
                    <a:pt x="1809" y="13284"/>
                  </a:cubicBezTo>
                  <a:cubicBezTo>
                    <a:pt x="1778" y="13284"/>
                    <a:pt x="1749" y="13263"/>
                    <a:pt x="1736" y="13210"/>
                  </a:cubicBezTo>
                  <a:cubicBezTo>
                    <a:pt x="1302" y="11075"/>
                    <a:pt x="1068" y="8907"/>
                    <a:pt x="1068" y="6705"/>
                  </a:cubicBezTo>
                  <a:cubicBezTo>
                    <a:pt x="1102" y="4470"/>
                    <a:pt x="1435" y="2335"/>
                    <a:pt x="1702" y="134"/>
                  </a:cubicBezTo>
                  <a:cubicBezTo>
                    <a:pt x="1702" y="67"/>
                    <a:pt x="1702" y="34"/>
                    <a:pt x="17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523275" y="3284450"/>
              <a:ext cx="145125" cy="540425"/>
            </a:xfrm>
            <a:custGeom>
              <a:avLst/>
              <a:gdLst/>
              <a:ahLst/>
              <a:cxnLst/>
              <a:rect l="l" t="t" r="r" b="b"/>
              <a:pathLst>
                <a:path w="5805" h="21617" extrusionOk="0">
                  <a:moveTo>
                    <a:pt x="368" y="1"/>
                  </a:moveTo>
                  <a:cubicBezTo>
                    <a:pt x="101" y="1836"/>
                    <a:pt x="1" y="3704"/>
                    <a:pt x="67" y="5572"/>
                  </a:cubicBezTo>
                  <a:cubicBezTo>
                    <a:pt x="234" y="9274"/>
                    <a:pt x="1102" y="13010"/>
                    <a:pt x="2636" y="16379"/>
                  </a:cubicBezTo>
                  <a:cubicBezTo>
                    <a:pt x="3437" y="18214"/>
                    <a:pt x="4437" y="19982"/>
                    <a:pt x="5638" y="21583"/>
                  </a:cubicBezTo>
                  <a:cubicBezTo>
                    <a:pt x="5638" y="21616"/>
                    <a:pt x="5671" y="21616"/>
                    <a:pt x="5671" y="21616"/>
                  </a:cubicBezTo>
                  <a:cubicBezTo>
                    <a:pt x="5805" y="15812"/>
                    <a:pt x="2869" y="10675"/>
                    <a:pt x="1368" y="5205"/>
                  </a:cubicBezTo>
                  <a:lnTo>
                    <a:pt x="1368" y="5205"/>
                  </a:lnTo>
                  <a:cubicBezTo>
                    <a:pt x="1569" y="7306"/>
                    <a:pt x="1935" y="9374"/>
                    <a:pt x="2469" y="11409"/>
                  </a:cubicBezTo>
                  <a:cubicBezTo>
                    <a:pt x="2836" y="12777"/>
                    <a:pt x="3303" y="14144"/>
                    <a:pt x="3837" y="15479"/>
                  </a:cubicBezTo>
                  <a:cubicBezTo>
                    <a:pt x="3837" y="15526"/>
                    <a:pt x="3787" y="15573"/>
                    <a:pt x="3746" y="15573"/>
                  </a:cubicBezTo>
                  <a:cubicBezTo>
                    <a:pt x="3729" y="15573"/>
                    <a:pt x="3713" y="15565"/>
                    <a:pt x="3703" y="15545"/>
                  </a:cubicBezTo>
                  <a:cubicBezTo>
                    <a:pt x="1669" y="10775"/>
                    <a:pt x="401" y="5672"/>
                    <a:pt x="368" y="468"/>
                  </a:cubicBezTo>
                  <a:cubicBezTo>
                    <a:pt x="368" y="312"/>
                    <a:pt x="368" y="157"/>
                    <a:pt x="3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469900" y="3272775"/>
              <a:ext cx="172650" cy="534575"/>
            </a:xfrm>
            <a:custGeom>
              <a:avLst/>
              <a:gdLst/>
              <a:ahLst/>
              <a:cxnLst/>
              <a:rect l="l" t="t" r="r" b="b"/>
              <a:pathLst>
                <a:path w="6906" h="21383" extrusionOk="0">
                  <a:moveTo>
                    <a:pt x="2169" y="1"/>
                  </a:moveTo>
                  <a:cubicBezTo>
                    <a:pt x="1936" y="701"/>
                    <a:pt x="1735" y="1435"/>
                    <a:pt x="1602" y="2169"/>
                  </a:cubicBezTo>
                  <a:cubicBezTo>
                    <a:pt x="1202" y="4171"/>
                    <a:pt x="1102" y="6172"/>
                    <a:pt x="1135" y="8207"/>
                  </a:cubicBezTo>
                  <a:cubicBezTo>
                    <a:pt x="1168" y="9374"/>
                    <a:pt x="1268" y="10542"/>
                    <a:pt x="1502" y="11676"/>
                  </a:cubicBezTo>
                  <a:cubicBezTo>
                    <a:pt x="1502" y="11700"/>
                    <a:pt x="1469" y="11723"/>
                    <a:pt x="1449" y="11723"/>
                  </a:cubicBezTo>
                  <a:cubicBezTo>
                    <a:pt x="1441" y="11723"/>
                    <a:pt x="1435" y="11719"/>
                    <a:pt x="1435" y="11709"/>
                  </a:cubicBezTo>
                  <a:cubicBezTo>
                    <a:pt x="935" y="9708"/>
                    <a:pt x="668" y="7673"/>
                    <a:pt x="701" y="5605"/>
                  </a:cubicBezTo>
                  <a:cubicBezTo>
                    <a:pt x="735" y="3904"/>
                    <a:pt x="935" y="2202"/>
                    <a:pt x="1302" y="535"/>
                  </a:cubicBezTo>
                  <a:lnTo>
                    <a:pt x="1302" y="535"/>
                  </a:lnTo>
                  <a:cubicBezTo>
                    <a:pt x="735" y="2369"/>
                    <a:pt x="368" y="4271"/>
                    <a:pt x="234" y="6172"/>
                  </a:cubicBezTo>
                  <a:cubicBezTo>
                    <a:pt x="1" y="9274"/>
                    <a:pt x="368" y="12476"/>
                    <a:pt x="1669" y="15312"/>
                  </a:cubicBezTo>
                  <a:cubicBezTo>
                    <a:pt x="1702" y="15312"/>
                    <a:pt x="1735" y="15345"/>
                    <a:pt x="1769" y="15379"/>
                  </a:cubicBezTo>
                  <a:cubicBezTo>
                    <a:pt x="1836" y="15579"/>
                    <a:pt x="1936" y="15779"/>
                    <a:pt x="2002" y="15979"/>
                  </a:cubicBezTo>
                  <a:cubicBezTo>
                    <a:pt x="2236" y="16379"/>
                    <a:pt x="2469" y="16813"/>
                    <a:pt x="2736" y="17180"/>
                  </a:cubicBezTo>
                  <a:cubicBezTo>
                    <a:pt x="3403" y="18214"/>
                    <a:pt x="4271" y="19081"/>
                    <a:pt x="5138" y="19915"/>
                  </a:cubicBezTo>
                  <a:cubicBezTo>
                    <a:pt x="5705" y="20416"/>
                    <a:pt x="6305" y="20916"/>
                    <a:pt x="6906" y="21383"/>
                  </a:cubicBezTo>
                  <a:cubicBezTo>
                    <a:pt x="6072" y="20215"/>
                    <a:pt x="5305" y="18948"/>
                    <a:pt x="4671" y="17614"/>
                  </a:cubicBezTo>
                  <a:cubicBezTo>
                    <a:pt x="3870" y="15946"/>
                    <a:pt x="3237" y="14211"/>
                    <a:pt x="2770" y="12376"/>
                  </a:cubicBezTo>
                  <a:cubicBezTo>
                    <a:pt x="1836" y="8740"/>
                    <a:pt x="1569" y="4871"/>
                    <a:pt x="2002" y="1102"/>
                  </a:cubicBezTo>
                  <a:cubicBezTo>
                    <a:pt x="2069" y="735"/>
                    <a:pt x="2102" y="368"/>
                    <a:pt x="21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45100" y="3888650"/>
              <a:ext cx="184325" cy="172975"/>
            </a:xfrm>
            <a:custGeom>
              <a:avLst/>
              <a:gdLst/>
              <a:ahLst/>
              <a:cxnLst/>
              <a:rect l="l" t="t" r="r" b="b"/>
              <a:pathLst>
                <a:path w="7373" h="6919" extrusionOk="0">
                  <a:moveTo>
                    <a:pt x="4582" y="0"/>
                  </a:moveTo>
                  <a:cubicBezTo>
                    <a:pt x="3887" y="0"/>
                    <a:pt x="3191" y="144"/>
                    <a:pt x="2536" y="451"/>
                  </a:cubicBezTo>
                  <a:cubicBezTo>
                    <a:pt x="1001" y="1184"/>
                    <a:pt x="1" y="3052"/>
                    <a:pt x="468" y="4787"/>
                  </a:cubicBezTo>
                  <a:cubicBezTo>
                    <a:pt x="830" y="6098"/>
                    <a:pt x="2032" y="6919"/>
                    <a:pt x="3275" y="6919"/>
                  </a:cubicBezTo>
                  <a:cubicBezTo>
                    <a:pt x="3518" y="6919"/>
                    <a:pt x="3763" y="6887"/>
                    <a:pt x="4004" y="6822"/>
                  </a:cubicBezTo>
                  <a:cubicBezTo>
                    <a:pt x="4070" y="6822"/>
                    <a:pt x="4170" y="6788"/>
                    <a:pt x="4270" y="6755"/>
                  </a:cubicBezTo>
                  <a:cubicBezTo>
                    <a:pt x="2970" y="6522"/>
                    <a:pt x="1368" y="6088"/>
                    <a:pt x="1068" y="4553"/>
                  </a:cubicBezTo>
                  <a:cubicBezTo>
                    <a:pt x="1047" y="4470"/>
                    <a:pt x="1118" y="4399"/>
                    <a:pt x="1190" y="4399"/>
                  </a:cubicBezTo>
                  <a:cubicBezTo>
                    <a:pt x="1233" y="4399"/>
                    <a:pt x="1277" y="4424"/>
                    <a:pt x="1302" y="4487"/>
                  </a:cubicBezTo>
                  <a:cubicBezTo>
                    <a:pt x="1435" y="5087"/>
                    <a:pt x="1902" y="5588"/>
                    <a:pt x="2436" y="5888"/>
                  </a:cubicBezTo>
                  <a:cubicBezTo>
                    <a:pt x="2869" y="6121"/>
                    <a:pt x="3370" y="6255"/>
                    <a:pt x="3870" y="6355"/>
                  </a:cubicBezTo>
                  <a:cubicBezTo>
                    <a:pt x="2669" y="5788"/>
                    <a:pt x="1902" y="4487"/>
                    <a:pt x="2136" y="3052"/>
                  </a:cubicBezTo>
                  <a:cubicBezTo>
                    <a:pt x="2269" y="2185"/>
                    <a:pt x="2769" y="1385"/>
                    <a:pt x="3437" y="918"/>
                  </a:cubicBezTo>
                  <a:cubicBezTo>
                    <a:pt x="3603" y="817"/>
                    <a:pt x="3770" y="751"/>
                    <a:pt x="3937" y="684"/>
                  </a:cubicBezTo>
                  <a:lnTo>
                    <a:pt x="3937" y="684"/>
                  </a:lnTo>
                  <a:cubicBezTo>
                    <a:pt x="3770" y="717"/>
                    <a:pt x="3637" y="784"/>
                    <a:pt x="3470" y="851"/>
                  </a:cubicBezTo>
                  <a:cubicBezTo>
                    <a:pt x="2402" y="1351"/>
                    <a:pt x="1635" y="2385"/>
                    <a:pt x="1368" y="3553"/>
                  </a:cubicBezTo>
                  <a:cubicBezTo>
                    <a:pt x="1368" y="3598"/>
                    <a:pt x="1348" y="3616"/>
                    <a:pt x="1326" y="3616"/>
                  </a:cubicBezTo>
                  <a:cubicBezTo>
                    <a:pt x="1298" y="3616"/>
                    <a:pt x="1268" y="3589"/>
                    <a:pt x="1268" y="3553"/>
                  </a:cubicBezTo>
                  <a:cubicBezTo>
                    <a:pt x="1468" y="2252"/>
                    <a:pt x="2236" y="1084"/>
                    <a:pt x="3370" y="517"/>
                  </a:cubicBezTo>
                  <a:cubicBezTo>
                    <a:pt x="3901" y="244"/>
                    <a:pt x="4488" y="109"/>
                    <a:pt x="5073" y="109"/>
                  </a:cubicBezTo>
                  <a:cubicBezTo>
                    <a:pt x="5774" y="109"/>
                    <a:pt x="6473" y="302"/>
                    <a:pt x="7073" y="684"/>
                  </a:cubicBezTo>
                  <a:cubicBezTo>
                    <a:pt x="7173" y="717"/>
                    <a:pt x="7273" y="751"/>
                    <a:pt x="7373" y="784"/>
                  </a:cubicBezTo>
                  <a:cubicBezTo>
                    <a:pt x="6518" y="279"/>
                    <a:pt x="5551" y="0"/>
                    <a:pt x="45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59350" y="4053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504100" y="3909675"/>
              <a:ext cx="524200" cy="368200"/>
            </a:xfrm>
            <a:custGeom>
              <a:avLst/>
              <a:gdLst/>
              <a:ahLst/>
              <a:cxnLst/>
              <a:rect l="l" t="t" r="r" b="b"/>
              <a:pathLst>
                <a:path w="20968" h="14728" extrusionOk="0">
                  <a:moveTo>
                    <a:pt x="20048" y="4246"/>
                  </a:moveTo>
                  <a:cubicBezTo>
                    <a:pt x="20048" y="4280"/>
                    <a:pt x="20048" y="4280"/>
                    <a:pt x="20048" y="4313"/>
                  </a:cubicBezTo>
                  <a:cubicBezTo>
                    <a:pt x="20051" y="4324"/>
                    <a:pt x="20054" y="4336"/>
                    <a:pt x="20057" y="4347"/>
                  </a:cubicBezTo>
                  <a:lnTo>
                    <a:pt x="20057" y="4347"/>
                  </a:lnTo>
                  <a:cubicBezTo>
                    <a:pt x="20054" y="4314"/>
                    <a:pt x="20051" y="4280"/>
                    <a:pt x="20048" y="4246"/>
                  </a:cubicBezTo>
                  <a:close/>
                  <a:moveTo>
                    <a:pt x="15024" y="1"/>
                  </a:moveTo>
                  <a:cubicBezTo>
                    <a:pt x="14009" y="1"/>
                    <a:pt x="13032" y="398"/>
                    <a:pt x="12509" y="1377"/>
                  </a:cubicBezTo>
                  <a:cubicBezTo>
                    <a:pt x="12076" y="2178"/>
                    <a:pt x="12042" y="3145"/>
                    <a:pt x="12476" y="3946"/>
                  </a:cubicBezTo>
                  <a:cubicBezTo>
                    <a:pt x="12876" y="4747"/>
                    <a:pt x="13644" y="5280"/>
                    <a:pt x="14511" y="5380"/>
                  </a:cubicBezTo>
                  <a:cubicBezTo>
                    <a:pt x="14578" y="4880"/>
                    <a:pt x="14511" y="4413"/>
                    <a:pt x="14277" y="3979"/>
                  </a:cubicBezTo>
                  <a:cubicBezTo>
                    <a:pt x="14209" y="3819"/>
                    <a:pt x="14328" y="3675"/>
                    <a:pt x="14453" y="3675"/>
                  </a:cubicBezTo>
                  <a:cubicBezTo>
                    <a:pt x="14510" y="3675"/>
                    <a:pt x="14569" y="3706"/>
                    <a:pt x="14611" y="3779"/>
                  </a:cubicBezTo>
                  <a:cubicBezTo>
                    <a:pt x="15645" y="5614"/>
                    <a:pt x="14378" y="7849"/>
                    <a:pt x="12810" y="8783"/>
                  </a:cubicBezTo>
                  <a:cubicBezTo>
                    <a:pt x="12776" y="8783"/>
                    <a:pt x="12710" y="8816"/>
                    <a:pt x="12676" y="8849"/>
                  </a:cubicBezTo>
                  <a:cubicBezTo>
                    <a:pt x="12243" y="9183"/>
                    <a:pt x="11776" y="9450"/>
                    <a:pt x="11275" y="9650"/>
                  </a:cubicBezTo>
                  <a:cubicBezTo>
                    <a:pt x="10325" y="10067"/>
                    <a:pt x="9343" y="10259"/>
                    <a:pt x="8351" y="10259"/>
                  </a:cubicBezTo>
                  <a:cubicBezTo>
                    <a:pt x="7915" y="10259"/>
                    <a:pt x="7477" y="10222"/>
                    <a:pt x="7039" y="10150"/>
                  </a:cubicBezTo>
                  <a:cubicBezTo>
                    <a:pt x="5504" y="9950"/>
                    <a:pt x="4103" y="9316"/>
                    <a:pt x="2869" y="8382"/>
                  </a:cubicBezTo>
                  <a:lnTo>
                    <a:pt x="2869" y="8382"/>
                  </a:lnTo>
                  <a:cubicBezTo>
                    <a:pt x="3436" y="8883"/>
                    <a:pt x="4070" y="9316"/>
                    <a:pt x="4737" y="9650"/>
                  </a:cubicBezTo>
                  <a:cubicBezTo>
                    <a:pt x="5705" y="10184"/>
                    <a:pt x="6739" y="10551"/>
                    <a:pt x="7806" y="10918"/>
                  </a:cubicBezTo>
                  <a:cubicBezTo>
                    <a:pt x="7873" y="10951"/>
                    <a:pt x="7839" y="11084"/>
                    <a:pt x="7739" y="11084"/>
                  </a:cubicBezTo>
                  <a:cubicBezTo>
                    <a:pt x="6172" y="10617"/>
                    <a:pt x="4604" y="10150"/>
                    <a:pt x="3169" y="9216"/>
                  </a:cubicBezTo>
                  <a:cubicBezTo>
                    <a:pt x="1969" y="8416"/>
                    <a:pt x="868" y="7315"/>
                    <a:pt x="34" y="6081"/>
                  </a:cubicBezTo>
                  <a:lnTo>
                    <a:pt x="1" y="6081"/>
                  </a:lnTo>
                  <a:cubicBezTo>
                    <a:pt x="1201" y="8583"/>
                    <a:pt x="3803" y="10384"/>
                    <a:pt x="6272" y="11351"/>
                  </a:cubicBezTo>
                  <a:cubicBezTo>
                    <a:pt x="7306" y="11752"/>
                    <a:pt x="8373" y="12018"/>
                    <a:pt x="9474" y="12219"/>
                  </a:cubicBezTo>
                  <a:cubicBezTo>
                    <a:pt x="9607" y="12219"/>
                    <a:pt x="9541" y="12419"/>
                    <a:pt x="9441" y="12419"/>
                  </a:cubicBezTo>
                  <a:cubicBezTo>
                    <a:pt x="7372" y="12152"/>
                    <a:pt x="5371" y="11451"/>
                    <a:pt x="3570" y="10451"/>
                  </a:cubicBezTo>
                  <a:cubicBezTo>
                    <a:pt x="2235" y="9717"/>
                    <a:pt x="935" y="8749"/>
                    <a:pt x="1" y="7482"/>
                  </a:cubicBezTo>
                  <a:lnTo>
                    <a:pt x="1" y="7482"/>
                  </a:lnTo>
                  <a:cubicBezTo>
                    <a:pt x="134" y="7715"/>
                    <a:pt x="267" y="7949"/>
                    <a:pt x="434" y="8182"/>
                  </a:cubicBezTo>
                  <a:cubicBezTo>
                    <a:pt x="935" y="8950"/>
                    <a:pt x="1568" y="9650"/>
                    <a:pt x="2235" y="10250"/>
                  </a:cubicBezTo>
                  <a:cubicBezTo>
                    <a:pt x="3703" y="11618"/>
                    <a:pt x="5504" y="12552"/>
                    <a:pt x="7372" y="13086"/>
                  </a:cubicBezTo>
                  <a:cubicBezTo>
                    <a:pt x="8473" y="13419"/>
                    <a:pt x="9641" y="13586"/>
                    <a:pt x="10808" y="13620"/>
                  </a:cubicBezTo>
                  <a:cubicBezTo>
                    <a:pt x="10908" y="13653"/>
                    <a:pt x="10908" y="13820"/>
                    <a:pt x="10808" y="13820"/>
                  </a:cubicBezTo>
                  <a:cubicBezTo>
                    <a:pt x="7106" y="13786"/>
                    <a:pt x="3403" y="12485"/>
                    <a:pt x="801" y="9717"/>
                  </a:cubicBezTo>
                  <a:lnTo>
                    <a:pt x="801" y="9717"/>
                  </a:lnTo>
                  <a:cubicBezTo>
                    <a:pt x="1969" y="11218"/>
                    <a:pt x="3470" y="12419"/>
                    <a:pt x="5071" y="13286"/>
                  </a:cubicBezTo>
                  <a:cubicBezTo>
                    <a:pt x="6821" y="14216"/>
                    <a:pt x="8771" y="14727"/>
                    <a:pt x="10714" y="14727"/>
                  </a:cubicBezTo>
                  <a:cubicBezTo>
                    <a:pt x="12324" y="14727"/>
                    <a:pt x="13930" y="14376"/>
                    <a:pt x="15412" y="13620"/>
                  </a:cubicBezTo>
                  <a:cubicBezTo>
                    <a:pt x="18571" y="11957"/>
                    <a:pt x="20968" y="8106"/>
                    <a:pt x="20057" y="4347"/>
                  </a:cubicBezTo>
                  <a:lnTo>
                    <a:pt x="20057" y="4347"/>
                  </a:lnTo>
                  <a:cubicBezTo>
                    <a:pt x="20166" y="5783"/>
                    <a:pt x="19834" y="7245"/>
                    <a:pt x="19248" y="8516"/>
                  </a:cubicBezTo>
                  <a:cubicBezTo>
                    <a:pt x="18380" y="10317"/>
                    <a:pt x="16879" y="11818"/>
                    <a:pt x="15045" y="12519"/>
                  </a:cubicBezTo>
                  <a:cubicBezTo>
                    <a:pt x="15031" y="12528"/>
                    <a:pt x="15017" y="12532"/>
                    <a:pt x="15005" y="12532"/>
                  </a:cubicBezTo>
                  <a:cubicBezTo>
                    <a:pt x="14929" y="12532"/>
                    <a:pt x="14892" y="12376"/>
                    <a:pt x="14978" y="12319"/>
                  </a:cubicBezTo>
                  <a:cubicBezTo>
                    <a:pt x="17847" y="11084"/>
                    <a:pt x="19748" y="7815"/>
                    <a:pt x="19515" y="4546"/>
                  </a:cubicBezTo>
                  <a:cubicBezTo>
                    <a:pt x="19348" y="2778"/>
                    <a:pt x="18447" y="1244"/>
                    <a:pt x="16913" y="443"/>
                  </a:cubicBezTo>
                  <a:cubicBezTo>
                    <a:pt x="16846" y="410"/>
                    <a:pt x="16779" y="377"/>
                    <a:pt x="16713" y="377"/>
                  </a:cubicBezTo>
                  <a:cubicBezTo>
                    <a:pt x="16679" y="343"/>
                    <a:pt x="16646" y="343"/>
                    <a:pt x="16612" y="310"/>
                  </a:cubicBezTo>
                  <a:cubicBezTo>
                    <a:pt x="16114" y="113"/>
                    <a:pt x="15564" y="1"/>
                    <a:pt x="150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261425" y="3683925"/>
              <a:ext cx="170150" cy="576250"/>
            </a:xfrm>
            <a:custGeom>
              <a:avLst/>
              <a:gdLst/>
              <a:ahLst/>
              <a:cxnLst/>
              <a:rect l="l" t="t" r="r" b="b"/>
              <a:pathLst>
                <a:path w="6806" h="23050" extrusionOk="0">
                  <a:moveTo>
                    <a:pt x="5171" y="0"/>
                  </a:moveTo>
                  <a:lnTo>
                    <a:pt x="5171" y="0"/>
                  </a:lnTo>
                  <a:cubicBezTo>
                    <a:pt x="4104" y="2168"/>
                    <a:pt x="2669" y="4236"/>
                    <a:pt x="1769" y="6438"/>
                  </a:cubicBezTo>
                  <a:cubicBezTo>
                    <a:pt x="1" y="10574"/>
                    <a:pt x="534" y="15378"/>
                    <a:pt x="3003" y="19114"/>
                  </a:cubicBezTo>
                  <a:cubicBezTo>
                    <a:pt x="3603" y="20048"/>
                    <a:pt x="4337" y="20915"/>
                    <a:pt x="5104" y="21682"/>
                  </a:cubicBezTo>
                  <a:cubicBezTo>
                    <a:pt x="5538" y="22049"/>
                    <a:pt x="5972" y="22449"/>
                    <a:pt x="6439" y="22783"/>
                  </a:cubicBezTo>
                  <a:cubicBezTo>
                    <a:pt x="6572" y="22883"/>
                    <a:pt x="6705" y="22950"/>
                    <a:pt x="6805" y="23050"/>
                  </a:cubicBezTo>
                  <a:cubicBezTo>
                    <a:pt x="5371" y="19781"/>
                    <a:pt x="4537" y="16245"/>
                    <a:pt x="4370" y="12642"/>
                  </a:cubicBezTo>
                  <a:cubicBezTo>
                    <a:pt x="4270" y="10708"/>
                    <a:pt x="4370" y="8806"/>
                    <a:pt x="4637" y="6905"/>
                  </a:cubicBezTo>
                  <a:cubicBezTo>
                    <a:pt x="4904" y="4904"/>
                    <a:pt x="5371" y="2935"/>
                    <a:pt x="5705" y="967"/>
                  </a:cubicBezTo>
                  <a:cubicBezTo>
                    <a:pt x="5771" y="734"/>
                    <a:pt x="5805" y="467"/>
                    <a:pt x="5838" y="234"/>
                  </a:cubicBezTo>
                  <a:lnTo>
                    <a:pt x="5838" y="234"/>
                  </a:lnTo>
                  <a:cubicBezTo>
                    <a:pt x="5505" y="1334"/>
                    <a:pt x="5071" y="2402"/>
                    <a:pt x="4671" y="3469"/>
                  </a:cubicBezTo>
                  <a:cubicBezTo>
                    <a:pt x="3803" y="5737"/>
                    <a:pt x="3103" y="8106"/>
                    <a:pt x="2836" y="10541"/>
                  </a:cubicBezTo>
                  <a:cubicBezTo>
                    <a:pt x="2669" y="11909"/>
                    <a:pt x="2669" y="13310"/>
                    <a:pt x="2869" y="14677"/>
                  </a:cubicBezTo>
                  <a:cubicBezTo>
                    <a:pt x="2869" y="14711"/>
                    <a:pt x="2844" y="14727"/>
                    <a:pt x="2815" y="14727"/>
                  </a:cubicBezTo>
                  <a:cubicBezTo>
                    <a:pt x="2786" y="14727"/>
                    <a:pt x="2753" y="14711"/>
                    <a:pt x="2736" y="14677"/>
                  </a:cubicBezTo>
                  <a:cubicBezTo>
                    <a:pt x="2336" y="12309"/>
                    <a:pt x="2502" y="9874"/>
                    <a:pt x="2969" y="7539"/>
                  </a:cubicBezTo>
                  <a:cubicBezTo>
                    <a:pt x="3436" y="5137"/>
                    <a:pt x="4337" y="2869"/>
                    <a:pt x="5004" y="534"/>
                  </a:cubicBezTo>
                  <a:cubicBezTo>
                    <a:pt x="5071" y="367"/>
                    <a:pt x="5104" y="167"/>
                    <a:pt x="51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375675" y="3301975"/>
              <a:ext cx="339425" cy="944025"/>
            </a:xfrm>
            <a:custGeom>
              <a:avLst/>
              <a:gdLst/>
              <a:ahLst/>
              <a:cxnLst/>
              <a:rect l="l" t="t" r="r" b="b"/>
              <a:pathLst>
                <a:path w="13577" h="37761" extrusionOk="0">
                  <a:moveTo>
                    <a:pt x="3903" y="0"/>
                  </a:moveTo>
                  <a:lnTo>
                    <a:pt x="3903" y="0"/>
                  </a:lnTo>
                  <a:cubicBezTo>
                    <a:pt x="3303" y="1301"/>
                    <a:pt x="2869" y="2669"/>
                    <a:pt x="2602" y="4103"/>
                  </a:cubicBezTo>
                  <a:cubicBezTo>
                    <a:pt x="2436" y="5071"/>
                    <a:pt x="2369" y="6038"/>
                    <a:pt x="2402" y="7005"/>
                  </a:cubicBezTo>
                  <a:cubicBezTo>
                    <a:pt x="2402" y="7055"/>
                    <a:pt x="2361" y="7080"/>
                    <a:pt x="2319" y="7080"/>
                  </a:cubicBezTo>
                  <a:cubicBezTo>
                    <a:pt x="2277" y="7080"/>
                    <a:pt x="2235" y="7055"/>
                    <a:pt x="2235" y="7005"/>
                  </a:cubicBezTo>
                  <a:cubicBezTo>
                    <a:pt x="2069" y="5304"/>
                    <a:pt x="2269" y="3636"/>
                    <a:pt x="2669" y="2035"/>
                  </a:cubicBezTo>
                  <a:lnTo>
                    <a:pt x="2669" y="2035"/>
                  </a:lnTo>
                  <a:cubicBezTo>
                    <a:pt x="2336" y="3069"/>
                    <a:pt x="2102" y="4170"/>
                    <a:pt x="2035" y="5304"/>
                  </a:cubicBezTo>
                  <a:cubicBezTo>
                    <a:pt x="1869" y="8340"/>
                    <a:pt x="2702" y="11275"/>
                    <a:pt x="3069" y="14277"/>
                  </a:cubicBezTo>
                  <a:cubicBezTo>
                    <a:pt x="3236" y="15945"/>
                    <a:pt x="3270" y="17680"/>
                    <a:pt x="2869" y="19314"/>
                  </a:cubicBezTo>
                  <a:cubicBezTo>
                    <a:pt x="2856" y="19354"/>
                    <a:pt x="2822" y="19372"/>
                    <a:pt x="2786" y="19372"/>
                  </a:cubicBezTo>
                  <a:cubicBezTo>
                    <a:pt x="2730" y="19372"/>
                    <a:pt x="2669" y="19328"/>
                    <a:pt x="2669" y="19248"/>
                  </a:cubicBezTo>
                  <a:cubicBezTo>
                    <a:pt x="3203" y="16779"/>
                    <a:pt x="2669" y="14311"/>
                    <a:pt x="2135" y="11909"/>
                  </a:cubicBezTo>
                  <a:cubicBezTo>
                    <a:pt x="2102" y="13010"/>
                    <a:pt x="1969" y="14111"/>
                    <a:pt x="1802" y="15178"/>
                  </a:cubicBezTo>
                  <a:cubicBezTo>
                    <a:pt x="1468" y="17146"/>
                    <a:pt x="1001" y="19081"/>
                    <a:pt x="668" y="21049"/>
                  </a:cubicBezTo>
                  <a:cubicBezTo>
                    <a:pt x="1" y="24918"/>
                    <a:pt x="67" y="28821"/>
                    <a:pt x="868" y="32624"/>
                  </a:cubicBezTo>
                  <a:cubicBezTo>
                    <a:pt x="1201" y="34392"/>
                    <a:pt x="1735" y="36093"/>
                    <a:pt x="2369" y="37761"/>
                  </a:cubicBezTo>
                  <a:cubicBezTo>
                    <a:pt x="2135" y="36960"/>
                    <a:pt x="1969" y="36160"/>
                    <a:pt x="1869" y="35359"/>
                  </a:cubicBezTo>
                  <a:cubicBezTo>
                    <a:pt x="1735" y="34292"/>
                    <a:pt x="1869" y="33224"/>
                    <a:pt x="2035" y="32190"/>
                  </a:cubicBezTo>
                  <a:cubicBezTo>
                    <a:pt x="2202" y="31089"/>
                    <a:pt x="2369" y="29989"/>
                    <a:pt x="2436" y="28854"/>
                  </a:cubicBezTo>
                  <a:cubicBezTo>
                    <a:pt x="2502" y="27720"/>
                    <a:pt x="2536" y="26586"/>
                    <a:pt x="2502" y="25485"/>
                  </a:cubicBezTo>
                  <a:cubicBezTo>
                    <a:pt x="2502" y="25394"/>
                    <a:pt x="2583" y="25342"/>
                    <a:pt x="2656" y="25342"/>
                  </a:cubicBezTo>
                  <a:cubicBezTo>
                    <a:pt x="2715" y="25342"/>
                    <a:pt x="2769" y="25377"/>
                    <a:pt x="2769" y="25452"/>
                  </a:cubicBezTo>
                  <a:cubicBezTo>
                    <a:pt x="2903" y="27654"/>
                    <a:pt x="2736" y="29822"/>
                    <a:pt x="2502" y="31957"/>
                  </a:cubicBezTo>
                  <a:cubicBezTo>
                    <a:pt x="2402" y="33057"/>
                    <a:pt x="2302" y="34091"/>
                    <a:pt x="2469" y="35159"/>
                  </a:cubicBezTo>
                  <a:cubicBezTo>
                    <a:pt x="2469" y="35359"/>
                    <a:pt x="2502" y="35559"/>
                    <a:pt x="2569" y="35759"/>
                  </a:cubicBezTo>
                  <a:cubicBezTo>
                    <a:pt x="2769" y="32590"/>
                    <a:pt x="4103" y="29421"/>
                    <a:pt x="3770" y="26186"/>
                  </a:cubicBezTo>
                  <a:cubicBezTo>
                    <a:pt x="3636" y="25085"/>
                    <a:pt x="3270" y="24018"/>
                    <a:pt x="2636" y="23117"/>
                  </a:cubicBezTo>
                  <a:cubicBezTo>
                    <a:pt x="2518" y="22953"/>
                    <a:pt x="2682" y="22772"/>
                    <a:pt x="2847" y="22772"/>
                  </a:cubicBezTo>
                  <a:cubicBezTo>
                    <a:pt x="2916" y="22772"/>
                    <a:pt x="2987" y="22804"/>
                    <a:pt x="3036" y="22883"/>
                  </a:cubicBezTo>
                  <a:cubicBezTo>
                    <a:pt x="3737" y="23851"/>
                    <a:pt x="4103" y="25018"/>
                    <a:pt x="4270" y="26219"/>
                  </a:cubicBezTo>
                  <a:cubicBezTo>
                    <a:pt x="4337" y="26453"/>
                    <a:pt x="4404" y="26653"/>
                    <a:pt x="4470" y="26886"/>
                  </a:cubicBezTo>
                  <a:cubicBezTo>
                    <a:pt x="4704" y="27553"/>
                    <a:pt x="4971" y="28187"/>
                    <a:pt x="5304" y="28788"/>
                  </a:cubicBezTo>
                  <a:cubicBezTo>
                    <a:pt x="5971" y="30022"/>
                    <a:pt x="6839" y="31156"/>
                    <a:pt x="7873" y="32023"/>
                  </a:cubicBezTo>
                  <a:cubicBezTo>
                    <a:pt x="9404" y="33331"/>
                    <a:pt x="11363" y="34029"/>
                    <a:pt x="13311" y="34029"/>
                  </a:cubicBezTo>
                  <a:cubicBezTo>
                    <a:pt x="13399" y="34029"/>
                    <a:pt x="13488" y="34028"/>
                    <a:pt x="13577" y="34025"/>
                  </a:cubicBezTo>
                  <a:cubicBezTo>
                    <a:pt x="12376" y="33891"/>
                    <a:pt x="11175" y="33458"/>
                    <a:pt x="10174" y="32857"/>
                  </a:cubicBezTo>
                  <a:cubicBezTo>
                    <a:pt x="8540" y="31923"/>
                    <a:pt x="7239" y="30422"/>
                    <a:pt x="6272" y="28754"/>
                  </a:cubicBezTo>
                  <a:cubicBezTo>
                    <a:pt x="6201" y="28636"/>
                    <a:pt x="6297" y="28518"/>
                    <a:pt x="6395" y="28518"/>
                  </a:cubicBezTo>
                  <a:cubicBezTo>
                    <a:pt x="6435" y="28518"/>
                    <a:pt x="6476" y="28539"/>
                    <a:pt x="6505" y="28588"/>
                  </a:cubicBezTo>
                  <a:cubicBezTo>
                    <a:pt x="7506" y="30122"/>
                    <a:pt x="8840" y="31456"/>
                    <a:pt x="10375" y="32390"/>
                  </a:cubicBezTo>
                  <a:cubicBezTo>
                    <a:pt x="10942" y="32724"/>
                    <a:pt x="11542" y="32991"/>
                    <a:pt x="12176" y="33191"/>
                  </a:cubicBezTo>
                  <a:cubicBezTo>
                    <a:pt x="8440" y="31456"/>
                    <a:pt x="6839" y="26786"/>
                    <a:pt x="6172" y="22850"/>
                  </a:cubicBezTo>
                  <a:cubicBezTo>
                    <a:pt x="5938" y="21416"/>
                    <a:pt x="5905" y="19981"/>
                    <a:pt x="5871" y="18514"/>
                  </a:cubicBezTo>
                  <a:cubicBezTo>
                    <a:pt x="5838" y="17446"/>
                    <a:pt x="5805" y="16312"/>
                    <a:pt x="5538" y="15278"/>
                  </a:cubicBezTo>
                  <a:cubicBezTo>
                    <a:pt x="5104" y="14511"/>
                    <a:pt x="4771" y="13710"/>
                    <a:pt x="4504" y="12910"/>
                  </a:cubicBezTo>
                  <a:lnTo>
                    <a:pt x="4504" y="12910"/>
                  </a:lnTo>
                  <a:cubicBezTo>
                    <a:pt x="4637" y="13810"/>
                    <a:pt x="4737" y="14711"/>
                    <a:pt x="4804" y="15612"/>
                  </a:cubicBezTo>
                  <a:cubicBezTo>
                    <a:pt x="4971" y="17580"/>
                    <a:pt x="5004" y="19614"/>
                    <a:pt x="4704" y="21583"/>
                  </a:cubicBezTo>
                  <a:cubicBezTo>
                    <a:pt x="4694" y="21592"/>
                    <a:pt x="4682" y="21596"/>
                    <a:pt x="4669" y="21596"/>
                  </a:cubicBezTo>
                  <a:cubicBezTo>
                    <a:pt x="4640" y="21596"/>
                    <a:pt x="4614" y="21573"/>
                    <a:pt x="4637" y="21549"/>
                  </a:cubicBezTo>
                  <a:cubicBezTo>
                    <a:pt x="5071" y="17847"/>
                    <a:pt x="4204" y="14177"/>
                    <a:pt x="3703" y="10541"/>
                  </a:cubicBezTo>
                  <a:cubicBezTo>
                    <a:pt x="3270" y="7506"/>
                    <a:pt x="3003" y="4337"/>
                    <a:pt x="3603" y="1301"/>
                  </a:cubicBezTo>
                  <a:cubicBezTo>
                    <a:pt x="3670" y="868"/>
                    <a:pt x="3770" y="434"/>
                    <a:pt x="39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378175" y="3397875"/>
              <a:ext cx="36725" cy="284400"/>
            </a:xfrm>
            <a:custGeom>
              <a:avLst/>
              <a:gdLst/>
              <a:ahLst/>
              <a:cxnLst/>
              <a:rect l="l" t="t" r="r" b="b"/>
              <a:pathLst>
                <a:path w="1469" h="11376" extrusionOk="0">
                  <a:moveTo>
                    <a:pt x="1335" y="0"/>
                  </a:moveTo>
                  <a:cubicBezTo>
                    <a:pt x="1201" y="401"/>
                    <a:pt x="1068" y="834"/>
                    <a:pt x="935" y="1268"/>
                  </a:cubicBezTo>
                  <a:cubicBezTo>
                    <a:pt x="601" y="2636"/>
                    <a:pt x="368" y="4037"/>
                    <a:pt x="301" y="5438"/>
                  </a:cubicBezTo>
                  <a:cubicBezTo>
                    <a:pt x="234" y="6772"/>
                    <a:pt x="334" y="8106"/>
                    <a:pt x="234" y="9441"/>
                  </a:cubicBezTo>
                  <a:cubicBezTo>
                    <a:pt x="201" y="10074"/>
                    <a:pt x="134" y="10742"/>
                    <a:pt x="1" y="11375"/>
                  </a:cubicBezTo>
                  <a:cubicBezTo>
                    <a:pt x="434" y="10541"/>
                    <a:pt x="801" y="9641"/>
                    <a:pt x="1035" y="8740"/>
                  </a:cubicBezTo>
                  <a:cubicBezTo>
                    <a:pt x="1068" y="8507"/>
                    <a:pt x="1101" y="8273"/>
                    <a:pt x="1168" y="8040"/>
                  </a:cubicBezTo>
                  <a:cubicBezTo>
                    <a:pt x="1168" y="7939"/>
                    <a:pt x="1201" y="7906"/>
                    <a:pt x="1235" y="7873"/>
                  </a:cubicBezTo>
                  <a:cubicBezTo>
                    <a:pt x="1402" y="7106"/>
                    <a:pt x="1435" y="6305"/>
                    <a:pt x="1402" y="5504"/>
                  </a:cubicBezTo>
                  <a:cubicBezTo>
                    <a:pt x="1368" y="5438"/>
                    <a:pt x="1402" y="5371"/>
                    <a:pt x="1468" y="5338"/>
                  </a:cubicBezTo>
                  <a:cubicBezTo>
                    <a:pt x="1235" y="4103"/>
                    <a:pt x="1101" y="2836"/>
                    <a:pt x="1168" y="1568"/>
                  </a:cubicBezTo>
                  <a:cubicBezTo>
                    <a:pt x="1168" y="1035"/>
                    <a:pt x="1235" y="501"/>
                    <a:pt x="13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4907000" y="3277800"/>
              <a:ext cx="542075" cy="539900"/>
            </a:xfrm>
            <a:custGeom>
              <a:avLst/>
              <a:gdLst/>
              <a:ahLst/>
              <a:cxnLst/>
              <a:rect l="l" t="t" r="r" b="b"/>
              <a:pathLst>
                <a:path w="21683" h="21596" extrusionOk="0">
                  <a:moveTo>
                    <a:pt x="17413" y="6605"/>
                  </a:moveTo>
                  <a:lnTo>
                    <a:pt x="17413" y="6605"/>
                  </a:lnTo>
                  <a:cubicBezTo>
                    <a:pt x="17409" y="6619"/>
                    <a:pt x="17404" y="6633"/>
                    <a:pt x="17400" y="6646"/>
                  </a:cubicBezTo>
                  <a:lnTo>
                    <a:pt x="17400" y="6646"/>
                  </a:lnTo>
                  <a:cubicBezTo>
                    <a:pt x="17408" y="6631"/>
                    <a:pt x="17413" y="6618"/>
                    <a:pt x="17413" y="6605"/>
                  </a:cubicBezTo>
                  <a:close/>
                  <a:moveTo>
                    <a:pt x="21683" y="0"/>
                  </a:moveTo>
                  <a:cubicBezTo>
                    <a:pt x="21316" y="400"/>
                    <a:pt x="20982" y="834"/>
                    <a:pt x="20649" y="1301"/>
                  </a:cubicBezTo>
                  <a:cubicBezTo>
                    <a:pt x="19948" y="2368"/>
                    <a:pt x="19348" y="3503"/>
                    <a:pt x="18848" y="4703"/>
                  </a:cubicBezTo>
                  <a:cubicBezTo>
                    <a:pt x="17780" y="7138"/>
                    <a:pt x="17013" y="9707"/>
                    <a:pt x="15712" y="12009"/>
                  </a:cubicBezTo>
                  <a:cubicBezTo>
                    <a:pt x="15012" y="13276"/>
                    <a:pt x="14144" y="14477"/>
                    <a:pt x="13043" y="15411"/>
                  </a:cubicBezTo>
                  <a:cubicBezTo>
                    <a:pt x="13034" y="15416"/>
                    <a:pt x="13025" y="15418"/>
                    <a:pt x="13015" y="15418"/>
                  </a:cubicBezTo>
                  <a:cubicBezTo>
                    <a:pt x="12953" y="15418"/>
                    <a:pt x="12886" y="15335"/>
                    <a:pt x="12943" y="15278"/>
                  </a:cubicBezTo>
                  <a:cubicBezTo>
                    <a:pt x="15434" y="13019"/>
                    <a:pt x="16371" y="9802"/>
                    <a:pt x="17400" y="6646"/>
                  </a:cubicBezTo>
                  <a:lnTo>
                    <a:pt x="17400" y="6646"/>
                  </a:lnTo>
                  <a:cubicBezTo>
                    <a:pt x="17387" y="6670"/>
                    <a:pt x="17367" y="6698"/>
                    <a:pt x="17347" y="6738"/>
                  </a:cubicBezTo>
                  <a:cubicBezTo>
                    <a:pt x="17180" y="7172"/>
                    <a:pt x="17013" y="7605"/>
                    <a:pt x="16813" y="8039"/>
                  </a:cubicBezTo>
                  <a:cubicBezTo>
                    <a:pt x="16079" y="9740"/>
                    <a:pt x="15145" y="11375"/>
                    <a:pt x="14044" y="12843"/>
                  </a:cubicBezTo>
                  <a:cubicBezTo>
                    <a:pt x="11843" y="15878"/>
                    <a:pt x="8874" y="18313"/>
                    <a:pt x="5571" y="19848"/>
                  </a:cubicBezTo>
                  <a:cubicBezTo>
                    <a:pt x="3804" y="20682"/>
                    <a:pt x="1936" y="21315"/>
                    <a:pt x="1" y="21582"/>
                  </a:cubicBezTo>
                  <a:lnTo>
                    <a:pt x="234" y="21582"/>
                  </a:lnTo>
                  <a:cubicBezTo>
                    <a:pt x="361" y="21592"/>
                    <a:pt x="488" y="21596"/>
                    <a:pt x="615" y="21596"/>
                  </a:cubicBezTo>
                  <a:cubicBezTo>
                    <a:pt x="922" y="21596"/>
                    <a:pt x="1229" y="21572"/>
                    <a:pt x="1535" y="21549"/>
                  </a:cubicBezTo>
                  <a:cubicBezTo>
                    <a:pt x="2369" y="21449"/>
                    <a:pt x="3236" y="21282"/>
                    <a:pt x="4037" y="21082"/>
                  </a:cubicBezTo>
                  <a:cubicBezTo>
                    <a:pt x="6405" y="20515"/>
                    <a:pt x="8640" y="19514"/>
                    <a:pt x="10642" y="18113"/>
                  </a:cubicBezTo>
                  <a:cubicBezTo>
                    <a:pt x="12510" y="16779"/>
                    <a:pt x="14144" y="15111"/>
                    <a:pt x="15412" y="13143"/>
                  </a:cubicBezTo>
                  <a:cubicBezTo>
                    <a:pt x="16713" y="11175"/>
                    <a:pt x="17680" y="9006"/>
                    <a:pt x="18614" y="6805"/>
                  </a:cubicBezTo>
                  <a:cubicBezTo>
                    <a:pt x="19048" y="5804"/>
                    <a:pt x="19481" y="4770"/>
                    <a:pt x="19915" y="3769"/>
                  </a:cubicBezTo>
                  <a:cubicBezTo>
                    <a:pt x="20115" y="3269"/>
                    <a:pt x="20282" y="2769"/>
                    <a:pt x="20515" y="2302"/>
                  </a:cubicBezTo>
                  <a:cubicBezTo>
                    <a:pt x="20849" y="1501"/>
                    <a:pt x="21249" y="734"/>
                    <a:pt x="216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5367325" y="3295300"/>
              <a:ext cx="2550" cy="13375"/>
            </a:xfrm>
            <a:custGeom>
              <a:avLst/>
              <a:gdLst/>
              <a:ahLst/>
              <a:cxnLst/>
              <a:rect l="l" t="t" r="r" b="b"/>
              <a:pathLst>
                <a:path w="102" h="535" extrusionOk="0">
                  <a:moveTo>
                    <a:pt x="1" y="1"/>
                  </a:moveTo>
                  <a:cubicBezTo>
                    <a:pt x="34" y="167"/>
                    <a:pt x="34" y="334"/>
                    <a:pt x="34" y="534"/>
                  </a:cubicBezTo>
                  <a:cubicBezTo>
                    <a:pt x="34" y="434"/>
                    <a:pt x="68" y="367"/>
                    <a:pt x="68" y="301"/>
                  </a:cubicBezTo>
                  <a:cubicBezTo>
                    <a:pt x="68" y="201"/>
                    <a:pt x="68" y="101"/>
                    <a:pt x="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4894500" y="3459575"/>
              <a:ext cx="415325" cy="354450"/>
            </a:xfrm>
            <a:custGeom>
              <a:avLst/>
              <a:gdLst/>
              <a:ahLst/>
              <a:cxnLst/>
              <a:rect l="l" t="t" r="r" b="b"/>
              <a:pathLst>
                <a:path w="16613" h="14178" extrusionOk="0">
                  <a:moveTo>
                    <a:pt x="16612" y="1"/>
                  </a:moveTo>
                  <a:lnTo>
                    <a:pt x="16612" y="1"/>
                  </a:lnTo>
                  <a:cubicBezTo>
                    <a:pt x="16245" y="468"/>
                    <a:pt x="15812" y="868"/>
                    <a:pt x="15378" y="1202"/>
                  </a:cubicBezTo>
                  <a:cubicBezTo>
                    <a:pt x="14344" y="2002"/>
                    <a:pt x="13210" y="2603"/>
                    <a:pt x="12009" y="3003"/>
                  </a:cubicBezTo>
                  <a:cubicBezTo>
                    <a:pt x="11976" y="3036"/>
                    <a:pt x="11942" y="3070"/>
                    <a:pt x="11876" y="3070"/>
                  </a:cubicBezTo>
                  <a:cubicBezTo>
                    <a:pt x="9874" y="3804"/>
                    <a:pt x="8073" y="4871"/>
                    <a:pt x="6438" y="6305"/>
                  </a:cubicBezTo>
                  <a:cubicBezTo>
                    <a:pt x="4837" y="7740"/>
                    <a:pt x="3436" y="9408"/>
                    <a:pt x="2202" y="11209"/>
                  </a:cubicBezTo>
                  <a:cubicBezTo>
                    <a:pt x="1835" y="11709"/>
                    <a:pt x="1502" y="12210"/>
                    <a:pt x="1135" y="12743"/>
                  </a:cubicBezTo>
                  <a:cubicBezTo>
                    <a:pt x="768" y="13244"/>
                    <a:pt x="401" y="13711"/>
                    <a:pt x="0" y="14178"/>
                  </a:cubicBezTo>
                  <a:lnTo>
                    <a:pt x="34" y="14178"/>
                  </a:lnTo>
                  <a:cubicBezTo>
                    <a:pt x="34" y="14144"/>
                    <a:pt x="67" y="14078"/>
                    <a:pt x="134" y="14078"/>
                  </a:cubicBezTo>
                  <a:cubicBezTo>
                    <a:pt x="1868" y="13644"/>
                    <a:pt x="3603" y="13177"/>
                    <a:pt x="5271" y="12410"/>
                  </a:cubicBezTo>
                  <a:cubicBezTo>
                    <a:pt x="6905" y="11676"/>
                    <a:pt x="8473" y="10742"/>
                    <a:pt x="9908" y="9608"/>
                  </a:cubicBezTo>
                  <a:cubicBezTo>
                    <a:pt x="12309" y="7773"/>
                    <a:pt x="14344" y="5438"/>
                    <a:pt x="15912" y="2736"/>
                  </a:cubicBezTo>
                  <a:lnTo>
                    <a:pt x="15912" y="2736"/>
                  </a:lnTo>
                  <a:cubicBezTo>
                    <a:pt x="14444" y="4738"/>
                    <a:pt x="12676" y="6506"/>
                    <a:pt x="10708" y="7873"/>
                  </a:cubicBezTo>
                  <a:cubicBezTo>
                    <a:pt x="9674" y="8607"/>
                    <a:pt x="8607" y="9208"/>
                    <a:pt x="7472" y="9741"/>
                  </a:cubicBezTo>
                  <a:cubicBezTo>
                    <a:pt x="7466" y="9744"/>
                    <a:pt x="7460" y="9746"/>
                    <a:pt x="7454" y="9746"/>
                  </a:cubicBezTo>
                  <a:cubicBezTo>
                    <a:pt x="7389" y="9746"/>
                    <a:pt x="7315" y="9605"/>
                    <a:pt x="7406" y="9574"/>
                  </a:cubicBezTo>
                  <a:cubicBezTo>
                    <a:pt x="10541" y="8040"/>
                    <a:pt x="13243" y="5672"/>
                    <a:pt x="15211" y="2736"/>
                  </a:cubicBezTo>
                  <a:lnTo>
                    <a:pt x="15211" y="2736"/>
                  </a:lnTo>
                  <a:cubicBezTo>
                    <a:pt x="13777" y="4104"/>
                    <a:pt x="12109" y="5205"/>
                    <a:pt x="10375" y="6005"/>
                  </a:cubicBezTo>
                  <a:cubicBezTo>
                    <a:pt x="10361" y="6012"/>
                    <a:pt x="10348" y="6015"/>
                    <a:pt x="10335" y="6015"/>
                  </a:cubicBezTo>
                  <a:cubicBezTo>
                    <a:pt x="10218" y="6015"/>
                    <a:pt x="10124" y="5765"/>
                    <a:pt x="10274" y="5705"/>
                  </a:cubicBezTo>
                  <a:cubicBezTo>
                    <a:pt x="11876" y="4904"/>
                    <a:pt x="13343" y="3804"/>
                    <a:pt x="14611" y="2503"/>
                  </a:cubicBezTo>
                  <a:cubicBezTo>
                    <a:pt x="15378" y="1735"/>
                    <a:pt x="16012" y="902"/>
                    <a:pt x="166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4933700" y="3327000"/>
              <a:ext cx="421975" cy="212225"/>
            </a:xfrm>
            <a:custGeom>
              <a:avLst/>
              <a:gdLst/>
              <a:ahLst/>
              <a:cxnLst/>
              <a:rect l="l" t="t" r="r" b="b"/>
              <a:pathLst>
                <a:path w="16879" h="8489" extrusionOk="0">
                  <a:moveTo>
                    <a:pt x="16512" y="0"/>
                  </a:moveTo>
                  <a:cubicBezTo>
                    <a:pt x="15578" y="1901"/>
                    <a:pt x="14177" y="3536"/>
                    <a:pt x="12509" y="4804"/>
                  </a:cubicBezTo>
                  <a:cubicBezTo>
                    <a:pt x="10041" y="6672"/>
                    <a:pt x="7072" y="7606"/>
                    <a:pt x="4070" y="7806"/>
                  </a:cubicBezTo>
                  <a:cubicBezTo>
                    <a:pt x="3656" y="7826"/>
                    <a:pt x="3242" y="7837"/>
                    <a:pt x="2829" y="7837"/>
                  </a:cubicBezTo>
                  <a:cubicBezTo>
                    <a:pt x="1877" y="7837"/>
                    <a:pt x="931" y="7778"/>
                    <a:pt x="0" y="7639"/>
                  </a:cubicBezTo>
                  <a:lnTo>
                    <a:pt x="0" y="7639"/>
                  </a:lnTo>
                  <a:cubicBezTo>
                    <a:pt x="1915" y="8129"/>
                    <a:pt x="3862" y="8489"/>
                    <a:pt x="5820" y="8489"/>
                  </a:cubicBezTo>
                  <a:cubicBezTo>
                    <a:pt x="6658" y="8489"/>
                    <a:pt x="7499" y="8423"/>
                    <a:pt x="8340" y="8273"/>
                  </a:cubicBezTo>
                  <a:cubicBezTo>
                    <a:pt x="8706" y="8206"/>
                    <a:pt x="9073" y="8139"/>
                    <a:pt x="9440" y="8039"/>
                  </a:cubicBezTo>
                  <a:cubicBezTo>
                    <a:pt x="9674" y="7939"/>
                    <a:pt x="9907" y="7872"/>
                    <a:pt x="10141" y="7806"/>
                  </a:cubicBezTo>
                  <a:cubicBezTo>
                    <a:pt x="10208" y="7772"/>
                    <a:pt x="10241" y="7772"/>
                    <a:pt x="10274" y="7772"/>
                  </a:cubicBezTo>
                  <a:cubicBezTo>
                    <a:pt x="12609" y="7005"/>
                    <a:pt x="14711" y="5504"/>
                    <a:pt x="15945" y="3269"/>
                  </a:cubicBezTo>
                  <a:cubicBezTo>
                    <a:pt x="16379" y="2435"/>
                    <a:pt x="16712" y="1568"/>
                    <a:pt x="16879" y="667"/>
                  </a:cubicBezTo>
                  <a:lnTo>
                    <a:pt x="16879" y="667"/>
                  </a:lnTo>
                  <a:cubicBezTo>
                    <a:pt x="16545" y="1468"/>
                    <a:pt x="16045" y="2202"/>
                    <a:pt x="15545" y="2835"/>
                  </a:cubicBezTo>
                  <a:cubicBezTo>
                    <a:pt x="14577" y="4103"/>
                    <a:pt x="13477" y="5271"/>
                    <a:pt x="12109" y="6071"/>
                  </a:cubicBezTo>
                  <a:cubicBezTo>
                    <a:pt x="12102" y="6078"/>
                    <a:pt x="12096" y="6080"/>
                    <a:pt x="12089" y="6080"/>
                  </a:cubicBezTo>
                  <a:cubicBezTo>
                    <a:pt x="12065" y="6080"/>
                    <a:pt x="12049" y="6038"/>
                    <a:pt x="12076" y="6038"/>
                  </a:cubicBezTo>
                  <a:cubicBezTo>
                    <a:pt x="13343" y="5170"/>
                    <a:pt x="14310" y="3936"/>
                    <a:pt x="15178" y="2669"/>
                  </a:cubicBezTo>
                  <a:cubicBezTo>
                    <a:pt x="15745" y="1835"/>
                    <a:pt x="16212" y="967"/>
                    <a:pt x="165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928700" y="3246925"/>
              <a:ext cx="421150" cy="265225"/>
            </a:xfrm>
            <a:custGeom>
              <a:avLst/>
              <a:gdLst/>
              <a:ahLst/>
              <a:cxnLst/>
              <a:rect l="l" t="t" r="r" b="b"/>
              <a:pathLst>
                <a:path w="16846" h="10609" extrusionOk="0">
                  <a:moveTo>
                    <a:pt x="16812" y="1"/>
                  </a:moveTo>
                  <a:lnTo>
                    <a:pt x="16812" y="1"/>
                  </a:lnTo>
                  <a:cubicBezTo>
                    <a:pt x="14777" y="535"/>
                    <a:pt x="12809" y="1335"/>
                    <a:pt x="10975" y="2436"/>
                  </a:cubicBezTo>
                  <a:cubicBezTo>
                    <a:pt x="9540" y="3270"/>
                    <a:pt x="8206" y="4271"/>
                    <a:pt x="6972" y="5438"/>
                  </a:cubicBezTo>
                  <a:cubicBezTo>
                    <a:pt x="5704" y="6606"/>
                    <a:pt x="4470" y="7873"/>
                    <a:pt x="3069" y="8874"/>
                  </a:cubicBezTo>
                  <a:cubicBezTo>
                    <a:pt x="2135" y="9574"/>
                    <a:pt x="1101" y="10141"/>
                    <a:pt x="0" y="10475"/>
                  </a:cubicBezTo>
                  <a:cubicBezTo>
                    <a:pt x="801" y="10564"/>
                    <a:pt x="1616" y="10608"/>
                    <a:pt x="2436" y="10608"/>
                  </a:cubicBezTo>
                  <a:cubicBezTo>
                    <a:pt x="2847" y="10608"/>
                    <a:pt x="3258" y="10597"/>
                    <a:pt x="3669" y="10575"/>
                  </a:cubicBezTo>
                  <a:cubicBezTo>
                    <a:pt x="5204" y="10508"/>
                    <a:pt x="6738" y="10208"/>
                    <a:pt x="8239" y="9741"/>
                  </a:cubicBezTo>
                  <a:cubicBezTo>
                    <a:pt x="10841" y="8941"/>
                    <a:pt x="13243" y="7406"/>
                    <a:pt x="15011" y="5238"/>
                  </a:cubicBezTo>
                  <a:cubicBezTo>
                    <a:pt x="15745" y="4337"/>
                    <a:pt x="16378" y="3303"/>
                    <a:pt x="16845" y="2236"/>
                  </a:cubicBezTo>
                  <a:lnTo>
                    <a:pt x="16845" y="2236"/>
                  </a:lnTo>
                  <a:cubicBezTo>
                    <a:pt x="16445" y="2970"/>
                    <a:pt x="15911" y="3603"/>
                    <a:pt x="15411" y="4170"/>
                  </a:cubicBezTo>
                  <a:cubicBezTo>
                    <a:pt x="14210" y="5438"/>
                    <a:pt x="12776" y="6505"/>
                    <a:pt x="11275" y="7406"/>
                  </a:cubicBezTo>
                  <a:cubicBezTo>
                    <a:pt x="10441" y="7906"/>
                    <a:pt x="9540" y="8340"/>
                    <a:pt x="8640" y="8740"/>
                  </a:cubicBezTo>
                  <a:cubicBezTo>
                    <a:pt x="8623" y="8747"/>
                    <a:pt x="8607" y="8750"/>
                    <a:pt x="8592" y="8750"/>
                  </a:cubicBezTo>
                  <a:cubicBezTo>
                    <a:pt x="8456" y="8750"/>
                    <a:pt x="8393" y="8500"/>
                    <a:pt x="8573" y="8440"/>
                  </a:cubicBezTo>
                  <a:cubicBezTo>
                    <a:pt x="10107" y="7806"/>
                    <a:pt x="11575" y="6972"/>
                    <a:pt x="12909" y="5938"/>
                  </a:cubicBezTo>
                  <a:cubicBezTo>
                    <a:pt x="14177" y="4938"/>
                    <a:pt x="15444" y="3770"/>
                    <a:pt x="16245" y="2302"/>
                  </a:cubicBezTo>
                  <a:cubicBezTo>
                    <a:pt x="16479" y="1902"/>
                    <a:pt x="16645" y="1469"/>
                    <a:pt x="16779" y="1002"/>
                  </a:cubicBezTo>
                  <a:lnTo>
                    <a:pt x="16779" y="1002"/>
                  </a:lnTo>
                  <a:cubicBezTo>
                    <a:pt x="15311" y="3103"/>
                    <a:pt x="13109" y="4571"/>
                    <a:pt x="10908" y="5705"/>
                  </a:cubicBezTo>
                  <a:cubicBezTo>
                    <a:pt x="10886" y="5716"/>
                    <a:pt x="10866" y="5720"/>
                    <a:pt x="10847" y="5720"/>
                  </a:cubicBezTo>
                  <a:cubicBezTo>
                    <a:pt x="10747" y="5720"/>
                    <a:pt x="10691" y="5594"/>
                    <a:pt x="10774" y="5538"/>
                  </a:cubicBezTo>
                  <a:cubicBezTo>
                    <a:pt x="13210" y="4204"/>
                    <a:pt x="15344" y="2403"/>
                    <a:pt x="168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5549125" y="2901675"/>
              <a:ext cx="168475" cy="547925"/>
            </a:xfrm>
            <a:custGeom>
              <a:avLst/>
              <a:gdLst/>
              <a:ahLst/>
              <a:cxnLst/>
              <a:rect l="l" t="t" r="r" b="b"/>
              <a:pathLst>
                <a:path w="6739" h="21917" extrusionOk="0">
                  <a:moveTo>
                    <a:pt x="3870" y="1"/>
                  </a:moveTo>
                  <a:lnTo>
                    <a:pt x="3870" y="1"/>
                  </a:lnTo>
                  <a:cubicBezTo>
                    <a:pt x="3737" y="501"/>
                    <a:pt x="3537" y="1002"/>
                    <a:pt x="3370" y="1535"/>
                  </a:cubicBezTo>
                  <a:cubicBezTo>
                    <a:pt x="3236" y="1936"/>
                    <a:pt x="3070" y="2369"/>
                    <a:pt x="2936" y="2770"/>
                  </a:cubicBezTo>
                  <a:cubicBezTo>
                    <a:pt x="2836" y="3170"/>
                    <a:pt x="2736" y="3570"/>
                    <a:pt x="2636" y="3937"/>
                  </a:cubicBezTo>
                  <a:cubicBezTo>
                    <a:pt x="2403" y="4804"/>
                    <a:pt x="2102" y="5672"/>
                    <a:pt x="1735" y="6506"/>
                  </a:cubicBezTo>
                  <a:cubicBezTo>
                    <a:pt x="1669" y="6706"/>
                    <a:pt x="1602" y="6906"/>
                    <a:pt x="1535" y="7139"/>
                  </a:cubicBezTo>
                  <a:cubicBezTo>
                    <a:pt x="901" y="9508"/>
                    <a:pt x="568" y="12043"/>
                    <a:pt x="1135" y="14445"/>
                  </a:cubicBezTo>
                  <a:cubicBezTo>
                    <a:pt x="1502" y="15879"/>
                    <a:pt x="2169" y="17247"/>
                    <a:pt x="3170" y="18281"/>
                  </a:cubicBezTo>
                  <a:cubicBezTo>
                    <a:pt x="3245" y="18356"/>
                    <a:pt x="3189" y="18450"/>
                    <a:pt x="3128" y="18450"/>
                  </a:cubicBezTo>
                  <a:cubicBezTo>
                    <a:pt x="3107" y="18450"/>
                    <a:pt x="3086" y="18439"/>
                    <a:pt x="3070" y="18414"/>
                  </a:cubicBezTo>
                  <a:cubicBezTo>
                    <a:pt x="1202" y="16579"/>
                    <a:pt x="468" y="13811"/>
                    <a:pt x="468" y="11176"/>
                  </a:cubicBezTo>
                  <a:cubicBezTo>
                    <a:pt x="468" y="10975"/>
                    <a:pt x="501" y="10742"/>
                    <a:pt x="501" y="10508"/>
                  </a:cubicBezTo>
                  <a:lnTo>
                    <a:pt x="501" y="10508"/>
                  </a:lnTo>
                  <a:cubicBezTo>
                    <a:pt x="468" y="10709"/>
                    <a:pt x="401" y="10909"/>
                    <a:pt x="368" y="11109"/>
                  </a:cubicBezTo>
                  <a:cubicBezTo>
                    <a:pt x="401" y="11176"/>
                    <a:pt x="401" y="11276"/>
                    <a:pt x="368" y="11342"/>
                  </a:cubicBezTo>
                  <a:cubicBezTo>
                    <a:pt x="334" y="11409"/>
                    <a:pt x="334" y="11442"/>
                    <a:pt x="301" y="11476"/>
                  </a:cubicBezTo>
                  <a:cubicBezTo>
                    <a:pt x="68" y="12977"/>
                    <a:pt x="1" y="14511"/>
                    <a:pt x="101" y="16012"/>
                  </a:cubicBezTo>
                  <a:cubicBezTo>
                    <a:pt x="968" y="17547"/>
                    <a:pt x="2069" y="18848"/>
                    <a:pt x="3403" y="19949"/>
                  </a:cubicBezTo>
                  <a:cubicBezTo>
                    <a:pt x="4104" y="20516"/>
                    <a:pt x="4838" y="20983"/>
                    <a:pt x="5605" y="21383"/>
                  </a:cubicBezTo>
                  <a:cubicBezTo>
                    <a:pt x="5972" y="21583"/>
                    <a:pt x="6339" y="21750"/>
                    <a:pt x="6739" y="21917"/>
                  </a:cubicBezTo>
                  <a:cubicBezTo>
                    <a:pt x="4371" y="19748"/>
                    <a:pt x="2936" y="16713"/>
                    <a:pt x="2469" y="13444"/>
                  </a:cubicBezTo>
                  <a:cubicBezTo>
                    <a:pt x="1869" y="9441"/>
                    <a:pt x="3003" y="5505"/>
                    <a:pt x="3670" y="1602"/>
                  </a:cubicBezTo>
                  <a:cubicBezTo>
                    <a:pt x="3737" y="1068"/>
                    <a:pt x="3804" y="535"/>
                    <a:pt x="38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5409875" y="3230250"/>
              <a:ext cx="31700" cy="5875"/>
            </a:xfrm>
            <a:custGeom>
              <a:avLst/>
              <a:gdLst/>
              <a:ahLst/>
              <a:cxnLst/>
              <a:rect l="l" t="t" r="r" b="b"/>
              <a:pathLst>
                <a:path w="1268" h="235" extrusionOk="0">
                  <a:moveTo>
                    <a:pt x="1268" y="1"/>
                  </a:moveTo>
                  <a:cubicBezTo>
                    <a:pt x="1201" y="34"/>
                    <a:pt x="1101" y="67"/>
                    <a:pt x="1001" y="67"/>
                  </a:cubicBezTo>
                  <a:cubicBezTo>
                    <a:pt x="968" y="101"/>
                    <a:pt x="901" y="134"/>
                    <a:pt x="867" y="134"/>
                  </a:cubicBezTo>
                  <a:cubicBezTo>
                    <a:pt x="667" y="134"/>
                    <a:pt x="501" y="167"/>
                    <a:pt x="334" y="167"/>
                  </a:cubicBezTo>
                  <a:cubicBezTo>
                    <a:pt x="300" y="167"/>
                    <a:pt x="300" y="167"/>
                    <a:pt x="267" y="201"/>
                  </a:cubicBezTo>
                  <a:cubicBezTo>
                    <a:pt x="167" y="201"/>
                    <a:pt x="67" y="201"/>
                    <a:pt x="0" y="234"/>
                  </a:cubicBezTo>
                  <a:cubicBezTo>
                    <a:pt x="100" y="201"/>
                    <a:pt x="200" y="201"/>
                    <a:pt x="334" y="201"/>
                  </a:cubicBezTo>
                  <a:cubicBezTo>
                    <a:pt x="601" y="167"/>
                    <a:pt x="901" y="134"/>
                    <a:pt x="1168" y="101"/>
                  </a:cubicBezTo>
                  <a:cubicBezTo>
                    <a:pt x="1201" y="67"/>
                    <a:pt x="1234" y="34"/>
                    <a:pt x="12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5334825" y="3213575"/>
              <a:ext cx="15025" cy="15025"/>
            </a:xfrm>
            <a:custGeom>
              <a:avLst/>
              <a:gdLst/>
              <a:ahLst/>
              <a:cxnLst/>
              <a:rect l="l" t="t" r="r" b="b"/>
              <a:pathLst>
                <a:path w="601" h="601" extrusionOk="0">
                  <a:moveTo>
                    <a:pt x="600" y="1"/>
                  </a:moveTo>
                  <a:lnTo>
                    <a:pt x="600" y="1"/>
                  </a:lnTo>
                  <a:cubicBezTo>
                    <a:pt x="400" y="201"/>
                    <a:pt x="200" y="401"/>
                    <a:pt x="0" y="601"/>
                  </a:cubicBezTo>
                  <a:cubicBezTo>
                    <a:pt x="33" y="601"/>
                    <a:pt x="67" y="568"/>
                    <a:pt x="67" y="568"/>
                  </a:cubicBezTo>
                  <a:cubicBezTo>
                    <a:pt x="267" y="401"/>
                    <a:pt x="434" y="201"/>
                    <a:pt x="6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5363175" y="2362125"/>
              <a:ext cx="289400" cy="855650"/>
            </a:xfrm>
            <a:custGeom>
              <a:avLst/>
              <a:gdLst/>
              <a:ahLst/>
              <a:cxnLst/>
              <a:rect l="l" t="t" r="r" b="b"/>
              <a:pathLst>
                <a:path w="11576" h="34226" extrusionOk="0">
                  <a:moveTo>
                    <a:pt x="6438" y="1"/>
                  </a:moveTo>
                  <a:cubicBezTo>
                    <a:pt x="6572" y="735"/>
                    <a:pt x="6638" y="1469"/>
                    <a:pt x="6738" y="2202"/>
                  </a:cubicBezTo>
                  <a:cubicBezTo>
                    <a:pt x="6738" y="2436"/>
                    <a:pt x="6772" y="2669"/>
                    <a:pt x="6805" y="2936"/>
                  </a:cubicBezTo>
                  <a:cubicBezTo>
                    <a:pt x="7272" y="4771"/>
                    <a:pt x="7472" y="6672"/>
                    <a:pt x="7606" y="8540"/>
                  </a:cubicBezTo>
                  <a:cubicBezTo>
                    <a:pt x="7706" y="10809"/>
                    <a:pt x="7672" y="13077"/>
                    <a:pt x="7405" y="15312"/>
                  </a:cubicBezTo>
                  <a:cubicBezTo>
                    <a:pt x="6838" y="20149"/>
                    <a:pt x="5471" y="24919"/>
                    <a:pt x="3069" y="29122"/>
                  </a:cubicBezTo>
                  <a:cubicBezTo>
                    <a:pt x="2469" y="30189"/>
                    <a:pt x="1801" y="31223"/>
                    <a:pt x="1034" y="32191"/>
                  </a:cubicBezTo>
                  <a:cubicBezTo>
                    <a:pt x="1068" y="32191"/>
                    <a:pt x="1101" y="32157"/>
                    <a:pt x="1101" y="32124"/>
                  </a:cubicBezTo>
                  <a:cubicBezTo>
                    <a:pt x="1801" y="31257"/>
                    <a:pt x="2502" y="30356"/>
                    <a:pt x="3136" y="29455"/>
                  </a:cubicBezTo>
                  <a:cubicBezTo>
                    <a:pt x="4403" y="27587"/>
                    <a:pt x="5471" y="25586"/>
                    <a:pt x="6371" y="23484"/>
                  </a:cubicBezTo>
                  <a:cubicBezTo>
                    <a:pt x="6905" y="22283"/>
                    <a:pt x="7339" y="21049"/>
                    <a:pt x="7739" y="19815"/>
                  </a:cubicBezTo>
                  <a:cubicBezTo>
                    <a:pt x="7753" y="19773"/>
                    <a:pt x="7790" y="19755"/>
                    <a:pt x="7827" y="19755"/>
                  </a:cubicBezTo>
                  <a:cubicBezTo>
                    <a:pt x="7877" y="19755"/>
                    <a:pt x="7925" y="19790"/>
                    <a:pt x="7906" y="19848"/>
                  </a:cubicBezTo>
                  <a:cubicBezTo>
                    <a:pt x="7239" y="22083"/>
                    <a:pt x="6438" y="24285"/>
                    <a:pt x="5471" y="26386"/>
                  </a:cubicBezTo>
                  <a:cubicBezTo>
                    <a:pt x="4503" y="28521"/>
                    <a:pt x="3336" y="30523"/>
                    <a:pt x="1868" y="32324"/>
                  </a:cubicBezTo>
                  <a:cubicBezTo>
                    <a:pt x="1301" y="33024"/>
                    <a:pt x="667" y="33658"/>
                    <a:pt x="0" y="34225"/>
                  </a:cubicBezTo>
                  <a:cubicBezTo>
                    <a:pt x="234" y="34092"/>
                    <a:pt x="501" y="33958"/>
                    <a:pt x="734" y="33792"/>
                  </a:cubicBezTo>
                  <a:cubicBezTo>
                    <a:pt x="1068" y="33525"/>
                    <a:pt x="1368" y="33225"/>
                    <a:pt x="1635" y="32891"/>
                  </a:cubicBezTo>
                  <a:cubicBezTo>
                    <a:pt x="2268" y="32224"/>
                    <a:pt x="2902" y="31523"/>
                    <a:pt x="3536" y="30790"/>
                  </a:cubicBezTo>
                  <a:cubicBezTo>
                    <a:pt x="4804" y="29355"/>
                    <a:pt x="5804" y="27654"/>
                    <a:pt x="6672" y="25886"/>
                  </a:cubicBezTo>
                  <a:cubicBezTo>
                    <a:pt x="6690" y="25867"/>
                    <a:pt x="6711" y="25859"/>
                    <a:pt x="6732" y="25859"/>
                  </a:cubicBezTo>
                  <a:cubicBezTo>
                    <a:pt x="6784" y="25859"/>
                    <a:pt x="6829" y="25914"/>
                    <a:pt x="6805" y="25986"/>
                  </a:cubicBezTo>
                  <a:cubicBezTo>
                    <a:pt x="6371" y="26920"/>
                    <a:pt x="5838" y="27821"/>
                    <a:pt x="5304" y="28721"/>
                  </a:cubicBezTo>
                  <a:cubicBezTo>
                    <a:pt x="4804" y="29589"/>
                    <a:pt x="4303" y="30456"/>
                    <a:pt x="3736" y="31290"/>
                  </a:cubicBezTo>
                  <a:cubicBezTo>
                    <a:pt x="3202" y="32090"/>
                    <a:pt x="2602" y="32891"/>
                    <a:pt x="1935" y="33592"/>
                  </a:cubicBezTo>
                  <a:cubicBezTo>
                    <a:pt x="1935" y="33625"/>
                    <a:pt x="1902" y="33658"/>
                    <a:pt x="1868" y="33692"/>
                  </a:cubicBezTo>
                  <a:cubicBezTo>
                    <a:pt x="2735" y="33225"/>
                    <a:pt x="3569" y="32658"/>
                    <a:pt x="4337" y="31957"/>
                  </a:cubicBezTo>
                  <a:cubicBezTo>
                    <a:pt x="4904" y="31457"/>
                    <a:pt x="5404" y="30890"/>
                    <a:pt x="5838" y="30289"/>
                  </a:cubicBezTo>
                  <a:cubicBezTo>
                    <a:pt x="6071" y="29956"/>
                    <a:pt x="6271" y="29655"/>
                    <a:pt x="6505" y="29322"/>
                  </a:cubicBezTo>
                  <a:cubicBezTo>
                    <a:pt x="6705" y="28988"/>
                    <a:pt x="6938" y="28621"/>
                    <a:pt x="7105" y="28254"/>
                  </a:cubicBezTo>
                  <a:cubicBezTo>
                    <a:pt x="7115" y="28245"/>
                    <a:pt x="7125" y="28241"/>
                    <a:pt x="7134" y="28241"/>
                  </a:cubicBezTo>
                  <a:cubicBezTo>
                    <a:pt x="7155" y="28241"/>
                    <a:pt x="7172" y="28264"/>
                    <a:pt x="7172" y="28288"/>
                  </a:cubicBezTo>
                  <a:cubicBezTo>
                    <a:pt x="7005" y="28688"/>
                    <a:pt x="6872" y="29055"/>
                    <a:pt x="6705" y="29422"/>
                  </a:cubicBezTo>
                  <a:cubicBezTo>
                    <a:pt x="6505" y="29789"/>
                    <a:pt x="6305" y="30122"/>
                    <a:pt x="6071" y="30456"/>
                  </a:cubicBezTo>
                  <a:cubicBezTo>
                    <a:pt x="5638" y="31123"/>
                    <a:pt x="5104" y="31757"/>
                    <a:pt x="4570" y="32324"/>
                  </a:cubicBezTo>
                  <a:cubicBezTo>
                    <a:pt x="4136" y="32724"/>
                    <a:pt x="3703" y="33125"/>
                    <a:pt x="3236" y="33491"/>
                  </a:cubicBezTo>
                  <a:cubicBezTo>
                    <a:pt x="3770" y="33258"/>
                    <a:pt x="4303" y="32958"/>
                    <a:pt x="4804" y="32591"/>
                  </a:cubicBezTo>
                  <a:cubicBezTo>
                    <a:pt x="6605" y="31257"/>
                    <a:pt x="7906" y="29355"/>
                    <a:pt x="8806" y="27254"/>
                  </a:cubicBezTo>
                  <a:cubicBezTo>
                    <a:pt x="9240" y="25986"/>
                    <a:pt x="9640" y="24685"/>
                    <a:pt x="10007" y="23384"/>
                  </a:cubicBezTo>
                  <a:cubicBezTo>
                    <a:pt x="10174" y="22717"/>
                    <a:pt x="10374" y="22050"/>
                    <a:pt x="10574" y="21349"/>
                  </a:cubicBezTo>
                  <a:cubicBezTo>
                    <a:pt x="10608" y="21116"/>
                    <a:pt x="10674" y="20882"/>
                    <a:pt x="10741" y="20649"/>
                  </a:cubicBezTo>
                  <a:cubicBezTo>
                    <a:pt x="10741" y="20616"/>
                    <a:pt x="10741" y="20582"/>
                    <a:pt x="10775" y="20582"/>
                  </a:cubicBezTo>
                  <a:cubicBezTo>
                    <a:pt x="11075" y="19415"/>
                    <a:pt x="11308" y="18247"/>
                    <a:pt x="11442" y="17080"/>
                  </a:cubicBezTo>
                  <a:cubicBezTo>
                    <a:pt x="11442" y="16846"/>
                    <a:pt x="11408" y="16579"/>
                    <a:pt x="11408" y="16312"/>
                  </a:cubicBezTo>
                  <a:cubicBezTo>
                    <a:pt x="11375" y="16212"/>
                    <a:pt x="11442" y="16112"/>
                    <a:pt x="11542" y="16079"/>
                  </a:cubicBezTo>
                  <a:cubicBezTo>
                    <a:pt x="11575" y="15412"/>
                    <a:pt x="11542" y="14745"/>
                    <a:pt x="11475" y="14111"/>
                  </a:cubicBezTo>
                  <a:cubicBezTo>
                    <a:pt x="11242" y="16713"/>
                    <a:pt x="10574" y="19281"/>
                    <a:pt x="9740" y="21750"/>
                  </a:cubicBezTo>
                  <a:cubicBezTo>
                    <a:pt x="9107" y="23618"/>
                    <a:pt x="8339" y="25419"/>
                    <a:pt x="7472" y="27187"/>
                  </a:cubicBezTo>
                  <a:cubicBezTo>
                    <a:pt x="7463" y="27196"/>
                    <a:pt x="7452" y="27200"/>
                    <a:pt x="7440" y="27200"/>
                  </a:cubicBezTo>
                  <a:cubicBezTo>
                    <a:pt x="7408" y="27200"/>
                    <a:pt x="7372" y="27169"/>
                    <a:pt x="7372" y="27120"/>
                  </a:cubicBezTo>
                  <a:cubicBezTo>
                    <a:pt x="8706" y="23951"/>
                    <a:pt x="9841" y="20682"/>
                    <a:pt x="10374" y="17213"/>
                  </a:cubicBezTo>
                  <a:cubicBezTo>
                    <a:pt x="10875" y="13911"/>
                    <a:pt x="10908" y="10442"/>
                    <a:pt x="10341" y="7139"/>
                  </a:cubicBezTo>
                  <a:cubicBezTo>
                    <a:pt x="10274" y="6872"/>
                    <a:pt x="10241" y="6572"/>
                    <a:pt x="10174" y="6305"/>
                  </a:cubicBezTo>
                  <a:lnTo>
                    <a:pt x="10174" y="6305"/>
                  </a:lnTo>
                  <a:cubicBezTo>
                    <a:pt x="10541" y="9041"/>
                    <a:pt x="10374" y="11909"/>
                    <a:pt x="9941" y="14611"/>
                  </a:cubicBezTo>
                  <a:cubicBezTo>
                    <a:pt x="9640" y="16446"/>
                    <a:pt x="9140" y="18281"/>
                    <a:pt x="8640" y="20115"/>
                  </a:cubicBezTo>
                  <a:cubicBezTo>
                    <a:pt x="8627" y="20166"/>
                    <a:pt x="8595" y="20188"/>
                    <a:pt x="8562" y="20188"/>
                  </a:cubicBezTo>
                  <a:cubicBezTo>
                    <a:pt x="8508" y="20188"/>
                    <a:pt x="8452" y="20131"/>
                    <a:pt x="8473" y="20049"/>
                  </a:cubicBezTo>
                  <a:cubicBezTo>
                    <a:pt x="9841" y="14678"/>
                    <a:pt x="10308" y="8774"/>
                    <a:pt x="8606" y="3403"/>
                  </a:cubicBezTo>
                  <a:lnTo>
                    <a:pt x="8606" y="3403"/>
                  </a:lnTo>
                  <a:cubicBezTo>
                    <a:pt x="8840" y="4537"/>
                    <a:pt x="9040" y="5705"/>
                    <a:pt x="9140" y="6872"/>
                  </a:cubicBezTo>
                  <a:cubicBezTo>
                    <a:pt x="9240" y="8040"/>
                    <a:pt x="9207" y="9207"/>
                    <a:pt x="9173" y="10408"/>
                  </a:cubicBezTo>
                  <a:cubicBezTo>
                    <a:pt x="9107" y="11709"/>
                    <a:pt x="8973" y="13043"/>
                    <a:pt x="8706" y="14344"/>
                  </a:cubicBezTo>
                  <a:cubicBezTo>
                    <a:pt x="8694" y="14395"/>
                    <a:pt x="8657" y="14417"/>
                    <a:pt x="8618" y="14417"/>
                  </a:cubicBezTo>
                  <a:cubicBezTo>
                    <a:pt x="8554" y="14417"/>
                    <a:pt x="8486" y="14360"/>
                    <a:pt x="8506" y="14278"/>
                  </a:cubicBezTo>
                  <a:cubicBezTo>
                    <a:pt x="8873" y="11976"/>
                    <a:pt x="8873" y="9674"/>
                    <a:pt x="8540" y="7373"/>
                  </a:cubicBezTo>
                  <a:cubicBezTo>
                    <a:pt x="8239" y="5104"/>
                    <a:pt x="7606" y="2903"/>
                    <a:pt x="6772" y="801"/>
                  </a:cubicBezTo>
                  <a:cubicBezTo>
                    <a:pt x="6672" y="535"/>
                    <a:pt x="6538" y="268"/>
                    <a:pt x="64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4919525" y="2437175"/>
              <a:ext cx="194325" cy="184400"/>
            </a:xfrm>
            <a:custGeom>
              <a:avLst/>
              <a:gdLst/>
              <a:ahLst/>
              <a:cxnLst/>
              <a:rect l="l" t="t" r="r" b="b"/>
              <a:pathLst>
                <a:path w="7773" h="7376" extrusionOk="0">
                  <a:moveTo>
                    <a:pt x="1535" y="1502"/>
                  </a:moveTo>
                  <a:cubicBezTo>
                    <a:pt x="1527" y="1522"/>
                    <a:pt x="1519" y="1543"/>
                    <a:pt x="1512" y="1564"/>
                  </a:cubicBezTo>
                  <a:lnTo>
                    <a:pt x="1512" y="1564"/>
                  </a:lnTo>
                  <a:cubicBezTo>
                    <a:pt x="1522" y="1543"/>
                    <a:pt x="1535" y="1523"/>
                    <a:pt x="1535" y="1502"/>
                  </a:cubicBezTo>
                  <a:close/>
                  <a:moveTo>
                    <a:pt x="1512" y="1564"/>
                  </a:moveTo>
                  <a:cubicBezTo>
                    <a:pt x="1507" y="1574"/>
                    <a:pt x="1503" y="1584"/>
                    <a:pt x="1502" y="1595"/>
                  </a:cubicBezTo>
                  <a:lnTo>
                    <a:pt x="1502" y="1595"/>
                  </a:lnTo>
                  <a:cubicBezTo>
                    <a:pt x="1505" y="1584"/>
                    <a:pt x="1509" y="1574"/>
                    <a:pt x="1512" y="1564"/>
                  </a:cubicBezTo>
                  <a:close/>
                  <a:moveTo>
                    <a:pt x="1502" y="1595"/>
                  </a:moveTo>
                  <a:cubicBezTo>
                    <a:pt x="1501" y="1599"/>
                    <a:pt x="1499" y="1602"/>
                    <a:pt x="1498" y="1606"/>
                  </a:cubicBezTo>
                  <a:lnTo>
                    <a:pt x="1498" y="1606"/>
                  </a:lnTo>
                  <a:cubicBezTo>
                    <a:pt x="1499" y="1605"/>
                    <a:pt x="1500" y="1604"/>
                    <a:pt x="1501" y="1602"/>
                  </a:cubicBezTo>
                  <a:cubicBezTo>
                    <a:pt x="1501" y="1600"/>
                    <a:pt x="1501" y="1597"/>
                    <a:pt x="1502" y="1595"/>
                  </a:cubicBezTo>
                  <a:close/>
                  <a:moveTo>
                    <a:pt x="6238" y="1"/>
                  </a:moveTo>
                  <a:lnTo>
                    <a:pt x="6238" y="1"/>
                  </a:lnTo>
                  <a:cubicBezTo>
                    <a:pt x="6505" y="401"/>
                    <a:pt x="6705" y="835"/>
                    <a:pt x="6805" y="1269"/>
                  </a:cubicBezTo>
                  <a:cubicBezTo>
                    <a:pt x="7039" y="2203"/>
                    <a:pt x="7105" y="3370"/>
                    <a:pt x="6405" y="4137"/>
                  </a:cubicBezTo>
                  <a:cubicBezTo>
                    <a:pt x="6405" y="4144"/>
                    <a:pt x="6402" y="4146"/>
                    <a:pt x="6399" y="4146"/>
                  </a:cubicBezTo>
                  <a:cubicBezTo>
                    <a:pt x="6383" y="4146"/>
                    <a:pt x="6344" y="4098"/>
                    <a:pt x="6371" y="4071"/>
                  </a:cubicBezTo>
                  <a:cubicBezTo>
                    <a:pt x="7005" y="3303"/>
                    <a:pt x="6838" y="2169"/>
                    <a:pt x="6471" y="1302"/>
                  </a:cubicBezTo>
                  <a:cubicBezTo>
                    <a:pt x="6271" y="835"/>
                    <a:pt x="6038" y="435"/>
                    <a:pt x="5738" y="34"/>
                  </a:cubicBezTo>
                  <a:lnTo>
                    <a:pt x="5738" y="34"/>
                  </a:lnTo>
                  <a:cubicBezTo>
                    <a:pt x="6105" y="668"/>
                    <a:pt x="6305" y="1435"/>
                    <a:pt x="6205" y="2169"/>
                  </a:cubicBezTo>
                  <a:cubicBezTo>
                    <a:pt x="6038" y="3203"/>
                    <a:pt x="5337" y="4171"/>
                    <a:pt x="4403" y="4504"/>
                  </a:cubicBezTo>
                  <a:cubicBezTo>
                    <a:pt x="4167" y="4580"/>
                    <a:pt x="3921" y="4618"/>
                    <a:pt x="3677" y="4618"/>
                  </a:cubicBezTo>
                  <a:cubicBezTo>
                    <a:pt x="2958" y="4618"/>
                    <a:pt x="2250" y="4293"/>
                    <a:pt x="1801" y="3670"/>
                  </a:cubicBezTo>
                  <a:cubicBezTo>
                    <a:pt x="1389" y="3099"/>
                    <a:pt x="1278" y="2287"/>
                    <a:pt x="1498" y="1606"/>
                  </a:cubicBezTo>
                  <a:lnTo>
                    <a:pt x="1498" y="1606"/>
                  </a:lnTo>
                  <a:cubicBezTo>
                    <a:pt x="1266" y="1905"/>
                    <a:pt x="1101" y="2238"/>
                    <a:pt x="1034" y="2603"/>
                  </a:cubicBezTo>
                  <a:cubicBezTo>
                    <a:pt x="867" y="3270"/>
                    <a:pt x="934" y="4037"/>
                    <a:pt x="1268" y="4671"/>
                  </a:cubicBezTo>
                  <a:cubicBezTo>
                    <a:pt x="1568" y="5271"/>
                    <a:pt x="2102" y="5738"/>
                    <a:pt x="2735" y="5972"/>
                  </a:cubicBezTo>
                  <a:cubicBezTo>
                    <a:pt x="3022" y="6076"/>
                    <a:pt x="3304" y="6119"/>
                    <a:pt x="3582" y="6119"/>
                  </a:cubicBezTo>
                  <a:cubicBezTo>
                    <a:pt x="4016" y="6119"/>
                    <a:pt x="4443" y="6014"/>
                    <a:pt x="4870" y="5872"/>
                  </a:cubicBezTo>
                  <a:cubicBezTo>
                    <a:pt x="4883" y="5869"/>
                    <a:pt x="4895" y="5868"/>
                    <a:pt x="4907" y="5868"/>
                  </a:cubicBezTo>
                  <a:cubicBezTo>
                    <a:pt x="5046" y="5868"/>
                    <a:pt x="5091" y="6044"/>
                    <a:pt x="4937" y="6105"/>
                  </a:cubicBezTo>
                  <a:cubicBezTo>
                    <a:pt x="4499" y="6293"/>
                    <a:pt x="4047" y="6416"/>
                    <a:pt x="3583" y="6416"/>
                  </a:cubicBezTo>
                  <a:cubicBezTo>
                    <a:pt x="3305" y="6416"/>
                    <a:pt x="3023" y="6372"/>
                    <a:pt x="2735" y="6272"/>
                  </a:cubicBezTo>
                  <a:cubicBezTo>
                    <a:pt x="2102" y="6072"/>
                    <a:pt x="1535" y="5638"/>
                    <a:pt x="1134" y="5071"/>
                  </a:cubicBezTo>
                  <a:cubicBezTo>
                    <a:pt x="767" y="4471"/>
                    <a:pt x="634" y="3704"/>
                    <a:pt x="701" y="3003"/>
                  </a:cubicBezTo>
                  <a:cubicBezTo>
                    <a:pt x="767" y="2670"/>
                    <a:pt x="867" y="2303"/>
                    <a:pt x="1001" y="2002"/>
                  </a:cubicBezTo>
                  <a:cubicBezTo>
                    <a:pt x="1034" y="1936"/>
                    <a:pt x="1101" y="1869"/>
                    <a:pt x="1134" y="1802"/>
                  </a:cubicBezTo>
                  <a:lnTo>
                    <a:pt x="1134" y="1802"/>
                  </a:lnTo>
                  <a:cubicBezTo>
                    <a:pt x="267" y="2736"/>
                    <a:pt x="0" y="4304"/>
                    <a:pt x="601" y="5472"/>
                  </a:cubicBezTo>
                  <a:cubicBezTo>
                    <a:pt x="1001" y="6272"/>
                    <a:pt x="1701" y="6906"/>
                    <a:pt x="2502" y="7173"/>
                  </a:cubicBezTo>
                  <a:cubicBezTo>
                    <a:pt x="2865" y="7312"/>
                    <a:pt x="3239" y="7376"/>
                    <a:pt x="3613" y="7376"/>
                  </a:cubicBezTo>
                  <a:cubicBezTo>
                    <a:pt x="4133" y="7376"/>
                    <a:pt x="4652" y="7253"/>
                    <a:pt x="5137" y="7039"/>
                  </a:cubicBezTo>
                  <a:cubicBezTo>
                    <a:pt x="6838" y="6239"/>
                    <a:pt x="7772" y="4337"/>
                    <a:pt x="7506" y="2436"/>
                  </a:cubicBezTo>
                  <a:cubicBezTo>
                    <a:pt x="7372" y="1502"/>
                    <a:pt x="6938" y="668"/>
                    <a:pt x="6271" y="34"/>
                  </a:cubicBezTo>
                  <a:cubicBezTo>
                    <a:pt x="6271" y="1"/>
                    <a:pt x="6238" y="1"/>
                    <a:pt x="62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4960375" y="2453250"/>
              <a:ext cx="53400" cy="73200"/>
            </a:xfrm>
            <a:custGeom>
              <a:avLst/>
              <a:gdLst/>
              <a:ahLst/>
              <a:cxnLst/>
              <a:rect l="l" t="t" r="r" b="b"/>
              <a:pathLst>
                <a:path w="2136" h="2928" extrusionOk="0">
                  <a:moveTo>
                    <a:pt x="1761" y="0"/>
                  </a:moveTo>
                  <a:cubicBezTo>
                    <a:pt x="1387" y="0"/>
                    <a:pt x="1018" y="75"/>
                    <a:pt x="668" y="225"/>
                  </a:cubicBezTo>
                  <a:cubicBezTo>
                    <a:pt x="668" y="325"/>
                    <a:pt x="601" y="425"/>
                    <a:pt x="468" y="492"/>
                  </a:cubicBezTo>
                  <a:lnTo>
                    <a:pt x="434" y="492"/>
                  </a:lnTo>
                  <a:cubicBezTo>
                    <a:pt x="34" y="1093"/>
                    <a:pt x="1" y="1960"/>
                    <a:pt x="368" y="2594"/>
                  </a:cubicBezTo>
                  <a:cubicBezTo>
                    <a:pt x="401" y="2727"/>
                    <a:pt x="501" y="2827"/>
                    <a:pt x="568" y="2927"/>
                  </a:cubicBezTo>
                  <a:cubicBezTo>
                    <a:pt x="568" y="2660"/>
                    <a:pt x="568" y="2393"/>
                    <a:pt x="634" y="2127"/>
                  </a:cubicBezTo>
                  <a:cubicBezTo>
                    <a:pt x="701" y="1793"/>
                    <a:pt x="868" y="1493"/>
                    <a:pt x="1035" y="1226"/>
                  </a:cubicBezTo>
                  <a:cubicBezTo>
                    <a:pt x="1235" y="959"/>
                    <a:pt x="1468" y="726"/>
                    <a:pt x="1735" y="525"/>
                  </a:cubicBezTo>
                  <a:cubicBezTo>
                    <a:pt x="1802" y="459"/>
                    <a:pt x="1869" y="425"/>
                    <a:pt x="1935" y="359"/>
                  </a:cubicBezTo>
                  <a:lnTo>
                    <a:pt x="1935" y="359"/>
                  </a:lnTo>
                  <a:cubicBezTo>
                    <a:pt x="1468" y="459"/>
                    <a:pt x="1001" y="759"/>
                    <a:pt x="701" y="1193"/>
                  </a:cubicBezTo>
                  <a:cubicBezTo>
                    <a:pt x="679" y="1226"/>
                    <a:pt x="646" y="1241"/>
                    <a:pt x="613" y="1241"/>
                  </a:cubicBezTo>
                  <a:cubicBezTo>
                    <a:pt x="549" y="1241"/>
                    <a:pt x="490" y="1181"/>
                    <a:pt x="534" y="1093"/>
                  </a:cubicBezTo>
                  <a:cubicBezTo>
                    <a:pt x="901" y="525"/>
                    <a:pt x="1502" y="125"/>
                    <a:pt x="2136" y="25"/>
                  </a:cubicBezTo>
                  <a:cubicBezTo>
                    <a:pt x="2010" y="8"/>
                    <a:pt x="1885" y="0"/>
                    <a:pt x="17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975400" y="2461375"/>
              <a:ext cx="45875" cy="80900"/>
            </a:xfrm>
            <a:custGeom>
              <a:avLst/>
              <a:gdLst/>
              <a:ahLst/>
              <a:cxnLst/>
              <a:rect l="l" t="t" r="r" b="b"/>
              <a:pathLst>
                <a:path w="1835" h="3236" extrusionOk="0">
                  <a:moveTo>
                    <a:pt x="1735" y="0"/>
                  </a:moveTo>
                  <a:cubicBezTo>
                    <a:pt x="1601" y="100"/>
                    <a:pt x="1468" y="167"/>
                    <a:pt x="1334" y="267"/>
                  </a:cubicBezTo>
                  <a:cubicBezTo>
                    <a:pt x="1101" y="467"/>
                    <a:pt x="867" y="701"/>
                    <a:pt x="667" y="968"/>
                  </a:cubicBezTo>
                  <a:cubicBezTo>
                    <a:pt x="334" y="1435"/>
                    <a:pt x="0" y="2202"/>
                    <a:pt x="267" y="2769"/>
                  </a:cubicBezTo>
                  <a:cubicBezTo>
                    <a:pt x="267" y="2802"/>
                    <a:pt x="267" y="2802"/>
                    <a:pt x="267" y="2836"/>
                  </a:cubicBezTo>
                  <a:cubicBezTo>
                    <a:pt x="534" y="3036"/>
                    <a:pt x="867" y="3169"/>
                    <a:pt x="1234" y="3236"/>
                  </a:cubicBezTo>
                  <a:cubicBezTo>
                    <a:pt x="901" y="2836"/>
                    <a:pt x="834" y="2068"/>
                    <a:pt x="934" y="1601"/>
                  </a:cubicBezTo>
                  <a:cubicBezTo>
                    <a:pt x="1068" y="968"/>
                    <a:pt x="1368" y="401"/>
                    <a:pt x="18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4773575" y="2806625"/>
              <a:ext cx="7525" cy="47550"/>
            </a:xfrm>
            <a:custGeom>
              <a:avLst/>
              <a:gdLst/>
              <a:ahLst/>
              <a:cxnLst/>
              <a:rect l="l" t="t" r="r" b="b"/>
              <a:pathLst>
                <a:path w="301" h="1902" extrusionOk="0">
                  <a:moveTo>
                    <a:pt x="1" y="1"/>
                  </a:moveTo>
                  <a:cubicBezTo>
                    <a:pt x="67" y="434"/>
                    <a:pt x="134" y="868"/>
                    <a:pt x="201" y="1301"/>
                  </a:cubicBezTo>
                  <a:cubicBezTo>
                    <a:pt x="234" y="1501"/>
                    <a:pt x="268" y="1701"/>
                    <a:pt x="301" y="1902"/>
                  </a:cubicBezTo>
                  <a:cubicBezTo>
                    <a:pt x="301" y="1701"/>
                    <a:pt x="301" y="1468"/>
                    <a:pt x="301" y="1268"/>
                  </a:cubicBezTo>
                  <a:cubicBezTo>
                    <a:pt x="301" y="1268"/>
                    <a:pt x="301" y="1268"/>
                    <a:pt x="301" y="1234"/>
                  </a:cubicBezTo>
                  <a:cubicBezTo>
                    <a:pt x="168" y="834"/>
                    <a:pt x="67" y="434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5071300" y="2662850"/>
              <a:ext cx="167625" cy="150475"/>
            </a:xfrm>
            <a:custGeom>
              <a:avLst/>
              <a:gdLst/>
              <a:ahLst/>
              <a:cxnLst/>
              <a:rect l="l" t="t" r="r" b="b"/>
              <a:pathLst>
                <a:path w="6705" h="6019" extrusionOk="0">
                  <a:moveTo>
                    <a:pt x="3088" y="1"/>
                  </a:moveTo>
                  <a:cubicBezTo>
                    <a:pt x="1933" y="1"/>
                    <a:pt x="848" y="526"/>
                    <a:pt x="0" y="1348"/>
                  </a:cubicBezTo>
                  <a:cubicBezTo>
                    <a:pt x="134" y="1248"/>
                    <a:pt x="300" y="1181"/>
                    <a:pt x="400" y="1148"/>
                  </a:cubicBezTo>
                  <a:cubicBezTo>
                    <a:pt x="934" y="881"/>
                    <a:pt x="1512" y="748"/>
                    <a:pt x="2096" y="748"/>
                  </a:cubicBezTo>
                  <a:cubicBezTo>
                    <a:pt x="2387" y="748"/>
                    <a:pt x="2680" y="781"/>
                    <a:pt x="2969" y="848"/>
                  </a:cubicBezTo>
                  <a:cubicBezTo>
                    <a:pt x="3736" y="1048"/>
                    <a:pt x="4403" y="1515"/>
                    <a:pt x="4770" y="2249"/>
                  </a:cubicBezTo>
                  <a:cubicBezTo>
                    <a:pt x="5070" y="2949"/>
                    <a:pt x="5037" y="3783"/>
                    <a:pt x="4603" y="4417"/>
                  </a:cubicBezTo>
                  <a:cubicBezTo>
                    <a:pt x="4136" y="5084"/>
                    <a:pt x="3336" y="5451"/>
                    <a:pt x="2535" y="5451"/>
                  </a:cubicBezTo>
                  <a:cubicBezTo>
                    <a:pt x="3169" y="5785"/>
                    <a:pt x="3836" y="5951"/>
                    <a:pt x="4537" y="6018"/>
                  </a:cubicBezTo>
                  <a:cubicBezTo>
                    <a:pt x="4570" y="5985"/>
                    <a:pt x="4570" y="5951"/>
                    <a:pt x="4603" y="5951"/>
                  </a:cubicBezTo>
                  <a:cubicBezTo>
                    <a:pt x="5838" y="5651"/>
                    <a:pt x="6705" y="4283"/>
                    <a:pt x="6572" y="2983"/>
                  </a:cubicBezTo>
                  <a:cubicBezTo>
                    <a:pt x="6471" y="1615"/>
                    <a:pt x="5371" y="481"/>
                    <a:pt x="4136" y="147"/>
                  </a:cubicBezTo>
                  <a:cubicBezTo>
                    <a:pt x="3784" y="48"/>
                    <a:pt x="3433" y="1"/>
                    <a:pt x="30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5023750" y="2546425"/>
              <a:ext cx="451200" cy="402100"/>
            </a:xfrm>
            <a:custGeom>
              <a:avLst/>
              <a:gdLst/>
              <a:ahLst/>
              <a:cxnLst/>
              <a:rect l="l" t="t" r="r" b="b"/>
              <a:pathLst>
                <a:path w="18048" h="16084" extrusionOk="0">
                  <a:moveTo>
                    <a:pt x="18047" y="1"/>
                  </a:moveTo>
                  <a:cubicBezTo>
                    <a:pt x="17980" y="234"/>
                    <a:pt x="17880" y="468"/>
                    <a:pt x="17780" y="701"/>
                  </a:cubicBezTo>
                  <a:cubicBezTo>
                    <a:pt x="17680" y="901"/>
                    <a:pt x="17580" y="1068"/>
                    <a:pt x="17480" y="1268"/>
                  </a:cubicBezTo>
                  <a:cubicBezTo>
                    <a:pt x="17413" y="3236"/>
                    <a:pt x="16646" y="5204"/>
                    <a:pt x="15679" y="6839"/>
                  </a:cubicBezTo>
                  <a:cubicBezTo>
                    <a:pt x="14678" y="8540"/>
                    <a:pt x="13377" y="10008"/>
                    <a:pt x="11843" y="11175"/>
                  </a:cubicBezTo>
                  <a:cubicBezTo>
                    <a:pt x="11009" y="11843"/>
                    <a:pt x="10075" y="12376"/>
                    <a:pt x="9074" y="12777"/>
                  </a:cubicBezTo>
                  <a:cubicBezTo>
                    <a:pt x="9065" y="12780"/>
                    <a:pt x="9056" y="12781"/>
                    <a:pt x="9048" y="12781"/>
                  </a:cubicBezTo>
                  <a:cubicBezTo>
                    <a:pt x="8963" y="12781"/>
                    <a:pt x="8916" y="12637"/>
                    <a:pt x="9007" y="12576"/>
                  </a:cubicBezTo>
                  <a:cubicBezTo>
                    <a:pt x="12343" y="10942"/>
                    <a:pt x="14945" y="7940"/>
                    <a:pt x="16212" y="4337"/>
                  </a:cubicBezTo>
                  <a:cubicBezTo>
                    <a:pt x="16446" y="3637"/>
                    <a:pt x="16613" y="2936"/>
                    <a:pt x="16779" y="2236"/>
                  </a:cubicBezTo>
                  <a:lnTo>
                    <a:pt x="16779" y="2236"/>
                  </a:lnTo>
                  <a:cubicBezTo>
                    <a:pt x="16513" y="2569"/>
                    <a:pt x="16212" y="2869"/>
                    <a:pt x="15879" y="3103"/>
                  </a:cubicBezTo>
                  <a:cubicBezTo>
                    <a:pt x="15278" y="5071"/>
                    <a:pt x="14278" y="6839"/>
                    <a:pt x="12910" y="8307"/>
                  </a:cubicBezTo>
                  <a:cubicBezTo>
                    <a:pt x="11409" y="9908"/>
                    <a:pt x="9441" y="11175"/>
                    <a:pt x="7273" y="11242"/>
                  </a:cubicBezTo>
                  <a:cubicBezTo>
                    <a:pt x="7215" y="11244"/>
                    <a:pt x="7157" y="11245"/>
                    <a:pt x="7099" y="11245"/>
                  </a:cubicBezTo>
                  <a:cubicBezTo>
                    <a:pt x="5987" y="11245"/>
                    <a:pt x="4856" y="10939"/>
                    <a:pt x="3937" y="10241"/>
                  </a:cubicBezTo>
                  <a:cubicBezTo>
                    <a:pt x="3738" y="10128"/>
                    <a:pt x="3853" y="9846"/>
                    <a:pt x="4015" y="9846"/>
                  </a:cubicBezTo>
                  <a:cubicBezTo>
                    <a:pt x="4044" y="9846"/>
                    <a:pt x="4074" y="9855"/>
                    <a:pt x="4104" y="9874"/>
                  </a:cubicBezTo>
                  <a:cubicBezTo>
                    <a:pt x="4137" y="9908"/>
                    <a:pt x="4137" y="9908"/>
                    <a:pt x="4137" y="9908"/>
                  </a:cubicBezTo>
                  <a:cubicBezTo>
                    <a:pt x="5004" y="9774"/>
                    <a:pt x="5938" y="9574"/>
                    <a:pt x="6372" y="8674"/>
                  </a:cubicBezTo>
                  <a:cubicBezTo>
                    <a:pt x="6739" y="7873"/>
                    <a:pt x="6405" y="6872"/>
                    <a:pt x="5772" y="6339"/>
                  </a:cubicBezTo>
                  <a:cubicBezTo>
                    <a:pt x="5269" y="5932"/>
                    <a:pt x="4629" y="5765"/>
                    <a:pt x="4000" y="5765"/>
                  </a:cubicBezTo>
                  <a:cubicBezTo>
                    <a:pt x="3752" y="5765"/>
                    <a:pt x="3505" y="5791"/>
                    <a:pt x="3270" y="5838"/>
                  </a:cubicBezTo>
                  <a:cubicBezTo>
                    <a:pt x="2803" y="5938"/>
                    <a:pt x="2369" y="6072"/>
                    <a:pt x="1902" y="6239"/>
                  </a:cubicBezTo>
                  <a:cubicBezTo>
                    <a:pt x="1802" y="6272"/>
                    <a:pt x="1635" y="6339"/>
                    <a:pt x="1502" y="6405"/>
                  </a:cubicBezTo>
                  <a:cubicBezTo>
                    <a:pt x="1335" y="6605"/>
                    <a:pt x="1135" y="6872"/>
                    <a:pt x="1002" y="7106"/>
                  </a:cubicBezTo>
                  <a:cubicBezTo>
                    <a:pt x="968" y="7139"/>
                    <a:pt x="968" y="7139"/>
                    <a:pt x="968" y="7173"/>
                  </a:cubicBezTo>
                  <a:cubicBezTo>
                    <a:pt x="1002" y="7239"/>
                    <a:pt x="935" y="7273"/>
                    <a:pt x="901" y="7273"/>
                  </a:cubicBezTo>
                  <a:cubicBezTo>
                    <a:pt x="468" y="7973"/>
                    <a:pt x="201" y="8740"/>
                    <a:pt x="134" y="9541"/>
                  </a:cubicBezTo>
                  <a:cubicBezTo>
                    <a:pt x="1" y="11075"/>
                    <a:pt x="468" y="12610"/>
                    <a:pt x="1402" y="13744"/>
                  </a:cubicBezTo>
                  <a:cubicBezTo>
                    <a:pt x="1602" y="14011"/>
                    <a:pt x="1835" y="14244"/>
                    <a:pt x="2069" y="14478"/>
                  </a:cubicBezTo>
                  <a:cubicBezTo>
                    <a:pt x="2369" y="14711"/>
                    <a:pt x="2703" y="14911"/>
                    <a:pt x="3003" y="15112"/>
                  </a:cubicBezTo>
                  <a:cubicBezTo>
                    <a:pt x="3537" y="15412"/>
                    <a:pt x="4070" y="15645"/>
                    <a:pt x="4637" y="15812"/>
                  </a:cubicBezTo>
                  <a:cubicBezTo>
                    <a:pt x="5317" y="15996"/>
                    <a:pt x="6006" y="16083"/>
                    <a:pt x="6693" y="16083"/>
                  </a:cubicBezTo>
                  <a:cubicBezTo>
                    <a:pt x="8502" y="16083"/>
                    <a:pt x="10295" y="15475"/>
                    <a:pt x="11843" y="14411"/>
                  </a:cubicBezTo>
                  <a:cubicBezTo>
                    <a:pt x="13677" y="13110"/>
                    <a:pt x="15045" y="11242"/>
                    <a:pt x="15779" y="9074"/>
                  </a:cubicBezTo>
                  <a:lnTo>
                    <a:pt x="15779" y="9074"/>
                  </a:lnTo>
                  <a:cubicBezTo>
                    <a:pt x="14444" y="11142"/>
                    <a:pt x="12643" y="12810"/>
                    <a:pt x="10442" y="13844"/>
                  </a:cubicBezTo>
                  <a:cubicBezTo>
                    <a:pt x="9173" y="14465"/>
                    <a:pt x="7817" y="14802"/>
                    <a:pt x="6427" y="14802"/>
                  </a:cubicBezTo>
                  <a:cubicBezTo>
                    <a:pt x="6099" y="14802"/>
                    <a:pt x="5769" y="14783"/>
                    <a:pt x="5438" y="14745"/>
                  </a:cubicBezTo>
                  <a:cubicBezTo>
                    <a:pt x="5280" y="14745"/>
                    <a:pt x="5242" y="14475"/>
                    <a:pt x="5408" y="14475"/>
                  </a:cubicBezTo>
                  <a:cubicBezTo>
                    <a:pt x="5418" y="14475"/>
                    <a:pt x="5428" y="14476"/>
                    <a:pt x="5438" y="14478"/>
                  </a:cubicBezTo>
                  <a:cubicBezTo>
                    <a:pt x="5598" y="14487"/>
                    <a:pt x="5758" y="14491"/>
                    <a:pt x="5917" y="14491"/>
                  </a:cubicBezTo>
                  <a:cubicBezTo>
                    <a:pt x="8778" y="14491"/>
                    <a:pt x="11488" y="13092"/>
                    <a:pt x="13510" y="10975"/>
                  </a:cubicBezTo>
                  <a:cubicBezTo>
                    <a:pt x="15779" y="8607"/>
                    <a:pt x="17146" y="5305"/>
                    <a:pt x="17747" y="2036"/>
                  </a:cubicBezTo>
                  <a:cubicBezTo>
                    <a:pt x="17880" y="1335"/>
                    <a:pt x="17980" y="668"/>
                    <a:pt x="180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5153025" y="1971025"/>
              <a:ext cx="210175" cy="658825"/>
            </a:xfrm>
            <a:custGeom>
              <a:avLst/>
              <a:gdLst/>
              <a:ahLst/>
              <a:cxnLst/>
              <a:rect l="l" t="t" r="r" b="b"/>
              <a:pathLst>
                <a:path w="8407" h="26353" extrusionOk="0">
                  <a:moveTo>
                    <a:pt x="0" y="0"/>
                  </a:moveTo>
                  <a:lnTo>
                    <a:pt x="0" y="0"/>
                  </a:lnTo>
                  <a:cubicBezTo>
                    <a:pt x="2502" y="2235"/>
                    <a:pt x="4670" y="4870"/>
                    <a:pt x="6071" y="7973"/>
                  </a:cubicBezTo>
                  <a:cubicBezTo>
                    <a:pt x="7205" y="10474"/>
                    <a:pt x="7806" y="13243"/>
                    <a:pt x="7606" y="15978"/>
                  </a:cubicBezTo>
                  <a:cubicBezTo>
                    <a:pt x="7506" y="17379"/>
                    <a:pt x="7172" y="18714"/>
                    <a:pt x="6738" y="20048"/>
                  </a:cubicBezTo>
                  <a:cubicBezTo>
                    <a:pt x="6338" y="21249"/>
                    <a:pt x="5904" y="22583"/>
                    <a:pt x="6138" y="23884"/>
                  </a:cubicBezTo>
                  <a:cubicBezTo>
                    <a:pt x="6338" y="24851"/>
                    <a:pt x="6872" y="25885"/>
                    <a:pt x="7772" y="26252"/>
                  </a:cubicBezTo>
                  <a:cubicBezTo>
                    <a:pt x="7872" y="26286"/>
                    <a:pt x="7939" y="26319"/>
                    <a:pt x="8039" y="26352"/>
                  </a:cubicBezTo>
                  <a:cubicBezTo>
                    <a:pt x="7839" y="26252"/>
                    <a:pt x="7672" y="26119"/>
                    <a:pt x="7539" y="25952"/>
                  </a:cubicBezTo>
                  <a:cubicBezTo>
                    <a:pt x="6738" y="25052"/>
                    <a:pt x="6938" y="23684"/>
                    <a:pt x="7172" y="22583"/>
                  </a:cubicBezTo>
                  <a:cubicBezTo>
                    <a:pt x="7772" y="19648"/>
                    <a:pt x="8406" y="16712"/>
                    <a:pt x="8173" y="13677"/>
                  </a:cubicBezTo>
                  <a:cubicBezTo>
                    <a:pt x="7806" y="8406"/>
                    <a:pt x="4670" y="3836"/>
                    <a:pt x="801" y="634"/>
                  </a:cubicBezTo>
                  <a:cubicBezTo>
                    <a:pt x="534" y="434"/>
                    <a:pt x="267" y="20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369125" y="1675175"/>
              <a:ext cx="1824650" cy="1485000"/>
            </a:xfrm>
            <a:custGeom>
              <a:avLst/>
              <a:gdLst/>
              <a:ahLst/>
              <a:cxnLst/>
              <a:rect l="l" t="t" r="r" b="b"/>
              <a:pathLst>
                <a:path w="72986" h="59400" extrusionOk="0">
                  <a:moveTo>
                    <a:pt x="2982" y="1"/>
                  </a:moveTo>
                  <a:cubicBezTo>
                    <a:pt x="2402" y="1"/>
                    <a:pt x="1818" y="9"/>
                    <a:pt x="1235" y="26"/>
                  </a:cubicBezTo>
                  <a:cubicBezTo>
                    <a:pt x="834" y="93"/>
                    <a:pt x="434" y="159"/>
                    <a:pt x="0" y="259"/>
                  </a:cubicBezTo>
                  <a:cubicBezTo>
                    <a:pt x="1151" y="143"/>
                    <a:pt x="2319" y="93"/>
                    <a:pt x="3486" y="93"/>
                  </a:cubicBezTo>
                  <a:cubicBezTo>
                    <a:pt x="4654" y="93"/>
                    <a:pt x="5821" y="143"/>
                    <a:pt x="6972" y="226"/>
                  </a:cubicBezTo>
                  <a:cubicBezTo>
                    <a:pt x="8137" y="305"/>
                    <a:pt x="9302" y="428"/>
                    <a:pt x="10464" y="606"/>
                  </a:cubicBezTo>
                  <a:lnTo>
                    <a:pt x="10464" y="606"/>
                  </a:lnTo>
                  <a:cubicBezTo>
                    <a:pt x="8557" y="305"/>
                    <a:pt x="6635" y="104"/>
                    <a:pt x="4704" y="26"/>
                  </a:cubicBezTo>
                  <a:cubicBezTo>
                    <a:pt x="4137" y="9"/>
                    <a:pt x="3561" y="1"/>
                    <a:pt x="2982" y="1"/>
                  </a:cubicBezTo>
                  <a:close/>
                  <a:moveTo>
                    <a:pt x="10464" y="606"/>
                  </a:moveTo>
                  <a:cubicBezTo>
                    <a:pt x="10781" y="657"/>
                    <a:pt x="11098" y="710"/>
                    <a:pt x="11414" y="765"/>
                  </a:cubicBezTo>
                  <a:lnTo>
                    <a:pt x="11414" y="765"/>
                  </a:lnTo>
                  <a:cubicBezTo>
                    <a:pt x="11098" y="708"/>
                    <a:pt x="10781" y="655"/>
                    <a:pt x="10464" y="606"/>
                  </a:cubicBezTo>
                  <a:close/>
                  <a:moveTo>
                    <a:pt x="13844" y="2561"/>
                  </a:moveTo>
                  <a:cubicBezTo>
                    <a:pt x="13926" y="2586"/>
                    <a:pt x="14011" y="2609"/>
                    <a:pt x="14098" y="2630"/>
                  </a:cubicBezTo>
                  <a:lnTo>
                    <a:pt x="14098" y="2630"/>
                  </a:lnTo>
                  <a:cubicBezTo>
                    <a:pt x="14013" y="2607"/>
                    <a:pt x="13928" y="2584"/>
                    <a:pt x="13844" y="2561"/>
                  </a:cubicBezTo>
                  <a:close/>
                  <a:moveTo>
                    <a:pt x="14911" y="159"/>
                  </a:moveTo>
                  <a:cubicBezTo>
                    <a:pt x="16179" y="459"/>
                    <a:pt x="17413" y="826"/>
                    <a:pt x="18647" y="1227"/>
                  </a:cubicBezTo>
                  <a:cubicBezTo>
                    <a:pt x="21049" y="2027"/>
                    <a:pt x="23451" y="3061"/>
                    <a:pt x="25685" y="4262"/>
                  </a:cubicBezTo>
                  <a:cubicBezTo>
                    <a:pt x="28187" y="5630"/>
                    <a:pt x="30556" y="7231"/>
                    <a:pt x="32791" y="8999"/>
                  </a:cubicBezTo>
                  <a:cubicBezTo>
                    <a:pt x="32905" y="9056"/>
                    <a:pt x="32798" y="9212"/>
                    <a:pt x="32702" y="9212"/>
                  </a:cubicBezTo>
                  <a:cubicBezTo>
                    <a:pt x="32686" y="9212"/>
                    <a:pt x="32671" y="9208"/>
                    <a:pt x="32657" y="9199"/>
                  </a:cubicBezTo>
                  <a:cubicBezTo>
                    <a:pt x="30589" y="7731"/>
                    <a:pt x="28421" y="6464"/>
                    <a:pt x="26152" y="5363"/>
                  </a:cubicBezTo>
                  <a:cubicBezTo>
                    <a:pt x="23918" y="4296"/>
                    <a:pt x="21616" y="3362"/>
                    <a:pt x="19248" y="2661"/>
                  </a:cubicBezTo>
                  <a:cubicBezTo>
                    <a:pt x="16672" y="1881"/>
                    <a:pt x="14058" y="1230"/>
                    <a:pt x="11414" y="765"/>
                  </a:cubicBezTo>
                  <a:lnTo>
                    <a:pt x="11414" y="765"/>
                  </a:lnTo>
                  <a:cubicBezTo>
                    <a:pt x="12395" y="942"/>
                    <a:pt x="13372" y="1161"/>
                    <a:pt x="14344" y="1427"/>
                  </a:cubicBezTo>
                  <a:cubicBezTo>
                    <a:pt x="16712" y="2061"/>
                    <a:pt x="19047" y="2861"/>
                    <a:pt x="21282" y="3895"/>
                  </a:cubicBezTo>
                  <a:cubicBezTo>
                    <a:pt x="23817" y="5029"/>
                    <a:pt x="26219" y="6430"/>
                    <a:pt x="28554" y="7998"/>
                  </a:cubicBezTo>
                  <a:cubicBezTo>
                    <a:pt x="28667" y="8055"/>
                    <a:pt x="28589" y="8254"/>
                    <a:pt x="28482" y="8254"/>
                  </a:cubicBezTo>
                  <a:cubicBezTo>
                    <a:pt x="28462" y="8254"/>
                    <a:pt x="28441" y="8247"/>
                    <a:pt x="28421" y="8232"/>
                  </a:cubicBezTo>
                  <a:cubicBezTo>
                    <a:pt x="24218" y="5630"/>
                    <a:pt x="19614" y="3895"/>
                    <a:pt x="14911" y="2794"/>
                  </a:cubicBezTo>
                  <a:cubicBezTo>
                    <a:pt x="14635" y="2744"/>
                    <a:pt x="14359" y="2694"/>
                    <a:pt x="14098" y="2630"/>
                  </a:cubicBezTo>
                  <a:lnTo>
                    <a:pt x="14098" y="2630"/>
                  </a:lnTo>
                  <a:cubicBezTo>
                    <a:pt x="18611" y="3867"/>
                    <a:pt x="22991" y="5780"/>
                    <a:pt x="26920" y="8432"/>
                  </a:cubicBezTo>
                  <a:cubicBezTo>
                    <a:pt x="26953" y="8432"/>
                    <a:pt x="26953" y="8432"/>
                    <a:pt x="26986" y="8465"/>
                  </a:cubicBezTo>
                  <a:cubicBezTo>
                    <a:pt x="28521" y="9299"/>
                    <a:pt x="30022" y="10266"/>
                    <a:pt x="31423" y="11334"/>
                  </a:cubicBezTo>
                  <a:cubicBezTo>
                    <a:pt x="33391" y="12835"/>
                    <a:pt x="35192" y="14570"/>
                    <a:pt x="36627" y="16604"/>
                  </a:cubicBezTo>
                  <a:cubicBezTo>
                    <a:pt x="38028" y="18572"/>
                    <a:pt x="39128" y="20807"/>
                    <a:pt x="39629" y="23209"/>
                  </a:cubicBezTo>
                  <a:cubicBezTo>
                    <a:pt x="40229" y="25944"/>
                    <a:pt x="40062" y="28780"/>
                    <a:pt x="39529" y="31515"/>
                  </a:cubicBezTo>
                  <a:cubicBezTo>
                    <a:pt x="39395" y="32316"/>
                    <a:pt x="39195" y="33116"/>
                    <a:pt x="39028" y="33883"/>
                  </a:cubicBezTo>
                  <a:cubicBezTo>
                    <a:pt x="38828" y="34651"/>
                    <a:pt x="38595" y="35418"/>
                    <a:pt x="38628" y="36218"/>
                  </a:cubicBezTo>
                  <a:cubicBezTo>
                    <a:pt x="38661" y="36919"/>
                    <a:pt x="38895" y="37553"/>
                    <a:pt x="39462" y="37920"/>
                  </a:cubicBezTo>
                  <a:cubicBezTo>
                    <a:pt x="39695" y="38086"/>
                    <a:pt x="39929" y="38186"/>
                    <a:pt x="40196" y="38220"/>
                  </a:cubicBezTo>
                  <a:cubicBezTo>
                    <a:pt x="40463" y="38153"/>
                    <a:pt x="40730" y="38053"/>
                    <a:pt x="40996" y="37953"/>
                  </a:cubicBezTo>
                  <a:cubicBezTo>
                    <a:pt x="41030" y="37920"/>
                    <a:pt x="41030" y="37920"/>
                    <a:pt x="41063" y="37920"/>
                  </a:cubicBezTo>
                  <a:cubicBezTo>
                    <a:pt x="41530" y="37686"/>
                    <a:pt x="41997" y="37319"/>
                    <a:pt x="42364" y="36952"/>
                  </a:cubicBezTo>
                  <a:cubicBezTo>
                    <a:pt x="44232" y="35018"/>
                    <a:pt x="44499" y="32082"/>
                    <a:pt x="44265" y="29480"/>
                  </a:cubicBezTo>
                  <a:cubicBezTo>
                    <a:pt x="44232" y="28746"/>
                    <a:pt x="44132" y="28013"/>
                    <a:pt x="44032" y="27279"/>
                  </a:cubicBezTo>
                  <a:cubicBezTo>
                    <a:pt x="44013" y="27165"/>
                    <a:pt x="44102" y="27105"/>
                    <a:pt x="44188" y="27105"/>
                  </a:cubicBezTo>
                  <a:cubicBezTo>
                    <a:pt x="44253" y="27105"/>
                    <a:pt x="44318" y="27140"/>
                    <a:pt x="44332" y="27212"/>
                  </a:cubicBezTo>
                  <a:cubicBezTo>
                    <a:pt x="44632" y="28713"/>
                    <a:pt x="44866" y="30281"/>
                    <a:pt x="44799" y="31815"/>
                  </a:cubicBezTo>
                  <a:cubicBezTo>
                    <a:pt x="44832" y="33316"/>
                    <a:pt x="44766" y="34884"/>
                    <a:pt x="44566" y="36385"/>
                  </a:cubicBezTo>
                  <a:cubicBezTo>
                    <a:pt x="44299" y="38153"/>
                    <a:pt x="43898" y="39988"/>
                    <a:pt x="43198" y="41622"/>
                  </a:cubicBezTo>
                  <a:cubicBezTo>
                    <a:pt x="43131" y="41822"/>
                    <a:pt x="43031" y="42023"/>
                    <a:pt x="42931" y="42223"/>
                  </a:cubicBezTo>
                  <a:cubicBezTo>
                    <a:pt x="42631" y="45091"/>
                    <a:pt x="40963" y="47660"/>
                    <a:pt x="38795" y="49361"/>
                  </a:cubicBezTo>
                  <a:cubicBezTo>
                    <a:pt x="37068" y="50753"/>
                    <a:pt x="34884" y="51587"/>
                    <a:pt x="32703" y="51587"/>
                  </a:cubicBezTo>
                  <a:cubicBezTo>
                    <a:pt x="32061" y="51587"/>
                    <a:pt x="31419" y="51514"/>
                    <a:pt x="30789" y="51363"/>
                  </a:cubicBezTo>
                  <a:cubicBezTo>
                    <a:pt x="29388" y="51029"/>
                    <a:pt x="28054" y="50295"/>
                    <a:pt x="27086" y="49128"/>
                  </a:cubicBezTo>
                  <a:cubicBezTo>
                    <a:pt x="26920" y="48894"/>
                    <a:pt x="26753" y="48661"/>
                    <a:pt x="26619" y="48427"/>
                  </a:cubicBezTo>
                  <a:cubicBezTo>
                    <a:pt x="24751" y="46593"/>
                    <a:pt x="23417" y="44157"/>
                    <a:pt x="22917" y="41522"/>
                  </a:cubicBezTo>
                  <a:cubicBezTo>
                    <a:pt x="22683" y="40455"/>
                    <a:pt x="22650" y="39387"/>
                    <a:pt x="22717" y="38320"/>
                  </a:cubicBezTo>
                  <a:lnTo>
                    <a:pt x="22717" y="38320"/>
                  </a:lnTo>
                  <a:cubicBezTo>
                    <a:pt x="19581" y="39287"/>
                    <a:pt x="17313" y="42556"/>
                    <a:pt x="17013" y="45892"/>
                  </a:cubicBezTo>
                  <a:cubicBezTo>
                    <a:pt x="16612" y="49795"/>
                    <a:pt x="18514" y="53598"/>
                    <a:pt x="21583" y="55732"/>
                  </a:cubicBezTo>
                  <a:cubicBezTo>
                    <a:pt x="22717" y="56533"/>
                    <a:pt x="23984" y="57100"/>
                    <a:pt x="25285" y="57467"/>
                  </a:cubicBezTo>
                  <a:cubicBezTo>
                    <a:pt x="25352" y="57467"/>
                    <a:pt x="25452" y="57500"/>
                    <a:pt x="25552" y="57500"/>
                  </a:cubicBezTo>
                  <a:cubicBezTo>
                    <a:pt x="26363" y="57665"/>
                    <a:pt x="27169" y="57740"/>
                    <a:pt x="27973" y="57740"/>
                  </a:cubicBezTo>
                  <a:cubicBezTo>
                    <a:pt x="29121" y="57740"/>
                    <a:pt x="30266" y="57588"/>
                    <a:pt x="31423" y="57334"/>
                  </a:cubicBezTo>
                  <a:cubicBezTo>
                    <a:pt x="31433" y="57332"/>
                    <a:pt x="31442" y="57331"/>
                    <a:pt x="31451" y="57331"/>
                  </a:cubicBezTo>
                  <a:cubicBezTo>
                    <a:pt x="31600" y="57331"/>
                    <a:pt x="31678" y="57571"/>
                    <a:pt x="31490" y="57634"/>
                  </a:cubicBezTo>
                  <a:cubicBezTo>
                    <a:pt x="30423" y="58027"/>
                    <a:pt x="29261" y="58184"/>
                    <a:pt x="28105" y="58184"/>
                  </a:cubicBezTo>
                  <a:cubicBezTo>
                    <a:pt x="27887" y="58184"/>
                    <a:pt x="27670" y="58178"/>
                    <a:pt x="27453" y="58167"/>
                  </a:cubicBezTo>
                  <a:lnTo>
                    <a:pt x="27353" y="58167"/>
                  </a:lnTo>
                  <a:cubicBezTo>
                    <a:pt x="26820" y="58134"/>
                    <a:pt x="26319" y="58067"/>
                    <a:pt x="25786" y="57934"/>
                  </a:cubicBezTo>
                  <a:cubicBezTo>
                    <a:pt x="24151" y="57634"/>
                    <a:pt x="22550" y="57033"/>
                    <a:pt x="21082" y="56199"/>
                  </a:cubicBezTo>
                  <a:cubicBezTo>
                    <a:pt x="17813" y="54331"/>
                    <a:pt x="15445" y="51162"/>
                    <a:pt x="14044" y="47560"/>
                  </a:cubicBezTo>
                  <a:cubicBezTo>
                    <a:pt x="13243" y="45492"/>
                    <a:pt x="12843" y="43357"/>
                    <a:pt x="12743" y="41122"/>
                  </a:cubicBezTo>
                  <a:cubicBezTo>
                    <a:pt x="12743" y="41072"/>
                    <a:pt x="12785" y="41047"/>
                    <a:pt x="12826" y="41047"/>
                  </a:cubicBezTo>
                  <a:cubicBezTo>
                    <a:pt x="12868" y="41047"/>
                    <a:pt x="12910" y="41072"/>
                    <a:pt x="12910" y="41122"/>
                  </a:cubicBezTo>
                  <a:cubicBezTo>
                    <a:pt x="13310" y="44891"/>
                    <a:pt x="14544" y="48627"/>
                    <a:pt x="16746" y="51663"/>
                  </a:cubicBezTo>
                  <a:cubicBezTo>
                    <a:pt x="17580" y="52830"/>
                    <a:pt x="18547" y="53831"/>
                    <a:pt x="19648" y="54698"/>
                  </a:cubicBezTo>
                  <a:cubicBezTo>
                    <a:pt x="18213" y="53297"/>
                    <a:pt x="16946" y="51596"/>
                    <a:pt x="15979" y="49828"/>
                  </a:cubicBezTo>
                  <a:cubicBezTo>
                    <a:pt x="14678" y="47493"/>
                    <a:pt x="13910" y="44791"/>
                    <a:pt x="13577" y="42123"/>
                  </a:cubicBezTo>
                  <a:cubicBezTo>
                    <a:pt x="13377" y="40588"/>
                    <a:pt x="13343" y="39054"/>
                    <a:pt x="13543" y="37519"/>
                  </a:cubicBezTo>
                  <a:cubicBezTo>
                    <a:pt x="13560" y="37469"/>
                    <a:pt x="13610" y="37444"/>
                    <a:pt x="13652" y="37444"/>
                  </a:cubicBezTo>
                  <a:cubicBezTo>
                    <a:pt x="13694" y="37444"/>
                    <a:pt x="13727" y="37469"/>
                    <a:pt x="13710" y="37519"/>
                  </a:cubicBezTo>
                  <a:cubicBezTo>
                    <a:pt x="13610" y="40221"/>
                    <a:pt x="13844" y="42957"/>
                    <a:pt x="14644" y="45525"/>
                  </a:cubicBezTo>
                  <a:cubicBezTo>
                    <a:pt x="14944" y="46492"/>
                    <a:pt x="15311" y="47426"/>
                    <a:pt x="15712" y="48360"/>
                  </a:cubicBezTo>
                  <a:cubicBezTo>
                    <a:pt x="15678" y="48194"/>
                    <a:pt x="15612" y="48060"/>
                    <a:pt x="15545" y="47927"/>
                  </a:cubicBezTo>
                  <a:cubicBezTo>
                    <a:pt x="14244" y="44724"/>
                    <a:pt x="13844" y="41155"/>
                    <a:pt x="14544" y="37753"/>
                  </a:cubicBezTo>
                  <a:cubicBezTo>
                    <a:pt x="14911" y="36052"/>
                    <a:pt x="15512" y="34250"/>
                    <a:pt x="16846" y="33116"/>
                  </a:cubicBezTo>
                  <a:cubicBezTo>
                    <a:pt x="16858" y="33104"/>
                    <a:pt x="16874" y="33098"/>
                    <a:pt x="16891" y="33098"/>
                  </a:cubicBezTo>
                  <a:cubicBezTo>
                    <a:pt x="16966" y="33098"/>
                    <a:pt x="17061" y="33202"/>
                    <a:pt x="16979" y="33283"/>
                  </a:cubicBezTo>
                  <a:cubicBezTo>
                    <a:pt x="15878" y="34350"/>
                    <a:pt x="15311" y="35818"/>
                    <a:pt x="14978" y="37319"/>
                  </a:cubicBezTo>
                  <a:cubicBezTo>
                    <a:pt x="14611" y="38987"/>
                    <a:pt x="14544" y="40688"/>
                    <a:pt x="14678" y="42356"/>
                  </a:cubicBezTo>
                  <a:cubicBezTo>
                    <a:pt x="14878" y="44257"/>
                    <a:pt x="15311" y="46126"/>
                    <a:pt x="16012" y="47860"/>
                  </a:cubicBezTo>
                  <a:cubicBezTo>
                    <a:pt x="15945" y="47560"/>
                    <a:pt x="15878" y="47260"/>
                    <a:pt x="15812" y="46959"/>
                  </a:cubicBezTo>
                  <a:cubicBezTo>
                    <a:pt x="15612" y="45892"/>
                    <a:pt x="15445" y="44825"/>
                    <a:pt x="15378" y="43724"/>
                  </a:cubicBezTo>
                  <a:cubicBezTo>
                    <a:pt x="15245" y="41722"/>
                    <a:pt x="15311" y="39688"/>
                    <a:pt x="15878" y="37753"/>
                  </a:cubicBezTo>
                  <a:cubicBezTo>
                    <a:pt x="16179" y="36719"/>
                    <a:pt x="16579" y="35718"/>
                    <a:pt x="17113" y="34784"/>
                  </a:cubicBezTo>
                  <a:cubicBezTo>
                    <a:pt x="17136" y="34749"/>
                    <a:pt x="17167" y="34735"/>
                    <a:pt x="17197" y="34735"/>
                  </a:cubicBezTo>
                  <a:cubicBezTo>
                    <a:pt x="17252" y="34735"/>
                    <a:pt x="17301" y="34786"/>
                    <a:pt x="17279" y="34851"/>
                  </a:cubicBezTo>
                  <a:cubicBezTo>
                    <a:pt x="16345" y="36552"/>
                    <a:pt x="16012" y="38453"/>
                    <a:pt x="15878" y="40388"/>
                  </a:cubicBezTo>
                  <a:cubicBezTo>
                    <a:pt x="15812" y="41255"/>
                    <a:pt x="15845" y="42156"/>
                    <a:pt x="15912" y="43057"/>
                  </a:cubicBezTo>
                  <a:cubicBezTo>
                    <a:pt x="15912" y="43057"/>
                    <a:pt x="15912" y="43023"/>
                    <a:pt x="15912" y="43023"/>
                  </a:cubicBezTo>
                  <a:cubicBezTo>
                    <a:pt x="15878" y="41856"/>
                    <a:pt x="16012" y="40655"/>
                    <a:pt x="16279" y="39521"/>
                  </a:cubicBezTo>
                  <a:cubicBezTo>
                    <a:pt x="16779" y="37453"/>
                    <a:pt x="17746" y="35384"/>
                    <a:pt x="19381" y="34017"/>
                  </a:cubicBezTo>
                  <a:cubicBezTo>
                    <a:pt x="20148" y="33416"/>
                    <a:pt x="21015" y="32983"/>
                    <a:pt x="21983" y="32916"/>
                  </a:cubicBezTo>
                  <a:cubicBezTo>
                    <a:pt x="22016" y="32849"/>
                    <a:pt x="22050" y="32783"/>
                    <a:pt x="22050" y="32716"/>
                  </a:cubicBezTo>
                  <a:cubicBezTo>
                    <a:pt x="22483" y="31915"/>
                    <a:pt x="23150" y="31315"/>
                    <a:pt x="23951" y="31015"/>
                  </a:cubicBezTo>
                  <a:cubicBezTo>
                    <a:pt x="24018" y="31015"/>
                    <a:pt x="24051" y="30981"/>
                    <a:pt x="24084" y="30981"/>
                  </a:cubicBezTo>
                  <a:cubicBezTo>
                    <a:pt x="24452" y="30834"/>
                    <a:pt x="24852" y="30765"/>
                    <a:pt x="25256" y="30765"/>
                  </a:cubicBezTo>
                  <a:cubicBezTo>
                    <a:pt x="25768" y="30765"/>
                    <a:pt x="26287" y="30876"/>
                    <a:pt x="26753" y="31081"/>
                  </a:cubicBezTo>
                  <a:cubicBezTo>
                    <a:pt x="26853" y="31115"/>
                    <a:pt x="26853" y="31282"/>
                    <a:pt x="26753" y="31348"/>
                  </a:cubicBezTo>
                  <a:cubicBezTo>
                    <a:pt x="26152" y="31648"/>
                    <a:pt x="25719" y="32216"/>
                    <a:pt x="25519" y="32849"/>
                  </a:cubicBezTo>
                  <a:cubicBezTo>
                    <a:pt x="25360" y="33390"/>
                    <a:pt x="25292" y="34627"/>
                    <a:pt x="26065" y="34627"/>
                  </a:cubicBezTo>
                  <a:cubicBezTo>
                    <a:pt x="26103" y="34627"/>
                    <a:pt x="26143" y="34624"/>
                    <a:pt x="26186" y="34617"/>
                  </a:cubicBezTo>
                  <a:lnTo>
                    <a:pt x="26253" y="34617"/>
                  </a:lnTo>
                  <a:cubicBezTo>
                    <a:pt x="27086" y="34417"/>
                    <a:pt x="27654" y="33683"/>
                    <a:pt x="27854" y="32816"/>
                  </a:cubicBezTo>
                  <a:cubicBezTo>
                    <a:pt x="28087" y="31882"/>
                    <a:pt x="27720" y="30848"/>
                    <a:pt x="27053" y="30214"/>
                  </a:cubicBezTo>
                  <a:cubicBezTo>
                    <a:pt x="26653" y="29814"/>
                    <a:pt x="26152" y="29580"/>
                    <a:pt x="25685" y="29347"/>
                  </a:cubicBezTo>
                  <a:cubicBezTo>
                    <a:pt x="25419" y="29247"/>
                    <a:pt x="25185" y="29147"/>
                    <a:pt x="24918" y="29080"/>
                  </a:cubicBezTo>
                  <a:cubicBezTo>
                    <a:pt x="24551" y="29013"/>
                    <a:pt x="24218" y="28980"/>
                    <a:pt x="23851" y="28980"/>
                  </a:cubicBezTo>
                  <a:lnTo>
                    <a:pt x="23751" y="28980"/>
                  </a:lnTo>
                  <a:cubicBezTo>
                    <a:pt x="23717" y="28980"/>
                    <a:pt x="23684" y="28980"/>
                    <a:pt x="23651" y="28947"/>
                  </a:cubicBezTo>
                  <a:cubicBezTo>
                    <a:pt x="23579" y="28945"/>
                    <a:pt x="23506" y="28944"/>
                    <a:pt x="23434" y="28944"/>
                  </a:cubicBezTo>
                  <a:cubicBezTo>
                    <a:pt x="20270" y="28944"/>
                    <a:pt x="17097" y="30371"/>
                    <a:pt x="14944" y="32849"/>
                  </a:cubicBezTo>
                  <a:cubicBezTo>
                    <a:pt x="12543" y="35651"/>
                    <a:pt x="11776" y="39521"/>
                    <a:pt x="11942" y="43190"/>
                  </a:cubicBezTo>
                  <a:cubicBezTo>
                    <a:pt x="12009" y="44991"/>
                    <a:pt x="12309" y="46793"/>
                    <a:pt x="12943" y="48461"/>
                  </a:cubicBezTo>
                  <a:cubicBezTo>
                    <a:pt x="13543" y="50128"/>
                    <a:pt x="14411" y="51663"/>
                    <a:pt x="15478" y="53030"/>
                  </a:cubicBezTo>
                  <a:cubicBezTo>
                    <a:pt x="17613" y="55732"/>
                    <a:pt x="20548" y="57767"/>
                    <a:pt x="23784" y="58768"/>
                  </a:cubicBezTo>
                  <a:cubicBezTo>
                    <a:pt x="25175" y="59195"/>
                    <a:pt x="26605" y="59400"/>
                    <a:pt x="28037" y="59400"/>
                  </a:cubicBezTo>
                  <a:cubicBezTo>
                    <a:pt x="30076" y="59400"/>
                    <a:pt x="32119" y="58984"/>
                    <a:pt x="34058" y="58201"/>
                  </a:cubicBezTo>
                  <a:cubicBezTo>
                    <a:pt x="37427" y="56867"/>
                    <a:pt x="40396" y="54431"/>
                    <a:pt x="42531" y="51363"/>
                  </a:cubicBezTo>
                  <a:cubicBezTo>
                    <a:pt x="44899" y="47893"/>
                    <a:pt x="46033" y="43724"/>
                    <a:pt x="46334" y="39521"/>
                  </a:cubicBezTo>
                  <a:cubicBezTo>
                    <a:pt x="46400" y="38754"/>
                    <a:pt x="46434" y="37986"/>
                    <a:pt x="46434" y="37219"/>
                  </a:cubicBezTo>
                  <a:lnTo>
                    <a:pt x="46434" y="37219"/>
                  </a:lnTo>
                  <a:cubicBezTo>
                    <a:pt x="46334" y="38453"/>
                    <a:pt x="46167" y="39688"/>
                    <a:pt x="45900" y="40888"/>
                  </a:cubicBezTo>
                  <a:cubicBezTo>
                    <a:pt x="44933" y="45358"/>
                    <a:pt x="42764" y="49595"/>
                    <a:pt x="39429" y="52597"/>
                  </a:cubicBezTo>
                  <a:cubicBezTo>
                    <a:pt x="37661" y="54198"/>
                    <a:pt x="35626" y="55432"/>
                    <a:pt x="33358" y="56099"/>
                  </a:cubicBezTo>
                  <a:cubicBezTo>
                    <a:pt x="33350" y="56102"/>
                    <a:pt x="33343" y="56103"/>
                    <a:pt x="33335" y="56103"/>
                  </a:cubicBezTo>
                  <a:cubicBezTo>
                    <a:pt x="33249" y="56103"/>
                    <a:pt x="33201" y="55930"/>
                    <a:pt x="33324" y="55899"/>
                  </a:cubicBezTo>
                  <a:cubicBezTo>
                    <a:pt x="37327" y="54598"/>
                    <a:pt x="40496" y="51529"/>
                    <a:pt x="42631" y="47793"/>
                  </a:cubicBezTo>
                  <a:cubicBezTo>
                    <a:pt x="45066" y="43524"/>
                    <a:pt x="45867" y="38553"/>
                    <a:pt x="45867" y="33617"/>
                  </a:cubicBezTo>
                  <a:cubicBezTo>
                    <a:pt x="45867" y="33550"/>
                    <a:pt x="45833" y="33516"/>
                    <a:pt x="45833" y="33450"/>
                  </a:cubicBezTo>
                  <a:cubicBezTo>
                    <a:pt x="45800" y="33983"/>
                    <a:pt x="45733" y="34551"/>
                    <a:pt x="45633" y="35118"/>
                  </a:cubicBezTo>
                  <a:cubicBezTo>
                    <a:pt x="45299" y="37286"/>
                    <a:pt x="44766" y="39454"/>
                    <a:pt x="44232" y="41589"/>
                  </a:cubicBezTo>
                  <a:cubicBezTo>
                    <a:pt x="44219" y="41640"/>
                    <a:pt x="44182" y="41662"/>
                    <a:pt x="44143" y="41662"/>
                  </a:cubicBezTo>
                  <a:cubicBezTo>
                    <a:pt x="44080" y="41662"/>
                    <a:pt x="44011" y="41605"/>
                    <a:pt x="44032" y="41522"/>
                  </a:cubicBezTo>
                  <a:cubicBezTo>
                    <a:pt x="44933" y="37853"/>
                    <a:pt x="45666" y="34084"/>
                    <a:pt x="45500" y="30281"/>
                  </a:cubicBezTo>
                  <a:cubicBezTo>
                    <a:pt x="45400" y="27579"/>
                    <a:pt x="44799" y="24977"/>
                    <a:pt x="43598" y="22609"/>
                  </a:cubicBezTo>
                  <a:cubicBezTo>
                    <a:pt x="43498" y="22442"/>
                    <a:pt x="43398" y="22308"/>
                    <a:pt x="43265" y="22142"/>
                  </a:cubicBezTo>
                  <a:cubicBezTo>
                    <a:pt x="43265" y="22108"/>
                    <a:pt x="43231" y="22075"/>
                    <a:pt x="43231" y="22042"/>
                  </a:cubicBezTo>
                  <a:cubicBezTo>
                    <a:pt x="43098" y="21841"/>
                    <a:pt x="42964" y="21641"/>
                    <a:pt x="42831" y="21408"/>
                  </a:cubicBezTo>
                  <a:cubicBezTo>
                    <a:pt x="42464" y="20807"/>
                    <a:pt x="42064" y="20240"/>
                    <a:pt x="41630" y="19707"/>
                  </a:cubicBezTo>
                  <a:cubicBezTo>
                    <a:pt x="41030" y="19039"/>
                    <a:pt x="40363" y="18406"/>
                    <a:pt x="39629" y="17905"/>
                  </a:cubicBezTo>
                  <a:cubicBezTo>
                    <a:pt x="39516" y="17821"/>
                    <a:pt x="39570" y="17616"/>
                    <a:pt x="39691" y="17616"/>
                  </a:cubicBezTo>
                  <a:cubicBezTo>
                    <a:pt x="39713" y="17616"/>
                    <a:pt x="39737" y="17623"/>
                    <a:pt x="39762" y="17638"/>
                  </a:cubicBezTo>
                  <a:cubicBezTo>
                    <a:pt x="41830" y="18773"/>
                    <a:pt x="43365" y="20674"/>
                    <a:pt x="44399" y="22842"/>
                  </a:cubicBezTo>
                  <a:cubicBezTo>
                    <a:pt x="44466" y="22942"/>
                    <a:pt x="44532" y="23042"/>
                    <a:pt x="44599" y="23142"/>
                  </a:cubicBezTo>
                  <a:cubicBezTo>
                    <a:pt x="44632" y="23142"/>
                    <a:pt x="44666" y="23176"/>
                    <a:pt x="44699" y="23209"/>
                  </a:cubicBezTo>
                  <a:cubicBezTo>
                    <a:pt x="44766" y="23309"/>
                    <a:pt x="44866" y="23443"/>
                    <a:pt x="44933" y="23576"/>
                  </a:cubicBezTo>
                  <a:cubicBezTo>
                    <a:pt x="45133" y="23810"/>
                    <a:pt x="45333" y="24076"/>
                    <a:pt x="45533" y="24310"/>
                  </a:cubicBezTo>
                  <a:cubicBezTo>
                    <a:pt x="45566" y="24343"/>
                    <a:pt x="45600" y="24343"/>
                    <a:pt x="45600" y="24377"/>
                  </a:cubicBezTo>
                  <a:cubicBezTo>
                    <a:pt x="45600" y="24410"/>
                    <a:pt x="45633" y="24410"/>
                    <a:pt x="45633" y="24410"/>
                  </a:cubicBezTo>
                  <a:cubicBezTo>
                    <a:pt x="46267" y="25177"/>
                    <a:pt x="46901" y="25878"/>
                    <a:pt x="47568" y="26578"/>
                  </a:cubicBezTo>
                  <a:cubicBezTo>
                    <a:pt x="47568" y="26578"/>
                    <a:pt x="47601" y="26612"/>
                    <a:pt x="47601" y="26612"/>
                  </a:cubicBezTo>
                  <a:cubicBezTo>
                    <a:pt x="47701" y="26712"/>
                    <a:pt x="47801" y="26812"/>
                    <a:pt x="47868" y="26912"/>
                  </a:cubicBezTo>
                  <a:cubicBezTo>
                    <a:pt x="49603" y="28680"/>
                    <a:pt x="51471" y="30281"/>
                    <a:pt x="53472" y="31682"/>
                  </a:cubicBezTo>
                  <a:cubicBezTo>
                    <a:pt x="57208" y="34250"/>
                    <a:pt x="61544" y="36118"/>
                    <a:pt x="66048" y="36552"/>
                  </a:cubicBezTo>
                  <a:cubicBezTo>
                    <a:pt x="66430" y="36590"/>
                    <a:pt x="66824" y="36612"/>
                    <a:pt x="67220" y="36612"/>
                  </a:cubicBezTo>
                  <a:cubicBezTo>
                    <a:pt x="69241" y="36612"/>
                    <a:pt x="71337" y="36036"/>
                    <a:pt x="72452" y="34084"/>
                  </a:cubicBezTo>
                  <a:cubicBezTo>
                    <a:pt x="72819" y="33383"/>
                    <a:pt x="72986" y="32616"/>
                    <a:pt x="72919" y="31849"/>
                  </a:cubicBezTo>
                  <a:cubicBezTo>
                    <a:pt x="72285" y="30714"/>
                    <a:pt x="70851" y="30281"/>
                    <a:pt x="69684" y="30114"/>
                  </a:cubicBezTo>
                  <a:cubicBezTo>
                    <a:pt x="68683" y="29981"/>
                    <a:pt x="67716" y="29947"/>
                    <a:pt x="66715" y="29914"/>
                  </a:cubicBezTo>
                  <a:cubicBezTo>
                    <a:pt x="65681" y="29881"/>
                    <a:pt x="64613" y="29847"/>
                    <a:pt x="63579" y="29780"/>
                  </a:cubicBezTo>
                  <a:cubicBezTo>
                    <a:pt x="59977" y="29514"/>
                    <a:pt x="56441" y="28513"/>
                    <a:pt x="53272" y="26645"/>
                  </a:cubicBezTo>
                  <a:cubicBezTo>
                    <a:pt x="51971" y="25878"/>
                    <a:pt x="50770" y="24977"/>
                    <a:pt x="49636" y="23943"/>
                  </a:cubicBezTo>
                  <a:cubicBezTo>
                    <a:pt x="48168" y="22809"/>
                    <a:pt x="46834" y="21475"/>
                    <a:pt x="45700" y="19940"/>
                  </a:cubicBezTo>
                  <a:cubicBezTo>
                    <a:pt x="45433" y="19573"/>
                    <a:pt x="45166" y="19173"/>
                    <a:pt x="44899" y="18739"/>
                  </a:cubicBezTo>
                  <a:cubicBezTo>
                    <a:pt x="42698" y="18105"/>
                    <a:pt x="40663" y="16871"/>
                    <a:pt x="39062" y="15170"/>
                  </a:cubicBezTo>
                  <a:cubicBezTo>
                    <a:pt x="38695" y="14770"/>
                    <a:pt x="38328" y="14369"/>
                    <a:pt x="37994" y="13902"/>
                  </a:cubicBezTo>
                  <a:cubicBezTo>
                    <a:pt x="37893" y="13776"/>
                    <a:pt x="38022" y="13612"/>
                    <a:pt x="38148" y="13612"/>
                  </a:cubicBezTo>
                  <a:cubicBezTo>
                    <a:pt x="38189" y="13612"/>
                    <a:pt x="38229" y="13628"/>
                    <a:pt x="38261" y="13669"/>
                  </a:cubicBezTo>
                  <a:cubicBezTo>
                    <a:pt x="40812" y="16790"/>
                    <a:pt x="44767" y="18642"/>
                    <a:pt x="48693" y="18642"/>
                  </a:cubicBezTo>
                  <a:cubicBezTo>
                    <a:pt x="49131" y="18642"/>
                    <a:pt x="49568" y="18619"/>
                    <a:pt x="50003" y="18572"/>
                  </a:cubicBezTo>
                  <a:cubicBezTo>
                    <a:pt x="51137" y="18472"/>
                    <a:pt x="52271" y="18206"/>
                    <a:pt x="53238" y="17572"/>
                  </a:cubicBezTo>
                  <a:cubicBezTo>
                    <a:pt x="54139" y="16938"/>
                    <a:pt x="54806" y="15904"/>
                    <a:pt x="54706" y="14736"/>
                  </a:cubicBezTo>
                  <a:cubicBezTo>
                    <a:pt x="54706" y="14670"/>
                    <a:pt x="54706" y="14636"/>
                    <a:pt x="54706" y="14570"/>
                  </a:cubicBezTo>
                  <a:cubicBezTo>
                    <a:pt x="53945" y="13896"/>
                    <a:pt x="52849" y="13762"/>
                    <a:pt x="51870" y="13762"/>
                  </a:cubicBezTo>
                  <a:cubicBezTo>
                    <a:pt x="51735" y="13762"/>
                    <a:pt x="51601" y="13765"/>
                    <a:pt x="51471" y="13769"/>
                  </a:cubicBezTo>
                  <a:cubicBezTo>
                    <a:pt x="49969" y="13769"/>
                    <a:pt x="48502" y="13736"/>
                    <a:pt x="47034" y="13502"/>
                  </a:cubicBezTo>
                  <a:cubicBezTo>
                    <a:pt x="44032" y="13069"/>
                    <a:pt x="41130" y="12068"/>
                    <a:pt x="38428" y="10633"/>
                  </a:cubicBezTo>
                  <a:cubicBezTo>
                    <a:pt x="37561" y="10166"/>
                    <a:pt x="36727" y="9666"/>
                    <a:pt x="35926" y="9099"/>
                  </a:cubicBezTo>
                  <a:cubicBezTo>
                    <a:pt x="35359" y="8832"/>
                    <a:pt x="34759" y="8565"/>
                    <a:pt x="34192" y="8265"/>
                  </a:cubicBezTo>
                  <a:cubicBezTo>
                    <a:pt x="29588" y="5930"/>
                    <a:pt x="25218" y="3095"/>
                    <a:pt x="20315" y="1460"/>
                  </a:cubicBezTo>
                  <a:cubicBezTo>
                    <a:pt x="18547" y="893"/>
                    <a:pt x="16746" y="459"/>
                    <a:pt x="14911" y="1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036375" y="1850100"/>
              <a:ext cx="875650" cy="436550"/>
            </a:xfrm>
            <a:custGeom>
              <a:avLst/>
              <a:gdLst/>
              <a:ahLst/>
              <a:cxnLst/>
              <a:rect l="l" t="t" r="r" b="b"/>
              <a:pathLst>
                <a:path w="35026" h="17462" extrusionOk="0">
                  <a:moveTo>
                    <a:pt x="701" y="0"/>
                  </a:moveTo>
                  <a:cubicBezTo>
                    <a:pt x="935" y="67"/>
                    <a:pt x="1168" y="134"/>
                    <a:pt x="1402" y="201"/>
                  </a:cubicBezTo>
                  <a:cubicBezTo>
                    <a:pt x="3003" y="701"/>
                    <a:pt x="4504" y="1502"/>
                    <a:pt x="5905" y="2436"/>
                  </a:cubicBezTo>
                  <a:cubicBezTo>
                    <a:pt x="6672" y="2969"/>
                    <a:pt x="7440" y="3536"/>
                    <a:pt x="8140" y="4170"/>
                  </a:cubicBezTo>
                  <a:cubicBezTo>
                    <a:pt x="8272" y="4276"/>
                    <a:pt x="8154" y="4443"/>
                    <a:pt x="8033" y="4443"/>
                  </a:cubicBezTo>
                  <a:cubicBezTo>
                    <a:pt x="8000" y="4443"/>
                    <a:pt x="7968" y="4432"/>
                    <a:pt x="7940" y="4404"/>
                  </a:cubicBezTo>
                  <a:cubicBezTo>
                    <a:pt x="6672" y="3303"/>
                    <a:pt x="5305" y="2402"/>
                    <a:pt x="3770" y="1802"/>
                  </a:cubicBezTo>
                  <a:cubicBezTo>
                    <a:pt x="2569" y="1268"/>
                    <a:pt x="1302" y="901"/>
                    <a:pt x="1" y="634"/>
                  </a:cubicBezTo>
                  <a:lnTo>
                    <a:pt x="1" y="634"/>
                  </a:lnTo>
                  <a:cubicBezTo>
                    <a:pt x="635" y="901"/>
                    <a:pt x="1269" y="1201"/>
                    <a:pt x="1869" y="1568"/>
                  </a:cubicBezTo>
                  <a:cubicBezTo>
                    <a:pt x="3137" y="2335"/>
                    <a:pt x="4271" y="3303"/>
                    <a:pt x="5271" y="4437"/>
                  </a:cubicBezTo>
                  <a:cubicBezTo>
                    <a:pt x="6339" y="5705"/>
                    <a:pt x="7073" y="7172"/>
                    <a:pt x="8107" y="8473"/>
                  </a:cubicBezTo>
                  <a:cubicBezTo>
                    <a:pt x="8396" y="8815"/>
                    <a:pt x="8872" y="9467"/>
                    <a:pt x="9370" y="9467"/>
                  </a:cubicBezTo>
                  <a:cubicBezTo>
                    <a:pt x="9504" y="9467"/>
                    <a:pt x="9640" y="9420"/>
                    <a:pt x="9775" y="9307"/>
                  </a:cubicBezTo>
                  <a:cubicBezTo>
                    <a:pt x="10275" y="8840"/>
                    <a:pt x="10308" y="8040"/>
                    <a:pt x="10142" y="7372"/>
                  </a:cubicBezTo>
                  <a:cubicBezTo>
                    <a:pt x="9975" y="6572"/>
                    <a:pt x="9608" y="5738"/>
                    <a:pt x="9841" y="4871"/>
                  </a:cubicBezTo>
                  <a:cubicBezTo>
                    <a:pt x="9993" y="4315"/>
                    <a:pt x="10394" y="4007"/>
                    <a:pt x="10869" y="4007"/>
                  </a:cubicBezTo>
                  <a:cubicBezTo>
                    <a:pt x="11021" y="4007"/>
                    <a:pt x="11181" y="4039"/>
                    <a:pt x="11342" y="4103"/>
                  </a:cubicBezTo>
                  <a:cubicBezTo>
                    <a:pt x="12010" y="4404"/>
                    <a:pt x="12477" y="5104"/>
                    <a:pt x="12843" y="5705"/>
                  </a:cubicBezTo>
                  <a:cubicBezTo>
                    <a:pt x="13210" y="6372"/>
                    <a:pt x="13511" y="7072"/>
                    <a:pt x="13777" y="7806"/>
                  </a:cubicBezTo>
                  <a:cubicBezTo>
                    <a:pt x="14278" y="9274"/>
                    <a:pt x="14611" y="10842"/>
                    <a:pt x="15212" y="12276"/>
                  </a:cubicBezTo>
                  <a:cubicBezTo>
                    <a:pt x="15479" y="13010"/>
                    <a:pt x="15846" y="13844"/>
                    <a:pt x="16546" y="14211"/>
                  </a:cubicBezTo>
                  <a:cubicBezTo>
                    <a:pt x="16691" y="14287"/>
                    <a:pt x="16831" y="14321"/>
                    <a:pt x="16962" y="14321"/>
                  </a:cubicBezTo>
                  <a:cubicBezTo>
                    <a:pt x="17402" y="14321"/>
                    <a:pt x="17737" y="13932"/>
                    <a:pt x="17814" y="13443"/>
                  </a:cubicBezTo>
                  <a:cubicBezTo>
                    <a:pt x="17914" y="12776"/>
                    <a:pt x="17747" y="12109"/>
                    <a:pt x="17647" y="11475"/>
                  </a:cubicBezTo>
                  <a:cubicBezTo>
                    <a:pt x="17614" y="11209"/>
                    <a:pt x="17580" y="10975"/>
                    <a:pt x="17547" y="10742"/>
                  </a:cubicBezTo>
                  <a:cubicBezTo>
                    <a:pt x="17513" y="10575"/>
                    <a:pt x="17480" y="10408"/>
                    <a:pt x="17413" y="10241"/>
                  </a:cubicBezTo>
                  <a:cubicBezTo>
                    <a:pt x="17247" y="9507"/>
                    <a:pt x="16980" y="8807"/>
                    <a:pt x="16713" y="8140"/>
                  </a:cubicBezTo>
                  <a:cubicBezTo>
                    <a:pt x="16479" y="7506"/>
                    <a:pt x="16279" y="6839"/>
                    <a:pt x="16046" y="6205"/>
                  </a:cubicBezTo>
                  <a:cubicBezTo>
                    <a:pt x="15779" y="5571"/>
                    <a:pt x="15512" y="4937"/>
                    <a:pt x="15012" y="4470"/>
                  </a:cubicBezTo>
                  <a:cubicBezTo>
                    <a:pt x="14904" y="4389"/>
                    <a:pt x="14992" y="4243"/>
                    <a:pt x="15101" y="4243"/>
                  </a:cubicBezTo>
                  <a:cubicBezTo>
                    <a:pt x="15126" y="4243"/>
                    <a:pt x="15153" y="4251"/>
                    <a:pt x="15178" y="4270"/>
                  </a:cubicBezTo>
                  <a:cubicBezTo>
                    <a:pt x="16246" y="5171"/>
                    <a:pt x="16780" y="6572"/>
                    <a:pt x="17280" y="7839"/>
                  </a:cubicBezTo>
                  <a:cubicBezTo>
                    <a:pt x="17413" y="8206"/>
                    <a:pt x="17547" y="8573"/>
                    <a:pt x="17647" y="8940"/>
                  </a:cubicBezTo>
                  <a:cubicBezTo>
                    <a:pt x="17680" y="8907"/>
                    <a:pt x="17680" y="8907"/>
                    <a:pt x="17680" y="8874"/>
                  </a:cubicBezTo>
                  <a:cubicBezTo>
                    <a:pt x="17875" y="8459"/>
                    <a:pt x="18284" y="8259"/>
                    <a:pt x="18698" y="8259"/>
                  </a:cubicBezTo>
                  <a:cubicBezTo>
                    <a:pt x="18851" y="8259"/>
                    <a:pt x="19004" y="8286"/>
                    <a:pt x="19148" y="8340"/>
                  </a:cubicBezTo>
                  <a:cubicBezTo>
                    <a:pt x="19782" y="8540"/>
                    <a:pt x="20149" y="9174"/>
                    <a:pt x="20382" y="9774"/>
                  </a:cubicBezTo>
                  <a:cubicBezTo>
                    <a:pt x="20649" y="10575"/>
                    <a:pt x="20883" y="11375"/>
                    <a:pt x="21216" y="12143"/>
                  </a:cubicBezTo>
                  <a:cubicBezTo>
                    <a:pt x="21550" y="12943"/>
                    <a:pt x="21950" y="13744"/>
                    <a:pt x="22384" y="14478"/>
                  </a:cubicBezTo>
                  <a:cubicBezTo>
                    <a:pt x="22817" y="15245"/>
                    <a:pt x="23318" y="15979"/>
                    <a:pt x="23885" y="16646"/>
                  </a:cubicBezTo>
                  <a:cubicBezTo>
                    <a:pt x="24146" y="16978"/>
                    <a:pt x="24626" y="17462"/>
                    <a:pt x="25073" y="17462"/>
                  </a:cubicBezTo>
                  <a:cubicBezTo>
                    <a:pt x="25255" y="17462"/>
                    <a:pt x="25432" y="17382"/>
                    <a:pt x="25586" y="17179"/>
                  </a:cubicBezTo>
                  <a:cubicBezTo>
                    <a:pt x="25986" y="16679"/>
                    <a:pt x="25853" y="15912"/>
                    <a:pt x="25619" y="15378"/>
                  </a:cubicBezTo>
                  <a:cubicBezTo>
                    <a:pt x="25319" y="14644"/>
                    <a:pt x="24852" y="13977"/>
                    <a:pt x="24785" y="13177"/>
                  </a:cubicBezTo>
                  <a:cubicBezTo>
                    <a:pt x="24752" y="12610"/>
                    <a:pt x="24919" y="11976"/>
                    <a:pt x="25352" y="11609"/>
                  </a:cubicBezTo>
                  <a:cubicBezTo>
                    <a:pt x="25568" y="11432"/>
                    <a:pt x="25807" y="11365"/>
                    <a:pt x="26054" y="11365"/>
                  </a:cubicBezTo>
                  <a:cubicBezTo>
                    <a:pt x="26457" y="11365"/>
                    <a:pt x="26881" y="11543"/>
                    <a:pt x="27254" y="11709"/>
                  </a:cubicBezTo>
                  <a:cubicBezTo>
                    <a:pt x="28521" y="12276"/>
                    <a:pt x="29622" y="13210"/>
                    <a:pt x="30723" y="14044"/>
                  </a:cubicBezTo>
                  <a:cubicBezTo>
                    <a:pt x="31790" y="14878"/>
                    <a:pt x="32958" y="15678"/>
                    <a:pt x="34292" y="15945"/>
                  </a:cubicBezTo>
                  <a:cubicBezTo>
                    <a:pt x="34453" y="15968"/>
                    <a:pt x="34630" y="16007"/>
                    <a:pt x="34801" y="16007"/>
                  </a:cubicBezTo>
                  <a:cubicBezTo>
                    <a:pt x="34878" y="16007"/>
                    <a:pt x="34954" y="15999"/>
                    <a:pt x="35026" y="15979"/>
                  </a:cubicBezTo>
                  <a:cubicBezTo>
                    <a:pt x="35026" y="15945"/>
                    <a:pt x="35026" y="15945"/>
                    <a:pt x="35026" y="15945"/>
                  </a:cubicBezTo>
                  <a:cubicBezTo>
                    <a:pt x="34125" y="14744"/>
                    <a:pt x="33158" y="13544"/>
                    <a:pt x="32124" y="12443"/>
                  </a:cubicBezTo>
                  <a:cubicBezTo>
                    <a:pt x="31090" y="11342"/>
                    <a:pt x="29922" y="10308"/>
                    <a:pt x="28755" y="9374"/>
                  </a:cubicBezTo>
                  <a:cubicBezTo>
                    <a:pt x="26386" y="7473"/>
                    <a:pt x="23818" y="5838"/>
                    <a:pt x="21116" y="4537"/>
                  </a:cubicBezTo>
                  <a:cubicBezTo>
                    <a:pt x="18281" y="3203"/>
                    <a:pt x="15312" y="2169"/>
                    <a:pt x="12276" y="1435"/>
                  </a:cubicBezTo>
                  <a:cubicBezTo>
                    <a:pt x="8874" y="634"/>
                    <a:pt x="5371" y="201"/>
                    <a:pt x="1902" y="34"/>
                  </a:cubicBezTo>
                  <a:cubicBezTo>
                    <a:pt x="1502" y="34"/>
                    <a:pt x="1102" y="0"/>
                    <a:pt x="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3993850" y="1717500"/>
              <a:ext cx="933200" cy="521225"/>
            </a:xfrm>
            <a:custGeom>
              <a:avLst/>
              <a:gdLst/>
              <a:ahLst/>
              <a:cxnLst/>
              <a:rect l="l" t="t" r="r" b="b"/>
              <a:pathLst>
                <a:path w="37328" h="20849" extrusionOk="0">
                  <a:moveTo>
                    <a:pt x="13844" y="1"/>
                  </a:moveTo>
                  <a:cubicBezTo>
                    <a:pt x="13077" y="34"/>
                    <a:pt x="12310" y="101"/>
                    <a:pt x="11542" y="167"/>
                  </a:cubicBezTo>
                  <a:lnTo>
                    <a:pt x="11242" y="167"/>
                  </a:lnTo>
                  <a:cubicBezTo>
                    <a:pt x="11175" y="201"/>
                    <a:pt x="11109" y="201"/>
                    <a:pt x="11042" y="234"/>
                  </a:cubicBezTo>
                  <a:cubicBezTo>
                    <a:pt x="8540" y="835"/>
                    <a:pt x="6138" y="1869"/>
                    <a:pt x="3770" y="2836"/>
                  </a:cubicBezTo>
                  <a:cubicBezTo>
                    <a:pt x="4604" y="2736"/>
                    <a:pt x="5438" y="2603"/>
                    <a:pt x="6272" y="2469"/>
                  </a:cubicBezTo>
                  <a:cubicBezTo>
                    <a:pt x="8373" y="2102"/>
                    <a:pt x="10475" y="1702"/>
                    <a:pt x="12510" y="1101"/>
                  </a:cubicBezTo>
                  <a:cubicBezTo>
                    <a:pt x="12521" y="1099"/>
                    <a:pt x="12531" y="1098"/>
                    <a:pt x="12542" y="1098"/>
                  </a:cubicBezTo>
                  <a:cubicBezTo>
                    <a:pt x="12684" y="1098"/>
                    <a:pt x="12732" y="1304"/>
                    <a:pt x="12576" y="1335"/>
                  </a:cubicBezTo>
                  <a:cubicBezTo>
                    <a:pt x="10508" y="1969"/>
                    <a:pt x="8440" y="2569"/>
                    <a:pt x="6339" y="3036"/>
                  </a:cubicBezTo>
                  <a:cubicBezTo>
                    <a:pt x="5538" y="3236"/>
                    <a:pt x="4704" y="3403"/>
                    <a:pt x="3904" y="3570"/>
                  </a:cubicBezTo>
                  <a:cubicBezTo>
                    <a:pt x="5271" y="3603"/>
                    <a:pt x="6605" y="3703"/>
                    <a:pt x="7940" y="3870"/>
                  </a:cubicBezTo>
                  <a:cubicBezTo>
                    <a:pt x="9007" y="3970"/>
                    <a:pt x="10041" y="4137"/>
                    <a:pt x="11075" y="4337"/>
                  </a:cubicBezTo>
                  <a:cubicBezTo>
                    <a:pt x="11209" y="4370"/>
                    <a:pt x="11175" y="4571"/>
                    <a:pt x="11042" y="4571"/>
                  </a:cubicBezTo>
                  <a:cubicBezTo>
                    <a:pt x="9330" y="4259"/>
                    <a:pt x="7611" y="4122"/>
                    <a:pt x="5891" y="4122"/>
                  </a:cubicBezTo>
                  <a:cubicBezTo>
                    <a:pt x="3925" y="4122"/>
                    <a:pt x="1958" y="4301"/>
                    <a:pt x="1" y="4604"/>
                  </a:cubicBezTo>
                  <a:cubicBezTo>
                    <a:pt x="835" y="4604"/>
                    <a:pt x="1635" y="4637"/>
                    <a:pt x="2436" y="4671"/>
                  </a:cubicBezTo>
                  <a:cubicBezTo>
                    <a:pt x="5972" y="4804"/>
                    <a:pt x="9474" y="5238"/>
                    <a:pt x="12943" y="6005"/>
                  </a:cubicBezTo>
                  <a:cubicBezTo>
                    <a:pt x="16046" y="6705"/>
                    <a:pt x="19114" y="7740"/>
                    <a:pt x="22016" y="9041"/>
                  </a:cubicBezTo>
                  <a:cubicBezTo>
                    <a:pt x="24785" y="10308"/>
                    <a:pt x="27454" y="11843"/>
                    <a:pt x="29922" y="13677"/>
                  </a:cubicBezTo>
                  <a:cubicBezTo>
                    <a:pt x="31123" y="14578"/>
                    <a:pt x="32290" y="15579"/>
                    <a:pt x="33391" y="16613"/>
                  </a:cubicBezTo>
                  <a:cubicBezTo>
                    <a:pt x="34492" y="17680"/>
                    <a:pt x="35593" y="18781"/>
                    <a:pt x="36527" y="19982"/>
                  </a:cubicBezTo>
                  <a:cubicBezTo>
                    <a:pt x="36760" y="20282"/>
                    <a:pt x="36994" y="20582"/>
                    <a:pt x="37194" y="20849"/>
                  </a:cubicBezTo>
                  <a:cubicBezTo>
                    <a:pt x="37294" y="20682"/>
                    <a:pt x="37327" y="20449"/>
                    <a:pt x="37327" y="20249"/>
                  </a:cubicBezTo>
                  <a:cubicBezTo>
                    <a:pt x="37327" y="19515"/>
                    <a:pt x="37161" y="18747"/>
                    <a:pt x="36960" y="18080"/>
                  </a:cubicBezTo>
                  <a:cubicBezTo>
                    <a:pt x="36127" y="15112"/>
                    <a:pt x="34325" y="12510"/>
                    <a:pt x="31924" y="10708"/>
                  </a:cubicBezTo>
                  <a:cubicBezTo>
                    <a:pt x="31423" y="10375"/>
                    <a:pt x="30889" y="9975"/>
                    <a:pt x="30289" y="9874"/>
                  </a:cubicBezTo>
                  <a:cubicBezTo>
                    <a:pt x="29989" y="9874"/>
                    <a:pt x="29689" y="9941"/>
                    <a:pt x="29422" y="10108"/>
                  </a:cubicBezTo>
                  <a:cubicBezTo>
                    <a:pt x="29394" y="10122"/>
                    <a:pt x="29366" y="10128"/>
                    <a:pt x="29340" y="10128"/>
                  </a:cubicBezTo>
                  <a:cubicBezTo>
                    <a:pt x="29174" y="10128"/>
                    <a:pt x="29049" y="9889"/>
                    <a:pt x="29222" y="9774"/>
                  </a:cubicBezTo>
                  <a:cubicBezTo>
                    <a:pt x="29645" y="9539"/>
                    <a:pt x="30076" y="9473"/>
                    <a:pt x="30515" y="9473"/>
                  </a:cubicBezTo>
                  <a:cubicBezTo>
                    <a:pt x="31008" y="9473"/>
                    <a:pt x="31511" y="9557"/>
                    <a:pt x="32024" y="9574"/>
                  </a:cubicBezTo>
                  <a:cubicBezTo>
                    <a:pt x="32129" y="9584"/>
                    <a:pt x="32271" y="9596"/>
                    <a:pt x="32420" y="9596"/>
                  </a:cubicBezTo>
                  <a:cubicBezTo>
                    <a:pt x="32788" y="9596"/>
                    <a:pt x="33201" y="9521"/>
                    <a:pt x="33224" y="9141"/>
                  </a:cubicBezTo>
                  <a:cubicBezTo>
                    <a:pt x="33291" y="8740"/>
                    <a:pt x="33024" y="8240"/>
                    <a:pt x="32757" y="7940"/>
                  </a:cubicBezTo>
                  <a:cubicBezTo>
                    <a:pt x="31662" y="6438"/>
                    <a:pt x="29510" y="6169"/>
                    <a:pt x="27788" y="6169"/>
                  </a:cubicBezTo>
                  <a:cubicBezTo>
                    <a:pt x="27675" y="6169"/>
                    <a:pt x="27563" y="6170"/>
                    <a:pt x="27454" y="6172"/>
                  </a:cubicBezTo>
                  <a:cubicBezTo>
                    <a:pt x="26586" y="6205"/>
                    <a:pt x="25686" y="6305"/>
                    <a:pt x="24818" y="6439"/>
                  </a:cubicBezTo>
                  <a:cubicBezTo>
                    <a:pt x="24085" y="6772"/>
                    <a:pt x="23184" y="6839"/>
                    <a:pt x="22417" y="6839"/>
                  </a:cubicBezTo>
                  <a:cubicBezTo>
                    <a:pt x="22316" y="6841"/>
                    <a:pt x="22216" y="6841"/>
                    <a:pt x="22116" y="6841"/>
                  </a:cubicBezTo>
                  <a:cubicBezTo>
                    <a:pt x="20212" y="6841"/>
                    <a:pt x="18285" y="6542"/>
                    <a:pt x="16479" y="5972"/>
                  </a:cubicBezTo>
                  <a:cubicBezTo>
                    <a:pt x="16238" y="5881"/>
                    <a:pt x="16297" y="5491"/>
                    <a:pt x="16507" y="5491"/>
                  </a:cubicBezTo>
                  <a:cubicBezTo>
                    <a:pt x="16530" y="5491"/>
                    <a:pt x="16554" y="5495"/>
                    <a:pt x="16579" y="5505"/>
                  </a:cubicBezTo>
                  <a:cubicBezTo>
                    <a:pt x="18147" y="5972"/>
                    <a:pt x="19748" y="6238"/>
                    <a:pt x="21383" y="6272"/>
                  </a:cubicBezTo>
                  <a:cubicBezTo>
                    <a:pt x="22150" y="6272"/>
                    <a:pt x="22950" y="6272"/>
                    <a:pt x="23718" y="6138"/>
                  </a:cubicBezTo>
                  <a:cubicBezTo>
                    <a:pt x="24351" y="6005"/>
                    <a:pt x="25052" y="5771"/>
                    <a:pt x="25419" y="5204"/>
                  </a:cubicBezTo>
                  <a:cubicBezTo>
                    <a:pt x="25686" y="4771"/>
                    <a:pt x="25686" y="4237"/>
                    <a:pt x="25486" y="3803"/>
                  </a:cubicBezTo>
                  <a:cubicBezTo>
                    <a:pt x="25152" y="3203"/>
                    <a:pt x="24552" y="2903"/>
                    <a:pt x="23951" y="2736"/>
                  </a:cubicBezTo>
                  <a:cubicBezTo>
                    <a:pt x="23495" y="2611"/>
                    <a:pt x="23012" y="2577"/>
                    <a:pt x="22536" y="2577"/>
                  </a:cubicBezTo>
                  <a:cubicBezTo>
                    <a:pt x="22247" y="2577"/>
                    <a:pt x="21960" y="2590"/>
                    <a:pt x="21683" y="2603"/>
                  </a:cubicBezTo>
                  <a:cubicBezTo>
                    <a:pt x="20882" y="2636"/>
                    <a:pt x="20082" y="2769"/>
                    <a:pt x="19315" y="2969"/>
                  </a:cubicBezTo>
                  <a:cubicBezTo>
                    <a:pt x="17513" y="3370"/>
                    <a:pt x="15779" y="4037"/>
                    <a:pt x="14077" y="4704"/>
                  </a:cubicBezTo>
                  <a:lnTo>
                    <a:pt x="14044" y="4704"/>
                  </a:lnTo>
                  <a:cubicBezTo>
                    <a:pt x="13744" y="4871"/>
                    <a:pt x="13410" y="4971"/>
                    <a:pt x="13110" y="5071"/>
                  </a:cubicBezTo>
                  <a:cubicBezTo>
                    <a:pt x="13091" y="5076"/>
                    <a:pt x="13073" y="5078"/>
                    <a:pt x="13055" y="5078"/>
                  </a:cubicBezTo>
                  <a:cubicBezTo>
                    <a:pt x="12826" y="5078"/>
                    <a:pt x="12729" y="4699"/>
                    <a:pt x="12977" y="4637"/>
                  </a:cubicBezTo>
                  <a:cubicBezTo>
                    <a:pt x="13811" y="4337"/>
                    <a:pt x="14711" y="3903"/>
                    <a:pt x="15212" y="3070"/>
                  </a:cubicBezTo>
                  <a:cubicBezTo>
                    <a:pt x="15645" y="2369"/>
                    <a:pt x="15712" y="1402"/>
                    <a:pt x="15212" y="735"/>
                  </a:cubicBezTo>
                  <a:cubicBezTo>
                    <a:pt x="14878" y="301"/>
                    <a:pt x="14378" y="101"/>
                    <a:pt x="138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3569375" y="1062875"/>
              <a:ext cx="1014925" cy="773225"/>
            </a:xfrm>
            <a:custGeom>
              <a:avLst/>
              <a:gdLst/>
              <a:ahLst/>
              <a:cxnLst/>
              <a:rect l="l" t="t" r="r" b="b"/>
              <a:pathLst>
                <a:path w="40597" h="30929" extrusionOk="0">
                  <a:moveTo>
                    <a:pt x="39029" y="0"/>
                  </a:moveTo>
                  <a:lnTo>
                    <a:pt x="39029" y="0"/>
                  </a:lnTo>
                  <a:cubicBezTo>
                    <a:pt x="39062" y="868"/>
                    <a:pt x="39029" y="1768"/>
                    <a:pt x="38962" y="2602"/>
                  </a:cubicBezTo>
                  <a:cubicBezTo>
                    <a:pt x="38829" y="4003"/>
                    <a:pt x="38629" y="5404"/>
                    <a:pt x="38328" y="6805"/>
                  </a:cubicBezTo>
                  <a:cubicBezTo>
                    <a:pt x="37761" y="9607"/>
                    <a:pt x="36827" y="12376"/>
                    <a:pt x="35426" y="14878"/>
                  </a:cubicBezTo>
                  <a:cubicBezTo>
                    <a:pt x="34659" y="16245"/>
                    <a:pt x="33792" y="17580"/>
                    <a:pt x="32758" y="18780"/>
                  </a:cubicBezTo>
                  <a:cubicBezTo>
                    <a:pt x="32732" y="18815"/>
                    <a:pt x="32699" y="18829"/>
                    <a:pt x="32666" y="18829"/>
                  </a:cubicBezTo>
                  <a:cubicBezTo>
                    <a:pt x="32572" y="18829"/>
                    <a:pt x="32475" y="18712"/>
                    <a:pt x="32524" y="18614"/>
                  </a:cubicBezTo>
                  <a:cubicBezTo>
                    <a:pt x="33358" y="17446"/>
                    <a:pt x="34125" y="16279"/>
                    <a:pt x="34792" y="15011"/>
                  </a:cubicBezTo>
                  <a:cubicBezTo>
                    <a:pt x="35426" y="13810"/>
                    <a:pt x="35993" y="12543"/>
                    <a:pt x="36527" y="11275"/>
                  </a:cubicBezTo>
                  <a:cubicBezTo>
                    <a:pt x="37561" y="8640"/>
                    <a:pt x="38195" y="5871"/>
                    <a:pt x="38395" y="3036"/>
                  </a:cubicBezTo>
                  <a:lnTo>
                    <a:pt x="38395" y="3036"/>
                  </a:lnTo>
                  <a:cubicBezTo>
                    <a:pt x="38328" y="3770"/>
                    <a:pt x="38195" y="4537"/>
                    <a:pt x="38028" y="5271"/>
                  </a:cubicBezTo>
                  <a:cubicBezTo>
                    <a:pt x="37528" y="7406"/>
                    <a:pt x="36794" y="9474"/>
                    <a:pt x="35793" y="11442"/>
                  </a:cubicBezTo>
                  <a:cubicBezTo>
                    <a:pt x="35226" y="12543"/>
                    <a:pt x="34626" y="13610"/>
                    <a:pt x="33925" y="14644"/>
                  </a:cubicBezTo>
                  <a:cubicBezTo>
                    <a:pt x="33897" y="14672"/>
                    <a:pt x="33863" y="14685"/>
                    <a:pt x="33831" y="14685"/>
                  </a:cubicBezTo>
                  <a:cubicBezTo>
                    <a:pt x="33749" y="14685"/>
                    <a:pt x="33677" y="14606"/>
                    <a:pt x="33725" y="14511"/>
                  </a:cubicBezTo>
                  <a:cubicBezTo>
                    <a:pt x="35960" y="11108"/>
                    <a:pt x="37261" y="7139"/>
                    <a:pt x="37795" y="3069"/>
                  </a:cubicBezTo>
                  <a:lnTo>
                    <a:pt x="37795" y="3069"/>
                  </a:lnTo>
                  <a:cubicBezTo>
                    <a:pt x="36794" y="7039"/>
                    <a:pt x="34859" y="10808"/>
                    <a:pt x="32591" y="14110"/>
                  </a:cubicBezTo>
                  <a:cubicBezTo>
                    <a:pt x="29522" y="18547"/>
                    <a:pt x="25619" y="22316"/>
                    <a:pt x="21116" y="25085"/>
                  </a:cubicBezTo>
                  <a:cubicBezTo>
                    <a:pt x="20883" y="25252"/>
                    <a:pt x="20649" y="25385"/>
                    <a:pt x="20382" y="25552"/>
                  </a:cubicBezTo>
                  <a:cubicBezTo>
                    <a:pt x="21083" y="25285"/>
                    <a:pt x="21783" y="24985"/>
                    <a:pt x="22450" y="24685"/>
                  </a:cubicBezTo>
                  <a:cubicBezTo>
                    <a:pt x="25452" y="23417"/>
                    <a:pt x="28321" y="21849"/>
                    <a:pt x="31056" y="20081"/>
                  </a:cubicBezTo>
                  <a:cubicBezTo>
                    <a:pt x="31075" y="20072"/>
                    <a:pt x="31093" y="20068"/>
                    <a:pt x="31111" y="20068"/>
                  </a:cubicBezTo>
                  <a:cubicBezTo>
                    <a:pt x="31222" y="20068"/>
                    <a:pt x="31305" y="20229"/>
                    <a:pt x="31190" y="20315"/>
                  </a:cubicBezTo>
                  <a:cubicBezTo>
                    <a:pt x="26386" y="23617"/>
                    <a:pt x="21149" y="26252"/>
                    <a:pt x="15645" y="28087"/>
                  </a:cubicBezTo>
                  <a:cubicBezTo>
                    <a:pt x="10609" y="29788"/>
                    <a:pt x="5271" y="30689"/>
                    <a:pt x="1" y="30922"/>
                  </a:cubicBezTo>
                  <a:lnTo>
                    <a:pt x="34" y="30922"/>
                  </a:lnTo>
                  <a:cubicBezTo>
                    <a:pt x="164" y="30927"/>
                    <a:pt x="293" y="30929"/>
                    <a:pt x="421" y="30929"/>
                  </a:cubicBezTo>
                  <a:cubicBezTo>
                    <a:pt x="1252" y="30929"/>
                    <a:pt x="2061" y="30842"/>
                    <a:pt x="2870" y="30756"/>
                  </a:cubicBezTo>
                  <a:cubicBezTo>
                    <a:pt x="4704" y="30589"/>
                    <a:pt x="6539" y="30389"/>
                    <a:pt x="8374" y="30155"/>
                  </a:cubicBezTo>
                  <a:cubicBezTo>
                    <a:pt x="11976" y="29688"/>
                    <a:pt x="15545" y="28988"/>
                    <a:pt x="19015" y="27820"/>
                  </a:cubicBezTo>
                  <a:cubicBezTo>
                    <a:pt x="20983" y="27153"/>
                    <a:pt x="22917" y="26352"/>
                    <a:pt x="24752" y="25352"/>
                  </a:cubicBezTo>
                  <a:cubicBezTo>
                    <a:pt x="24769" y="25335"/>
                    <a:pt x="24794" y="25327"/>
                    <a:pt x="24819" y="25327"/>
                  </a:cubicBezTo>
                  <a:cubicBezTo>
                    <a:pt x="24844" y="25327"/>
                    <a:pt x="24869" y="25335"/>
                    <a:pt x="24885" y="25352"/>
                  </a:cubicBezTo>
                  <a:cubicBezTo>
                    <a:pt x="25819" y="24885"/>
                    <a:pt x="26753" y="24384"/>
                    <a:pt x="27687" y="23984"/>
                  </a:cubicBezTo>
                  <a:cubicBezTo>
                    <a:pt x="28321" y="23717"/>
                    <a:pt x="28955" y="23517"/>
                    <a:pt x="29555" y="23284"/>
                  </a:cubicBezTo>
                  <a:cubicBezTo>
                    <a:pt x="30723" y="22483"/>
                    <a:pt x="31824" y="21616"/>
                    <a:pt x="32824" y="20648"/>
                  </a:cubicBezTo>
                  <a:cubicBezTo>
                    <a:pt x="34059" y="19481"/>
                    <a:pt x="35226" y="18213"/>
                    <a:pt x="36093" y="16779"/>
                  </a:cubicBezTo>
                  <a:cubicBezTo>
                    <a:pt x="36494" y="16145"/>
                    <a:pt x="36827" y="15478"/>
                    <a:pt x="37161" y="14811"/>
                  </a:cubicBezTo>
                  <a:cubicBezTo>
                    <a:pt x="37228" y="14611"/>
                    <a:pt x="37328" y="14377"/>
                    <a:pt x="37428" y="14177"/>
                  </a:cubicBezTo>
                  <a:cubicBezTo>
                    <a:pt x="37594" y="13743"/>
                    <a:pt x="37761" y="13276"/>
                    <a:pt x="37961" y="12843"/>
                  </a:cubicBezTo>
                  <a:cubicBezTo>
                    <a:pt x="38028" y="12543"/>
                    <a:pt x="38128" y="12276"/>
                    <a:pt x="38195" y="12009"/>
                  </a:cubicBezTo>
                  <a:cubicBezTo>
                    <a:pt x="38762" y="10108"/>
                    <a:pt x="38995" y="8173"/>
                    <a:pt x="39062" y="6205"/>
                  </a:cubicBezTo>
                  <a:cubicBezTo>
                    <a:pt x="39062" y="6133"/>
                    <a:pt x="39110" y="6100"/>
                    <a:pt x="39160" y="6100"/>
                  </a:cubicBezTo>
                  <a:cubicBezTo>
                    <a:pt x="39203" y="6100"/>
                    <a:pt x="39247" y="6125"/>
                    <a:pt x="39262" y="6171"/>
                  </a:cubicBezTo>
                  <a:cubicBezTo>
                    <a:pt x="39629" y="9641"/>
                    <a:pt x="38495" y="13176"/>
                    <a:pt x="36861" y="16145"/>
                  </a:cubicBezTo>
                  <a:cubicBezTo>
                    <a:pt x="36660" y="16579"/>
                    <a:pt x="36427" y="17012"/>
                    <a:pt x="36193" y="17446"/>
                  </a:cubicBezTo>
                  <a:cubicBezTo>
                    <a:pt x="35326" y="19047"/>
                    <a:pt x="34225" y="20548"/>
                    <a:pt x="32891" y="21783"/>
                  </a:cubicBezTo>
                  <a:cubicBezTo>
                    <a:pt x="34392" y="21182"/>
                    <a:pt x="35860" y="20482"/>
                    <a:pt x="37294" y="19681"/>
                  </a:cubicBezTo>
                  <a:cubicBezTo>
                    <a:pt x="38895" y="17046"/>
                    <a:pt x="39863" y="14077"/>
                    <a:pt x="40230" y="10941"/>
                  </a:cubicBezTo>
                  <a:cubicBezTo>
                    <a:pt x="40597" y="7973"/>
                    <a:pt x="40363" y="4937"/>
                    <a:pt x="39629" y="2035"/>
                  </a:cubicBezTo>
                  <a:cubicBezTo>
                    <a:pt x="39462" y="1335"/>
                    <a:pt x="39262" y="667"/>
                    <a:pt x="390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2754650" y="887200"/>
              <a:ext cx="977375" cy="925400"/>
            </a:xfrm>
            <a:custGeom>
              <a:avLst/>
              <a:gdLst/>
              <a:ahLst/>
              <a:cxnLst/>
              <a:rect l="l" t="t" r="r" b="b"/>
              <a:pathLst>
                <a:path w="39095" h="37016" extrusionOk="0">
                  <a:moveTo>
                    <a:pt x="14544" y="0"/>
                  </a:moveTo>
                  <a:cubicBezTo>
                    <a:pt x="13023" y="0"/>
                    <a:pt x="11505" y="210"/>
                    <a:pt x="10041" y="656"/>
                  </a:cubicBezTo>
                  <a:cubicBezTo>
                    <a:pt x="9173" y="923"/>
                    <a:pt x="8306" y="1290"/>
                    <a:pt x="7472" y="1657"/>
                  </a:cubicBezTo>
                  <a:cubicBezTo>
                    <a:pt x="7072" y="1857"/>
                    <a:pt x="6671" y="2057"/>
                    <a:pt x="6305" y="2257"/>
                  </a:cubicBezTo>
                  <a:cubicBezTo>
                    <a:pt x="5704" y="2724"/>
                    <a:pt x="5170" y="3225"/>
                    <a:pt x="4637" y="3792"/>
                  </a:cubicBezTo>
                  <a:cubicBezTo>
                    <a:pt x="5004" y="3491"/>
                    <a:pt x="5404" y="3191"/>
                    <a:pt x="5771" y="2958"/>
                  </a:cubicBezTo>
                  <a:cubicBezTo>
                    <a:pt x="8213" y="1372"/>
                    <a:pt x="10986" y="751"/>
                    <a:pt x="13805" y="751"/>
                  </a:cubicBezTo>
                  <a:cubicBezTo>
                    <a:pt x="13951" y="751"/>
                    <a:pt x="14097" y="753"/>
                    <a:pt x="14244" y="756"/>
                  </a:cubicBezTo>
                  <a:cubicBezTo>
                    <a:pt x="16078" y="789"/>
                    <a:pt x="17913" y="1023"/>
                    <a:pt x="19714" y="1390"/>
                  </a:cubicBezTo>
                  <a:cubicBezTo>
                    <a:pt x="19937" y="1453"/>
                    <a:pt x="19856" y="1759"/>
                    <a:pt x="19675" y="1759"/>
                  </a:cubicBezTo>
                  <a:cubicBezTo>
                    <a:pt x="19666" y="1759"/>
                    <a:pt x="19657" y="1758"/>
                    <a:pt x="19647" y="1757"/>
                  </a:cubicBezTo>
                  <a:cubicBezTo>
                    <a:pt x="17982" y="1452"/>
                    <a:pt x="16287" y="1254"/>
                    <a:pt x="14600" y="1254"/>
                  </a:cubicBezTo>
                  <a:cubicBezTo>
                    <a:pt x="13145" y="1254"/>
                    <a:pt x="11695" y="1402"/>
                    <a:pt x="10274" y="1757"/>
                  </a:cubicBezTo>
                  <a:cubicBezTo>
                    <a:pt x="7806" y="2324"/>
                    <a:pt x="5404" y="3491"/>
                    <a:pt x="3636" y="5426"/>
                  </a:cubicBezTo>
                  <a:cubicBezTo>
                    <a:pt x="3036" y="6060"/>
                    <a:pt x="2502" y="6794"/>
                    <a:pt x="2035" y="7561"/>
                  </a:cubicBezTo>
                  <a:cubicBezTo>
                    <a:pt x="2335" y="7261"/>
                    <a:pt x="2635" y="6994"/>
                    <a:pt x="2935" y="6727"/>
                  </a:cubicBezTo>
                  <a:cubicBezTo>
                    <a:pt x="4437" y="5426"/>
                    <a:pt x="6104" y="4392"/>
                    <a:pt x="7906" y="3658"/>
                  </a:cubicBezTo>
                  <a:cubicBezTo>
                    <a:pt x="8973" y="3258"/>
                    <a:pt x="10041" y="2924"/>
                    <a:pt x="11141" y="2724"/>
                  </a:cubicBezTo>
                  <a:cubicBezTo>
                    <a:pt x="11241" y="2724"/>
                    <a:pt x="11275" y="2824"/>
                    <a:pt x="11175" y="2858"/>
                  </a:cubicBezTo>
                  <a:cubicBezTo>
                    <a:pt x="9340" y="3325"/>
                    <a:pt x="7605" y="4092"/>
                    <a:pt x="5971" y="5126"/>
                  </a:cubicBezTo>
                  <a:cubicBezTo>
                    <a:pt x="4403" y="6093"/>
                    <a:pt x="2902" y="7294"/>
                    <a:pt x="1701" y="8762"/>
                  </a:cubicBezTo>
                  <a:cubicBezTo>
                    <a:pt x="1368" y="9196"/>
                    <a:pt x="1067" y="9629"/>
                    <a:pt x="834" y="10130"/>
                  </a:cubicBezTo>
                  <a:cubicBezTo>
                    <a:pt x="467" y="11264"/>
                    <a:pt x="167" y="12431"/>
                    <a:pt x="0" y="13632"/>
                  </a:cubicBezTo>
                  <a:cubicBezTo>
                    <a:pt x="0" y="13732"/>
                    <a:pt x="0" y="13799"/>
                    <a:pt x="0" y="13866"/>
                  </a:cubicBezTo>
                  <a:cubicBezTo>
                    <a:pt x="367" y="12665"/>
                    <a:pt x="901" y="11497"/>
                    <a:pt x="1635" y="10463"/>
                  </a:cubicBezTo>
                  <a:cubicBezTo>
                    <a:pt x="2468" y="9262"/>
                    <a:pt x="3569" y="8228"/>
                    <a:pt x="4837" y="7461"/>
                  </a:cubicBezTo>
                  <a:cubicBezTo>
                    <a:pt x="4850" y="7448"/>
                    <a:pt x="4862" y="7443"/>
                    <a:pt x="4874" y="7443"/>
                  </a:cubicBezTo>
                  <a:cubicBezTo>
                    <a:pt x="4924" y="7443"/>
                    <a:pt x="4957" y="7540"/>
                    <a:pt x="4904" y="7594"/>
                  </a:cubicBezTo>
                  <a:cubicBezTo>
                    <a:pt x="2702" y="9095"/>
                    <a:pt x="1201" y="11397"/>
                    <a:pt x="500" y="14066"/>
                  </a:cubicBezTo>
                  <a:cubicBezTo>
                    <a:pt x="267" y="15033"/>
                    <a:pt x="100" y="16034"/>
                    <a:pt x="33" y="17001"/>
                  </a:cubicBezTo>
                  <a:cubicBezTo>
                    <a:pt x="67" y="17168"/>
                    <a:pt x="67" y="17335"/>
                    <a:pt x="67" y="17468"/>
                  </a:cubicBezTo>
                  <a:cubicBezTo>
                    <a:pt x="133" y="18836"/>
                    <a:pt x="300" y="20203"/>
                    <a:pt x="500" y="21538"/>
                  </a:cubicBezTo>
                  <a:cubicBezTo>
                    <a:pt x="400" y="18969"/>
                    <a:pt x="967" y="16434"/>
                    <a:pt x="2035" y="14099"/>
                  </a:cubicBezTo>
                  <a:cubicBezTo>
                    <a:pt x="2735" y="12565"/>
                    <a:pt x="3669" y="11130"/>
                    <a:pt x="4803" y="9896"/>
                  </a:cubicBezTo>
                  <a:cubicBezTo>
                    <a:pt x="4834" y="9865"/>
                    <a:pt x="4870" y="9852"/>
                    <a:pt x="4905" y="9852"/>
                  </a:cubicBezTo>
                  <a:cubicBezTo>
                    <a:pt x="5025" y="9852"/>
                    <a:pt x="5140" y="10001"/>
                    <a:pt x="5037" y="10130"/>
                  </a:cubicBezTo>
                  <a:cubicBezTo>
                    <a:pt x="3169" y="12364"/>
                    <a:pt x="1935" y="15066"/>
                    <a:pt x="1468" y="18002"/>
                  </a:cubicBezTo>
                  <a:cubicBezTo>
                    <a:pt x="1001" y="20937"/>
                    <a:pt x="1234" y="23939"/>
                    <a:pt x="2202" y="26741"/>
                  </a:cubicBezTo>
                  <a:cubicBezTo>
                    <a:pt x="2502" y="27609"/>
                    <a:pt x="2869" y="28409"/>
                    <a:pt x="3269" y="29210"/>
                  </a:cubicBezTo>
                  <a:cubicBezTo>
                    <a:pt x="2669" y="27475"/>
                    <a:pt x="2402" y="25574"/>
                    <a:pt x="2402" y="23739"/>
                  </a:cubicBezTo>
                  <a:cubicBezTo>
                    <a:pt x="2435" y="21805"/>
                    <a:pt x="2635" y="19870"/>
                    <a:pt x="3069" y="18002"/>
                  </a:cubicBezTo>
                  <a:cubicBezTo>
                    <a:pt x="3082" y="17925"/>
                    <a:pt x="3133" y="17893"/>
                    <a:pt x="3190" y="17893"/>
                  </a:cubicBezTo>
                  <a:cubicBezTo>
                    <a:pt x="3283" y="17893"/>
                    <a:pt x="3390" y="17978"/>
                    <a:pt x="3369" y="18102"/>
                  </a:cubicBezTo>
                  <a:cubicBezTo>
                    <a:pt x="3102" y="19736"/>
                    <a:pt x="2835" y="21404"/>
                    <a:pt x="2835" y="23072"/>
                  </a:cubicBezTo>
                  <a:cubicBezTo>
                    <a:pt x="2802" y="24640"/>
                    <a:pt x="3002" y="26241"/>
                    <a:pt x="3436" y="27742"/>
                  </a:cubicBezTo>
                  <a:cubicBezTo>
                    <a:pt x="4103" y="29977"/>
                    <a:pt x="5270" y="32112"/>
                    <a:pt x="6972" y="33646"/>
                  </a:cubicBezTo>
                  <a:cubicBezTo>
                    <a:pt x="7739" y="34247"/>
                    <a:pt x="8539" y="34780"/>
                    <a:pt x="9407" y="35247"/>
                  </a:cubicBezTo>
                  <a:cubicBezTo>
                    <a:pt x="10574" y="35748"/>
                    <a:pt x="11808" y="36148"/>
                    <a:pt x="13043" y="36448"/>
                  </a:cubicBezTo>
                  <a:cubicBezTo>
                    <a:pt x="13843" y="36682"/>
                    <a:pt x="14644" y="36849"/>
                    <a:pt x="15478" y="37015"/>
                  </a:cubicBezTo>
                  <a:cubicBezTo>
                    <a:pt x="14877" y="36815"/>
                    <a:pt x="14310" y="36615"/>
                    <a:pt x="13743" y="36382"/>
                  </a:cubicBezTo>
                  <a:cubicBezTo>
                    <a:pt x="12442" y="35848"/>
                    <a:pt x="11141" y="35247"/>
                    <a:pt x="9807" y="34680"/>
                  </a:cubicBezTo>
                  <a:cubicBezTo>
                    <a:pt x="9715" y="34650"/>
                    <a:pt x="9764" y="34477"/>
                    <a:pt x="9878" y="34477"/>
                  </a:cubicBezTo>
                  <a:cubicBezTo>
                    <a:pt x="9887" y="34477"/>
                    <a:pt x="9897" y="34478"/>
                    <a:pt x="9907" y="34480"/>
                  </a:cubicBezTo>
                  <a:cubicBezTo>
                    <a:pt x="11909" y="35281"/>
                    <a:pt x="13943" y="36081"/>
                    <a:pt x="16045" y="36648"/>
                  </a:cubicBezTo>
                  <a:cubicBezTo>
                    <a:pt x="15144" y="36348"/>
                    <a:pt x="14244" y="35981"/>
                    <a:pt x="13376" y="35614"/>
                  </a:cubicBezTo>
                  <a:cubicBezTo>
                    <a:pt x="10941" y="34580"/>
                    <a:pt x="8640" y="33146"/>
                    <a:pt x="6638" y="31278"/>
                  </a:cubicBezTo>
                  <a:cubicBezTo>
                    <a:pt x="6560" y="31200"/>
                    <a:pt x="6645" y="31080"/>
                    <a:pt x="6734" y="31080"/>
                  </a:cubicBezTo>
                  <a:cubicBezTo>
                    <a:pt x="6758" y="31080"/>
                    <a:pt x="6783" y="31089"/>
                    <a:pt x="6805" y="31111"/>
                  </a:cubicBezTo>
                  <a:cubicBezTo>
                    <a:pt x="8640" y="32712"/>
                    <a:pt x="10741" y="33947"/>
                    <a:pt x="12943" y="34847"/>
                  </a:cubicBezTo>
                  <a:cubicBezTo>
                    <a:pt x="15144" y="35748"/>
                    <a:pt x="17479" y="36282"/>
                    <a:pt x="19814" y="36715"/>
                  </a:cubicBezTo>
                  <a:cubicBezTo>
                    <a:pt x="20248" y="36782"/>
                    <a:pt x="20715" y="36849"/>
                    <a:pt x="21148" y="36949"/>
                  </a:cubicBezTo>
                  <a:cubicBezTo>
                    <a:pt x="21148" y="36882"/>
                    <a:pt x="21148" y="36849"/>
                    <a:pt x="21182" y="36782"/>
                  </a:cubicBezTo>
                  <a:cubicBezTo>
                    <a:pt x="20515" y="36615"/>
                    <a:pt x="19881" y="36415"/>
                    <a:pt x="19247" y="36215"/>
                  </a:cubicBezTo>
                  <a:cubicBezTo>
                    <a:pt x="17079" y="35648"/>
                    <a:pt x="14944" y="34947"/>
                    <a:pt x="12843" y="34047"/>
                  </a:cubicBezTo>
                  <a:cubicBezTo>
                    <a:pt x="10141" y="32879"/>
                    <a:pt x="7539" y="31145"/>
                    <a:pt x="5838" y="28609"/>
                  </a:cubicBezTo>
                  <a:cubicBezTo>
                    <a:pt x="5571" y="28276"/>
                    <a:pt x="5337" y="27909"/>
                    <a:pt x="5104" y="27542"/>
                  </a:cubicBezTo>
                  <a:cubicBezTo>
                    <a:pt x="5070" y="27475"/>
                    <a:pt x="5070" y="27442"/>
                    <a:pt x="5070" y="27375"/>
                  </a:cubicBezTo>
                  <a:cubicBezTo>
                    <a:pt x="4270" y="25841"/>
                    <a:pt x="3803" y="24039"/>
                    <a:pt x="3970" y="22238"/>
                  </a:cubicBezTo>
                  <a:cubicBezTo>
                    <a:pt x="3970" y="22171"/>
                    <a:pt x="4028" y="22138"/>
                    <a:pt x="4086" y="22138"/>
                  </a:cubicBezTo>
                  <a:cubicBezTo>
                    <a:pt x="4145" y="22138"/>
                    <a:pt x="4203" y="22171"/>
                    <a:pt x="4203" y="22238"/>
                  </a:cubicBezTo>
                  <a:cubicBezTo>
                    <a:pt x="4203" y="23939"/>
                    <a:pt x="4637" y="25507"/>
                    <a:pt x="5437" y="26975"/>
                  </a:cubicBezTo>
                  <a:cubicBezTo>
                    <a:pt x="5938" y="27976"/>
                    <a:pt x="6638" y="28843"/>
                    <a:pt x="7405" y="29610"/>
                  </a:cubicBezTo>
                  <a:cubicBezTo>
                    <a:pt x="7706" y="29910"/>
                    <a:pt x="8039" y="30177"/>
                    <a:pt x="8406" y="30444"/>
                  </a:cubicBezTo>
                  <a:cubicBezTo>
                    <a:pt x="10474" y="31945"/>
                    <a:pt x="13009" y="32712"/>
                    <a:pt x="15478" y="32979"/>
                  </a:cubicBezTo>
                  <a:cubicBezTo>
                    <a:pt x="16200" y="33067"/>
                    <a:pt x="16924" y="33109"/>
                    <a:pt x="17648" y="33109"/>
                  </a:cubicBezTo>
                  <a:cubicBezTo>
                    <a:pt x="19668" y="33109"/>
                    <a:pt x="21686" y="32786"/>
                    <a:pt x="23650" y="32245"/>
                  </a:cubicBezTo>
                  <a:cubicBezTo>
                    <a:pt x="25218" y="31812"/>
                    <a:pt x="26786" y="31311"/>
                    <a:pt x="28320" y="30744"/>
                  </a:cubicBezTo>
                  <a:cubicBezTo>
                    <a:pt x="28327" y="30738"/>
                    <a:pt x="28333" y="30735"/>
                    <a:pt x="28339" y="30735"/>
                  </a:cubicBezTo>
                  <a:cubicBezTo>
                    <a:pt x="28363" y="30735"/>
                    <a:pt x="28374" y="30784"/>
                    <a:pt x="28320" y="30811"/>
                  </a:cubicBezTo>
                  <a:cubicBezTo>
                    <a:pt x="25785" y="31978"/>
                    <a:pt x="22983" y="33013"/>
                    <a:pt x="20148" y="33480"/>
                  </a:cubicBezTo>
                  <a:cubicBezTo>
                    <a:pt x="22483" y="33413"/>
                    <a:pt x="24784" y="33013"/>
                    <a:pt x="26986" y="32212"/>
                  </a:cubicBezTo>
                  <a:cubicBezTo>
                    <a:pt x="28620" y="31678"/>
                    <a:pt x="30155" y="30878"/>
                    <a:pt x="31589" y="29910"/>
                  </a:cubicBezTo>
                  <a:cubicBezTo>
                    <a:pt x="31606" y="29899"/>
                    <a:pt x="31621" y="29895"/>
                    <a:pt x="31635" y="29895"/>
                  </a:cubicBezTo>
                  <a:cubicBezTo>
                    <a:pt x="31708" y="29895"/>
                    <a:pt x="31745" y="30016"/>
                    <a:pt x="31689" y="30044"/>
                  </a:cubicBezTo>
                  <a:cubicBezTo>
                    <a:pt x="29121" y="31845"/>
                    <a:pt x="26252" y="33113"/>
                    <a:pt x="23250" y="33713"/>
                  </a:cubicBezTo>
                  <a:cubicBezTo>
                    <a:pt x="22283" y="33913"/>
                    <a:pt x="21315" y="34047"/>
                    <a:pt x="20348" y="34113"/>
                  </a:cubicBezTo>
                  <a:cubicBezTo>
                    <a:pt x="20659" y="34124"/>
                    <a:pt x="20970" y="34130"/>
                    <a:pt x="21281" y="34130"/>
                  </a:cubicBezTo>
                  <a:cubicBezTo>
                    <a:pt x="25708" y="34130"/>
                    <a:pt x="30124" y="33019"/>
                    <a:pt x="33958" y="30744"/>
                  </a:cubicBezTo>
                  <a:cubicBezTo>
                    <a:pt x="35192" y="30010"/>
                    <a:pt x="36326" y="29143"/>
                    <a:pt x="37327" y="28076"/>
                  </a:cubicBezTo>
                  <a:cubicBezTo>
                    <a:pt x="38127" y="27175"/>
                    <a:pt x="38794" y="26141"/>
                    <a:pt x="39095" y="24940"/>
                  </a:cubicBezTo>
                  <a:cubicBezTo>
                    <a:pt x="39028" y="24306"/>
                    <a:pt x="38728" y="23673"/>
                    <a:pt x="38094" y="23439"/>
                  </a:cubicBezTo>
                  <a:cubicBezTo>
                    <a:pt x="37894" y="23366"/>
                    <a:pt x="37684" y="23336"/>
                    <a:pt x="37471" y="23336"/>
                  </a:cubicBezTo>
                  <a:cubicBezTo>
                    <a:pt x="36900" y="23336"/>
                    <a:pt x="36302" y="23554"/>
                    <a:pt x="35792" y="23773"/>
                  </a:cubicBezTo>
                  <a:cubicBezTo>
                    <a:pt x="34958" y="24140"/>
                    <a:pt x="34158" y="24640"/>
                    <a:pt x="33391" y="25174"/>
                  </a:cubicBezTo>
                  <a:cubicBezTo>
                    <a:pt x="31889" y="26208"/>
                    <a:pt x="30555" y="27475"/>
                    <a:pt x="29087" y="28576"/>
                  </a:cubicBezTo>
                  <a:cubicBezTo>
                    <a:pt x="27586" y="29777"/>
                    <a:pt x="25952" y="30678"/>
                    <a:pt x="24151" y="31278"/>
                  </a:cubicBezTo>
                  <a:cubicBezTo>
                    <a:pt x="22461" y="31841"/>
                    <a:pt x="20652" y="32143"/>
                    <a:pt x="18845" y="32143"/>
                  </a:cubicBezTo>
                  <a:cubicBezTo>
                    <a:pt x="18512" y="32143"/>
                    <a:pt x="18179" y="32133"/>
                    <a:pt x="17846" y="32112"/>
                  </a:cubicBezTo>
                  <a:cubicBezTo>
                    <a:pt x="17813" y="32112"/>
                    <a:pt x="17779" y="32079"/>
                    <a:pt x="17779" y="32079"/>
                  </a:cubicBezTo>
                  <a:cubicBezTo>
                    <a:pt x="16078" y="31945"/>
                    <a:pt x="14444" y="31511"/>
                    <a:pt x="12876" y="30778"/>
                  </a:cubicBezTo>
                  <a:cubicBezTo>
                    <a:pt x="10541" y="29677"/>
                    <a:pt x="8506" y="27942"/>
                    <a:pt x="7005" y="25807"/>
                  </a:cubicBezTo>
                  <a:cubicBezTo>
                    <a:pt x="3903" y="21371"/>
                    <a:pt x="3569" y="15267"/>
                    <a:pt x="6038" y="10463"/>
                  </a:cubicBezTo>
                  <a:cubicBezTo>
                    <a:pt x="8284" y="6091"/>
                    <a:pt x="12824" y="3378"/>
                    <a:pt x="17520" y="3378"/>
                  </a:cubicBezTo>
                  <a:cubicBezTo>
                    <a:pt x="17983" y="3378"/>
                    <a:pt x="18449" y="3404"/>
                    <a:pt x="18914" y="3458"/>
                  </a:cubicBezTo>
                  <a:cubicBezTo>
                    <a:pt x="21382" y="3758"/>
                    <a:pt x="24117" y="4826"/>
                    <a:pt x="25585" y="7094"/>
                  </a:cubicBezTo>
                  <a:cubicBezTo>
                    <a:pt x="25685" y="7227"/>
                    <a:pt x="25752" y="7394"/>
                    <a:pt x="25852" y="7561"/>
                  </a:cubicBezTo>
                  <a:cubicBezTo>
                    <a:pt x="25251" y="5760"/>
                    <a:pt x="24184" y="4092"/>
                    <a:pt x="22850" y="2791"/>
                  </a:cubicBezTo>
                  <a:cubicBezTo>
                    <a:pt x="22183" y="2157"/>
                    <a:pt x="21449" y="1590"/>
                    <a:pt x="20648" y="1123"/>
                  </a:cubicBezTo>
                  <a:cubicBezTo>
                    <a:pt x="20281" y="990"/>
                    <a:pt x="19881" y="856"/>
                    <a:pt x="19481" y="723"/>
                  </a:cubicBezTo>
                  <a:cubicBezTo>
                    <a:pt x="17877" y="252"/>
                    <a:pt x="16209" y="0"/>
                    <a:pt x="145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2185900" y="867725"/>
              <a:ext cx="1700" cy="3375"/>
            </a:xfrm>
            <a:custGeom>
              <a:avLst/>
              <a:gdLst/>
              <a:ahLst/>
              <a:cxnLst/>
              <a:rect l="l" t="t" r="r" b="b"/>
              <a:pathLst>
                <a:path w="68" h="135" extrusionOk="0">
                  <a:moveTo>
                    <a:pt x="67" y="1"/>
                  </a:moveTo>
                  <a:lnTo>
                    <a:pt x="67" y="1"/>
                  </a:lnTo>
                  <a:cubicBezTo>
                    <a:pt x="34" y="34"/>
                    <a:pt x="0" y="101"/>
                    <a:pt x="0" y="134"/>
                  </a:cubicBezTo>
                  <a:cubicBezTo>
                    <a:pt x="0" y="101"/>
                    <a:pt x="34" y="67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2157550" y="677450"/>
              <a:ext cx="693850" cy="588200"/>
            </a:xfrm>
            <a:custGeom>
              <a:avLst/>
              <a:gdLst/>
              <a:ahLst/>
              <a:cxnLst/>
              <a:rect l="l" t="t" r="r" b="b"/>
              <a:pathLst>
                <a:path w="27754" h="23528" extrusionOk="0">
                  <a:moveTo>
                    <a:pt x="13779" y="0"/>
                  </a:moveTo>
                  <a:cubicBezTo>
                    <a:pt x="9693" y="0"/>
                    <a:pt x="5592" y="1806"/>
                    <a:pt x="2902" y="5043"/>
                  </a:cubicBezTo>
                  <a:cubicBezTo>
                    <a:pt x="3469" y="4443"/>
                    <a:pt x="4103" y="3909"/>
                    <a:pt x="4770" y="3475"/>
                  </a:cubicBezTo>
                  <a:cubicBezTo>
                    <a:pt x="6405" y="2441"/>
                    <a:pt x="8273" y="1841"/>
                    <a:pt x="10174" y="1541"/>
                  </a:cubicBezTo>
                  <a:cubicBezTo>
                    <a:pt x="11275" y="1341"/>
                    <a:pt x="12409" y="1274"/>
                    <a:pt x="13510" y="1240"/>
                  </a:cubicBezTo>
                  <a:cubicBezTo>
                    <a:pt x="13520" y="1238"/>
                    <a:pt x="13530" y="1237"/>
                    <a:pt x="13538" y="1237"/>
                  </a:cubicBezTo>
                  <a:cubicBezTo>
                    <a:pt x="13643" y="1237"/>
                    <a:pt x="13633" y="1407"/>
                    <a:pt x="13510" y="1407"/>
                  </a:cubicBezTo>
                  <a:cubicBezTo>
                    <a:pt x="10474" y="1641"/>
                    <a:pt x="7406" y="2475"/>
                    <a:pt x="4870" y="4276"/>
                  </a:cubicBezTo>
                  <a:cubicBezTo>
                    <a:pt x="6438" y="3509"/>
                    <a:pt x="8206" y="3108"/>
                    <a:pt x="9907" y="2908"/>
                  </a:cubicBezTo>
                  <a:cubicBezTo>
                    <a:pt x="10447" y="2853"/>
                    <a:pt x="10990" y="2824"/>
                    <a:pt x="11534" y="2824"/>
                  </a:cubicBezTo>
                  <a:cubicBezTo>
                    <a:pt x="13275" y="2824"/>
                    <a:pt x="15018" y="3123"/>
                    <a:pt x="16646" y="3809"/>
                  </a:cubicBezTo>
                  <a:cubicBezTo>
                    <a:pt x="16712" y="3809"/>
                    <a:pt x="16679" y="3876"/>
                    <a:pt x="16646" y="3876"/>
                  </a:cubicBezTo>
                  <a:cubicBezTo>
                    <a:pt x="15168" y="3383"/>
                    <a:pt x="13609" y="3152"/>
                    <a:pt x="12064" y="3152"/>
                  </a:cubicBezTo>
                  <a:cubicBezTo>
                    <a:pt x="11621" y="3152"/>
                    <a:pt x="11180" y="3171"/>
                    <a:pt x="10741" y="3209"/>
                  </a:cubicBezTo>
                  <a:cubicBezTo>
                    <a:pt x="9741" y="3275"/>
                    <a:pt x="8773" y="3442"/>
                    <a:pt x="7806" y="3709"/>
                  </a:cubicBezTo>
                  <a:cubicBezTo>
                    <a:pt x="6839" y="3976"/>
                    <a:pt x="5871" y="4309"/>
                    <a:pt x="5004" y="4843"/>
                  </a:cubicBezTo>
                  <a:cubicBezTo>
                    <a:pt x="2068" y="6544"/>
                    <a:pt x="167" y="9980"/>
                    <a:pt x="67" y="13483"/>
                  </a:cubicBezTo>
                  <a:cubicBezTo>
                    <a:pt x="0" y="15284"/>
                    <a:pt x="401" y="17152"/>
                    <a:pt x="1168" y="18786"/>
                  </a:cubicBezTo>
                  <a:cubicBezTo>
                    <a:pt x="1535" y="19487"/>
                    <a:pt x="2002" y="20154"/>
                    <a:pt x="2569" y="20754"/>
                  </a:cubicBezTo>
                  <a:cubicBezTo>
                    <a:pt x="4134" y="22494"/>
                    <a:pt x="6254" y="23528"/>
                    <a:pt x="8490" y="23528"/>
                  </a:cubicBezTo>
                  <a:cubicBezTo>
                    <a:pt x="8827" y="23528"/>
                    <a:pt x="9167" y="23504"/>
                    <a:pt x="9507" y="23456"/>
                  </a:cubicBezTo>
                  <a:cubicBezTo>
                    <a:pt x="10775" y="23256"/>
                    <a:pt x="12009" y="22723"/>
                    <a:pt x="12976" y="21855"/>
                  </a:cubicBezTo>
                  <a:cubicBezTo>
                    <a:pt x="14044" y="20921"/>
                    <a:pt x="14744" y="19587"/>
                    <a:pt x="15011" y="18153"/>
                  </a:cubicBezTo>
                  <a:cubicBezTo>
                    <a:pt x="15245" y="16718"/>
                    <a:pt x="15011" y="15184"/>
                    <a:pt x="14244" y="13950"/>
                  </a:cubicBezTo>
                  <a:cubicBezTo>
                    <a:pt x="13577" y="12849"/>
                    <a:pt x="12476" y="11948"/>
                    <a:pt x="11275" y="11548"/>
                  </a:cubicBezTo>
                  <a:cubicBezTo>
                    <a:pt x="10867" y="11423"/>
                    <a:pt x="10454" y="11360"/>
                    <a:pt x="10049" y="11360"/>
                  </a:cubicBezTo>
                  <a:cubicBezTo>
                    <a:pt x="9262" y="11360"/>
                    <a:pt x="8500" y="11597"/>
                    <a:pt x="7839" y="12082"/>
                  </a:cubicBezTo>
                  <a:cubicBezTo>
                    <a:pt x="7806" y="12115"/>
                    <a:pt x="7773" y="12148"/>
                    <a:pt x="7739" y="12182"/>
                  </a:cubicBezTo>
                  <a:cubicBezTo>
                    <a:pt x="7372" y="13249"/>
                    <a:pt x="8073" y="14350"/>
                    <a:pt x="8907" y="14950"/>
                  </a:cubicBezTo>
                  <a:cubicBezTo>
                    <a:pt x="9548" y="15402"/>
                    <a:pt x="10427" y="15803"/>
                    <a:pt x="11254" y="15803"/>
                  </a:cubicBezTo>
                  <a:cubicBezTo>
                    <a:pt x="11587" y="15803"/>
                    <a:pt x="11912" y="15737"/>
                    <a:pt x="12209" y="15584"/>
                  </a:cubicBezTo>
                  <a:cubicBezTo>
                    <a:pt x="12220" y="15580"/>
                    <a:pt x="12231" y="15579"/>
                    <a:pt x="12241" y="15579"/>
                  </a:cubicBezTo>
                  <a:cubicBezTo>
                    <a:pt x="12322" y="15579"/>
                    <a:pt x="12365" y="15688"/>
                    <a:pt x="12276" y="15717"/>
                  </a:cubicBezTo>
                  <a:cubicBezTo>
                    <a:pt x="11890" y="15975"/>
                    <a:pt x="11443" y="16080"/>
                    <a:pt x="10980" y="16080"/>
                  </a:cubicBezTo>
                  <a:cubicBezTo>
                    <a:pt x="10123" y="16080"/>
                    <a:pt x="9211" y="15717"/>
                    <a:pt x="8540" y="15284"/>
                  </a:cubicBezTo>
                  <a:cubicBezTo>
                    <a:pt x="7706" y="14750"/>
                    <a:pt x="7072" y="13749"/>
                    <a:pt x="7139" y="12749"/>
                  </a:cubicBezTo>
                  <a:lnTo>
                    <a:pt x="7139" y="12749"/>
                  </a:lnTo>
                  <a:cubicBezTo>
                    <a:pt x="7072" y="12815"/>
                    <a:pt x="7005" y="12915"/>
                    <a:pt x="6939" y="12982"/>
                  </a:cubicBezTo>
                  <a:cubicBezTo>
                    <a:pt x="6705" y="13649"/>
                    <a:pt x="6638" y="14316"/>
                    <a:pt x="6805" y="15017"/>
                  </a:cubicBezTo>
                  <a:cubicBezTo>
                    <a:pt x="7005" y="15751"/>
                    <a:pt x="7406" y="16351"/>
                    <a:pt x="7939" y="16852"/>
                  </a:cubicBezTo>
                  <a:cubicBezTo>
                    <a:pt x="8506" y="17352"/>
                    <a:pt x="9174" y="17719"/>
                    <a:pt x="9874" y="17952"/>
                  </a:cubicBezTo>
                  <a:cubicBezTo>
                    <a:pt x="10274" y="18086"/>
                    <a:pt x="10675" y="18153"/>
                    <a:pt x="11108" y="18153"/>
                  </a:cubicBezTo>
                  <a:cubicBezTo>
                    <a:pt x="11509" y="18153"/>
                    <a:pt x="11909" y="18019"/>
                    <a:pt x="12342" y="17952"/>
                  </a:cubicBezTo>
                  <a:cubicBezTo>
                    <a:pt x="12376" y="17952"/>
                    <a:pt x="12376" y="17986"/>
                    <a:pt x="12342" y="18019"/>
                  </a:cubicBezTo>
                  <a:cubicBezTo>
                    <a:pt x="11941" y="18340"/>
                    <a:pt x="11382" y="18468"/>
                    <a:pt x="10827" y="18468"/>
                  </a:cubicBezTo>
                  <a:cubicBezTo>
                    <a:pt x="10459" y="18468"/>
                    <a:pt x="10093" y="18412"/>
                    <a:pt x="9774" y="18319"/>
                  </a:cubicBezTo>
                  <a:cubicBezTo>
                    <a:pt x="8973" y="18119"/>
                    <a:pt x="8173" y="17719"/>
                    <a:pt x="7506" y="17185"/>
                  </a:cubicBezTo>
                  <a:cubicBezTo>
                    <a:pt x="6939" y="16685"/>
                    <a:pt x="6405" y="15951"/>
                    <a:pt x="6171" y="15150"/>
                  </a:cubicBezTo>
                  <a:lnTo>
                    <a:pt x="6171" y="15150"/>
                  </a:lnTo>
                  <a:cubicBezTo>
                    <a:pt x="6005" y="16585"/>
                    <a:pt x="6672" y="18086"/>
                    <a:pt x="7706" y="18987"/>
                  </a:cubicBezTo>
                  <a:cubicBezTo>
                    <a:pt x="8273" y="19454"/>
                    <a:pt x="8973" y="19787"/>
                    <a:pt x="9674" y="19987"/>
                  </a:cubicBezTo>
                  <a:cubicBezTo>
                    <a:pt x="10085" y="20099"/>
                    <a:pt x="10527" y="20190"/>
                    <a:pt x="10959" y="20190"/>
                  </a:cubicBezTo>
                  <a:cubicBezTo>
                    <a:pt x="11300" y="20190"/>
                    <a:pt x="11634" y="20134"/>
                    <a:pt x="11942" y="19987"/>
                  </a:cubicBezTo>
                  <a:cubicBezTo>
                    <a:pt x="11960" y="19980"/>
                    <a:pt x="11978" y="19977"/>
                    <a:pt x="11994" y="19977"/>
                  </a:cubicBezTo>
                  <a:cubicBezTo>
                    <a:pt x="12128" y="19977"/>
                    <a:pt x="12194" y="20198"/>
                    <a:pt x="12076" y="20287"/>
                  </a:cubicBezTo>
                  <a:cubicBezTo>
                    <a:pt x="11695" y="20573"/>
                    <a:pt x="11206" y="20663"/>
                    <a:pt x="10714" y="20663"/>
                  </a:cubicBezTo>
                  <a:cubicBezTo>
                    <a:pt x="10343" y="20663"/>
                    <a:pt x="9970" y="20612"/>
                    <a:pt x="9641" y="20554"/>
                  </a:cubicBezTo>
                  <a:cubicBezTo>
                    <a:pt x="8773" y="20421"/>
                    <a:pt x="7939" y="20087"/>
                    <a:pt x="7239" y="19554"/>
                  </a:cubicBezTo>
                  <a:cubicBezTo>
                    <a:pt x="6372" y="18886"/>
                    <a:pt x="5738" y="17919"/>
                    <a:pt x="5504" y="16852"/>
                  </a:cubicBezTo>
                  <a:cubicBezTo>
                    <a:pt x="4537" y="15851"/>
                    <a:pt x="3603" y="14750"/>
                    <a:pt x="3236" y="13382"/>
                  </a:cubicBezTo>
                  <a:cubicBezTo>
                    <a:pt x="3169" y="13216"/>
                    <a:pt x="3136" y="13049"/>
                    <a:pt x="3103" y="12882"/>
                  </a:cubicBezTo>
                  <a:lnTo>
                    <a:pt x="3103" y="12882"/>
                  </a:lnTo>
                  <a:cubicBezTo>
                    <a:pt x="2902" y="14316"/>
                    <a:pt x="2936" y="15851"/>
                    <a:pt x="3369" y="17252"/>
                  </a:cubicBezTo>
                  <a:cubicBezTo>
                    <a:pt x="3870" y="18820"/>
                    <a:pt x="5004" y="20054"/>
                    <a:pt x="6472" y="20688"/>
                  </a:cubicBezTo>
                  <a:cubicBezTo>
                    <a:pt x="6505" y="20688"/>
                    <a:pt x="6472" y="20754"/>
                    <a:pt x="6438" y="20754"/>
                  </a:cubicBezTo>
                  <a:cubicBezTo>
                    <a:pt x="5037" y="20488"/>
                    <a:pt x="3903" y="19387"/>
                    <a:pt x="3203" y="18086"/>
                  </a:cubicBezTo>
                  <a:cubicBezTo>
                    <a:pt x="2369" y="16518"/>
                    <a:pt x="2202" y="14650"/>
                    <a:pt x="2435" y="12882"/>
                  </a:cubicBezTo>
                  <a:cubicBezTo>
                    <a:pt x="2636" y="11148"/>
                    <a:pt x="3269" y="9513"/>
                    <a:pt x="4337" y="8212"/>
                  </a:cubicBezTo>
                  <a:cubicBezTo>
                    <a:pt x="5304" y="7045"/>
                    <a:pt x="6638" y="6144"/>
                    <a:pt x="8039" y="5644"/>
                  </a:cubicBezTo>
                  <a:cubicBezTo>
                    <a:pt x="8877" y="5356"/>
                    <a:pt x="9750" y="5206"/>
                    <a:pt x="10620" y="5206"/>
                  </a:cubicBezTo>
                  <a:cubicBezTo>
                    <a:pt x="10962" y="5206"/>
                    <a:pt x="11303" y="5230"/>
                    <a:pt x="11642" y="5277"/>
                  </a:cubicBezTo>
                  <a:cubicBezTo>
                    <a:pt x="14110" y="5377"/>
                    <a:pt x="16545" y="6411"/>
                    <a:pt x="18514" y="7979"/>
                  </a:cubicBezTo>
                  <a:cubicBezTo>
                    <a:pt x="19714" y="8946"/>
                    <a:pt x="20748" y="10113"/>
                    <a:pt x="21582" y="11448"/>
                  </a:cubicBezTo>
                  <a:cubicBezTo>
                    <a:pt x="22183" y="12315"/>
                    <a:pt x="22650" y="13282"/>
                    <a:pt x="22983" y="14250"/>
                  </a:cubicBezTo>
                  <a:cubicBezTo>
                    <a:pt x="23317" y="15150"/>
                    <a:pt x="23517" y="16084"/>
                    <a:pt x="23651" y="17018"/>
                  </a:cubicBezTo>
                  <a:cubicBezTo>
                    <a:pt x="23784" y="17719"/>
                    <a:pt x="23851" y="18386"/>
                    <a:pt x="23884" y="19087"/>
                  </a:cubicBezTo>
                  <a:cubicBezTo>
                    <a:pt x="24084" y="18386"/>
                    <a:pt x="24351" y="17719"/>
                    <a:pt x="24618" y="17052"/>
                  </a:cubicBezTo>
                  <a:cubicBezTo>
                    <a:pt x="24585" y="17018"/>
                    <a:pt x="24551" y="16985"/>
                    <a:pt x="24518" y="16918"/>
                  </a:cubicBezTo>
                  <a:cubicBezTo>
                    <a:pt x="24218" y="15617"/>
                    <a:pt x="23951" y="14350"/>
                    <a:pt x="23550" y="13082"/>
                  </a:cubicBezTo>
                  <a:cubicBezTo>
                    <a:pt x="23217" y="12015"/>
                    <a:pt x="22817" y="10781"/>
                    <a:pt x="22083" y="9913"/>
                  </a:cubicBezTo>
                  <a:cubicBezTo>
                    <a:pt x="22056" y="9886"/>
                    <a:pt x="22072" y="9838"/>
                    <a:pt x="22097" y="9838"/>
                  </a:cubicBezTo>
                  <a:cubicBezTo>
                    <a:pt x="22103" y="9838"/>
                    <a:pt x="22110" y="9840"/>
                    <a:pt x="22116" y="9847"/>
                  </a:cubicBezTo>
                  <a:cubicBezTo>
                    <a:pt x="22550" y="10247"/>
                    <a:pt x="22917" y="10647"/>
                    <a:pt x="23217" y="11148"/>
                  </a:cubicBezTo>
                  <a:cubicBezTo>
                    <a:pt x="23517" y="11648"/>
                    <a:pt x="23717" y="12215"/>
                    <a:pt x="23951" y="12749"/>
                  </a:cubicBezTo>
                  <a:cubicBezTo>
                    <a:pt x="24351" y="13849"/>
                    <a:pt x="24751" y="14984"/>
                    <a:pt x="25052" y="16118"/>
                  </a:cubicBezTo>
                  <a:cubicBezTo>
                    <a:pt x="25218" y="15751"/>
                    <a:pt x="25418" y="15417"/>
                    <a:pt x="25619" y="15050"/>
                  </a:cubicBezTo>
                  <a:cubicBezTo>
                    <a:pt x="25585" y="15017"/>
                    <a:pt x="25552" y="14984"/>
                    <a:pt x="25552" y="14950"/>
                  </a:cubicBezTo>
                  <a:cubicBezTo>
                    <a:pt x="24785" y="12115"/>
                    <a:pt x="23584" y="9380"/>
                    <a:pt x="21883" y="7078"/>
                  </a:cubicBezTo>
                  <a:cubicBezTo>
                    <a:pt x="21849" y="7045"/>
                    <a:pt x="21916" y="7011"/>
                    <a:pt x="21916" y="7011"/>
                  </a:cubicBezTo>
                  <a:cubicBezTo>
                    <a:pt x="22917" y="8112"/>
                    <a:pt x="23784" y="9280"/>
                    <a:pt x="24484" y="10580"/>
                  </a:cubicBezTo>
                  <a:cubicBezTo>
                    <a:pt x="25152" y="11748"/>
                    <a:pt x="25652" y="13049"/>
                    <a:pt x="26019" y="14383"/>
                  </a:cubicBezTo>
                  <a:cubicBezTo>
                    <a:pt x="26186" y="14116"/>
                    <a:pt x="26319" y="13883"/>
                    <a:pt x="26486" y="13649"/>
                  </a:cubicBezTo>
                  <a:cubicBezTo>
                    <a:pt x="26486" y="13616"/>
                    <a:pt x="26486" y="13616"/>
                    <a:pt x="26453" y="13583"/>
                  </a:cubicBezTo>
                  <a:cubicBezTo>
                    <a:pt x="26252" y="12682"/>
                    <a:pt x="26052" y="11815"/>
                    <a:pt x="25719" y="10947"/>
                  </a:cubicBezTo>
                  <a:cubicBezTo>
                    <a:pt x="25385" y="10113"/>
                    <a:pt x="24951" y="9280"/>
                    <a:pt x="24484" y="8512"/>
                  </a:cubicBezTo>
                  <a:cubicBezTo>
                    <a:pt x="23584" y="6945"/>
                    <a:pt x="22383" y="5577"/>
                    <a:pt x="21015" y="4443"/>
                  </a:cubicBezTo>
                  <a:cubicBezTo>
                    <a:pt x="20248" y="3809"/>
                    <a:pt x="19381" y="3242"/>
                    <a:pt x="18480" y="2808"/>
                  </a:cubicBezTo>
                  <a:cubicBezTo>
                    <a:pt x="18334" y="2720"/>
                    <a:pt x="18419" y="2530"/>
                    <a:pt x="18555" y="2530"/>
                  </a:cubicBezTo>
                  <a:cubicBezTo>
                    <a:pt x="18573" y="2530"/>
                    <a:pt x="18593" y="2533"/>
                    <a:pt x="18614" y="2541"/>
                  </a:cubicBezTo>
                  <a:cubicBezTo>
                    <a:pt x="21983" y="3976"/>
                    <a:pt x="24718" y="6811"/>
                    <a:pt x="26186" y="10280"/>
                  </a:cubicBezTo>
                  <a:cubicBezTo>
                    <a:pt x="26553" y="11114"/>
                    <a:pt x="26853" y="12015"/>
                    <a:pt x="27020" y="12949"/>
                  </a:cubicBezTo>
                  <a:cubicBezTo>
                    <a:pt x="27253" y="12649"/>
                    <a:pt x="27487" y="12348"/>
                    <a:pt x="27753" y="12082"/>
                  </a:cubicBezTo>
                  <a:cubicBezTo>
                    <a:pt x="27086" y="6644"/>
                    <a:pt x="22717" y="2208"/>
                    <a:pt x="17880" y="640"/>
                  </a:cubicBezTo>
                  <a:cubicBezTo>
                    <a:pt x="16552" y="209"/>
                    <a:pt x="15166" y="0"/>
                    <a:pt x="13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4811950" y="2769175"/>
              <a:ext cx="337525" cy="321300"/>
            </a:xfrm>
            <a:custGeom>
              <a:avLst/>
              <a:gdLst/>
              <a:ahLst/>
              <a:cxnLst/>
              <a:rect l="l" t="t" r="r" b="b"/>
              <a:pathLst>
                <a:path w="13501" h="12852" extrusionOk="0">
                  <a:moveTo>
                    <a:pt x="701" y="1"/>
                  </a:moveTo>
                  <a:cubicBezTo>
                    <a:pt x="648" y="1"/>
                    <a:pt x="594" y="30"/>
                    <a:pt x="567" y="97"/>
                  </a:cubicBezTo>
                  <a:cubicBezTo>
                    <a:pt x="67" y="1598"/>
                    <a:pt x="0" y="3233"/>
                    <a:pt x="334" y="4801"/>
                  </a:cubicBezTo>
                  <a:cubicBezTo>
                    <a:pt x="934" y="7636"/>
                    <a:pt x="2702" y="10104"/>
                    <a:pt x="5137" y="11505"/>
                  </a:cubicBezTo>
                  <a:cubicBezTo>
                    <a:pt x="6766" y="12406"/>
                    <a:pt x="8602" y="12851"/>
                    <a:pt x="10432" y="12851"/>
                  </a:cubicBezTo>
                  <a:cubicBezTo>
                    <a:pt x="11450" y="12851"/>
                    <a:pt x="12466" y="12714"/>
                    <a:pt x="13443" y="12439"/>
                  </a:cubicBezTo>
                  <a:cubicBezTo>
                    <a:pt x="13500" y="12439"/>
                    <a:pt x="13484" y="12366"/>
                    <a:pt x="13436" y="12366"/>
                  </a:cubicBezTo>
                  <a:cubicBezTo>
                    <a:pt x="13428" y="12366"/>
                    <a:pt x="13419" y="12368"/>
                    <a:pt x="13410" y="12373"/>
                  </a:cubicBezTo>
                  <a:cubicBezTo>
                    <a:pt x="12665" y="12502"/>
                    <a:pt x="11913" y="12569"/>
                    <a:pt x="11160" y="12569"/>
                  </a:cubicBezTo>
                  <a:cubicBezTo>
                    <a:pt x="10361" y="12569"/>
                    <a:pt x="9563" y="12494"/>
                    <a:pt x="8773" y="12339"/>
                  </a:cubicBezTo>
                  <a:cubicBezTo>
                    <a:pt x="6104" y="11839"/>
                    <a:pt x="3603" y="10338"/>
                    <a:pt x="2068" y="7970"/>
                  </a:cubicBezTo>
                  <a:cubicBezTo>
                    <a:pt x="601" y="5735"/>
                    <a:pt x="67" y="2799"/>
                    <a:pt x="834" y="164"/>
                  </a:cubicBezTo>
                  <a:cubicBezTo>
                    <a:pt x="854" y="64"/>
                    <a:pt x="779" y="1"/>
                    <a:pt x="7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5362750" y="2024275"/>
              <a:ext cx="18800" cy="19125"/>
            </a:xfrm>
            <a:custGeom>
              <a:avLst/>
              <a:gdLst/>
              <a:ahLst/>
              <a:cxnLst/>
              <a:rect l="l" t="t" r="r" b="b"/>
              <a:pathLst>
                <a:path w="752" h="765" extrusionOk="0">
                  <a:moveTo>
                    <a:pt x="381" y="1"/>
                  </a:moveTo>
                  <a:cubicBezTo>
                    <a:pt x="190" y="1"/>
                    <a:pt x="0" y="134"/>
                    <a:pt x="17" y="405"/>
                  </a:cubicBezTo>
                  <a:cubicBezTo>
                    <a:pt x="17" y="647"/>
                    <a:pt x="189" y="764"/>
                    <a:pt x="366" y="764"/>
                  </a:cubicBezTo>
                  <a:cubicBezTo>
                    <a:pt x="555" y="764"/>
                    <a:pt x="751" y="631"/>
                    <a:pt x="751" y="372"/>
                  </a:cubicBezTo>
                  <a:cubicBezTo>
                    <a:pt x="751" y="126"/>
                    <a:pt x="565" y="1"/>
                    <a:pt x="3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4933500" y="2790625"/>
              <a:ext cx="13550" cy="25275"/>
            </a:xfrm>
            <a:custGeom>
              <a:avLst/>
              <a:gdLst/>
              <a:ahLst/>
              <a:cxnLst/>
              <a:rect l="l" t="t" r="r" b="b"/>
              <a:pathLst>
                <a:path w="542" h="1011" extrusionOk="0">
                  <a:moveTo>
                    <a:pt x="99" y="0"/>
                  </a:moveTo>
                  <a:cubicBezTo>
                    <a:pt x="48" y="0"/>
                    <a:pt x="0" y="57"/>
                    <a:pt x="42" y="140"/>
                  </a:cubicBezTo>
                  <a:cubicBezTo>
                    <a:pt x="175" y="407"/>
                    <a:pt x="308" y="707"/>
                    <a:pt x="442" y="974"/>
                  </a:cubicBezTo>
                  <a:cubicBezTo>
                    <a:pt x="442" y="999"/>
                    <a:pt x="457" y="1010"/>
                    <a:pt x="475" y="1010"/>
                  </a:cubicBezTo>
                  <a:cubicBezTo>
                    <a:pt x="504" y="1010"/>
                    <a:pt x="542" y="982"/>
                    <a:pt x="542" y="940"/>
                  </a:cubicBezTo>
                  <a:cubicBezTo>
                    <a:pt x="409" y="640"/>
                    <a:pt x="308" y="340"/>
                    <a:pt x="175" y="73"/>
                  </a:cubicBezTo>
                  <a:cubicBezTo>
                    <a:pt x="162" y="22"/>
                    <a:pt x="130" y="0"/>
                    <a:pt x="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5418175" y="2061150"/>
              <a:ext cx="291400" cy="53925"/>
            </a:xfrm>
            <a:custGeom>
              <a:avLst/>
              <a:gdLst/>
              <a:ahLst/>
              <a:cxnLst/>
              <a:rect l="l" t="t" r="r" b="b"/>
              <a:pathLst>
                <a:path w="11656" h="2157" extrusionOk="0">
                  <a:moveTo>
                    <a:pt x="242" y="0"/>
                  </a:moveTo>
                  <a:cubicBezTo>
                    <a:pt x="91" y="0"/>
                    <a:pt x="1" y="248"/>
                    <a:pt x="169" y="331"/>
                  </a:cubicBezTo>
                  <a:cubicBezTo>
                    <a:pt x="969" y="832"/>
                    <a:pt x="1803" y="1232"/>
                    <a:pt x="2670" y="1532"/>
                  </a:cubicBezTo>
                  <a:cubicBezTo>
                    <a:pt x="3878" y="1943"/>
                    <a:pt x="5145" y="2157"/>
                    <a:pt x="6426" y="2157"/>
                  </a:cubicBezTo>
                  <a:cubicBezTo>
                    <a:pt x="6808" y="2157"/>
                    <a:pt x="7191" y="2138"/>
                    <a:pt x="7574" y="2099"/>
                  </a:cubicBezTo>
                  <a:cubicBezTo>
                    <a:pt x="8975" y="1999"/>
                    <a:pt x="10609" y="1632"/>
                    <a:pt x="11577" y="432"/>
                  </a:cubicBezTo>
                  <a:cubicBezTo>
                    <a:pt x="11655" y="353"/>
                    <a:pt x="11570" y="234"/>
                    <a:pt x="11481" y="234"/>
                  </a:cubicBezTo>
                  <a:cubicBezTo>
                    <a:pt x="11456" y="234"/>
                    <a:pt x="11432" y="243"/>
                    <a:pt x="11410" y="265"/>
                  </a:cubicBezTo>
                  <a:cubicBezTo>
                    <a:pt x="10743" y="965"/>
                    <a:pt x="9842" y="1299"/>
                    <a:pt x="8941" y="1499"/>
                  </a:cubicBezTo>
                  <a:cubicBezTo>
                    <a:pt x="8249" y="1623"/>
                    <a:pt x="7519" y="1691"/>
                    <a:pt x="6794" y="1691"/>
                  </a:cubicBezTo>
                  <a:cubicBezTo>
                    <a:pt x="6541" y="1691"/>
                    <a:pt x="6289" y="1683"/>
                    <a:pt x="6039" y="1666"/>
                  </a:cubicBezTo>
                  <a:cubicBezTo>
                    <a:pt x="4038" y="1566"/>
                    <a:pt x="2103" y="999"/>
                    <a:pt x="335" y="31"/>
                  </a:cubicBezTo>
                  <a:cubicBezTo>
                    <a:pt x="303" y="10"/>
                    <a:pt x="271" y="0"/>
                    <a:pt x="2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5660625" y="2404650"/>
              <a:ext cx="501000" cy="155600"/>
            </a:xfrm>
            <a:custGeom>
              <a:avLst/>
              <a:gdLst/>
              <a:ahLst/>
              <a:cxnLst/>
              <a:rect l="l" t="t" r="r" b="b"/>
              <a:pathLst>
                <a:path w="20040" h="6224" extrusionOk="0">
                  <a:moveTo>
                    <a:pt x="237" y="1"/>
                  </a:moveTo>
                  <a:cubicBezTo>
                    <a:pt x="118" y="1"/>
                    <a:pt x="1" y="225"/>
                    <a:pt x="111" y="335"/>
                  </a:cubicBezTo>
                  <a:cubicBezTo>
                    <a:pt x="1378" y="1435"/>
                    <a:pt x="2813" y="2369"/>
                    <a:pt x="4247" y="3170"/>
                  </a:cubicBezTo>
                  <a:cubicBezTo>
                    <a:pt x="6816" y="4604"/>
                    <a:pt x="9651" y="5638"/>
                    <a:pt x="12520" y="6072"/>
                  </a:cubicBezTo>
                  <a:cubicBezTo>
                    <a:pt x="13241" y="6162"/>
                    <a:pt x="13963" y="6223"/>
                    <a:pt x="14679" y="6223"/>
                  </a:cubicBezTo>
                  <a:cubicBezTo>
                    <a:pt x="15287" y="6223"/>
                    <a:pt x="15892" y="6179"/>
                    <a:pt x="16489" y="6072"/>
                  </a:cubicBezTo>
                  <a:cubicBezTo>
                    <a:pt x="17757" y="5839"/>
                    <a:pt x="19024" y="5338"/>
                    <a:pt x="19958" y="4438"/>
                  </a:cubicBezTo>
                  <a:cubicBezTo>
                    <a:pt x="20039" y="4357"/>
                    <a:pt x="19946" y="4210"/>
                    <a:pt x="19854" y="4210"/>
                  </a:cubicBezTo>
                  <a:cubicBezTo>
                    <a:pt x="19832" y="4210"/>
                    <a:pt x="19811" y="4218"/>
                    <a:pt x="19792" y="4237"/>
                  </a:cubicBezTo>
                  <a:cubicBezTo>
                    <a:pt x="18591" y="5171"/>
                    <a:pt x="17256" y="5672"/>
                    <a:pt x="15789" y="5805"/>
                  </a:cubicBezTo>
                  <a:cubicBezTo>
                    <a:pt x="15525" y="5825"/>
                    <a:pt x="15264" y="5834"/>
                    <a:pt x="15003" y="5834"/>
                  </a:cubicBezTo>
                  <a:cubicBezTo>
                    <a:pt x="13943" y="5834"/>
                    <a:pt x="12903" y="5679"/>
                    <a:pt x="11886" y="5438"/>
                  </a:cubicBezTo>
                  <a:cubicBezTo>
                    <a:pt x="10485" y="5138"/>
                    <a:pt x="9151" y="4738"/>
                    <a:pt x="7816" y="4237"/>
                  </a:cubicBezTo>
                  <a:cubicBezTo>
                    <a:pt x="6482" y="3704"/>
                    <a:pt x="5148" y="3137"/>
                    <a:pt x="3913" y="2403"/>
                  </a:cubicBezTo>
                  <a:cubicBezTo>
                    <a:pt x="2646" y="1702"/>
                    <a:pt x="1478" y="868"/>
                    <a:pt x="311" y="34"/>
                  </a:cubicBezTo>
                  <a:cubicBezTo>
                    <a:pt x="288" y="11"/>
                    <a:pt x="262" y="1"/>
                    <a:pt x="2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5605000" y="2357750"/>
              <a:ext cx="27550" cy="23675"/>
            </a:xfrm>
            <a:custGeom>
              <a:avLst/>
              <a:gdLst/>
              <a:ahLst/>
              <a:cxnLst/>
              <a:rect l="l" t="t" r="r" b="b"/>
              <a:pathLst>
                <a:path w="1102" h="947" extrusionOk="0">
                  <a:moveTo>
                    <a:pt x="205" y="1"/>
                  </a:moveTo>
                  <a:cubicBezTo>
                    <a:pt x="151" y="1"/>
                    <a:pt x="101" y="26"/>
                    <a:pt x="67" y="76"/>
                  </a:cubicBezTo>
                  <a:cubicBezTo>
                    <a:pt x="34" y="142"/>
                    <a:pt x="1" y="209"/>
                    <a:pt x="34" y="276"/>
                  </a:cubicBezTo>
                  <a:cubicBezTo>
                    <a:pt x="67" y="309"/>
                    <a:pt x="101" y="343"/>
                    <a:pt x="134" y="376"/>
                  </a:cubicBezTo>
                  <a:cubicBezTo>
                    <a:pt x="368" y="576"/>
                    <a:pt x="601" y="743"/>
                    <a:pt x="835" y="910"/>
                  </a:cubicBezTo>
                  <a:cubicBezTo>
                    <a:pt x="860" y="935"/>
                    <a:pt x="891" y="946"/>
                    <a:pt x="922" y="946"/>
                  </a:cubicBezTo>
                  <a:cubicBezTo>
                    <a:pt x="973" y="946"/>
                    <a:pt x="1027" y="918"/>
                    <a:pt x="1068" y="876"/>
                  </a:cubicBezTo>
                  <a:cubicBezTo>
                    <a:pt x="1102" y="810"/>
                    <a:pt x="1102" y="710"/>
                    <a:pt x="1035" y="643"/>
                  </a:cubicBezTo>
                  <a:cubicBezTo>
                    <a:pt x="801" y="443"/>
                    <a:pt x="601" y="243"/>
                    <a:pt x="368" y="76"/>
                  </a:cubicBezTo>
                  <a:cubicBezTo>
                    <a:pt x="318" y="26"/>
                    <a:pt x="259" y="1"/>
                    <a:pt x="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" name="Google Shape;76;p2"/>
          <p:cNvGrpSpPr/>
          <p:nvPr/>
        </p:nvGrpSpPr>
        <p:grpSpPr>
          <a:xfrm rot="5400000">
            <a:off x="-2062920" y="-608325"/>
            <a:ext cx="3126958" cy="3233168"/>
            <a:chOff x="3372975" y="644825"/>
            <a:chExt cx="2407575" cy="2489350"/>
          </a:xfrm>
        </p:grpSpPr>
        <p:sp>
          <p:nvSpPr>
            <p:cNvPr id="77" name="Google Shape;77;p2"/>
            <p:cNvSpPr/>
            <p:nvPr/>
          </p:nvSpPr>
          <p:spPr>
            <a:xfrm>
              <a:off x="4231100" y="712425"/>
              <a:ext cx="132625" cy="200150"/>
            </a:xfrm>
            <a:custGeom>
              <a:avLst/>
              <a:gdLst/>
              <a:ahLst/>
              <a:cxnLst/>
              <a:rect l="l" t="t" r="r" b="b"/>
              <a:pathLst>
                <a:path w="5305" h="8006" extrusionOk="0">
                  <a:moveTo>
                    <a:pt x="3503" y="0"/>
                  </a:moveTo>
                  <a:lnTo>
                    <a:pt x="3503" y="0"/>
                  </a:lnTo>
                  <a:cubicBezTo>
                    <a:pt x="3536" y="100"/>
                    <a:pt x="3570" y="200"/>
                    <a:pt x="3570" y="300"/>
                  </a:cubicBezTo>
                  <a:cubicBezTo>
                    <a:pt x="4170" y="2669"/>
                    <a:pt x="3670" y="5704"/>
                    <a:pt x="1601" y="7239"/>
                  </a:cubicBezTo>
                  <a:cubicBezTo>
                    <a:pt x="1101" y="7572"/>
                    <a:pt x="567" y="7839"/>
                    <a:pt x="0" y="8006"/>
                  </a:cubicBezTo>
                  <a:cubicBezTo>
                    <a:pt x="1168" y="8006"/>
                    <a:pt x="2369" y="7672"/>
                    <a:pt x="3269" y="6972"/>
                  </a:cubicBezTo>
                  <a:cubicBezTo>
                    <a:pt x="5237" y="5471"/>
                    <a:pt x="5304" y="2669"/>
                    <a:pt x="4237" y="601"/>
                  </a:cubicBezTo>
                  <a:cubicBezTo>
                    <a:pt x="4203" y="534"/>
                    <a:pt x="4170" y="501"/>
                    <a:pt x="4137" y="434"/>
                  </a:cubicBezTo>
                  <a:lnTo>
                    <a:pt x="4137" y="434"/>
                  </a:lnTo>
                  <a:cubicBezTo>
                    <a:pt x="4537" y="1701"/>
                    <a:pt x="4537" y="3136"/>
                    <a:pt x="4103" y="4403"/>
                  </a:cubicBezTo>
                  <a:cubicBezTo>
                    <a:pt x="4092" y="4449"/>
                    <a:pt x="4064" y="4468"/>
                    <a:pt x="4035" y="4468"/>
                  </a:cubicBezTo>
                  <a:cubicBezTo>
                    <a:pt x="3979" y="4468"/>
                    <a:pt x="3915" y="4402"/>
                    <a:pt x="3936" y="4337"/>
                  </a:cubicBezTo>
                  <a:cubicBezTo>
                    <a:pt x="4337" y="2869"/>
                    <a:pt x="4137" y="1334"/>
                    <a:pt x="35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3811625" y="644825"/>
              <a:ext cx="503725" cy="418700"/>
            </a:xfrm>
            <a:custGeom>
              <a:avLst/>
              <a:gdLst/>
              <a:ahLst/>
              <a:cxnLst/>
              <a:rect l="l" t="t" r="r" b="b"/>
              <a:pathLst>
                <a:path w="20149" h="16748" extrusionOk="0">
                  <a:moveTo>
                    <a:pt x="15152" y="1"/>
                  </a:moveTo>
                  <a:cubicBezTo>
                    <a:pt x="14625" y="1"/>
                    <a:pt x="14094" y="38"/>
                    <a:pt x="13577" y="102"/>
                  </a:cubicBezTo>
                  <a:cubicBezTo>
                    <a:pt x="11609" y="369"/>
                    <a:pt x="9741" y="1003"/>
                    <a:pt x="8006" y="1937"/>
                  </a:cubicBezTo>
                  <a:cubicBezTo>
                    <a:pt x="6906" y="2537"/>
                    <a:pt x="5905" y="3305"/>
                    <a:pt x="5004" y="4139"/>
                  </a:cubicBezTo>
                  <a:cubicBezTo>
                    <a:pt x="6472" y="2971"/>
                    <a:pt x="8106" y="2037"/>
                    <a:pt x="9941" y="1470"/>
                  </a:cubicBezTo>
                  <a:cubicBezTo>
                    <a:pt x="11245" y="1081"/>
                    <a:pt x="12595" y="878"/>
                    <a:pt x="13953" y="878"/>
                  </a:cubicBezTo>
                  <a:cubicBezTo>
                    <a:pt x="14228" y="878"/>
                    <a:pt x="14503" y="886"/>
                    <a:pt x="14778" y="903"/>
                  </a:cubicBezTo>
                  <a:cubicBezTo>
                    <a:pt x="14878" y="903"/>
                    <a:pt x="14878" y="1070"/>
                    <a:pt x="14745" y="1070"/>
                  </a:cubicBezTo>
                  <a:cubicBezTo>
                    <a:pt x="11909" y="1070"/>
                    <a:pt x="9174" y="2104"/>
                    <a:pt x="6872" y="3705"/>
                  </a:cubicBezTo>
                  <a:cubicBezTo>
                    <a:pt x="4537" y="5306"/>
                    <a:pt x="2569" y="7374"/>
                    <a:pt x="1168" y="9843"/>
                  </a:cubicBezTo>
                  <a:cubicBezTo>
                    <a:pt x="1068" y="10043"/>
                    <a:pt x="968" y="10210"/>
                    <a:pt x="868" y="10410"/>
                  </a:cubicBezTo>
                  <a:cubicBezTo>
                    <a:pt x="534" y="11244"/>
                    <a:pt x="234" y="12078"/>
                    <a:pt x="1" y="12945"/>
                  </a:cubicBezTo>
                  <a:cubicBezTo>
                    <a:pt x="334" y="12178"/>
                    <a:pt x="701" y="11444"/>
                    <a:pt x="1135" y="10743"/>
                  </a:cubicBezTo>
                  <a:cubicBezTo>
                    <a:pt x="2469" y="8542"/>
                    <a:pt x="4170" y="6574"/>
                    <a:pt x="6205" y="4972"/>
                  </a:cubicBezTo>
                  <a:cubicBezTo>
                    <a:pt x="7373" y="4072"/>
                    <a:pt x="8607" y="3338"/>
                    <a:pt x="9941" y="2738"/>
                  </a:cubicBezTo>
                  <a:cubicBezTo>
                    <a:pt x="9957" y="2727"/>
                    <a:pt x="9973" y="2722"/>
                    <a:pt x="9986" y="2722"/>
                  </a:cubicBezTo>
                  <a:cubicBezTo>
                    <a:pt x="10058" y="2722"/>
                    <a:pt x="10092" y="2848"/>
                    <a:pt x="10008" y="2904"/>
                  </a:cubicBezTo>
                  <a:cubicBezTo>
                    <a:pt x="8907" y="3505"/>
                    <a:pt x="7873" y="4272"/>
                    <a:pt x="6872" y="5073"/>
                  </a:cubicBezTo>
                  <a:cubicBezTo>
                    <a:pt x="5905" y="5906"/>
                    <a:pt x="5038" y="6774"/>
                    <a:pt x="4204" y="7741"/>
                  </a:cubicBezTo>
                  <a:cubicBezTo>
                    <a:pt x="3036" y="9175"/>
                    <a:pt x="2035" y="10777"/>
                    <a:pt x="1235" y="12478"/>
                  </a:cubicBezTo>
                  <a:cubicBezTo>
                    <a:pt x="2236" y="10610"/>
                    <a:pt x="3570" y="8909"/>
                    <a:pt x="5104" y="7541"/>
                  </a:cubicBezTo>
                  <a:cubicBezTo>
                    <a:pt x="6005" y="6740"/>
                    <a:pt x="6972" y="6040"/>
                    <a:pt x="8040" y="5473"/>
                  </a:cubicBezTo>
                  <a:cubicBezTo>
                    <a:pt x="8072" y="5451"/>
                    <a:pt x="8104" y="5442"/>
                    <a:pt x="8133" y="5442"/>
                  </a:cubicBezTo>
                  <a:cubicBezTo>
                    <a:pt x="8284" y="5442"/>
                    <a:pt x="8374" y="5694"/>
                    <a:pt x="8207" y="5806"/>
                  </a:cubicBezTo>
                  <a:cubicBezTo>
                    <a:pt x="4704" y="8008"/>
                    <a:pt x="2202" y="11577"/>
                    <a:pt x="1101" y="15547"/>
                  </a:cubicBezTo>
                  <a:cubicBezTo>
                    <a:pt x="1035" y="15780"/>
                    <a:pt x="1001" y="15980"/>
                    <a:pt x="935" y="16214"/>
                  </a:cubicBezTo>
                  <a:cubicBezTo>
                    <a:pt x="1435" y="14946"/>
                    <a:pt x="2136" y="13745"/>
                    <a:pt x="2836" y="12611"/>
                  </a:cubicBezTo>
                  <a:cubicBezTo>
                    <a:pt x="4004" y="10743"/>
                    <a:pt x="5471" y="9042"/>
                    <a:pt x="7172" y="7641"/>
                  </a:cubicBezTo>
                  <a:cubicBezTo>
                    <a:pt x="8140" y="6840"/>
                    <a:pt x="9207" y="6140"/>
                    <a:pt x="10308" y="5540"/>
                  </a:cubicBezTo>
                  <a:cubicBezTo>
                    <a:pt x="10336" y="5526"/>
                    <a:pt x="10362" y="5519"/>
                    <a:pt x="10386" y="5519"/>
                  </a:cubicBezTo>
                  <a:cubicBezTo>
                    <a:pt x="10531" y="5519"/>
                    <a:pt x="10585" y="5754"/>
                    <a:pt x="10441" y="5840"/>
                  </a:cubicBezTo>
                  <a:cubicBezTo>
                    <a:pt x="6806" y="8108"/>
                    <a:pt x="3803" y="11577"/>
                    <a:pt x="2336" y="15647"/>
                  </a:cubicBezTo>
                  <a:cubicBezTo>
                    <a:pt x="2202" y="16014"/>
                    <a:pt x="2069" y="16381"/>
                    <a:pt x="1969" y="16748"/>
                  </a:cubicBezTo>
                  <a:cubicBezTo>
                    <a:pt x="2269" y="16180"/>
                    <a:pt x="2536" y="15647"/>
                    <a:pt x="2836" y="15080"/>
                  </a:cubicBezTo>
                  <a:cubicBezTo>
                    <a:pt x="3503" y="13946"/>
                    <a:pt x="4204" y="12811"/>
                    <a:pt x="5004" y="11744"/>
                  </a:cubicBezTo>
                  <a:cubicBezTo>
                    <a:pt x="6605" y="9676"/>
                    <a:pt x="8707" y="7841"/>
                    <a:pt x="11142" y="6874"/>
                  </a:cubicBezTo>
                  <a:cubicBezTo>
                    <a:pt x="11175" y="6874"/>
                    <a:pt x="11209" y="6840"/>
                    <a:pt x="11242" y="6840"/>
                  </a:cubicBezTo>
                  <a:cubicBezTo>
                    <a:pt x="11275" y="6807"/>
                    <a:pt x="11342" y="6774"/>
                    <a:pt x="11409" y="6774"/>
                  </a:cubicBezTo>
                  <a:cubicBezTo>
                    <a:pt x="12211" y="6482"/>
                    <a:pt x="13072" y="6290"/>
                    <a:pt x="13928" y="6290"/>
                  </a:cubicBezTo>
                  <a:cubicBezTo>
                    <a:pt x="14639" y="6290"/>
                    <a:pt x="15346" y="6423"/>
                    <a:pt x="16012" y="6740"/>
                  </a:cubicBezTo>
                  <a:cubicBezTo>
                    <a:pt x="16135" y="6802"/>
                    <a:pt x="16088" y="6978"/>
                    <a:pt x="15948" y="6978"/>
                  </a:cubicBezTo>
                  <a:cubicBezTo>
                    <a:pt x="15937" y="6978"/>
                    <a:pt x="15925" y="6976"/>
                    <a:pt x="15912" y="6974"/>
                  </a:cubicBezTo>
                  <a:cubicBezTo>
                    <a:pt x="15467" y="6818"/>
                    <a:pt x="15008" y="6751"/>
                    <a:pt x="14546" y="6751"/>
                  </a:cubicBezTo>
                  <a:cubicBezTo>
                    <a:pt x="13621" y="6751"/>
                    <a:pt x="12687" y="7018"/>
                    <a:pt x="11842" y="7374"/>
                  </a:cubicBezTo>
                  <a:cubicBezTo>
                    <a:pt x="12109" y="7841"/>
                    <a:pt x="12410" y="8308"/>
                    <a:pt x="12743" y="8708"/>
                  </a:cubicBezTo>
                  <a:cubicBezTo>
                    <a:pt x="13177" y="9009"/>
                    <a:pt x="13677" y="9209"/>
                    <a:pt x="14177" y="9242"/>
                  </a:cubicBezTo>
                  <a:cubicBezTo>
                    <a:pt x="14200" y="9243"/>
                    <a:pt x="14223" y="9243"/>
                    <a:pt x="14246" y="9243"/>
                  </a:cubicBezTo>
                  <a:cubicBezTo>
                    <a:pt x="15487" y="9243"/>
                    <a:pt x="16620" y="8354"/>
                    <a:pt x="17013" y="7207"/>
                  </a:cubicBezTo>
                  <a:cubicBezTo>
                    <a:pt x="17027" y="7165"/>
                    <a:pt x="17058" y="7147"/>
                    <a:pt x="17090" y="7147"/>
                  </a:cubicBezTo>
                  <a:cubicBezTo>
                    <a:pt x="17135" y="7147"/>
                    <a:pt x="17180" y="7183"/>
                    <a:pt x="17180" y="7241"/>
                  </a:cubicBezTo>
                  <a:cubicBezTo>
                    <a:pt x="17015" y="8687"/>
                    <a:pt x="15684" y="9810"/>
                    <a:pt x="14241" y="9810"/>
                  </a:cubicBezTo>
                  <a:cubicBezTo>
                    <a:pt x="14220" y="9810"/>
                    <a:pt x="14199" y="9810"/>
                    <a:pt x="14177" y="9809"/>
                  </a:cubicBezTo>
                  <a:lnTo>
                    <a:pt x="13944" y="9809"/>
                  </a:lnTo>
                  <a:cubicBezTo>
                    <a:pt x="14044" y="9876"/>
                    <a:pt x="14177" y="9976"/>
                    <a:pt x="14311" y="10043"/>
                  </a:cubicBezTo>
                  <a:cubicBezTo>
                    <a:pt x="14525" y="10137"/>
                    <a:pt x="14743" y="10178"/>
                    <a:pt x="14961" y="10178"/>
                  </a:cubicBezTo>
                  <a:cubicBezTo>
                    <a:pt x="15592" y="10178"/>
                    <a:pt x="16217" y="9831"/>
                    <a:pt x="16713" y="9409"/>
                  </a:cubicBezTo>
                  <a:cubicBezTo>
                    <a:pt x="17380" y="8775"/>
                    <a:pt x="17913" y="7941"/>
                    <a:pt x="18247" y="7074"/>
                  </a:cubicBezTo>
                  <a:cubicBezTo>
                    <a:pt x="18847" y="5339"/>
                    <a:pt x="18514" y="3305"/>
                    <a:pt x="17146" y="2004"/>
                  </a:cubicBezTo>
                  <a:cubicBezTo>
                    <a:pt x="17042" y="1925"/>
                    <a:pt x="17121" y="1806"/>
                    <a:pt x="17225" y="1806"/>
                  </a:cubicBezTo>
                  <a:cubicBezTo>
                    <a:pt x="17254" y="1806"/>
                    <a:pt x="17284" y="1815"/>
                    <a:pt x="17313" y="1837"/>
                  </a:cubicBezTo>
                  <a:cubicBezTo>
                    <a:pt x="18481" y="2871"/>
                    <a:pt x="19081" y="4439"/>
                    <a:pt x="18948" y="6007"/>
                  </a:cubicBezTo>
                  <a:cubicBezTo>
                    <a:pt x="18847" y="7541"/>
                    <a:pt x="17980" y="9175"/>
                    <a:pt x="16746" y="10109"/>
                  </a:cubicBezTo>
                  <a:cubicBezTo>
                    <a:pt x="17113" y="9976"/>
                    <a:pt x="17480" y="9843"/>
                    <a:pt x="17813" y="9609"/>
                  </a:cubicBezTo>
                  <a:cubicBezTo>
                    <a:pt x="18781" y="9009"/>
                    <a:pt x="19415" y="8075"/>
                    <a:pt x="19748" y="7007"/>
                  </a:cubicBezTo>
                  <a:cubicBezTo>
                    <a:pt x="20115" y="5906"/>
                    <a:pt x="20148" y="4639"/>
                    <a:pt x="19915" y="3505"/>
                  </a:cubicBezTo>
                  <a:cubicBezTo>
                    <a:pt x="19681" y="2404"/>
                    <a:pt x="19114" y="1537"/>
                    <a:pt x="18180" y="936"/>
                  </a:cubicBezTo>
                  <a:cubicBezTo>
                    <a:pt x="17513" y="503"/>
                    <a:pt x="16746" y="269"/>
                    <a:pt x="16012" y="36"/>
                  </a:cubicBezTo>
                  <a:cubicBezTo>
                    <a:pt x="15728" y="12"/>
                    <a:pt x="15441" y="1"/>
                    <a:pt x="151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3372975" y="882450"/>
              <a:ext cx="597950" cy="1528700"/>
            </a:xfrm>
            <a:custGeom>
              <a:avLst/>
              <a:gdLst/>
              <a:ahLst/>
              <a:cxnLst/>
              <a:rect l="l" t="t" r="r" b="b"/>
              <a:pathLst>
                <a:path w="23918" h="61148" extrusionOk="0">
                  <a:moveTo>
                    <a:pt x="15129" y="1"/>
                  </a:moveTo>
                  <a:cubicBezTo>
                    <a:pt x="14727" y="1"/>
                    <a:pt x="14356" y="225"/>
                    <a:pt x="14044" y="538"/>
                  </a:cubicBezTo>
                  <a:cubicBezTo>
                    <a:pt x="13611" y="971"/>
                    <a:pt x="13277" y="1505"/>
                    <a:pt x="13010" y="2039"/>
                  </a:cubicBezTo>
                  <a:cubicBezTo>
                    <a:pt x="12443" y="3173"/>
                    <a:pt x="12043" y="4374"/>
                    <a:pt x="11642" y="5575"/>
                  </a:cubicBezTo>
                  <a:cubicBezTo>
                    <a:pt x="11175" y="6976"/>
                    <a:pt x="10642" y="8710"/>
                    <a:pt x="9274" y="9444"/>
                  </a:cubicBezTo>
                  <a:cubicBezTo>
                    <a:pt x="8935" y="9614"/>
                    <a:pt x="8589" y="9694"/>
                    <a:pt x="8248" y="9694"/>
                  </a:cubicBezTo>
                  <a:cubicBezTo>
                    <a:pt x="7784" y="9694"/>
                    <a:pt x="7328" y="9546"/>
                    <a:pt x="6906" y="9277"/>
                  </a:cubicBezTo>
                  <a:cubicBezTo>
                    <a:pt x="6496" y="9014"/>
                    <a:pt x="5957" y="8441"/>
                    <a:pt x="5402" y="8441"/>
                  </a:cubicBezTo>
                  <a:cubicBezTo>
                    <a:pt x="5326" y="8441"/>
                    <a:pt x="5248" y="8452"/>
                    <a:pt x="5171" y="8477"/>
                  </a:cubicBezTo>
                  <a:cubicBezTo>
                    <a:pt x="4838" y="8610"/>
                    <a:pt x="4637" y="9044"/>
                    <a:pt x="4537" y="9344"/>
                  </a:cubicBezTo>
                  <a:cubicBezTo>
                    <a:pt x="4371" y="9878"/>
                    <a:pt x="4271" y="10445"/>
                    <a:pt x="4170" y="10979"/>
                  </a:cubicBezTo>
                  <a:cubicBezTo>
                    <a:pt x="4004" y="12146"/>
                    <a:pt x="3937" y="13314"/>
                    <a:pt x="3970" y="14514"/>
                  </a:cubicBezTo>
                  <a:cubicBezTo>
                    <a:pt x="4037" y="16916"/>
                    <a:pt x="4437" y="19284"/>
                    <a:pt x="4738" y="21653"/>
                  </a:cubicBezTo>
                  <a:cubicBezTo>
                    <a:pt x="4904" y="22820"/>
                    <a:pt x="4971" y="23988"/>
                    <a:pt x="5004" y="25155"/>
                  </a:cubicBezTo>
                  <a:cubicBezTo>
                    <a:pt x="5004" y="25289"/>
                    <a:pt x="4871" y="25422"/>
                    <a:pt x="4738" y="25489"/>
                  </a:cubicBezTo>
                  <a:cubicBezTo>
                    <a:pt x="4566" y="25583"/>
                    <a:pt x="4399" y="25622"/>
                    <a:pt x="4236" y="25622"/>
                  </a:cubicBezTo>
                  <a:cubicBezTo>
                    <a:pt x="3764" y="25622"/>
                    <a:pt x="3324" y="25295"/>
                    <a:pt x="2903" y="25022"/>
                  </a:cubicBezTo>
                  <a:cubicBezTo>
                    <a:pt x="2653" y="24838"/>
                    <a:pt x="2394" y="24747"/>
                    <a:pt x="2136" y="24747"/>
                  </a:cubicBezTo>
                  <a:cubicBezTo>
                    <a:pt x="1877" y="24747"/>
                    <a:pt x="1619" y="24838"/>
                    <a:pt x="1368" y="25022"/>
                  </a:cubicBezTo>
                  <a:cubicBezTo>
                    <a:pt x="1" y="25989"/>
                    <a:pt x="568" y="27991"/>
                    <a:pt x="868" y="29358"/>
                  </a:cubicBezTo>
                  <a:cubicBezTo>
                    <a:pt x="1569" y="32494"/>
                    <a:pt x="2269" y="35630"/>
                    <a:pt x="3270" y="38698"/>
                  </a:cubicBezTo>
                  <a:cubicBezTo>
                    <a:pt x="4804" y="43569"/>
                    <a:pt x="7106" y="48138"/>
                    <a:pt x="9975" y="52308"/>
                  </a:cubicBezTo>
                  <a:cubicBezTo>
                    <a:pt x="7840" y="48405"/>
                    <a:pt x="6439" y="44136"/>
                    <a:pt x="5371" y="39766"/>
                  </a:cubicBezTo>
                  <a:cubicBezTo>
                    <a:pt x="4637" y="36730"/>
                    <a:pt x="4070" y="33661"/>
                    <a:pt x="3537" y="30559"/>
                  </a:cubicBezTo>
                  <a:cubicBezTo>
                    <a:pt x="3518" y="30468"/>
                    <a:pt x="3581" y="30416"/>
                    <a:pt x="3651" y="30416"/>
                  </a:cubicBezTo>
                  <a:cubicBezTo>
                    <a:pt x="3710" y="30416"/>
                    <a:pt x="3773" y="30451"/>
                    <a:pt x="3804" y="30526"/>
                  </a:cubicBezTo>
                  <a:cubicBezTo>
                    <a:pt x="5004" y="35863"/>
                    <a:pt x="6339" y="41200"/>
                    <a:pt x="8307" y="46337"/>
                  </a:cubicBezTo>
                  <a:cubicBezTo>
                    <a:pt x="10075" y="50874"/>
                    <a:pt x="12410" y="55210"/>
                    <a:pt x="15712" y="58813"/>
                  </a:cubicBezTo>
                  <a:cubicBezTo>
                    <a:pt x="16479" y="59647"/>
                    <a:pt x="17280" y="60414"/>
                    <a:pt x="18147" y="61148"/>
                  </a:cubicBezTo>
                  <a:cubicBezTo>
                    <a:pt x="17347" y="59947"/>
                    <a:pt x="16613" y="58713"/>
                    <a:pt x="15912" y="57445"/>
                  </a:cubicBezTo>
                  <a:cubicBezTo>
                    <a:pt x="14378" y="54543"/>
                    <a:pt x="13210" y="51441"/>
                    <a:pt x="12310" y="48239"/>
                  </a:cubicBezTo>
                  <a:cubicBezTo>
                    <a:pt x="12109" y="47438"/>
                    <a:pt x="11876" y="46571"/>
                    <a:pt x="11709" y="45737"/>
                  </a:cubicBezTo>
                  <a:cubicBezTo>
                    <a:pt x="11109" y="44569"/>
                    <a:pt x="10475" y="43402"/>
                    <a:pt x="9941" y="42168"/>
                  </a:cubicBezTo>
                  <a:cubicBezTo>
                    <a:pt x="8707" y="39532"/>
                    <a:pt x="7740" y="36764"/>
                    <a:pt x="7006" y="33928"/>
                  </a:cubicBezTo>
                  <a:cubicBezTo>
                    <a:pt x="6572" y="32327"/>
                    <a:pt x="6205" y="30693"/>
                    <a:pt x="5872" y="29058"/>
                  </a:cubicBezTo>
                  <a:cubicBezTo>
                    <a:pt x="5853" y="28908"/>
                    <a:pt x="5971" y="28822"/>
                    <a:pt x="6090" y="28822"/>
                  </a:cubicBezTo>
                  <a:cubicBezTo>
                    <a:pt x="6183" y="28822"/>
                    <a:pt x="6276" y="28874"/>
                    <a:pt x="6305" y="28991"/>
                  </a:cubicBezTo>
                  <a:cubicBezTo>
                    <a:pt x="6939" y="31894"/>
                    <a:pt x="7806" y="34762"/>
                    <a:pt x="8874" y="37531"/>
                  </a:cubicBezTo>
                  <a:cubicBezTo>
                    <a:pt x="9441" y="38899"/>
                    <a:pt x="10008" y="40233"/>
                    <a:pt x="10642" y="41567"/>
                  </a:cubicBezTo>
                  <a:cubicBezTo>
                    <a:pt x="10775" y="41867"/>
                    <a:pt x="10942" y="42201"/>
                    <a:pt x="11109" y="42534"/>
                  </a:cubicBezTo>
                  <a:cubicBezTo>
                    <a:pt x="10875" y="41100"/>
                    <a:pt x="10708" y="39666"/>
                    <a:pt x="10608" y="38198"/>
                  </a:cubicBezTo>
                  <a:cubicBezTo>
                    <a:pt x="10575" y="37731"/>
                    <a:pt x="10575" y="37264"/>
                    <a:pt x="10542" y="36764"/>
                  </a:cubicBezTo>
                  <a:cubicBezTo>
                    <a:pt x="10108" y="33828"/>
                    <a:pt x="9608" y="30893"/>
                    <a:pt x="9207" y="27924"/>
                  </a:cubicBezTo>
                  <a:cubicBezTo>
                    <a:pt x="8740" y="24688"/>
                    <a:pt x="8240" y="21453"/>
                    <a:pt x="7773" y="18217"/>
                  </a:cubicBezTo>
                  <a:cubicBezTo>
                    <a:pt x="7473" y="16382"/>
                    <a:pt x="7206" y="14548"/>
                    <a:pt x="6906" y="12746"/>
                  </a:cubicBezTo>
                  <a:cubicBezTo>
                    <a:pt x="6906" y="12647"/>
                    <a:pt x="6989" y="12583"/>
                    <a:pt x="7063" y="12583"/>
                  </a:cubicBezTo>
                  <a:cubicBezTo>
                    <a:pt x="7113" y="12583"/>
                    <a:pt x="7159" y="12612"/>
                    <a:pt x="7173" y="12680"/>
                  </a:cubicBezTo>
                  <a:cubicBezTo>
                    <a:pt x="8440" y="18751"/>
                    <a:pt x="9608" y="24855"/>
                    <a:pt x="10542" y="30960"/>
                  </a:cubicBezTo>
                  <a:cubicBezTo>
                    <a:pt x="10575" y="29525"/>
                    <a:pt x="10675" y="28091"/>
                    <a:pt x="10809" y="26656"/>
                  </a:cubicBezTo>
                  <a:cubicBezTo>
                    <a:pt x="11175" y="22787"/>
                    <a:pt x="11809" y="18951"/>
                    <a:pt x="12677" y="15182"/>
                  </a:cubicBezTo>
                  <a:cubicBezTo>
                    <a:pt x="12743" y="14748"/>
                    <a:pt x="12843" y="14314"/>
                    <a:pt x="12943" y="13881"/>
                  </a:cubicBezTo>
                  <a:cubicBezTo>
                    <a:pt x="12956" y="13855"/>
                    <a:pt x="12979" y="13844"/>
                    <a:pt x="13001" y="13844"/>
                  </a:cubicBezTo>
                  <a:cubicBezTo>
                    <a:pt x="13039" y="13844"/>
                    <a:pt x="13077" y="13873"/>
                    <a:pt x="13077" y="13914"/>
                  </a:cubicBezTo>
                  <a:cubicBezTo>
                    <a:pt x="12476" y="17650"/>
                    <a:pt x="12009" y="21453"/>
                    <a:pt x="11743" y="25255"/>
                  </a:cubicBezTo>
                  <a:cubicBezTo>
                    <a:pt x="11642" y="26356"/>
                    <a:pt x="11609" y="27424"/>
                    <a:pt x="11542" y="28491"/>
                  </a:cubicBezTo>
                  <a:cubicBezTo>
                    <a:pt x="12176" y="24855"/>
                    <a:pt x="13377" y="21353"/>
                    <a:pt x="14945" y="18017"/>
                  </a:cubicBezTo>
                  <a:cubicBezTo>
                    <a:pt x="15879" y="15982"/>
                    <a:pt x="16913" y="14047"/>
                    <a:pt x="18114" y="12179"/>
                  </a:cubicBezTo>
                  <a:cubicBezTo>
                    <a:pt x="18163" y="12101"/>
                    <a:pt x="18229" y="12069"/>
                    <a:pt x="18293" y="12069"/>
                  </a:cubicBezTo>
                  <a:cubicBezTo>
                    <a:pt x="18450" y="12069"/>
                    <a:pt x="18599" y="12258"/>
                    <a:pt x="18481" y="12446"/>
                  </a:cubicBezTo>
                  <a:cubicBezTo>
                    <a:pt x="16479" y="15749"/>
                    <a:pt x="14911" y="19318"/>
                    <a:pt x="13844" y="23054"/>
                  </a:cubicBezTo>
                  <a:cubicBezTo>
                    <a:pt x="13310" y="24922"/>
                    <a:pt x="12877" y="26823"/>
                    <a:pt x="12510" y="28691"/>
                  </a:cubicBezTo>
                  <a:cubicBezTo>
                    <a:pt x="12109" y="30593"/>
                    <a:pt x="11809" y="32494"/>
                    <a:pt x="11709" y="34462"/>
                  </a:cubicBezTo>
                  <a:cubicBezTo>
                    <a:pt x="11676" y="35062"/>
                    <a:pt x="11676" y="35696"/>
                    <a:pt x="11642" y="36297"/>
                  </a:cubicBezTo>
                  <a:cubicBezTo>
                    <a:pt x="11676" y="36397"/>
                    <a:pt x="11676" y="36497"/>
                    <a:pt x="11676" y="36597"/>
                  </a:cubicBezTo>
                  <a:cubicBezTo>
                    <a:pt x="11909" y="40033"/>
                    <a:pt x="12410" y="43435"/>
                    <a:pt x="13244" y="46771"/>
                  </a:cubicBezTo>
                  <a:cubicBezTo>
                    <a:pt x="13310" y="47004"/>
                    <a:pt x="13377" y="47238"/>
                    <a:pt x="13410" y="47505"/>
                  </a:cubicBezTo>
                  <a:cubicBezTo>
                    <a:pt x="13377" y="47204"/>
                    <a:pt x="13344" y="46938"/>
                    <a:pt x="13310" y="46671"/>
                  </a:cubicBezTo>
                  <a:cubicBezTo>
                    <a:pt x="13010" y="44202"/>
                    <a:pt x="13010" y="41701"/>
                    <a:pt x="13344" y="39265"/>
                  </a:cubicBezTo>
                  <a:cubicBezTo>
                    <a:pt x="13744" y="36630"/>
                    <a:pt x="14411" y="34062"/>
                    <a:pt x="15312" y="31560"/>
                  </a:cubicBezTo>
                  <a:cubicBezTo>
                    <a:pt x="16279" y="28758"/>
                    <a:pt x="17547" y="26089"/>
                    <a:pt x="19014" y="23521"/>
                  </a:cubicBezTo>
                  <a:cubicBezTo>
                    <a:pt x="19033" y="23502"/>
                    <a:pt x="19057" y="23494"/>
                    <a:pt x="19081" y="23494"/>
                  </a:cubicBezTo>
                  <a:cubicBezTo>
                    <a:pt x="19143" y="23494"/>
                    <a:pt x="19205" y="23549"/>
                    <a:pt x="19181" y="23621"/>
                  </a:cubicBezTo>
                  <a:cubicBezTo>
                    <a:pt x="16880" y="28224"/>
                    <a:pt x="15212" y="33128"/>
                    <a:pt x="14611" y="38265"/>
                  </a:cubicBezTo>
                  <a:cubicBezTo>
                    <a:pt x="14344" y="40700"/>
                    <a:pt x="14244" y="43135"/>
                    <a:pt x="14378" y="45570"/>
                  </a:cubicBezTo>
                  <a:cubicBezTo>
                    <a:pt x="14545" y="47905"/>
                    <a:pt x="14978" y="50207"/>
                    <a:pt x="15645" y="52442"/>
                  </a:cubicBezTo>
                  <a:cubicBezTo>
                    <a:pt x="16246" y="54410"/>
                    <a:pt x="17080" y="56311"/>
                    <a:pt x="18114" y="58079"/>
                  </a:cubicBezTo>
                  <a:cubicBezTo>
                    <a:pt x="17013" y="55477"/>
                    <a:pt x="16279" y="52708"/>
                    <a:pt x="15912" y="49873"/>
                  </a:cubicBezTo>
                  <a:cubicBezTo>
                    <a:pt x="15412" y="45737"/>
                    <a:pt x="15679" y="41534"/>
                    <a:pt x="16779" y="37498"/>
                  </a:cubicBezTo>
                  <a:cubicBezTo>
                    <a:pt x="17313" y="35529"/>
                    <a:pt x="18014" y="33561"/>
                    <a:pt x="18948" y="31727"/>
                  </a:cubicBezTo>
                  <a:cubicBezTo>
                    <a:pt x="19848" y="29892"/>
                    <a:pt x="20949" y="28158"/>
                    <a:pt x="21783" y="26290"/>
                  </a:cubicBezTo>
                  <a:cubicBezTo>
                    <a:pt x="22183" y="25389"/>
                    <a:pt x="22550" y="24421"/>
                    <a:pt x="22684" y="23454"/>
                  </a:cubicBezTo>
                  <a:cubicBezTo>
                    <a:pt x="22817" y="22587"/>
                    <a:pt x="22917" y="21553"/>
                    <a:pt x="22283" y="20852"/>
                  </a:cubicBezTo>
                  <a:cubicBezTo>
                    <a:pt x="21616" y="20085"/>
                    <a:pt x="20515" y="20552"/>
                    <a:pt x="19682" y="20152"/>
                  </a:cubicBezTo>
                  <a:cubicBezTo>
                    <a:pt x="18748" y="19685"/>
                    <a:pt x="18848" y="18584"/>
                    <a:pt x="19148" y="17750"/>
                  </a:cubicBezTo>
                  <a:cubicBezTo>
                    <a:pt x="19948" y="15615"/>
                    <a:pt x="21483" y="13914"/>
                    <a:pt x="22717" y="12079"/>
                  </a:cubicBezTo>
                  <a:cubicBezTo>
                    <a:pt x="23317" y="11179"/>
                    <a:pt x="23918" y="10178"/>
                    <a:pt x="23784" y="9044"/>
                  </a:cubicBezTo>
                  <a:cubicBezTo>
                    <a:pt x="23695" y="8326"/>
                    <a:pt x="23203" y="7474"/>
                    <a:pt x="22404" y="7474"/>
                  </a:cubicBezTo>
                  <a:cubicBezTo>
                    <a:pt x="22313" y="7474"/>
                    <a:pt x="22217" y="7485"/>
                    <a:pt x="22117" y="7509"/>
                  </a:cubicBezTo>
                  <a:cubicBezTo>
                    <a:pt x="21283" y="7710"/>
                    <a:pt x="20682" y="8477"/>
                    <a:pt x="20015" y="8977"/>
                  </a:cubicBezTo>
                  <a:cubicBezTo>
                    <a:pt x="19648" y="9244"/>
                    <a:pt x="19248" y="9511"/>
                    <a:pt x="18814" y="9678"/>
                  </a:cubicBezTo>
                  <a:cubicBezTo>
                    <a:pt x="18724" y="9881"/>
                    <a:pt x="18542" y="9962"/>
                    <a:pt x="18351" y="9962"/>
                  </a:cubicBezTo>
                  <a:cubicBezTo>
                    <a:pt x="18260" y="9962"/>
                    <a:pt x="18167" y="9943"/>
                    <a:pt x="18080" y="9911"/>
                  </a:cubicBezTo>
                  <a:cubicBezTo>
                    <a:pt x="17947" y="9911"/>
                    <a:pt x="17814" y="9944"/>
                    <a:pt x="17680" y="9978"/>
                  </a:cubicBezTo>
                  <a:cubicBezTo>
                    <a:pt x="17636" y="9980"/>
                    <a:pt x="17593" y="9981"/>
                    <a:pt x="17549" y="9981"/>
                  </a:cubicBezTo>
                  <a:cubicBezTo>
                    <a:pt x="16797" y="9981"/>
                    <a:pt x="16094" y="9704"/>
                    <a:pt x="15779" y="9010"/>
                  </a:cubicBezTo>
                  <a:cubicBezTo>
                    <a:pt x="15412" y="8243"/>
                    <a:pt x="15645" y="7376"/>
                    <a:pt x="15812" y="6609"/>
                  </a:cubicBezTo>
                  <a:cubicBezTo>
                    <a:pt x="16112" y="5308"/>
                    <a:pt x="16479" y="3974"/>
                    <a:pt x="16579" y="2639"/>
                  </a:cubicBezTo>
                  <a:cubicBezTo>
                    <a:pt x="16613" y="1639"/>
                    <a:pt x="16446" y="137"/>
                    <a:pt x="15212" y="4"/>
                  </a:cubicBezTo>
                  <a:cubicBezTo>
                    <a:pt x="15184" y="2"/>
                    <a:pt x="15156" y="1"/>
                    <a:pt x="151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3791625" y="1096025"/>
              <a:ext cx="8350" cy="16700"/>
            </a:xfrm>
            <a:custGeom>
              <a:avLst/>
              <a:gdLst/>
              <a:ahLst/>
              <a:cxnLst/>
              <a:rect l="l" t="t" r="r" b="b"/>
              <a:pathLst>
                <a:path w="334" h="668" extrusionOk="0">
                  <a:moveTo>
                    <a:pt x="334" y="0"/>
                  </a:moveTo>
                  <a:cubicBezTo>
                    <a:pt x="331" y="18"/>
                    <a:pt x="329" y="35"/>
                    <a:pt x="327" y="52"/>
                  </a:cubicBezTo>
                  <a:lnTo>
                    <a:pt x="327" y="52"/>
                  </a:lnTo>
                  <a:cubicBezTo>
                    <a:pt x="331" y="37"/>
                    <a:pt x="334" y="20"/>
                    <a:pt x="334" y="0"/>
                  </a:cubicBezTo>
                  <a:close/>
                  <a:moveTo>
                    <a:pt x="327" y="52"/>
                  </a:moveTo>
                  <a:lnTo>
                    <a:pt x="327" y="52"/>
                  </a:lnTo>
                  <a:cubicBezTo>
                    <a:pt x="317" y="90"/>
                    <a:pt x="300" y="120"/>
                    <a:pt x="300" y="167"/>
                  </a:cubicBezTo>
                  <a:cubicBezTo>
                    <a:pt x="267" y="334"/>
                    <a:pt x="134" y="467"/>
                    <a:pt x="0" y="534"/>
                  </a:cubicBezTo>
                  <a:cubicBezTo>
                    <a:pt x="100" y="568"/>
                    <a:pt x="200" y="634"/>
                    <a:pt x="300" y="668"/>
                  </a:cubicBezTo>
                  <a:cubicBezTo>
                    <a:pt x="300" y="452"/>
                    <a:pt x="300" y="264"/>
                    <a:pt x="327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3845825" y="2383625"/>
              <a:ext cx="17525" cy="30025"/>
            </a:xfrm>
            <a:custGeom>
              <a:avLst/>
              <a:gdLst/>
              <a:ahLst/>
              <a:cxnLst/>
              <a:rect l="l" t="t" r="r" b="b"/>
              <a:pathLst>
                <a:path w="701" h="1201" extrusionOk="0">
                  <a:moveTo>
                    <a:pt x="100" y="0"/>
                  </a:moveTo>
                  <a:cubicBezTo>
                    <a:pt x="67" y="33"/>
                    <a:pt x="34" y="67"/>
                    <a:pt x="0" y="67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234" y="467"/>
                    <a:pt x="467" y="834"/>
                    <a:pt x="701" y="1201"/>
                  </a:cubicBezTo>
                  <a:cubicBezTo>
                    <a:pt x="501" y="801"/>
                    <a:pt x="301" y="400"/>
                    <a:pt x="1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4000925" y="1401250"/>
              <a:ext cx="15875" cy="37550"/>
            </a:xfrm>
            <a:custGeom>
              <a:avLst/>
              <a:gdLst/>
              <a:ahLst/>
              <a:cxnLst/>
              <a:rect l="l" t="t" r="r" b="b"/>
              <a:pathLst>
                <a:path w="635" h="1502" extrusionOk="0">
                  <a:moveTo>
                    <a:pt x="635" y="0"/>
                  </a:moveTo>
                  <a:cubicBezTo>
                    <a:pt x="434" y="501"/>
                    <a:pt x="201" y="1001"/>
                    <a:pt x="1" y="1501"/>
                  </a:cubicBezTo>
                  <a:cubicBezTo>
                    <a:pt x="101" y="1301"/>
                    <a:pt x="201" y="1101"/>
                    <a:pt x="301" y="934"/>
                  </a:cubicBezTo>
                  <a:cubicBezTo>
                    <a:pt x="401" y="634"/>
                    <a:pt x="534" y="367"/>
                    <a:pt x="635" y="67"/>
                  </a:cubicBezTo>
                  <a:cubicBezTo>
                    <a:pt x="635" y="34"/>
                    <a:pt x="635" y="34"/>
                    <a:pt x="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4136025" y="689075"/>
              <a:ext cx="1570325" cy="559950"/>
            </a:xfrm>
            <a:custGeom>
              <a:avLst/>
              <a:gdLst/>
              <a:ahLst/>
              <a:cxnLst/>
              <a:rect l="l" t="t" r="r" b="b"/>
              <a:pathLst>
                <a:path w="62813" h="22398" extrusionOk="0">
                  <a:moveTo>
                    <a:pt x="71" y="21778"/>
                  </a:moveTo>
                  <a:cubicBezTo>
                    <a:pt x="47" y="21802"/>
                    <a:pt x="24" y="21826"/>
                    <a:pt x="1" y="21849"/>
                  </a:cubicBezTo>
                  <a:cubicBezTo>
                    <a:pt x="34" y="21849"/>
                    <a:pt x="34" y="21816"/>
                    <a:pt x="67" y="21782"/>
                  </a:cubicBezTo>
                  <a:cubicBezTo>
                    <a:pt x="68" y="21781"/>
                    <a:pt x="70" y="21779"/>
                    <a:pt x="71" y="21778"/>
                  </a:cubicBezTo>
                  <a:close/>
                  <a:moveTo>
                    <a:pt x="42131" y="0"/>
                  </a:moveTo>
                  <a:cubicBezTo>
                    <a:pt x="41464" y="34"/>
                    <a:pt x="40763" y="134"/>
                    <a:pt x="40096" y="200"/>
                  </a:cubicBezTo>
                  <a:cubicBezTo>
                    <a:pt x="39462" y="267"/>
                    <a:pt x="38828" y="367"/>
                    <a:pt x="38195" y="434"/>
                  </a:cubicBezTo>
                  <a:cubicBezTo>
                    <a:pt x="36860" y="601"/>
                    <a:pt x="35559" y="767"/>
                    <a:pt x="34258" y="934"/>
                  </a:cubicBezTo>
                  <a:cubicBezTo>
                    <a:pt x="30322" y="1501"/>
                    <a:pt x="26353" y="2235"/>
                    <a:pt x="22517" y="3436"/>
                  </a:cubicBezTo>
                  <a:cubicBezTo>
                    <a:pt x="23851" y="3169"/>
                    <a:pt x="25152" y="2969"/>
                    <a:pt x="26486" y="2869"/>
                  </a:cubicBezTo>
                  <a:cubicBezTo>
                    <a:pt x="27287" y="2802"/>
                    <a:pt x="28121" y="2802"/>
                    <a:pt x="28921" y="2802"/>
                  </a:cubicBezTo>
                  <a:cubicBezTo>
                    <a:pt x="29855" y="2635"/>
                    <a:pt x="30789" y="2469"/>
                    <a:pt x="31723" y="2369"/>
                  </a:cubicBezTo>
                  <a:cubicBezTo>
                    <a:pt x="33791" y="2202"/>
                    <a:pt x="35893" y="2068"/>
                    <a:pt x="37994" y="2068"/>
                  </a:cubicBezTo>
                  <a:cubicBezTo>
                    <a:pt x="39162" y="2068"/>
                    <a:pt x="40329" y="2068"/>
                    <a:pt x="41530" y="2102"/>
                  </a:cubicBezTo>
                  <a:cubicBezTo>
                    <a:pt x="41664" y="2102"/>
                    <a:pt x="41630" y="2302"/>
                    <a:pt x="41497" y="2302"/>
                  </a:cubicBezTo>
                  <a:cubicBezTo>
                    <a:pt x="38461" y="2435"/>
                    <a:pt x="35426" y="2735"/>
                    <a:pt x="32390" y="3069"/>
                  </a:cubicBezTo>
                  <a:cubicBezTo>
                    <a:pt x="35593" y="3469"/>
                    <a:pt x="38762" y="4337"/>
                    <a:pt x="41830" y="5437"/>
                  </a:cubicBezTo>
                  <a:cubicBezTo>
                    <a:pt x="42598" y="5537"/>
                    <a:pt x="43398" y="5638"/>
                    <a:pt x="44165" y="5704"/>
                  </a:cubicBezTo>
                  <a:cubicBezTo>
                    <a:pt x="46300" y="5971"/>
                    <a:pt x="48368" y="6371"/>
                    <a:pt x="50470" y="6738"/>
                  </a:cubicBezTo>
                  <a:cubicBezTo>
                    <a:pt x="51671" y="6972"/>
                    <a:pt x="52872" y="7172"/>
                    <a:pt x="54073" y="7372"/>
                  </a:cubicBezTo>
                  <a:cubicBezTo>
                    <a:pt x="54273" y="7405"/>
                    <a:pt x="54239" y="7672"/>
                    <a:pt x="54039" y="7672"/>
                  </a:cubicBezTo>
                  <a:cubicBezTo>
                    <a:pt x="51904" y="7405"/>
                    <a:pt x="49736" y="7172"/>
                    <a:pt x="47601" y="6905"/>
                  </a:cubicBezTo>
                  <a:cubicBezTo>
                    <a:pt x="46567" y="6805"/>
                    <a:pt x="45533" y="6638"/>
                    <a:pt x="44532" y="6505"/>
                  </a:cubicBezTo>
                  <a:lnTo>
                    <a:pt x="44532" y="6505"/>
                  </a:lnTo>
                  <a:cubicBezTo>
                    <a:pt x="45033" y="6705"/>
                    <a:pt x="45533" y="6938"/>
                    <a:pt x="46033" y="7139"/>
                  </a:cubicBezTo>
                  <a:cubicBezTo>
                    <a:pt x="47034" y="7506"/>
                    <a:pt x="48035" y="7872"/>
                    <a:pt x="49036" y="8239"/>
                  </a:cubicBezTo>
                  <a:cubicBezTo>
                    <a:pt x="51337" y="9107"/>
                    <a:pt x="53572" y="10107"/>
                    <a:pt x="55840" y="11075"/>
                  </a:cubicBezTo>
                  <a:cubicBezTo>
                    <a:pt x="55874" y="11108"/>
                    <a:pt x="55840" y="11175"/>
                    <a:pt x="55807" y="11175"/>
                  </a:cubicBezTo>
                  <a:cubicBezTo>
                    <a:pt x="53939" y="10508"/>
                    <a:pt x="52038" y="9874"/>
                    <a:pt x="50170" y="9240"/>
                  </a:cubicBezTo>
                  <a:lnTo>
                    <a:pt x="50170" y="9240"/>
                  </a:lnTo>
                  <a:cubicBezTo>
                    <a:pt x="50437" y="9407"/>
                    <a:pt x="50737" y="9574"/>
                    <a:pt x="51004" y="9740"/>
                  </a:cubicBezTo>
                  <a:cubicBezTo>
                    <a:pt x="53472" y="11175"/>
                    <a:pt x="55774" y="12809"/>
                    <a:pt x="57975" y="14577"/>
                  </a:cubicBezTo>
                  <a:cubicBezTo>
                    <a:pt x="58509" y="15011"/>
                    <a:pt x="59043" y="15445"/>
                    <a:pt x="59543" y="15878"/>
                  </a:cubicBezTo>
                  <a:cubicBezTo>
                    <a:pt x="59735" y="16015"/>
                    <a:pt x="59589" y="16288"/>
                    <a:pt x="59420" y="16288"/>
                  </a:cubicBezTo>
                  <a:cubicBezTo>
                    <a:pt x="59383" y="16288"/>
                    <a:pt x="59345" y="16275"/>
                    <a:pt x="59310" y="16245"/>
                  </a:cubicBezTo>
                  <a:cubicBezTo>
                    <a:pt x="56508" y="13910"/>
                    <a:pt x="53439" y="11909"/>
                    <a:pt x="50236" y="10174"/>
                  </a:cubicBezTo>
                  <a:lnTo>
                    <a:pt x="50236" y="10174"/>
                  </a:lnTo>
                  <a:cubicBezTo>
                    <a:pt x="51671" y="11175"/>
                    <a:pt x="53072" y="12276"/>
                    <a:pt x="54339" y="13476"/>
                  </a:cubicBezTo>
                  <a:cubicBezTo>
                    <a:pt x="55407" y="14444"/>
                    <a:pt x="56408" y="15478"/>
                    <a:pt x="57375" y="16545"/>
                  </a:cubicBezTo>
                  <a:cubicBezTo>
                    <a:pt x="57446" y="16616"/>
                    <a:pt x="57383" y="16687"/>
                    <a:pt x="57305" y="16687"/>
                  </a:cubicBezTo>
                  <a:cubicBezTo>
                    <a:pt x="57272" y="16687"/>
                    <a:pt x="57237" y="16675"/>
                    <a:pt x="57208" y="16645"/>
                  </a:cubicBezTo>
                  <a:cubicBezTo>
                    <a:pt x="55440" y="14877"/>
                    <a:pt x="53505" y="13276"/>
                    <a:pt x="51471" y="11775"/>
                  </a:cubicBezTo>
                  <a:cubicBezTo>
                    <a:pt x="49769" y="10508"/>
                    <a:pt x="48035" y="9307"/>
                    <a:pt x="46200" y="8239"/>
                  </a:cubicBezTo>
                  <a:cubicBezTo>
                    <a:pt x="45833" y="8073"/>
                    <a:pt x="45466" y="7906"/>
                    <a:pt x="45099" y="7739"/>
                  </a:cubicBezTo>
                  <a:cubicBezTo>
                    <a:pt x="44099" y="7339"/>
                    <a:pt x="43098" y="6938"/>
                    <a:pt x="42064" y="6572"/>
                  </a:cubicBezTo>
                  <a:lnTo>
                    <a:pt x="42064" y="6572"/>
                  </a:lnTo>
                  <a:cubicBezTo>
                    <a:pt x="43698" y="7506"/>
                    <a:pt x="45200" y="8673"/>
                    <a:pt x="46567" y="9974"/>
                  </a:cubicBezTo>
                  <a:cubicBezTo>
                    <a:pt x="47635" y="11041"/>
                    <a:pt x="48569" y="12209"/>
                    <a:pt x="49403" y="13443"/>
                  </a:cubicBezTo>
                  <a:cubicBezTo>
                    <a:pt x="49501" y="13566"/>
                    <a:pt x="49401" y="13706"/>
                    <a:pt x="49288" y="13706"/>
                  </a:cubicBezTo>
                  <a:cubicBezTo>
                    <a:pt x="49247" y="13706"/>
                    <a:pt x="49205" y="13688"/>
                    <a:pt x="49169" y="13643"/>
                  </a:cubicBezTo>
                  <a:cubicBezTo>
                    <a:pt x="47601" y="11608"/>
                    <a:pt x="45600" y="9874"/>
                    <a:pt x="43498" y="8406"/>
                  </a:cubicBezTo>
                  <a:cubicBezTo>
                    <a:pt x="41397" y="6972"/>
                    <a:pt x="39095" y="5771"/>
                    <a:pt x="36660" y="4970"/>
                  </a:cubicBezTo>
                  <a:cubicBezTo>
                    <a:pt x="34104" y="4363"/>
                    <a:pt x="31455" y="4001"/>
                    <a:pt x="28832" y="4001"/>
                  </a:cubicBezTo>
                  <a:cubicBezTo>
                    <a:pt x="28717" y="4001"/>
                    <a:pt x="28602" y="4002"/>
                    <a:pt x="28488" y="4003"/>
                  </a:cubicBezTo>
                  <a:cubicBezTo>
                    <a:pt x="27554" y="4003"/>
                    <a:pt x="26620" y="4036"/>
                    <a:pt x="25719" y="4136"/>
                  </a:cubicBezTo>
                  <a:cubicBezTo>
                    <a:pt x="27954" y="4303"/>
                    <a:pt x="30155" y="4904"/>
                    <a:pt x="32257" y="5638"/>
                  </a:cubicBezTo>
                  <a:cubicBezTo>
                    <a:pt x="33658" y="6138"/>
                    <a:pt x="35059" y="6738"/>
                    <a:pt x="36460" y="7305"/>
                  </a:cubicBezTo>
                  <a:cubicBezTo>
                    <a:pt x="36640" y="7365"/>
                    <a:pt x="36577" y="7615"/>
                    <a:pt x="36416" y="7615"/>
                  </a:cubicBezTo>
                  <a:cubicBezTo>
                    <a:pt x="36399" y="7615"/>
                    <a:pt x="36380" y="7612"/>
                    <a:pt x="36360" y="7606"/>
                  </a:cubicBezTo>
                  <a:cubicBezTo>
                    <a:pt x="32557" y="6171"/>
                    <a:pt x="28554" y="4870"/>
                    <a:pt x="24485" y="4870"/>
                  </a:cubicBezTo>
                  <a:cubicBezTo>
                    <a:pt x="26019" y="5137"/>
                    <a:pt x="27554" y="5604"/>
                    <a:pt x="28988" y="6205"/>
                  </a:cubicBezTo>
                  <a:cubicBezTo>
                    <a:pt x="30089" y="6638"/>
                    <a:pt x="31190" y="7139"/>
                    <a:pt x="32257" y="7639"/>
                  </a:cubicBezTo>
                  <a:cubicBezTo>
                    <a:pt x="32378" y="7700"/>
                    <a:pt x="32334" y="7843"/>
                    <a:pt x="32224" y="7843"/>
                  </a:cubicBezTo>
                  <a:cubicBezTo>
                    <a:pt x="32214" y="7843"/>
                    <a:pt x="32202" y="7842"/>
                    <a:pt x="32190" y="7839"/>
                  </a:cubicBezTo>
                  <a:cubicBezTo>
                    <a:pt x="29087" y="6563"/>
                    <a:pt x="25857" y="5388"/>
                    <a:pt x="22480" y="5388"/>
                  </a:cubicBezTo>
                  <a:cubicBezTo>
                    <a:pt x="21973" y="5388"/>
                    <a:pt x="21463" y="5414"/>
                    <a:pt x="20949" y="5471"/>
                  </a:cubicBezTo>
                  <a:cubicBezTo>
                    <a:pt x="20815" y="5471"/>
                    <a:pt x="20649" y="5504"/>
                    <a:pt x="20515" y="5537"/>
                  </a:cubicBezTo>
                  <a:cubicBezTo>
                    <a:pt x="19314" y="5904"/>
                    <a:pt x="18214" y="6371"/>
                    <a:pt x="17079" y="6905"/>
                  </a:cubicBezTo>
                  <a:cubicBezTo>
                    <a:pt x="15211" y="7806"/>
                    <a:pt x="13444" y="8907"/>
                    <a:pt x="11776" y="10174"/>
                  </a:cubicBezTo>
                  <a:cubicBezTo>
                    <a:pt x="12876" y="9574"/>
                    <a:pt x="14011" y="9040"/>
                    <a:pt x="15145" y="8606"/>
                  </a:cubicBezTo>
                  <a:cubicBezTo>
                    <a:pt x="17647" y="7572"/>
                    <a:pt x="20248" y="6872"/>
                    <a:pt x="22884" y="6438"/>
                  </a:cubicBezTo>
                  <a:cubicBezTo>
                    <a:pt x="22893" y="6436"/>
                    <a:pt x="22903" y="6435"/>
                    <a:pt x="22912" y="6435"/>
                  </a:cubicBezTo>
                  <a:cubicBezTo>
                    <a:pt x="23054" y="6435"/>
                    <a:pt x="23074" y="6674"/>
                    <a:pt x="22917" y="6705"/>
                  </a:cubicBezTo>
                  <a:cubicBezTo>
                    <a:pt x="18314" y="7572"/>
                    <a:pt x="13911" y="9474"/>
                    <a:pt x="10041" y="12075"/>
                  </a:cubicBezTo>
                  <a:cubicBezTo>
                    <a:pt x="7573" y="13743"/>
                    <a:pt x="5271" y="15711"/>
                    <a:pt x="3236" y="17880"/>
                  </a:cubicBezTo>
                  <a:cubicBezTo>
                    <a:pt x="3170" y="17980"/>
                    <a:pt x="3103" y="18113"/>
                    <a:pt x="3003" y="18213"/>
                  </a:cubicBezTo>
                  <a:cubicBezTo>
                    <a:pt x="2969" y="18280"/>
                    <a:pt x="2903" y="18313"/>
                    <a:pt x="2836" y="18347"/>
                  </a:cubicBezTo>
                  <a:cubicBezTo>
                    <a:pt x="1870" y="19446"/>
                    <a:pt x="937" y="20579"/>
                    <a:pt x="71" y="21778"/>
                  </a:cubicBezTo>
                  <a:lnTo>
                    <a:pt x="71" y="21778"/>
                  </a:lnTo>
                  <a:cubicBezTo>
                    <a:pt x="247" y="21594"/>
                    <a:pt x="424" y="21388"/>
                    <a:pt x="601" y="21182"/>
                  </a:cubicBezTo>
                  <a:cubicBezTo>
                    <a:pt x="3837" y="16579"/>
                    <a:pt x="9040" y="13710"/>
                    <a:pt x="13977" y="11208"/>
                  </a:cubicBezTo>
                  <a:cubicBezTo>
                    <a:pt x="15445" y="10441"/>
                    <a:pt x="16913" y="9707"/>
                    <a:pt x="18514" y="9173"/>
                  </a:cubicBezTo>
                  <a:cubicBezTo>
                    <a:pt x="20082" y="8640"/>
                    <a:pt x="21683" y="8273"/>
                    <a:pt x="23351" y="8139"/>
                  </a:cubicBezTo>
                  <a:cubicBezTo>
                    <a:pt x="23874" y="8096"/>
                    <a:pt x="24399" y="8073"/>
                    <a:pt x="24925" y="8073"/>
                  </a:cubicBezTo>
                  <a:cubicBezTo>
                    <a:pt x="27619" y="8073"/>
                    <a:pt x="30318" y="8657"/>
                    <a:pt x="32691" y="9941"/>
                  </a:cubicBezTo>
                  <a:cubicBezTo>
                    <a:pt x="33424" y="10341"/>
                    <a:pt x="34092" y="10775"/>
                    <a:pt x="34725" y="11275"/>
                  </a:cubicBezTo>
                  <a:cubicBezTo>
                    <a:pt x="35326" y="11775"/>
                    <a:pt x="35860" y="12342"/>
                    <a:pt x="36493" y="12809"/>
                  </a:cubicBezTo>
                  <a:cubicBezTo>
                    <a:pt x="36793" y="13009"/>
                    <a:pt x="37235" y="13244"/>
                    <a:pt x="37628" y="13244"/>
                  </a:cubicBezTo>
                  <a:cubicBezTo>
                    <a:pt x="37892" y="13244"/>
                    <a:pt x="38134" y="13138"/>
                    <a:pt x="38295" y="12843"/>
                  </a:cubicBezTo>
                  <a:cubicBezTo>
                    <a:pt x="38595" y="12276"/>
                    <a:pt x="38395" y="11508"/>
                    <a:pt x="38495" y="10875"/>
                  </a:cubicBezTo>
                  <a:cubicBezTo>
                    <a:pt x="38595" y="10207"/>
                    <a:pt x="38962" y="9607"/>
                    <a:pt x="39629" y="9407"/>
                  </a:cubicBezTo>
                  <a:cubicBezTo>
                    <a:pt x="39840" y="9340"/>
                    <a:pt x="40055" y="9311"/>
                    <a:pt x="40269" y="9311"/>
                  </a:cubicBezTo>
                  <a:cubicBezTo>
                    <a:pt x="40696" y="9311"/>
                    <a:pt x="41119" y="9429"/>
                    <a:pt x="41497" y="9607"/>
                  </a:cubicBezTo>
                  <a:cubicBezTo>
                    <a:pt x="42197" y="9907"/>
                    <a:pt x="42831" y="10374"/>
                    <a:pt x="43432" y="10875"/>
                  </a:cubicBezTo>
                  <a:cubicBezTo>
                    <a:pt x="44065" y="11408"/>
                    <a:pt x="44666" y="12009"/>
                    <a:pt x="45200" y="12609"/>
                  </a:cubicBezTo>
                  <a:cubicBezTo>
                    <a:pt x="45767" y="13276"/>
                    <a:pt x="46267" y="13977"/>
                    <a:pt x="46734" y="14711"/>
                  </a:cubicBezTo>
                  <a:cubicBezTo>
                    <a:pt x="47134" y="15378"/>
                    <a:pt x="47468" y="16112"/>
                    <a:pt x="47901" y="16779"/>
                  </a:cubicBezTo>
                  <a:cubicBezTo>
                    <a:pt x="48268" y="17346"/>
                    <a:pt x="48802" y="17980"/>
                    <a:pt x="49536" y="18080"/>
                  </a:cubicBezTo>
                  <a:cubicBezTo>
                    <a:pt x="49642" y="18101"/>
                    <a:pt x="49754" y="18112"/>
                    <a:pt x="49868" y="18112"/>
                  </a:cubicBezTo>
                  <a:cubicBezTo>
                    <a:pt x="50113" y="18112"/>
                    <a:pt x="50365" y="18060"/>
                    <a:pt x="50570" y="17946"/>
                  </a:cubicBezTo>
                  <a:cubicBezTo>
                    <a:pt x="50637" y="17813"/>
                    <a:pt x="50770" y="17679"/>
                    <a:pt x="50904" y="17679"/>
                  </a:cubicBezTo>
                  <a:cubicBezTo>
                    <a:pt x="50937" y="17646"/>
                    <a:pt x="50970" y="17579"/>
                    <a:pt x="51004" y="17513"/>
                  </a:cubicBezTo>
                  <a:cubicBezTo>
                    <a:pt x="51170" y="17212"/>
                    <a:pt x="51104" y="16846"/>
                    <a:pt x="51271" y="16545"/>
                  </a:cubicBezTo>
                  <a:cubicBezTo>
                    <a:pt x="51437" y="16245"/>
                    <a:pt x="51704" y="16078"/>
                    <a:pt x="52071" y="16078"/>
                  </a:cubicBezTo>
                  <a:cubicBezTo>
                    <a:pt x="52118" y="16074"/>
                    <a:pt x="52164" y="16072"/>
                    <a:pt x="52211" y="16072"/>
                  </a:cubicBezTo>
                  <a:cubicBezTo>
                    <a:pt x="52923" y="16072"/>
                    <a:pt x="53575" y="16536"/>
                    <a:pt x="54139" y="16912"/>
                  </a:cubicBezTo>
                  <a:cubicBezTo>
                    <a:pt x="55640" y="17913"/>
                    <a:pt x="56875" y="19147"/>
                    <a:pt x="58009" y="20515"/>
                  </a:cubicBezTo>
                  <a:cubicBezTo>
                    <a:pt x="58767" y="21385"/>
                    <a:pt x="59785" y="22398"/>
                    <a:pt x="61004" y="22398"/>
                  </a:cubicBezTo>
                  <a:cubicBezTo>
                    <a:pt x="61233" y="22398"/>
                    <a:pt x="61469" y="22362"/>
                    <a:pt x="61711" y="22283"/>
                  </a:cubicBezTo>
                  <a:cubicBezTo>
                    <a:pt x="62445" y="22049"/>
                    <a:pt x="62745" y="21382"/>
                    <a:pt x="62779" y="20648"/>
                  </a:cubicBezTo>
                  <a:cubicBezTo>
                    <a:pt x="62812" y="19881"/>
                    <a:pt x="62679" y="19080"/>
                    <a:pt x="62512" y="18313"/>
                  </a:cubicBezTo>
                  <a:cubicBezTo>
                    <a:pt x="61911" y="15411"/>
                    <a:pt x="60344" y="12676"/>
                    <a:pt x="57942" y="10908"/>
                  </a:cubicBezTo>
                  <a:cubicBezTo>
                    <a:pt x="57342" y="10441"/>
                    <a:pt x="56708" y="10074"/>
                    <a:pt x="56041" y="9774"/>
                  </a:cubicBezTo>
                  <a:cubicBezTo>
                    <a:pt x="55874" y="9707"/>
                    <a:pt x="55874" y="9507"/>
                    <a:pt x="55974" y="9407"/>
                  </a:cubicBezTo>
                  <a:cubicBezTo>
                    <a:pt x="55840" y="9340"/>
                    <a:pt x="55707" y="9273"/>
                    <a:pt x="55574" y="9173"/>
                  </a:cubicBezTo>
                  <a:cubicBezTo>
                    <a:pt x="55507" y="9140"/>
                    <a:pt x="55540" y="9007"/>
                    <a:pt x="55640" y="9007"/>
                  </a:cubicBezTo>
                  <a:cubicBezTo>
                    <a:pt x="56007" y="9073"/>
                    <a:pt x="56408" y="9073"/>
                    <a:pt x="56774" y="9140"/>
                  </a:cubicBezTo>
                  <a:cubicBezTo>
                    <a:pt x="56926" y="9168"/>
                    <a:pt x="57084" y="9184"/>
                    <a:pt x="57240" y="9184"/>
                  </a:cubicBezTo>
                  <a:cubicBezTo>
                    <a:pt x="57462" y="9184"/>
                    <a:pt x="57680" y="9151"/>
                    <a:pt x="57875" y="9073"/>
                  </a:cubicBezTo>
                  <a:cubicBezTo>
                    <a:pt x="58142" y="8940"/>
                    <a:pt x="58376" y="8706"/>
                    <a:pt x="58476" y="8440"/>
                  </a:cubicBezTo>
                  <a:cubicBezTo>
                    <a:pt x="58609" y="8106"/>
                    <a:pt x="58476" y="7839"/>
                    <a:pt x="58242" y="7606"/>
                  </a:cubicBezTo>
                  <a:cubicBezTo>
                    <a:pt x="57442" y="6705"/>
                    <a:pt x="56274" y="6138"/>
                    <a:pt x="55140" y="5771"/>
                  </a:cubicBezTo>
                  <a:cubicBezTo>
                    <a:pt x="52705" y="5070"/>
                    <a:pt x="50103" y="5171"/>
                    <a:pt x="47601" y="4904"/>
                  </a:cubicBezTo>
                  <a:cubicBezTo>
                    <a:pt x="46200" y="4737"/>
                    <a:pt x="44799" y="4470"/>
                    <a:pt x="43498" y="3936"/>
                  </a:cubicBezTo>
                  <a:cubicBezTo>
                    <a:pt x="43227" y="3846"/>
                    <a:pt x="43337" y="3455"/>
                    <a:pt x="43607" y="3455"/>
                  </a:cubicBezTo>
                  <a:cubicBezTo>
                    <a:pt x="43636" y="3455"/>
                    <a:pt x="43667" y="3460"/>
                    <a:pt x="43698" y="3469"/>
                  </a:cubicBezTo>
                  <a:cubicBezTo>
                    <a:pt x="43795" y="3496"/>
                    <a:pt x="43889" y="3509"/>
                    <a:pt x="43979" y="3509"/>
                  </a:cubicBezTo>
                  <a:cubicBezTo>
                    <a:pt x="44884" y="3509"/>
                    <a:pt x="45433" y="2226"/>
                    <a:pt x="45099" y="1468"/>
                  </a:cubicBezTo>
                  <a:cubicBezTo>
                    <a:pt x="44566" y="334"/>
                    <a:pt x="43265" y="0"/>
                    <a:pt x="421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351900" y="1696775"/>
              <a:ext cx="201825" cy="135625"/>
            </a:xfrm>
            <a:custGeom>
              <a:avLst/>
              <a:gdLst/>
              <a:ahLst/>
              <a:cxnLst/>
              <a:rect l="l" t="t" r="r" b="b"/>
              <a:pathLst>
                <a:path w="8073" h="5425" extrusionOk="0">
                  <a:moveTo>
                    <a:pt x="1709" y="0"/>
                  </a:moveTo>
                  <a:cubicBezTo>
                    <a:pt x="1128" y="0"/>
                    <a:pt x="552" y="75"/>
                    <a:pt x="0" y="221"/>
                  </a:cubicBezTo>
                  <a:lnTo>
                    <a:pt x="267" y="221"/>
                  </a:lnTo>
                  <a:cubicBezTo>
                    <a:pt x="1868" y="321"/>
                    <a:pt x="3469" y="955"/>
                    <a:pt x="4737" y="1922"/>
                  </a:cubicBezTo>
                  <a:cubicBezTo>
                    <a:pt x="5938" y="2856"/>
                    <a:pt x="6839" y="4057"/>
                    <a:pt x="7439" y="5425"/>
                  </a:cubicBezTo>
                  <a:cubicBezTo>
                    <a:pt x="7472" y="5358"/>
                    <a:pt x="7506" y="5291"/>
                    <a:pt x="7539" y="5225"/>
                  </a:cubicBezTo>
                  <a:cubicBezTo>
                    <a:pt x="7539" y="5191"/>
                    <a:pt x="7539" y="5191"/>
                    <a:pt x="7506" y="5158"/>
                  </a:cubicBezTo>
                  <a:cubicBezTo>
                    <a:pt x="7372" y="4458"/>
                    <a:pt x="7072" y="3790"/>
                    <a:pt x="6705" y="3190"/>
                  </a:cubicBezTo>
                  <a:cubicBezTo>
                    <a:pt x="6505" y="2890"/>
                    <a:pt x="6305" y="2590"/>
                    <a:pt x="6071" y="2323"/>
                  </a:cubicBezTo>
                  <a:cubicBezTo>
                    <a:pt x="5804" y="2056"/>
                    <a:pt x="5538" y="1822"/>
                    <a:pt x="5204" y="1622"/>
                  </a:cubicBezTo>
                  <a:cubicBezTo>
                    <a:pt x="5150" y="1595"/>
                    <a:pt x="5183" y="1546"/>
                    <a:pt x="5216" y="1546"/>
                  </a:cubicBezTo>
                  <a:cubicBezTo>
                    <a:pt x="5223" y="1546"/>
                    <a:pt x="5231" y="1549"/>
                    <a:pt x="5237" y="1555"/>
                  </a:cubicBezTo>
                  <a:cubicBezTo>
                    <a:pt x="5571" y="1756"/>
                    <a:pt x="5871" y="1956"/>
                    <a:pt x="6205" y="2189"/>
                  </a:cubicBezTo>
                  <a:cubicBezTo>
                    <a:pt x="6505" y="2423"/>
                    <a:pt x="6772" y="2690"/>
                    <a:pt x="7039" y="2990"/>
                  </a:cubicBezTo>
                  <a:cubicBezTo>
                    <a:pt x="7406" y="3423"/>
                    <a:pt x="7672" y="3924"/>
                    <a:pt x="7906" y="4458"/>
                  </a:cubicBezTo>
                  <a:cubicBezTo>
                    <a:pt x="7973" y="4291"/>
                    <a:pt x="8039" y="4124"/>
                    <a:pt x="8073" y="3957"/>
                  </a:cubicBezTo>
                  <a:cubicBezTo>
                    <a:pt x="7172" y="2189"/>
                    <a:pt x="5471" y="822"/>
                    <a:pt x="3536" y="255"/>
                  </a:cubicBezTo>
                  <a:cubicBezTo>
                    <a:pt x="2937" y="83"/>
                    <a:pt x="2320" y="0"/>
                    <a:pt x="17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5188450" y="1130225"/>
              <a:ext cx="28375" cy="10025"/>
            </a:xfrm>
            <a:custGeom>
              <a:avLst/>
              <a:gdLst/>
              <a:ahLst/>
              <a:cxnLst/>
              <a:rect l="l" t="t" r="r" b="b"/>
              <a:pathLst>
                <a:path w="1135" h="401" extrusionOk="0">
                  <a:moveTo>
                    <a:pt x="0" y="0"/>
                  </a:moveTo>
                  <a:lnTo>
                    <a:pt x="0" y="0"/>
                  </a:lnTo>
                  <a:cubicBezTo>
                    <a:pt x="367" y="134"/>
                    <a:pt x="734" y="267"/>
                    <a:pt x="1101" y="400"/>
                  </a:cubicBezTo>
                  <a:cubicBezTo>
                    <a:pt x="1101" y="400"/>
                    <a:pt x="1134" y="400"/>
                    <a:pt x="1134" y="367"/>
                  </a:cubicBezTo>
                  <a:cubicBezTo>
                    <a:pt x="768" y="234"/>
                    <a:pt x="401" y="1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4362850" y="1170825"/>
              <a:ext cx="965725" cy="293725"/>
            </a:xfrm>
            <a:custGeom>
              <a:avLst/>
              <a:gdLst/>
              <a:ahLst/>
              <a:cxnLst/>
              <a:rect l="l" t="t" r="r" b="b"/>
              <a:pathLst>
                <a:path w="38629" h="11749" extrusionOk="0">
                  <a:moveTo>
                    <a:pt x="9821" y="0"/>
                  </a:moveTo>
                  <a:cubicBezTo>
                    <a:pt x="8541" y="0"/>
                    <a:pt x="7251" y="73"/>
                    <a:pt x="6005" y="344"/>
                  </a:cubicBezTo>
                  <a:cubicBezTo>
                    <a:pt x="4404" y="1045"/>
                    <a:pt x="2869" y="1879"/>
                    <a:pt x="1402" y="2779"/>
                  </a:cubicBezTo>
                  <a:cubicBezTo>
                    <a:pt x="3904" y="1712"/>
                    <a:pt x="6572" y="1011"/>
                    <a:pt x="9307" y="845"/>
                  </a:cubicBezTo>
                  <a:cubicBezTo>
                    <a:pt x="9950" y="795"/>
                    <a:pt x="10590" y="769"/>
                    <a:pt x="11228" y="769"/>
                  </a:cubicBezTo>
                  <a:cubicBezTo>
                    <a:pt x="13141" y="769"/>
                    <a:pt x="15036" y="995"/>
                    <a:pt x="16913" y="1445"/>
                  </a:cubicBezTo>
                  <a:cubicBezTo>
                    <a:pt x="19515" y="2045"/>
                    <a:pt x="21916" y="3180"/>
                    <a:pt x="24285" y="4480"/>
                  </a:cubicBezTo>
                  <a:cubicBezTo>
                    <a:pt x="27120" y="6082"/>
                    <a:pt x="29989" y="7783"/>
                    <a:pt x="33291" y="8150"/>
                  </a:cubicBezTo>
                  <a:cubicBezTo>
                    <a:pt x="33547" y="8182"/>
                    <a:pt x="33527" y="8552"/>
                    <a:pt x="33289" y="8552"/>
                  </a:cubicBezTo>
                  <a:cubicBezTo>
                    <a:pt x="33279" y="8552"/>
                    <a:pt x="33268" y="8551"/>
                    <a:pt x="33258" y="8550"/>
                  </a:cubicBezTo>
                  <a:cubicBezTo>
                    <a:pt x="30422" y="8283"/>
                    <a:pt x="27854" y="7049"/>
                    <a:pt x="25352" y="5748"/>
                  </a:cubicBezTo>
                  <a:cubicBezTo>
                    <a:pt x="22950" y="4480"/>
                    <a:pt x="20549" y="3246"/>
                    <a:pt x="17914" y="2546"/>
                  </a:cubicBezTo>
                  <a:cubicBezTo>
                    <a:pt x="15880" y="2009"/>
                    <a:pt x="13781" y="1754"/>
                    <a:pt x="11682" y="1754"/>
                  </a:cubicBezTo>
                  <a:cubicBezTo>
                    <a:pt x="8822" y="1754"/>
                    <a:pt x="5963" y="2228"/>
                    <a:pt x="3270" y="3113"/>
                  </a:cubicBezTo>
                  <a:cubicBezTo>
                    <a:pt x="2136" y="3480"/>
                    <a:pt x="1035" y="3947"/>
                    <a:pt x="1" y="4447"/>
                  </a:cubicBezTo>
                  <a:cubicBezTo>
                    <a:pt x="1635" y="3747"/>
                    <a:pt x="3403" y="3246"/>
                    <a:pt x="5171" y="2946"/>
                  </a:cubicBezTo>
                  <a:cubicBezTo>
                    <a:pt x="6521" y="2707"/>
                    <a:pt x="7888" y="2592"/>
                    <a:pt x="9255" y="2592"/>
                  </a:cubicBezTo>
                  <a:cubicBezTo>
                    <a:pt x="11706" y="2592"/>
                    <a:pt x="14157" y="2961"/>
                    <a:pt x="16513" y="3647"/>
                  </a:cubicBezTo>
                  <a:cubicBezTo>
                    <a:pt x="18547" y="4280"/>
                    <a:pt x="20515" y="5181"/>
                    <a:pt x="22317" y="6282"/>
                  </a:cubicBezTo>
                  <a:cubicBezTo>
                    <a:pt x="22455" y="6365"/>
                    <a:pt x="22364" y="6540"/>
                    <a:pt x="22233" y="6540"/>
                  </a:cubicBezTo>
                  <a:cubicBezTo>
                    <a:pt x="22207" y="6540"/>
                    <a:pt x="22178" y="6532"/>
                    <a:pt x="22150" y="6515"/>
                  </a:cubicBezTo>
                  <a:cubicBezTo>
                    <a:pt x="18948" y="4581"/>
                    <a:pt x="15278" y="3613"/>
                    <a:pt x="11542" y="3413"/>
                  </a:cubicBezTo>
                  <a:cubicBezTo>
                    <a:pt x="11158" y="3395"/>
                    <a:pt x="10773" y="3386"/>
                    <a:pt x="10388" y="3386"/>
                  </a:cubicBezTo>
                  <a:cubicBezTo>
                    <a:pt x="7267" y="3386"/>
                    <a:pt x="4145" y="3982"/>
                    <a:pt x="1235" y="5081"/>
                  </a:cubicBezTo>
                  <a:cubicBezTo>
                    <a:pt x="2436" y="4914"/>
                    <a:pt x="3670" y="4814"/>
                    <a:pt x="4871" y="4814"/>
                  </a:cubicBezTo>
                  <a:cubicBezTo>
                    <a:pt x="5049" y="4811"/>
                    <a:pt x="5228" y="4809"/>
                    <a:pt x="5406" y="4809"/>
                  </a:cubicBezTo>
                  <a:cubicBezTo>
                    <a:pt x="8596" y="4809"/>
                    <a:pt x="11777" y="5371"/>
                    <a:pt x="14778" y="6382"/>
                  </a:cubicBezTo>
                  <a:cubicBezTo>
                    <a:pt x="16579" y="6982"/>
                    <a:pt x="18381" y="7749"/>
                    <a:pt x="20082" y="8617"/>
                  </a:cubicBezTo>
                  <a:cubicBezTo>
                    <a:pt x="20199" y="8675"/>
                    <a:pt x="20136" y="8862"/>
                    <a:pt x="20029" y="8862"/>
                  </a:cubicBezTo>
                  <a:cubicBezTo>
                    <a:pt x="20014" y="8862"/>
                    <a:pt x="19998" y="8858"/>
                    <a:pt x="19982" y="8850"/>
                  </a:cubicBezTo>
                  <a:cubicBezTo>
                    <a:pt x="16946" y="7483"/>
                    <a:pt x="13777" y="6549"/>
                    <a:pt x="10475" y="6082"/>
                  </a:cubicBezTo>
                  <a:cubicBezTo>
                    <a:pt x="9127" y="5885"/>
                    <a:pt x="7762" y="5783"/>
                    <a:pt x="6396" y="5783"/>
                  </a:cubicBezTo>
                  <a:cubicBezTo>
                    <a:pt x="4516" y="5783"/>
                    <a:pt x="2636" y="5976"/>
                    <a:pt x="801" y="6382"/>
                  </a:cubicBezTo>
                  <a:cubicBezTo>
                    <a:pt x="801" y="6382"/>
                    <a:pt x="801" y="6382"/>
                    <a:pt x="801" y="6415"/>
                  </a:cubicBezTo>
                  <a:cubicBezTo>
                    <a:pt x="1035" y="6382"/>
                    <a:pt x="1268" y="6382"/>
                    <a:pt x="1502" y="6348"/>
                  </a:cubicBezTo>
                  <a:cubicBezTo>
                    <a:pt x="1685" y="6343"/>
                    <a:pt x="1868" y="6340"/>
                    <a:pt x="2050" y="6340"/>
                  </a:cubicBezTo>
                  <a:cubicBezTo>
                    <a:pt x="4962" y="6340"/>
                    <a:pt x="7813" y="7073"/>
                    <a:pt x="10575" y="7983"/>
                  </a:cubicBezTo>
                  <a:cubicBezTo>
                    <a:pt x="13944" y="9084"/>
                    <a:pt x="17246" y="10518"/>
                    <a:pt x="20716" y="11252"/>
                  </a:cubicBezTo>
                  <a:cubicBezTo>
                    <a:pt x="22312" y="11582"/>
                    <a:pt x="23945" y="11749"/>
                    <a:pt x="25581" y="11749"/>
                  </a:cubicBezTo>
                  <a:cubicBezTo>
                    <a:pt x="27089" y="11749"/>
                    <a:pt x="28601" y="11607"/>
                    <a:pt x="30089" y="11319"/>
                  </a:cubicBezTo>
                  <a:cubicBezTo>
                    <a:pt x="33124" y="10718"/>
                    <a:pt x="36026" y="9517"/>
                    <a:pt x="38628" y="7783"/>
                  </a:cubicBezTo>
                  <a:cubicBezTo>
                    <a:pt x="35660" y="7749"/>
                    <a:pt x="32891" y="6382"/>
                    <a:pt x="30256" y="5148"/>
                  </a:cubicBezTo>
                  <a:cubicBezTo>
                    <a:pt x="27153" y="3680"/>
                    <a:pt x="23918" y="2446"/>
                    <a:pt x="20582" y="1545"/>
                  </a:cubicBezTo>
                  <a:cubicBezTo>
                    <a:pt x="17380" y="711"/>
                    <a:pt x="14044" y="111"/>
                    <a:pt x="10708" y="11"/>
                  </a:cubicBezTo>
                  <a:cubicBezTo>
                    <a:pt x="10413" y="4"/>
                    <a:pt x="10117" y="0"/>
                    <a:pt x="98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3784100" y="909075"/>
              <a:ext cx="1996450" cy="1367825"/>
            </a:xfrm>
            <a:custGeom>
              <a:avLst/>
              <a:gdLst/>
              <a:ahLst/>
              <a:cxnLst/>
              <a:rect l="l" t="t" r="r" b="b"/>
              <a:pathLst>
                <a:path w="79858" h="54713" extrusionOk="0">
                  <a:moveTo>
                    <a:pt x="71919" y="24291"/>
                  </a:moveTo>
                  <a:cubicBezTo>
                    <a:pt x="71919" y="24326"/>
                    <a:pt x="71928" y="24352"/>
                    <a:pt x="71942" y="24378"/>
                  </a:cubicBezTo>
                  <a:lnTo>
                    <a:pt x="71942" y="24378"/>
                  </a:lnTo>
                  <a:cubicBezTo>
                    <a:pt x="71934" y="24349"/>
                    <a:pt x="71927" y="24320"/>
                    <a:pt x="71919" y="24291"/>
                  </a:cubicBezTo>
                  <a:close/>
                  <a:moveTo>
                    <a:pt x="39092" y="1"/>
                  </a:moveTo>
                  <a:cubicBezTo>
                    <a:pt x="36402" y="1"/>
                    <a:pt x="33731" y="605"/>
                    <a:pt x="31257" y="1708"/>
                  </a:cubicBezTo>
                  <a:cubicBezTo>
                    <a:pt x="29689" y="2375"/>
                    <a:pt x="28188" y="3142"/>
                    <a:pt x="26687" y="3909"/>
                  </a:cubicBezTo>
                  <a:cubicBezTo>
                    <a:pt x="25252" y="4643"/>
                    <a:pt x="23851" y="5444"/>
                    <a:pt x="22484" y="6278"/>
                  </a:cubicBezTo>
                  <a:cubicBezTo>
                    <a:pt x="21683" y="6778"/>
                    <a:pt x="20916" y="7312"/>
                    <a:pt x="20149" y="7879"/>
                  </a:cubicBezTo>
                  <a:cubicBezTo>
                    <a:pt x="17280" y="10447"/>
                    <a:pt x="14878" y="13483"/>
                    <a:pt x="12777" y="16718"/>
                  </a:cubicBezTo>
                  <a:cubicBezTo>
                    <a:pt x="11709" y="18386"/>
                    <a:pt x="10709" y="20121"/>
                    <a:pt x="9841" y="21922"/>
                  </a:cubicBezTo>
                  <a:cubicBezTo>
                    <a:pt x="8974" y="23757"/>
                    <a:pt x="8240" y="25625"/>
                    <a:pt x="7540" y="27526"/>
                  </a:cubicBezTo>
                  <a:cubicBezTo>
                    <a:pt x="6706" y="29661"/>
                    <a:pt x="6072" y="31829"/>
                    <a:pt x="5638" y="34064"/>
                  </a:cubicBezTo>
                  <a:cubicBezTo>
                    <a:pt x="5607" y="34236"/>
                    <a:pt x="5467" y="34320"/>
                    <a:pt x="5329" y="34320"/>
                  </a:cubicBezTo>
                  <a:cubicBezTo>
                    <a:pt x="5173" y="34320"/>
                    <a:pt x="5020" y="34211"/>
                    <a:pt x="5038" y="33997"/>
                  </a:cubicBezTo>
                  <a:cubicBezTo>
                    <a:pt x="5171" y="32997"/>
                    <a:pt x="5305" y="31996"/>
                    <a:pt x="5471" y="30995"/>
                  </a:cubicBezTo>
                  <a:cubicBezTo>
                    <a:pt x="5572" y="29327"/>
                    <a:pt x="5772" y="27693"/>
                    <a:pt x="6005" y="26092"/>
                  </a:cubicBezTo>
                  <a:cubicBezTo>
                    <a:pt x="6039" y="25858"/>
                    <a:pt x="6072" y="25658"/>
                    <a:pt x="6105" y="25425"/>
                  </a:cubicBezTo>
                  <a:lnTo>
                    <a:pt x="6105" y="25425"/>
                  </a:lnTo>
                  <a:cubicBezTo>
                    <a:pt x="5805" y="26092"/>
                    <a:pt x="5471" y="26759"/>
                    <a:pt x="5138" y="27393"/>
                  </a:cubicBezTo>
                  <a:cubicBezTo>
                    <a:pt x="4204" y="29194"/>
                    <a:pt x="3070" y="30929"/>
                    <a:pt x="2303" y="32830"/>
                  </a:cubicBezTo>
                  <a:cubicBezTo>
                    <a:pt x="701" y="36766"/>
                    <a:pt x="1" y="40969"/>
                    <a:pt x="34" y="45205"/>
                  </a:cubicBezTo>
                  <a:cubicBezTo>
                    <a:pt x="68" y="46039"/>
                    <a:pt x="101" y="46840"/>
                    <a:pt x="168" y="47674"/>
                  </a:cubicBezTo>
                  <a:cubicBezTo>
                    <a:pt x="134" y="44839"/>
                    <a:pt x="501" y="41970"/>
                    <a:pt x="1235" y="39201"/>
                  </a:cubicBezTo>
                  <a:cubicBezTo>
                    <a:pt x="1969" y="36399"/>
                    <a:pt x="3103" y="33697"/>
                    <a:pt x="4638" y="31195"/>
                  </a:cubicBezTo>
                  <a:cubicBezTo>
                    <a:pt x="4667" y="31147"/>
                    <a:pt x="4708" y="31126"/>
                    <a:pt x="4748" y="31126"/>
                  </a:cubicBezTo>
                  <a:cubicBezTo>
                    <a:pt x="4846" y="31126"/>
                    <a:pt x="4942" y="31244"/>
                    <a:pt x="4871" y="31362"/>
                  </a:cubicBezTo>
                  <a:cubicBezTo>
                    <a:pt x="2436" y="35832"/>
                    <a:pt x="1102" y="40902"/>
                    <a:pt x="1135" y="46006"/>
                  </a:cubicBezTo>
                  <a:cubicBezTo>
                    <a:pt x="1135" y="48174"/>
                    <a:pt x="1369" y="50342"/>
                    <a:pt x="1836" y="52444"/>
                  </a:cubicBezTo>
                  <a:cubicBezTo>
                    <a:pt x="1335" y="48841"/>
                    <a:pt x="1602" y="45139"/>
                    <a:pt x="2469" y="41636"/>
                  </a:cubicBezTo>
                  <a:cubicBezTo>
                    <a:pt x="2970" y="39601"/>
                    <a:pt x="3670" y="37600"/>
                    <a:pt x="4571" y="35699"/>
                  </a:cubicBezTo>
                  <a:cubicBezTo>
                    <a:pt x="4608" y="35613"/>
                    <a:pt x="4680" y="35577"/>
                    <a:pt x="4753" y="35577"/>
                  </a:cubicBezTo>
                  <a:cubicBezTo>
                    <a:pt x="4877" y="35577"/>
                    <a:pt x="5001" y="35684"/>
                    <a:pt x="4938" y="35832"/>
                  </a:cubicBezTo>
                  <a:cubicBezTo>
                    <a:pt x="3470" y="39201"/>
                    <a:pt x="2736" y="42804"/>
                    <a:pt x="2603" y="46473"/>
                  </a:cubicBezTo>
                  <a:cubicBezTo>
                    <a:pt x="2503" y="49242"/>
                    <a:pt x="2736" y="52010"/>
                    <a:pt x="3303" y="54712"/>
                  </a:cubicBezTo>
                  <a:cubicBezTo>
                    <a:pt x="2870" y="50943"/>
                    <a:pt x="3036" y="47073"/>
                    <a:pt x="3704" y="43304"/>
                  </a:cubicBezTo>
                  <a:cubicBezTo>
                    <a:pt x="4004" y="41469"/>
                    <a:pt x="4437" y="39635"/>
                    <a:pt x="5038" y="37834"/>
                  </a:cubicBezTo>
                  <a:cubicBezTo>
                    <a:pt x="5061" y="37775"/>
                    <a:pt x="5109" y="37749"/>
                    <a:pt x="5159" y="37749"/>
                  </a:cubicBezTo>
                  <a:cubicBezTo>
                    <a:pt x="5251" y="37749"/>
                    <a:pt x="5348" y="37837"/>
                    <a:pt x="5305" y="37967"/>
                  </a:cubicBezTo>
                  <a:cubicBezTo>
                    <a:pt x="4471" y="41136"/>
                    <a:pt x="4004" y="44372"/>
                    <a:pt x="3937" y="47674"/>
                  </a:cubicBezTo>
                  <a:cubicBezTo>
                    <a:pt x="3937" y="48675"/>
                    <a:pt x="3970" y="49675"/>
                    <a:pt x="4004" y="50676"/>
                  </a:cubicBezTo>
                  <a:cubicBezTo>
                    <a:pt x="4137" y="49208"/>
                    <a:pt x="4371" y="47774"/>
                    <a:pt x="4771" y="46373"/>
                  </a:cubicBezTo>
                  <a:cubicBezTo>
                    <a:pt x="4871" y="45873"/>
                    <a:pt x="5038" y="45406"/>
                    <a:pt x="5171" y="44939"/>
                  </a:cubicBezTo>
                  <a:cubicBezTo>
                    <a:pt x="5138" y="44872"/>
                    <a:pt x="5105" y="44805"/>
                    <a:pt x="5171" y="44705"/>
                  </a:cubicBezTo>
                  <a:cubicBezTo>
                    <a:pt x="5205" y="44605"/>
                    <a:pt x="5238" y="44538"/>
                    <a:pt x="5271" y="44472"/>
                  </a:cubicBezTo>
                  <a:cubicBezTo>
                    <a:pt x="5338" y="43938"/>
                    <a:pt x="5438" y="43404"/>
                    <a:pt x="5505" y="42870"/>
                  </a:cubicBezTo>
                  <a:cubicBezTo>
                    <a:pt x="6005" y="39735"/>
                    <a:pt x="6739" y="36633"/>
                    <a:pt x="7406" y="33530"/>
                  </a:cubicBezTo>
                  <a:cubicBezTo>
                    <a:pt x="7773" y="31796"/>
                    <a:pt x="8140" y="30061"/>
                    <a:pt x="8540" y="28360"/>
                  </a:cubicBezTo>
                  <a:cubicBezTo>
                    <a:pt x="8540" y="28332"/>
                    <a:pt x="8552" y="28322"/>
                    <a:pt x="8566" y="28322"/>
                  </a:cubicBezTo>
                  <a:cubicBezTo>
                    <a:pt x="8585" y="28322"/>
                    <a:pt x="8607" y="28341"/>
                    <a:pt x="8607" y="28360"/>
                  </a:cubicBezTo>
                  <a:cubicBezTo>
                    <a:pt x="8307" y="31496"/>
                    <a:pt x="7873" y="34631"/>
                    <a:pt x="7406" y="37767"/>
                  </a:cubicBezTo>
                  <a:cubicBezTo>
                    <a:pt x="7273" y="38467"/>
                    <a:pt x="7173" y="39168"/>
                    <a:pt x="7073" y="39868"/>
                  </a:cubicBezTo>
                  <a:cubicBezTo>
                    <a:pt x="7440" y="38768"/>
                    <a:pt x="7773" y="37633"/>
                    <a:pt x="8073" y="36533"/>
                  </a:cubicBezTo>
                  <a:cubicBezTo>
                    <a:pt x="8273" y="35799"/>
                    <a:pt x="8407" y="35065"/>
                    <a:pt x="8607" y="34364"/>
                  </a:cubicBezTo>
                  <a:cubicBezTo>
                    <a:pt x="8774" y="33664"/>
                    <a:pt x="8941" y="32963"/>
                    <a:pt x="9107" y="32296"/>
                  </a:cubicBezTo>
                  <a:cubicBezTo>
                    <a:pt x="9441" y="30895"/>
                    <a:pt x="9808" y="29494"/>
                    <a:pt x="10175" y="28127"/>
                  </a:cubicBezTo>
                  <a:cubicBezTo>
                    <a:pt x="10942" y="25391"/>
                    <a:pt x="11843" y="22656"/>
                    <a:pt x="13144" y="20121"/>
                  </a:cubicBezTo>
                  <a:cubicBezTo>
                    <a:pt x="14278" y="17919"/>
                    <a:pt x="15645" y="15818"/>
                    <a:pt x="17347" y="14016"/>
                  </a:cubicBezTo>
                  <a:cubicBezTo>
                    <a:pt x="19148" y="12048"/>
                    <a:pt x="21349" y="10414"/>
                    <a:pt x="23851" y="9413"/>
                  </a:cubicBezTo>
                  <a:cubicBezTo>
                    <a:pt x="23869" y="9406"/>
                    <a:pt x="23887" y="9403"/>
                    <a:pt x="23904" y="9403"/>
                  </a:cubicBezTo>
                  <a:cubicBezTo>
                    <a:pt x="24043" y="9403"/>
                    <a:pt x="24130" y="9624"/>
                    <a:pt x="23951" y="9713"/>
                  </a:cubicBezTo>
                  <a:cubicBezTo>
                    <a:pt x="19515" y="11581"/>
                    <a:pt x="16279" y="15518"/>
                    <a:pt x="14211" y="19821"/>
                  </a:cubicBezTo>
                  <a:cubicBezTo>
                    <a:pt x="13944" y="20388"/>
                    <a:pt x="13677" y="20988"/>
                    <a:pt x="13444" y="21555"/>
                  </a:cubicBezTo>
                  <a:cubicBezTo>
                    <a:pt x="14945" y="19120"/>
                    <a:pt x="16813" y="16919"/>
                    <a:pt x="18881" y="14917"/>
                  </a:cubicBezTo>
                  <a:cubicBezTo>
                    <a:pt x="22784" y="11181"/>
                    <a:pt x="27420" y="8279"/>
                    <a:pt x="32391" y="6178"/>
                  </a:cubicBezTo>
                  <a:cubicBezTo>
                    <a:pt x="35226" y="5010"/>
                    <a:pt x="38161" y="4076"/>
                    <a:pt x="41130" y="3376"/>
                  </a:cubicBezTo>
                  <a:cubicBezTo>
                    <a:pt x="41141" y="3373"/>
                    <a:pt x="41152" y="3372"/>
                    <a:pt x="41162" y="3372"/>
                  </a:cubicBezTo>
                  <a:cubicBezTo>
                    <a:pt x="41301" y="3372"/>
                    <a:pt x="41322" y="3580"/>
                    <a:pt x="41197" y="3642"/>
                  </a:cubicBezTo>
                  <a:cubicBezTo>
                    <a:pt x="35993" y="5043"/>
                    <a:pt x="30923" y="7145"/>
                    <a:pt x="26386" y="10047"/>
                  </a:cubicBezTo>
                  <a:cubicBezTo>
                    <a:pt x="22917" y="12282"/>
                    <a:pt x="19815" y="15017"/>
                    <a:pt x="17213" y="18219"/>
                  </a:cubicBezTo>
                  <a:cubicBezTo>
                    <a:pt x="18781" y="16485"/>
                    <a:pt x="20549" y="14950"/>
                    <a:pt x="22417" y="13583"/>
                  </a:cubicBezTo>
                  <a:cubicBezTo>
                    <a:pt x="22784" y="13283"/>
                    <a:pt x="23117" y="13016"/>
                    <a:pt x="23484" y="12749"/>
                  </a:cubicBezTo>
                  <a:cubicBezTo>
                    <a:pt x="24452" y="12082"/>
                    <a:pt x="25452" y="11481"/>
                    <a:pt x="26520" y="11048"/>
                  </a:cubicBezTo>
                  <a:cubicBezTo>
                    <a:pt x="28788" y="9847"/>
                    <a:pt x="31190" y="8913"/>
                    <a:pt x="33658" y="8212"/>
                  </a:cubicBezTo>
                  <a:cubicBezTo>
                    <a:pt x="35460" y="7712"/>
                    <a:pt x="37294" y="7345"/>
                    <a:pt x="39162" y="7145"/>
                  </a:cubicBezTo>
                  <a:cubicBezTo>
                    <a:pt x="39496" y="7078"/>
                    <a:pt x="39829" y="7011"/>
                    <a:pt x="40163" y="6945"/>
                  </a:cubicBezTo>
                  <a:cubicBezTo>
                    <a:pt x="41130" y="6778"/>
                    <a:pt x="42131" y="6645"/>
                    <a:pt x="43132" y="6578"/>
                  </a:cubicBezTo>
                  <a:cubicBezTo>
                    <a:pt x="44403" y="6449"/>
                    <a:pt x="45673" y="6375"/>
                    <a:pt x="46944" y="6375"/>
                  </a:cubicBezTo>
                  <a:cubicBezTo>
                    <a:pt x="47642" y="6375"/>
                    <a:pt x="48339" y="6397"/>
                    <a:pt x="49036" y="6444"/>
                  </a:cubicBezTo>
                  <a:cubicBezTo>
                    <a:pt x="52772" y="6678"/>
                    <a:pt x="56508" y="7612"/>
                    <a:pt x="59877" y="9180"/>
                  </a:cubicBezTo>
                  <a:cubicBezTo>
                    <a:pt x="63046" y="10647"/>
                    <a:pt x="65915" y="12649"/>
                    <a:pt x="68350" y="15117"/>
                  </a:cubicBezTo>
                  <a:cubicBezTo>
                    <a:pt x="70818" y="17619"/>
                    <a:pt x="72719" y="20655"/>
                    <a:pt x="73887" y="23990"/>
                  </a:cubicBezTo>
                  <a:cubicBezTo>
                    <a:pt x="75054" y="27293"/>
                    <a:pt x="75488" y="30829"/>
                    <a:pt x="75054" y="34331"/>
                  </a:cubicBezTo>
                  <a:cubicBezTo>
                    <a:pt x="75021" y="34765"/>
                    <a:pt x="74954" y="35198"/>
                    <a:pt x="74854" y="35599"/>
                  </a:cubicBezTo>
                  <a:cubicBezTo>
                    <a:pt x="74839" y="35707"/>
                    <a:pt x="74751" y="35758"/>
                    <a:pt x="74669" y="35758"/>
                  </a:cubicBezTo>
                  <a:cubicBezTo>
                    <a:pt x="74574" y="35758"/>
                    <a:pt x="74485" y="35690"/>
                    <a:pt x="74521" y="35565"/>
                  </a:cubicBezTo>
                  <a:cubicBezTo>
                    <a:pt x="75021" y="32196"/>
                    <a:pt x="74688" y="28660"/>
                    <a:pt x="73587" y="25391"/>
                  </a:cubicBezTo>
                  <a:cubicBezTo>
                    <a:pt x="72653" y="22523"/>
                    <a:pt x="71118" y="19821"/>
                    <a:pt x="69184" y="17486"/>
                  </a:cubicBezTo>
                  <a:lnTo>
                    <a:pt x="69184" y="17486"/>
                  </a:lnTo>
                  <a:cubicBezTo>
                    <a:pt x="72052" y="21255"/>
                    <a:pt x="73653" y="25858"/>
                    <a:pt x="73653" y="30628"/>
                  </a:cubicBezTo>
                  <a:cubicBezTo>
                    <a:pt x="73620" y="33397"/>
                    <a:pt x="73053" y="36166"/>
                    <a:pt x="71952" y="38734"/>
                  </a:cubicBezTo>
                  <a:cubicBezTo>
                    <a:pt x="71928" y="38783"/>
                    <a:pt x="71885" y="38805"/>
                    <a:pt x="71845" y="38805"/>
                  </a:cubicBezTo>
                  <a:cubicBezTo>
                    <a:pt x="71775" y="38805"/>
                    <a:pt x="71710" y="38740"/>
                    <a:pt x="71752" y="38634"/>
                  </a:cubicBezTo>
                  <a:cubicBezTo>
                    <a:pt x="73553" y="34131"/>
                    <a:pt x="73487" y="29027"/>
                    <a:pt x="71986" y="24457"/>
                  </a:cubicBezTo>
                  <a:cubicBezTo>
                    <a:pt x="71970" y="24426"/>
                    <a:pt x="71954" y="24402"/>
                    <a:pt x="71942" y="24378"/>
                  </a:cubicBezTo>
                  <a:lnTo>
                    <a:pt x="71942" y="24378"/>
                  </a:lnTo>
                  <a:cubicBezTo>
                    <a:pt x="72229" y="25483"/>
                    <a:pt x="72422" y="26589"/>
                    <a:pt x="72519" y="27726"/>
                  </a:cubicBezTo>
                  <a:cubicBezTo>
                    <a:pt x="72820" y="30762"/>
                    <a:pt x="72386" y="33897"/>
                    <a:pt x="71085" y="36699"/>
                  </a:cubicBezTo>
                  <a:cubicBezTo>
                    <a:pt x="70751" y="37367"/>
                    <a:pt x="70384" y="38000"/>
                    <a:pt x="69984" y="38634"/>
                  </a:cubicBezTo>
                  <a:cubicBezTo>
                    <a:pt x="69907" y="38741"/>
                    <a:pt x="69807" y="38785"/>
                    <a:pt x="69710" y="38785"/>
                  </a:cubicBezTo>
                  <a:cubicBezTo>
                    <a:pt x="69472" y="38785"/>
                    <a:pt x="69251" y="38518"/>
                    <a:pt x="69417" y="38234"/>
                  </a:cubicBezTo>
                  <a:cubicBezTo>
                    <a:pt x="69551" y="38034"/>
                    <a:pt x="69684" y="37800"/>
                    <a:pt x="69817" y="37567"/>
                  </a:cubicBezTo>
                  <a:cubicBezTo>
                    <a:pt x="69784" y="37533"/>
                    <a:pt x="69751" y="37500"/>
                    <a:pt x="69717" y="37433"/>
                  </a:cubicBezTo>
                  <a:cubicBezTo>
                    <a:pt x="68850" y="35032"/>
                    <a:pt x="66615" y="33164"/>
                    <a:pt x="64180" y="32530"/>
                  </a:cubicBezTo>
                  <a:cubicBezTo>
                    <a:pt x="63685" y="32409"/>
                    <a:pt x="63181" y="32341"/>
                    <a:pt x="62683" y="32341"/>
                  </a:cubicBezTo>
                  <a:cubicBezTo>
                    <a:pt x="61804" y="32341"/>
                    <a:pt x="60943" y="32553"/>
                    <a:pt x="60177" y="33063"/>
                  </a:cubicBezTo>
                  <a:cubicBezTo>
                    <a:pt x="59443" y="33697"/>
                    <a:pt x="58810" y="34464"/>
                    <a:pt x="58343" y="35365"/>
                  </a:cubicBezTo>
                  <a:cubicBezTo>
                    <a:pt x="58242" y="35632"/>
                    <a:pt x="58142" y="35932"/>
                    <a:pt x="58076" y="36232"/>
                  </a:cubicBezTo>
                  <a:cubicBezTo>
                    <a:pt x="57575" y="38634"/>
                    <a:pt x="58643" y="41303"/>
                    <a:pt x="60544" y="42837"/>
                  </a:cubicBezTo>
                  <a:cubicBezTo>
                    <a:pt x="62007" y="43990"/>
                    <a:pt x="63872" y="44527"/>
                    <a:pt x="65721" y="44527"/>
                  </a:cubicBezTo>
                  <a:cubicBezTo>
                    <a:pt x="66065" y="44527"/>
                    <a:pt x="66408" y="44508"/>
                    <a:pt x="66749" y="44472"/>
                  </a:cubicBezTo>
                  <a:cubicBezTo>
                    <a:pt x="65381" y="44438"/>
                    <a:pt x="64047" y="44138"/>
                    <a:pt x="62846" y="43504"/>
                  </a:cubicBezTo>
                  <a:cubicBezTo>
                    <a:pt x="61745" y="42904"/>
                    <a:pt x="60711" y="42037"/>
                    <a:pt x="60044" y="40969"/>
                  </a:cubicBezTo>
                  <a:cubicBezTo>
                    <a:pt x="59377" y="39868"/>
                    <a:pt x="59043" y="38634"/>
                    <a:pt x="59143" y="37333"/>
                  </a:cubicBezTo>
                  <a:cubicBezTo>
                    <a:pt x="59277" y="35932"/>
                    <a:pt x="59910" y="34598"/>
                    <a:pt x="60978" y="33664"/>
                  </a:cubicBezTo>
                  <a:cubicBezTo>
                    <a:pt x="61000" y="33649"/>
                    <a:pt x="61023" y="33642"/>
                    <a:pt x="61044" y="33642"/>
                  </a:cubicBezTo>
                  <a:cubicBezTo>
                    <a:pt x="61114" y="33642"/>
                    <a:pt x="61163" y="33720"/>
                    <a:pt x="61111" y="33797"/>
                  </a:cubicBezTo>
                  <a:cubicBezTo>
                    <a:pt x="59510" y="35532"/>
                    <a:pt x="59377" y="38234"/>
                    <a:pt x="60511" y="40269"/>
                  </a:cubicBezTo>
                  <a:cubicBezTo>
                    <a:pt x="61678" y="42470"/>
                    <a:pt x="63947" y="43738"/>
                    <a:pt x="66415" y="43871"/>
                  </a:cubicBezTo>
                  <a:cubicBezTo>
                    <a:pt x="66583" y="43886"/>
                    <a:pt x="66753" y="43892"/>
                    <a:pt x="66924" y="43892"/>
                  </a:cubicBezTo>
                  <a:cubicBezTo>
                    <a:pt x="67532" y="43892"/>
                    <a:pt x="68151" y="43809"/>
                    <a:pt x="68750" y="43704"/>
                  </a:cubicBezTo>
                  <a:cubicBezTo>
                    <a:pt x="69450" y="43604"/>
                    <a:pt x="70251" y="43504"/>
                    <a:pt x="70818" y="43004"/>
                  </a:cubicBezTo>
                  <a:cubicBezTo>
                    <a:pt x="70885" y="42971"/>
                    <a:pt x="70918" y="42971"/>
                    <a:pt x="70952" y="42971"/>
                  </a:cubicBezTo>
                  <a:cubicBezTo>
                    <a:pt x="72719" y="41870"/>
                    <a:pt x="74154" y="40269"/>
                    <a:pt x="75221" y="38534"/>
                  </a:cubicBezTo>
                  <a:cubicBezTo>
                    <a:pt x="75260" y="38475"/>
                    <a:pt x="75311" y="38451"/>
                    <a:pt x="75360" y="38451"/>
                  </a:cubicBezTo>
                  <a:cubicBezTo>
                    <a:pt x="75480" y="38451"/>
                    <a:pt x="75592" y="38593"/>
                    <a:pt x="75521" y="38734"/>
                  </a:cubicBezTo>
                  <a:cubicBezTo>
                    <a:pt x="74087" y="41236"/>
                    <a:pt x="71952" y="43371"/>
                    <a:pt x="69250" y="44438"/>
                  </a:cubicBezTo>
                  <a:cubicBezTo>
                    <a:pt x="68060" y="44912"/>
                    <a:pt x="66770" y="45163"/>
                    <a:pt x="65488" y="45163"/>
                  </a:cubicBezTo>
                  <a:cubicBezTo>
                    <a:pt x="63789" y="45163"/>
                    <a:pt x="62103" y="44722"/>
                    <a:pt x="60678" y="43771"/>
                  </a:cubicBezTo>
                  <a:cubicBezTo>
                    <a:pt x="59777" y="43171"/>
                    <a:pt x="59010" y="42370"/>
                    <a:pt x="58443" y="41469"/>
                  </a:cubicBezTo>
                  <a:lnTo>
                    <a:pt x="58443" y="41469"/>
                  </a:lnTo>
                  <a:cubicBezTo>
                    <a:pt x="59010" y="42504"/>
                    <a:pt x="59777" y="43438"/>
                    <a:pt x="60678" y="44138"/>
                  </a:cubicBezTo>
                  <a:cubicBezTo>
                    <a:pt x="62273" y="45417"/>
                    <a:pt x="64158" y="45976"/>
                    <a:pt x="66070" y="45976"/>
                  </a:cubicBezTo>
                  <a:cubicBezTo>
                    <a:pt x="68795" y="45976"/>
                    <a:pt x="71576" y="44841"/>
                    <a:pt x="73653" y="43037"/>
                  </a:cubicBezTo>
                  <a:cubicBezTo>
                    <a:pt x="77356" y="39802"/>
                    <a:pt x="79291" y="34731"/>
                    <a:pt x="79558" y="29895"/>
                  </a:cubicBezTo>
                  <a:cubicBezTo>
                    <a:pt x="79858" y="24958"/>
                    <a:pt x="78657" y="19954"/>
                    <a:pt x="76522" y="15518"/>
                  </a:cubicBezTo>
                  <a:cubicBezTo>
                    <a:pt x="76322" y="15117"/>
                    <a:pt x="76122" y="14684"/>
                    <a:pt x="75888" y="14250"/>
                  </a:cubicBezTo>
                  <a:cubicBezTo>
                    <a:pt x="75722" y="14317"/>
                    <a:pt x="75521" y="14350"/>
                    <a:pt x="75321" y="14350"/>
                  </a:cubicBezTo>
                  <a:cubicBezTo>
                    <a:pt x="75253" y="14360"/>
                    <a:pt x="75185" y="14364"/>
                    <a:pt x="75116" y="14364"/>
                  </a:cubicBezTo>
                  <a:cubicBezTo>
                    <a:pt x="74951" y="14364"/>
                    <a:pt x="74786" y="14340"/>
                    <a:pt x="74621" y="14317"/>
                  </a:cubicBezTo>
                  <a:lnTo>
                    <a:pt x="74621" y="14317"/>
                  </a:lnTo>
                  <a:cubicBezTo>
                    <a:pt x="76722" y="17419"/>
                    <a:pt x="77890" y="21155"/>
                    <a:pt x="78257" y="24858"/>
                  </a:cubicBezTo>
                  <a:cubicBezTo>
                    <a:pt x="78357" y="26025"/>
                    <a:pt x="78390" y="27193"/>
                    <a:pt x="78323" y="28327"/>
                  </a:cubicBezTo>
                  <a:cubicBezTo>
                    <a:pt x="78323" y="28435"/>
                    <a:pt x="78252" y="28486"/>
                    <a:pt x="78174" y="28486"/>
                  </a:cubicBezTo>
                  <a:cubicBezTo>
                    <a:pt x="78086" y="28486"/>
                    <a:pt x="77990" y="28418"/>
                    <a:pt x="77990" y="28293"/>
                  </a:cubicBezTo>
                  <a:cubicBezTo>
                    <a:pt x="78090" y="24291"/>
                    <a:pt x="77123" y="20288"/>
                    <a:pt x="75221" y="16752"/>
                  </a:cubicBezTo>
                  <a:cubicBezTo>
                    <a:pt x="74721" y="15784"/>
                    <a:pt x="74154" y="14884"/>
                    <a:pt x="73587" y="13983"/>
                  </a:cubicBezTo>
                  <a:cubicBezTo>
                    <a:pt x="73186" y="13816"/>
                    <a:pt x="72820" y="13549"/>
                    <a:pt x="72486" y="13249"/>
                  </a:cubicBezTo>
                  <a:lnTo>
                    <a:pt x="72486" y="13249"/>
                  </a:lnTo>
                  <a:cubicBezTo>
                    <a:pt x="73720" y="14984"/>
                    <a:pt x="74721" y="16852"/>
                    <a:pt x="75388" y="18853"/>
                  </a:cubicBezTo>
                  <a:cubicBezTo>
                    <a:pt x="75855" y="20188"/>
                    <a:pt x="76189" y="21555"/>
                    <a:pt x="76355" y="22956"/>
                  </a:cubicBezTo>
                  <a:cubicBezTo>
                    <a:pt x="76374" y="23086"/>
                    <a:pt x="76289" y="23154"/>
                    <a:pt x="76204" y="23154"/>
                  </a:cubicBezTo>
                  <a:cubicBezTo>
                    <a:pt x="76137" y="23154"/>
                    <a:pt x="76070" y="23112"/>
                    <a:pt x="76055" y="23023"/>
                  </a:cubicBezTo>
                  <a:cubicBezTo>
                    <a:pt x="75155" y="18253"/>
                    <a:pt x="72519" y="13850"/>
                    <a:pt x="68850" y="10681"/>
                  </a:cubicBezTo>
                  <a:cubicBezTo>
                    <a:pt x="68516" y="10347"/>
                    <a:pt x="68150" y="10080"/>
                    <a:pt x="67783" y="9780"/>
                  </a:cubicBezTo>
                  <a:lnTo>
                    <a:pt x="67783" y="9780"/>
                  </a:lnTo>
                  <a:cubicBezTo>
                    <a:pt x="67849" y="9847"/>
                    <a:pt x="67916" y="9880"/>
                    <a:pt x="67983" y="9947"/>
                  </a:cubicBezTo>
                  <a:cubicBezTo>
                    <a:pt x="68583" y="10514"/>
                    <a:pt x="69184" y="11148"/>
                    <a:pt x="69717" y="11782"/>
                  </a:cubicBezTo>
                  <a:cubicBezTo>
                    <a:pt x="70785" y="13049"/>
                    <a:pt x="71719" y="14450"/>
                    <a:pt x="72486" y="15918"/>
                  </a:cubicBezTo>
                  <a:cubicBezTo>
                    <a:pt x="72920" y="16785"/>
                    <a:pt x="73287" y="17686"/>
                    <a:pt x="73620" y="18586"/>
                  </a:cubicBezTo>
                  <a:cubicBezTo>
                    <a:pt x="73643" y="18699"/>
                    <a:pt x="73543" y="18796"/>
                    <a:pt x="73456" y="18796"/>
                  </a:cubicBezTo>
                  <a:cubicBezTo>
                    <a:pt x="73414" y="18796"/>
                    <a:pt x="73375" y="18774"/>
                    <a:pt x="73353" y="18720"/>
                  </a:cubicBezTo>
                  <a:cubicBezTo>
                    <a:pt x="72152" y="15651"/>
                    <a:pt x="70184" y="12916"/>
                    <a:pt x="67683" y="10814"/>
                  </a:cubicBezTo>
                  <a:cubicBezTo>
                    <a:pt x="67182" y="10381"/>
                    <a:pt x="66615" y="9980"/>
                    <a:pt x="66081" y="9580"/>
                  </a:cubicBezTo>
                  <a:lnTo>
                    <a:pt x="66081" y="9580"/>
                  </a:lnTo>
                  <a:cubicBezTo>
                    <a:pt x="66215" y="9713"/>
                    <a:pt x="66382" y="9880"/>
                    <a:pt x="66515" y="10014"/>
                  </a:cubicBezTo>
                  <a:cubicBezTo>
                    <a:pt x="66915" y="10447"/>
                    <a:pt x="67349" y="10848"/>
                    <a:pt x="67716" y="11281"/>
                  </a:cubicBezTo>
                  <a:cubicBezTo>
                    <a:pt x="68483" y="12182"/>
                    <a:pt x="69217" y="13116"/>
                    <a:pt x="69851" y="14117"/>
                  </a:cubicBezTo>
                  <a:cubicBezTo>
                    <a:pt x="69924" y="14214"/>
                    <a:pt x="69819" y="14347"/>
                    <a:pt x="69719" y="14347"/>
                  </a:cubicBezTo>
                  <a:cubicBezTo>
                    <a:pt x="69681" y="14347"/>
                    <a:pt x="69644" y="14328"/>
                    <a:pt x="69617" y="14283"/>
                  </a:cubicBezTo>
                  <a:cubicBezTo>
                    <a:pt x="68950" y="13349"/>
                    <a:pt x="68216" y="12482"/>
                    <a:pt x="67382" y="11681"/>
                  </a:cubicBezTo>
                  <a:cubicBezTo>
                    <a:pt x="66982" y="11281"/>
                    <a:pt x="66548" y="10914"/>
                    <a:pt x="66115" y="10581"/>
                  </a:cubicBezTo>
                  <a:cubicBezTo>
                    <a:pt x="65881" y="10414"/>
                    <a:pt x="65648" y="10247"/>
                    <a:pt x="65414" y="10080"/>
                  </a:cubicBezTo>
                  <a:cubicBezTo>
                    <a:pt x="65247" y="9947"/>
                    <a:pt x="65081" y="9847"/>
                    <a:pt x="64914" y="9713"/>
                  </a:cubicBezTo>
                  <a:cubicBezTo>
                    <a:pt x="64881" y="9747"/>
                    <a:pt x="64847" y="9747"/>
                    <a:pt x="64814" y="9780"/>
                  </a:cubicBezTo>
                  <a:cubicBezTo>
                    <a:pt x="64540" y="9893"/>
                    <a:pt x="64235" y="9951"/>
                    <a:pt x="63928" y="9951"/>
                  </a:cubicBezTo>
                  <a:cubicBezTo>
                    <a:pt x="63601" y="9951"/>
                    <a:pt x="63272" y="9885"/>
                    <a:pt x="62979" y="9747"/>
                  </a:cubicBezTo>
                  <a:cubicBezTo>
                    <a:pt x="62279" y="9480"/>
                    <a:pt x="61778" y="8846"/>
                    <a:pt x="61378" y="8246"/>
                  </a:cubicBezTo>
                  <a:cubicBezTo>
                    <a:pt x="60944" y="7545"/>
                    <a:pt x="60577" y="6778"/>
                    <a:pt x="60144" y="6077"/>
                  </a:cubicBezTo>
                  <a:cubicBezTo>
                    <a:pt x="59677" y="5344"/>
                    <a:pt x="59143" y="4676"/>
                    <a:pt x="58543" y="4009"/>
                  </a:cubicBezTo>
                  <a:cubicBezTo>
                    <a:pt x="57942" y="3376"/>
                    <a:pt x="57308" y="2808"/>
                    <a:pt x="56608" y="2275"/>
                  </a:cubicBezTo>
                  <a:cubicBezTo>
                    <a:pt x="56041" y="1841"/>
                    <a:pt x="55440" y="1407"/>
                    <a:pt x="54707" y="1274"/>
                  </a:cubicBezTo>
                  <a:cubicBezTo>
                    <a:pt x="54586" y="1253"/>
                    <a:pt x="54464" y="1241"/>
                    <a:pt x="54345" y="1241"/>
                  </a:cubicBezTo>
                  <a:cubicBezTo>
                    <a:pt x="53903" y="1241"/>
                    <a:pt x="53497" y="1409"/>
                    <a:pt x="53339" y="1908"/>
                  </a:cubicBezTo>
                  <a:cubicBezTo>
                    <a:pt x="53105" y="2575"/>
                    <a:pt x="53306" y="3309"/>
                    <a:pt x="53139" y="4009"/>
                  </a:cubicBezTo>
                  <a:cubicBezTo>
                    <a:pt x="52951" y="4634"/>
                    <a:pt x="52413" y="5083"/>
                    <a:pt x="51770" y="5083"/>
                  </a:cubicBezTo>
                  <a:cubicBezTo>
                    <a:pt x="51727" y="5083"/>
                    <a:pt x="51682" y="5081"/>
                    <a:pt x="51638" y="5077"/>
                  </a:cubicBezTo>
                  <a:cubicBezTo>
                    <a:pt x="50904" y="5043"/>
                    <a:pt x="50237" y="4510"/>
                    <a:pt x="49703" y="4043"/>
                  </a:cubicBezTo>
                  <a:cubicBezTo>
                    <a:pt x="49103" y="3509"/>
                    <a:pt x="48502" y="2975"/>
                    <a:pt x="47835" y="2508"/>
                  </a:cubicBezTo>
                  <a:cubicBezTo>
                    <a:pt x="47168" y="2041"/>
                    <a:pt x="46467" y="1641"/>
                    <a:pt x="45700" y="1307"/>
                  </a:cubicBezTo>
                  <a:cubicBezTo>
                    <a:pt x="44232" y="674"/>
                    <a:pt x="42631" y="273"/>
                    <a:pt x="41030" y="107"/>
                  </a:cubicBezTo>
                  <a:cubicBezTo>
                    <a:pt x="40385" y="36"/>
                    <a:pt x="39738" y="1"/>
                    <a:pt x="390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4004275" y="1819875"/>
              <a:ext cx="1675" cy="2525"/>
            </a:xfrm>
            <a:custGeom>
              <a:avLst/>
              <a:gdLst/>
              <a:ahLst/>
              <a:cxnLst/>
              <a:rect l="l" t="t" r="r" b="b"/>
              <a:pathLst>
                <a:path w="67" h="101" extrusionOk="0">
                  <a:moveTo>
                    <a:pt x="34" y="1"/>
                  </a:moveTo>
                  <a:cubicBezTo>
                    <a:pt x="34" y="34"/>
                    <a:pt x="0" y="67"/>
                    <a:pt x="0" y="101"/>
                  </a:cubicBezTo>
                  <a:cubicBezTo>
                    <a:pt x="34" y="67"/>
                    <a:pt x="34" y="34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3984250" y="1455625"/>
              <a:ext cx="902350" cy="515175"/>
            </a:xfrm>
            <a:custGeom>
              <a:avLst/>
              <a:gdLst/>
              <a:ahLst/>
              <a:cxnLst/>
              <a:rect l="l" t="t" r="r" b="b"/>
              <a:pathLst>
                <a:path w="36094" h="20607" extrusionOk="0">
                  <a:moveTo>
                    <a:pt x="19696" y="1"/>
                  </a:moveTo>
                  <a:cubicBezTo>
                    <a:pt x="19259" y="1"/>
                    <a:pt x="18810" y="91"/>
                    <a:pt x="18414" y="194"/>
                  </a:cubicBezTo>
                  <a:cubicBezTo>
                    <a:pt x="17480" y="427"/>
                    <a:pt x="16579" y="727"/>
                    <a:pt x="15712" y="1061"/>
                  </a:cubicBezTo>
                  <a:cubicBezTo>
                    <a:pt x="12176" y="2395"/>
                    <a:pt x="8974" y="4397"/>
                    <a:pt x="6105" y="6832"/>
                  </a:cubicBezTo>
                  <a:cubicBezTo>
                    <a:pt x="5738" y="7132"/>
                    <a:pt x="5371" y="7465"/>
                    <a:pt x="5038" y="7799"/>
                  </a:cubicBezTo>
                  <a:cubicBezTo>
                    <a:pt x="5204" y="7666"/>
                    <a:pt x="5371" y="7566"/>
                    <a:pt x="5538" y="7465"/>
                  </a:cubicBezTo>
                  <a:cubicBezTo>
                    <a:pt x="7373" y="6298"/>
                    <a:pt x="9407" y="5264"/>
                    <a:pt x="11542" y="4764"/>
                  </a:cubicBezTo>
                  <a:cubicBezTo>
                    <a:pt x="12507" y="4522"/>
                    <a:pt x="13494" y="4410"/>
                    <a:pt x="14485" y="4410"/>
                  </a:cubicBezTo>
                  <a:cubicBezTo>
                    <a:pt x="14727" y="4410"/>
                    <a:pt x="14969" y="4417"/>
                    <a:pt x="15211" y="4430"/>
                  </a:cubicBezTo>
                  <a:cubicBezTo>
                    <a:pt x="15445" y="4463"/>
                    <a:pt x="15412" y="4797"/>
                    <a:pt x="15178" y="4797"/>
                  </a:cubicBezTo>
                  <a:cubicBezTo>
                    <a:pt x="14970" y="4784"/>
                    <a:pt x="14762" y="4778"/>
                    <a:pt x="14556" y="4778"/>
                  </a:cubicBezTo>
                  <a:cubicBezTo>
                    <a:pt x="12642" y="4778"/>
                    <a:pt x="10790" y="5322"/>
                    <a:pt x="9074" y="6165"/>
                  </a:cubicBezTo>
                  <a:cubicBezTo>
                    <a:pt x="8140" y="6598"/>
                    <a:pt x="7272" y="7165"/>
                    <a:pt x="6439" y="7732"/>
                  </a:cubicBezTo>
                  <a:cubicBezTo>
                    <a:pt x="7439" y="7332"/>
                    <a:pt x="8473" y="7032"/>
                    <a:pt x="9507" y="6798"/>
                  </a:cubicBezTo>
                  <a:cubicBezTo>
                    <a:pt x="11625" y="6358"/>
                    <a:pt x="13811" y="6213"/>
                    <a:pt x="15991" y="6213"/>
                  </a:cubicBezTo>
                  <a:cubicBezTo>
                    <a:pt x="16454" y="6213"/>
                    <a:pt x="16917" y="6220"/>
                    <a:pt x="17380" y="6231"/>
                  </a:cubicBezTo>
                  <a:cubicBezTo>
                    <a:pt x="18981" y="6298"/>
                    <a:pt x="20582" y="6398"/>
                    <a:pt x="22183" y="6531"/>
                  </a:cubicBezTo>
                  <a:cubicBezTo>
                    <a:pt x="22440" y="6531"/>
                    <a:pt x="22419" y="6934"/>
                    <a:pt x="22178" y="6934"/>
                  </a:cubicBezTo>
                  <a:cubicBezTo>
                    <a:pt x="22169" y="6934"/>
                    <a:pt x="22160" y="6933"/>
                    <a:pt x="22150" y="6932"/>
                  </a:cubicBezTo>
                  <a:cubicBezTo>
                    <a:pt x="20392" y="6825"/>
                    <a:pt x="18621" y="6731"/>
                    <a:pt x="16854" y="6731"/>
                  </a:cubicBezTo>
                  <a:cubicBezTo>
                    <a:pt x="15871" y="6731"/>
                    <a:pt x="14888" y="6760"/>
                    <a:pt x="13911" y="6832"/>
                  </a:cubicBezTo>
                  <a:cubicBezTo>
                    <a:pt x="12143" y="6965"/>
                    <a:pt x="10441" y="7299"/>
                    <a:pt x="8774" y="7799"/>
                  </a:cubicBezTo>
                  <a:cubicBezTo>
                    <a:pt x="8907" y="7799"/>
                    <a:pt x="9040" y="7766"/>
                    <a:pt x="9140" y="7732"/>
                  </a:cubicBezTo>
                  <a:cubicBezTo>
                    <a:pt x="9674" y="7666"/>
                    <a:pt x="10175" y="7632"/>
                    <a:pt x="10675" y="7599"/>
                  </a:cubicBezTo>
                  <a:cubicBezTo>
                    <a:pt x="10708" y="7532"/>
                    <a:pt x="10775" y="7499"/>
                    <a:pt x="10875" y="7499"/>
                  </a:cubicBezTo>
                  <a:cubicBezTo>
                    <a:pt x="11075" y="7532"/>
                    <a:pt x="11242" y="7532"/>
                    <a:pt x="11409" y="7566"/>
                  </a:cubicBezTo>
                  <a:cubicBezTo>
                    <a:pt x="11684" y="7557"/>
                    <a:pt x="11959" y="7553"/>
                    <a:pt x="12234" y="7553"/>
                  </a:cubicBezTo>
                  <a:cubicBezTo>
                    <a:pt x="13060" y="7553"/>
                    <a:pt x="13886" y="7591"/>
                    <a:pt x="14711" y="7666"/>
                  </a:cubicBezTo>
                  <a:cubicBezTo>
                    <a:pt x="14744" y="7599"/>
                    <a:pt x="14811" y="7566"/>
                    <a:pt x="14911" y="7566"/>
                  </a:cubicBezTo>
                  <a:cubicBezTo>
                    <a:pt x="17313" y="7666"/>
                    <a:pt x="19715" y="7899"/>
                    <a:pt x="22116" y="8133"/>
                  </a:cubicBezTo>
                  <a:cubicBezTo>
                    <a:pt x="24518" y="8366"/>
                    <a:pt x="26920" y="8633"/>
                    <a:pt x="29322" y="8900"/>
                  </a:cubicBezTo>
                  <a:cubicBezTo>
                    <a:pt x="29455" y="8933"/>
                    <a:pt x="29422" y="9133"/>
                    <a:pt x="29288" y="9133"/>
                  </a:cubicBezTo>
                  <a:cubicBezTo>
                    <a:pt x="26886" y="8933"/>
                    <a:pt x="24485" y="8733"/>
                    <a:pt x="22083" y="8566"/>
                  </a:cubicBezTo>
                  <a:cubicBezTo>
                    <a:pt x="21483" y="8533"/>
                    <a:pt x="20882" y="8466"/>
                    <a:pt x="20282" y="8433"/>
                  </a:cubicBezTo>
                  <a:lnTo>
                    <a:pt x="20282" y="8433"/>
                  </a:lnTo>
                  <a:cubicBezTo>
                    <a:pt x="20949" y="8566"/>
                    <a:pt x="21583" y="8700"/>
                    <a:pt x="22250" y="8866"/>
                  </a:cubicBezTo>
                  <a:cubicBezTo>
                    <a:pt x="24618" y="9434"/>
                    <a:pt x="26886" y="10234"/>
                    <a:pt x="28988" y="11468"/>
                  </a:cubicBezTo>
                  <a:cubicBezTo>
                    <a:pt x="29157" y="11553"/>
                    <a:pt x="29040" y="11757"/>
                    <a:pt x="28899" y="11757"/>
                  </a:cubicBezTo>
                  <a:cubicBezTo>
                    <a:pt x="28873" y="11757"/>
                    <a:pt x="28847" y="11751"/>
                    <a:pt x="28821" y="11735"/>
                  </a:cubicBezTo>
                  <a:cubicBezTo>
                    <a:pt x="25652" y="10001"/>
                    <a:pt x="22116" y="9200"/>
                    <a:pt x="18581" y="8800"/>
                  </a:cubicBezTo>
                  <a:lnTo>
                    <a:pt x="18581" y="8800"/>
                  </a:lnTo>
                  <a:cubicBezTo>
                    <a:pt x="20248" y="9267"/>
                    <a:pt x="21883" y="9934"/>
                    <a:pt x="23484" y="10668"/>
                  </a:cubicBezTo>
                  <a:cubicBezTo>
                    <a:pt x="24585" y="11168"/>
                    <a:pt x="25686" y="11735"/>
                    <a:pt x="26720" y="12336"/>
                  </a:cubicBezTo>
                  <a:cubicBezTo>
                    <a:pt x="26870" y="12396"/>
                    <a:pt x="26776" y="12645"/>
                    <a:pt x="26610" y="12645"/>
                  </a:cubicBezTo>
                  <a:cubicBezTo>
                    <a:pt x="26592" y="12645"/>
                    <a:pt x="26573" y="12642"/>
                    <a:pt x="26553" y="12636"/>
                  </a:cubicBezTo>
                  <a:cubicBezTo>
                    <a:pt x="24652" y="11635"/>
                    <a:pt x="22683" y="10801"/>
                    <a:pt x="20649" y="10167"/>
                  </a:cubicBezTo>
                  <a:cubicBezTo>
                    <a:pt x="19648" y="9834"/>
                    <a:pt x="18614" y="9534"/>
                    <a:pt x="17613" y="9267"/>
                  </a:cubicBezTo>
                  <a:cubicBezTo>
                    <a:pt x="16546" y="9000"/>
                    <a:pt x="15512" y="8700"/>
                    <a:pt x="14444" y="8533"/>
                  </a:cubicBezTo>
                  <a:cubicBezTo>
                    <a:pt x="14277" y="8500"/>
                    <a:pt x="14111" y="8466"/>
                    <a:pt x="13944" y="8433"/>
                  </a:cubicBezTo>
                  <a:cubicBezTo>
                    <a:pt x="13495" y="8415"/>
                    <a:pt x="13043" y="8405"/>
                    <a:pt x="12592" y="8405"/>
                  </a:cubicBezTo>
                  <a:cubicBezTo>
                    <a:pt x="10462" y="8405"/>
                    <a:pt x="8326" y="8635"/>
                    <a:pt x="6372" y="9434"/>
                  </a:cubicBezTo>
                  <a:cubicBezTo>
                    <a:pt x="6539" y="9400"/>
                    <a:pt x="6739" y="9367"/>
                    <a:pt x="6906" y="9367"/>
                  </a:cubicBezTo>
                  <a:cubicBezTo>
                    <a:pt x="7695" y="9290"/>
                    <a:pt x="8490" y="9258"/>
                    <a:pt x="9286" y="9258"/>
                  </a:cubicBezTo>
                  <a:cubicBezTo>
                    <a:pt x="10574" y="9258"/>
                    <a:pt x="11865" y="9343"/>
                    <a:pt x="13143" y="9467"/>
                  </a:cubicBezTo>
                  <a:cubicBezTo>
                    <a:pt x="14378" y="9600"/>
                    <a:pt x="15645" y="9767"/>
                    <a:pt x="16879" y="10001"/>
                  </a:cubicBezTo>
                  <a:cubicBezTo>
                    <a:pt x="17013" y="10034"/>
                    <a:pt x="17013" y="10234"/>
                    <a:pt x="16846" y="10234"/>
                  </a:cubicBezTo>
                  <a:cubicBezTo>
                    <a:pt x="15095" y="9956"/>
                    <a:pt x="13343" y="9817"/>
                    <a:pt x="11573" y="9817"/>
                  </a:cubicBezTo>
                  <a:cubicBezTo>
                    <a:pt x="11219" y="9817"/>
                    <a:pt x="10864" y="9823"/>
                    <a:pt x="10508" y="9834"/>
                  </a:cubicBezTo>
                  <a:cubicBezTo>
                    <a:pt x="8673" y="9901"/>
                    <a:pt x="6772" y="10034"/>
                    <a:pt x="5004" y="10534"/>
                  </a:cubicBezTo>
                  <a:cubicBezTo>
                    <a:pt x="4671" y="10634"/>
                    <a:pt x="4370" y="10768"/>
                    <a:pt x="4070" y="10901"/>
                  </a:cubicBezTo>
                  <a:cubicBezTo>
                    <a:pt x="4470" y="10801"/>
                    <a:pt x="4904" y="10734"/>
                    <a:pt x="5304" y="10668"/>
                  </a:cubicBezTo>
                  <a:cubicBezTo>
                    <a:pt x="5771" y="10618"/>
                    <a:pt x="6247" y="10601"/>
                    <a:pt x="6722" y="10601"/>
                  </a:cubicBezTo>
                  <a:cubicBezTo>
                    <a:pt x="7197" y="10601"/>
                    <a:pt x="7673" y="10618"/>
                    <a:pt x="8140" y="10634"/>
                  </a:cubicBezTo>
                  <a:cubicBezTo>
                    <a:pt x="9174" y="10668"/>
                    <a:pt x="10175" y="10701"/>
                    <a:pt x="11209" y="10868"/>
                  </a:cubicBezTo>
                  <a:cubicBezTo>
                    <a:pt x="11498" y="10932"/>
                    <a:pt x="11477" y="11337"/>
                    <a:pt x="11207" y="11337"/>
                  </a:cubicBezTo>
                  <a:cubicBezTo>
                    <a:pt x="11197" y="11337"/>
                    <a:pt x="11186" y="11336"/>
                    <a:pt x="11175" y="11335"/>
                  </a:cubicBezTo>
                  <a:cubicBezTo>
                    <a:pt x="10401" y="11224"/>
                    <a:pt x="9628" y="11160"/>
                    <a:pt x="8854" y="11160"/>
                  </a:cubicBezTo>
                  <a:cubicBezTo>
                    <a:pt x="8694" y="11160"/>
                    <a:pt x="8533" y="11162"/>
                    <a:pt x="8373" y="11168"/>
                  </a:cubicBezTo>
                  <a:cubicBezTo>
                    <a:pt x="7473" y="11168"/>
                    <a:pt x="6539" y="11201"/>
                    <a:pt x="5638" y="11335"/>
                  </a:cubicBezTo>
                  <a:cubicBezTo>
                    <a:pt x="4437" y="11502"/>
                    <a:pt x="3203" y="11902"/>
                    <a:pt x="2236" y="12669"/>
                  </a:cubicBezTo>
                  <a:cubicBezTo>
                    <a:pt x="2069" y="12903"/>
                    <a:pt x="1902" y="13136"/>
                    <a:pt x="1802" y="13403"/>
                  </a:cubicBezTo>
                  <a:cubicBezTo>
                    <a:pt x="1902" y="13303"/>
                    <a:pt x="2035" y="13203"/>
                    <a:pt x="2135" y="13103"/>
                  </a:cubicBezTo>
                  <a:cubicBezTo>
                    <a:pt x="2969" y="12569"/>
                    <a:pt x="4003" y="12269"/>
                    <a:pt x="4971" y="12069"/>
                  </a:cubicBezTo>
                  <a:cubicBezTo>
                    <a:pt x="5662" y="11931"/>
                    <a:pt x="6369" y="11856"/>
                    <a:pt x="7069" y="11856"/>
                  </a:cubicBezTo>
                  <a:cubicBezTo>
                    <a:pt x="7383" y="11856"/>
                    <a:pt x="7696" y="11871"/>
                    <a:pt x="8006" y="11902"/>
                  </a:cubicBezTo>
                  <a:cubicBezTo>
                    <a:pt x="9140" y="12002"/>
                    <a:pt x="10275" y="12236"/>
                    <a:pt x="11342" y="12636"/>
                  </a:cubicBezTo>
                  <a:cubicBezTo>
                    <a:pt x="11490" y="12665"/>
                    <a:pt x="11428" y="12880"/>
                    <a:pt x="11294" y="12880"/>
                  </a:cubicBezTo>
                  <a:cubicBezTo>
                    <a:pt x="11278" y="12880"/>
                    <a:pt x="11260" y="12877"/>
                    <a:pt x="11242" y="12869"/>
                  </a:cubicBezTo>
                  <a:cubicBezTo>
                    <a:pt x="10245" y="12567"/>
                    <a:pt x="9239" y="12426"/>
                    <a:pt x="8229" y="12426"/>
                  </a:cubicBezTo>
                  <a:cubicBezTo>
                    <a:pt x="7345" y="12426"/>
                    <a:pt x="6458" y="12534"/>
                    <a:pt x="5571" y="12736"/>
                  </a:cubicBezTo>
                  <a:cubicBezTo>
                    <a:pt x="4671" y="12903"/>
                    <a:pt x="3737" y="13203"/>
                    <a:pt x="2936" y="13703"/>
                  </a:cubicBezTo>
                  <a:cubicBezTo>
                    <a:pt x="2135" y="14170"/>
                    <a:pt x="1735" y="15071"/>
                    <a:pt x="1302" y="15838"/>
                  </a:cubicBezTo>
                  <a:cubicBezTo>
                    <a:pt x="868" y="16605"/>
                    <a:pt x="468" y="17339"/>
                    <a:pt x="1" y="18073"/>
                  </a:cubicBezTo>
                  <a:cubicBezTo>
                    <a:pt x="1935" y="15871"/>
                    <a:pt x="4704" y="14370"/>
                    <a:pt x="7673" y="14270"/>
                  </a:cubicBezTo>
                  <a:cubicBezTo>
                    <a:pt x="8473" y="14270"/>
                    <a:pt x="9274" y="14337"/>
                    <a:pt x="10041" y="14571"/>
                  </a:cubicBezTo>
                  <a:cubicBezTo>
                    <a:pt x="10842" y="14771"/>
                    <a:pt x="11576" y="15204"/>
                    <a:pt x="12343" y="15505"/>
                  </a:cubicBezTo>
                  <a:cubicBezTo>
                    <a:pt x="12610" y="15538"/>
                    <a:pt x="12843" y="15605"/>
                    <a:pt x="13110" y="15671"/>
                  </a:cubicBezTo>
                  <a:cubicBezTo>
                    <a:pt x="13210" y="15671"/>
                    <a:pt x="13277" y="15738"/>
                    <a:pt x="13310" y="15805"/>
                  </a:cubicBezTo>
                  <a:cubicBezTo>
                    <a:pt x="13423" y="15819"/>
                    <a:pt x="13538" y="15827"/>
                    <a:pt x="13654" y="15827"/>
                  </a:cubicBezTo>
                  <a:cubicBezTo>
                    <a:pt x="14088" y="15827"/>
                    <a:pt x="14529" y="15713"/>
                    <a:pt x="14845" y="15371"/>
                  </a:cubicBezTo>
                  <a:cubicBezTo>
                    <a:pt x="15412" y="14737"/>
                    <a:pt x="14845" y="13737"/>
                    <a:pt x="15211" y="13003"/>
                  </a:cubicBezTo>
                  <a:cubicBezTo>
                    <a:pt x="15446" y="12440"/>
                    <a:pt x="15976" y="12240"/>
                    <a:pt x="16526" y="12240"/>
                  </a:cubicBezTo>
                  <a:cubicBezTo>
                    <a:pt x="16758" y="12240"/>
                    <a:pt x="16995" y="12276"/>
                    <a:pt x="17213" y="12336"/>
                  </a:cubicBezTo>
                  <a:cubicBezTo>
                    <a:pt x="17980" y="12569"/>
                    <a:pt x="18681" y="13036"/>
                    <a:pt x="19281" y="13536"/>
                  </a:cubicBezTo>
                  <a:cubicBezTo>
                    <a:pt x="20549" y="14571"/>
                    <a:pt x="21483" y="15938"/>
                    <a:pt x="22450" y="17239"/>
                  </a:cubicBezTo>
                  <a:cubicBezTo>
                    <a:pt x="22917" y="17873"/>
                    <a:pt x="23417" y="18540"/>
                    <a:pt x="23984" y="19140"/>
                  </a:cubicBezTo>
                  <a:cubicBezTo>
                    <a:pt x="24585" y="19774"/>
                    <a:pt x="25319" y="20441"/>
                    <a:pt x="26186" y="20575"/>
                  </a:cubicBezTo>
                  <a:cubicBezTo>
                    <a:pt x="26309" y="20597"/>
                    <a:pt x="26427" y="20607"/>
                    <a:pt x="26539" y="20607"/>
                  </a:cubicBezTo>
                  <a:cubicBezTo>
                    <a:pt x="27972" y="20607"/>
                    <a:pt x="28495" y="18913"/>
                    <a:pt x="28588" y="17706"/>
                  </a:cubicBezTo>
                  <a:cubicBezTo>
                    <a:pt x="28621" y="17339"/>
                    <a:pt x="28621" y="16972"/>
                    <a:pt x="28621" y="16605"/>
                  </a:cubicBezTo>
                  <a:cubicBezTo>
                    <a:pt x="28621" y="16472"/>
                    <a:pt x="28721" y="16372"/>
                    <a:pt x="28855" y="16338"/>
                  </a:cubicBezTo>
                  <a:cubicBezTo>
                    <a:pt x="29064" y="16277"/>
                    <a:pt x="29269" y="16249"/>
                    <a:pt x="29469" y="16249"/>
                  </a:cubicBezTo>
                  <a:cubicBezTo>
                    <a:pt x="30576" y="16249"/>
                    <a:pt x="31543" y="17095"/>
                    <a:pt x="32390" y="17773"/>
                  </a:cubicBezTo>
                  <a:cubicBezTo>
                    <a:pt x="32905" y="18189"/>
                    <a:pt x="33762" y="18768"/>
                    <a:pt x="34524" y="18768"/>
                  </a:cubicBezTo>
                  <a:cubicBezTo>
                    <a:pt x="34799" y="18768"/>
                    <a:pt x="35062" y="18693"/>
                    <a:pt x="35292" y="18507"/>
                  </a:cubicBezTo>
                  <a:cubicBezTo>
                    <a:pt x="36026" y="17906"/>
                    <a:pt x="36093" y="16839"/>
                    <a:pt x="35860" y="16005"/>
                  </a:cubicBezTo>
                  <a:cubicBezTo>
                    <a:pt x="35626" y="15004"/>
                    <a:pt x="35059" y="14104"/>
                    <a:pt x="34425" y="13336"/>
                  </a:cubicBezTo>
                  <a:cubicBezTo>
                    <a:pt x="33858" y="12636"/>
                    <a:pt x="33191" y="12069"/>
                    <a:pt x="32424" y="11602"/>
                  </a:cubicBezTo>
                  <a:cubicBezTo>
                    <a:pt x="31957" y="11335"/>
                    <a:pt x="31456" y="10968"/>
                    <a:pt x="31323" y="10401"/>
                  </a:cubicBezTo>
                  <a:cubicBezTo>
                    <a:pt x="31223" y="9967"/>
                    <a:pt x="31356" y="9534"/>
                    <a:pt x="31690" y="9200"/>
                  </a:cubicBezTo>
                  <a:cubicBezTo>
                    <a:pt x="32290" y="8633"/>
                    <a:pt x="33324" y="8566"/>
                    <a:pt x="33825" y="7899"/>
                  </a:cubicBezTo>
                  <a:cubicBezTo>
                    <a:pt x="34192" y="7465"/>
                    <a:pt x="33925" y="6798"/>
                    <a:pt x="33558" y="6465"/>
                  </a:cubicBezTo>
                  <a:cubicBezTo>
                    <a:pt x="33091" y="5964"/>
                    <a:pt x="32357" y="5798"/>
                    <a:pt x="31723" y="5631"/>
                  </a:cubicBezTo>
                  <a:cubicBezTo>
                    <a:pt x="29490" y="5018"/>
                    <a:pt x="27170" y="4706"/>
                    <a:pt x="24859" y="4706"/>
                  </a:cubicBezTo>
                  <a:cubicBezTo>
                    <a:pt x="23649" y="4706"/>
                    <a:pt x="22441" y="4792"/>
                    <a:pt x="21249" y="4964"/>
                  </a:cubicBezTo>
                  <a:cubicBezTo>
                    <a:pt x="21082" y="4964"/>
                    <a:pt x="20949" y="4930"/>
                    <a:pt x="20849" y="4797"/>
                  </a:cubicBezTo>
                  <a:cubicBezTo>
                    <a:pt x="20348" y="4130"/>
                    <a:pt x="20615" y="3363"/>
                    <a:pt x="20982" y="2695"/>
                  </a:cubicBezTo>
                  <a:cubicBezTo>
                    <a:pt x="21316" y="2028"/>
                    <a:pt x="21783" y="1261"/>
                    <a:pt x="21182" y="594"/>
                  </a:cubicBezTo>
                  <a:cubicBezTo>
                    <a:pt x="20790" y="146"/>
                    <a:pt x="20252" y="1"/>
                    <a:pt x="196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181050" y="2053125"/>
              <a:ext cx="492875" cy="421175"/>
            </a:xfrm>
            <a:custGeom>
              <a:avLst/>
              <a:gdLst/>
              <a:ahLst/>
              <a:cxnLst/>
              <a:rect l="l" t="t" r="r" b="b"/>
              <a:pathLst>
                <a:path w="19715" h="16847" extrusionOk="0">
                  <a:moveTo>
                    <a:pt x="7750" y="0"/>
                  </a:moveTo>
                  <a:cubicBezTo>
                    <a:pt x="5973" y="0"/>
                    <a:pt x="4177" y="638"/>
                    <a:pt x="2903" y="1912"/>
                  </a:cubicBezTo>
                  <a:cubicBezTo>
                    <a:pt x="1" y="4747"/>
                    <a:pt x="234" y="9684"/>
                    <a:pt x="2603" y="12753"/>
                  </a:cubicBezTo>
                  <a:cubicBezTo>
                    <a:pt x="4688" y="15453"/>
                    <a:pt x="8124" y="16847"/>
                    <a:pt x="11501" y="16847"/>
                  </a:cubicBezTo>
                  <a:cubicBezTo>
                    <a:pt x="12337" y="16847"/>
                    <a:pt x="13170" y="16761"/>
                    <a:pt x="13978" y="16589"/>
                  </a:cubicBezTo>
                  <a:cubicBezTo>
                    <a:pt x="14545" y="16456"/>
                    <a:pt x="15045" y="16322"/>
                    <a:pt x="15579" y="16122"/>
                  </a:cubicBezTo>
                  <a:lnTo>
                    <a:pt x="15579" y="16122"/>
                  </a:lnTo>
                  <a:cubicBezTo>
                    <a:pt x="14456" y="16449"/>
                    <a:pt x="13298" y="16612"/>
                    <a:pt x="12141" y="16612"/>
                  </a:cubicBezTo>
                  <a:cubicBezTo>
                    <a:pt x="10583" y="16612"/>
                    <a:pt x="9028" y="16315"/>
                    <a:pt x="7573" y="15722"/>
                  </a:cubicBezTo>
                  <a:cubicBezTo>
                    <a:pt x="6072" y="15088"/>
                    <a:pt x="4704" y="14221"/>
                    <a:pt x="3537" y="13087"/>
                  </a:cubicBezTo>
                  <a:cubicBezTo>
                    <a:pt x="3387" y="12936"/>
                    <a:pt x="3537" y="12749"/>
                    <a:pt x="3692" y="12749"/>
                  </a:cubicBezTo>
                  <a:cubicBezTo>
                    <a:pt x="3743" y="12749"/>
                    <a:pt x="3795" y="12770"/>
                    <a:pt x="3837" y="12820"/>
                  </a:cubicBezTo>
                  <a:cubicBezTo>
                    <a:pt x="5872" y="14721"/>
                    <a:pt x="8574" y="15822"/>
                    <a:pt x="11376" y="15922"/>
                  </a:cubicBezTo>
                  <a:cubicBezTo>
                    <a:pt x="11471" y="15924"/>
                    <a:pt x="11567" y="15926"/>
                    <a:pt x="11663" y="15926"/>
                  </a:cubicBezTo>
                  <a:cubicBezTo>
                    <a:pt x="14137" y="15926"/>
                    <a:pt x="16623" y="15099"/>
                    <a:pt x="18614" y="13654"/>
                  </a:cubicBezTo>
                  <a:cubicBezTo>
                    <a:pt x="19014" y="13353"/>
                    <a:pt x="19381" y="13053"/>
                    <a:pt x="19715" y="12720"/>
                  </a:cubicBezTo>
                  <a:lnTo>
                    <a:pt x="19715" y="12720"/>
                  </a:lnTo>
                  <a:cubicBezTo>
                    <a:pt x="17847" y="14287"/>
                    <a:pt x="15612" y="15422"/>
                    <a:pt x="13210" y="15789"/>
                  </a:cubicBezTo>
                  <a:cubicBezTo>
                    <a:pt x="12750" y="15854"/>
                    <a:pt x="12282" y="15888"/>
                    <a:pt x="11813" y="15888"/>
                  </a:cubicBezTo>
                  <a:cubicBezTo>
                    <a:pt x="9431" y="15888"/>
                    <a:pt x="7027" y="15026"/>
                    <a:pt x="5438" y="13187"/>
                  </a:cubicBezTo>
                  <a:cubicBezTo>
                    <a:pt x="3437" y="10918"/>
                    <a:pt x="3170" y="7416"/>
                    <a:pt x="4437" y="4681"/>
                  </a:cubicBezTo>
                  <a:cubicBezTo>
                    <a:pt x="5105" y="3179"/>
                    <a:pt x="6272" y="1945"/>
                    <a:pt x="7773" y="1245"/>
                  </a:cubicBezTo>
                  <a:cubicBezTo>
                    <a:pt x="8589" y="866"/>
                    <a:pt x="9533" y="665"/>
                    <a:pt x="10448" y="665"/>
                  </a:cubicBezTo>
                  <a:cubicBezTo>
                    <a:pt x="10580" y="665"/>
                    <a:pt x="10712" y="669"/>
                    <a:pt x="10842" y="678"/>
                  </a:cubicBezTo>
                  <a:cubicBezTo>
                    <a:pt x="10408" y="633"/>
                    <a:pt x="9988" y="601"/>
                    <a:pt x="9569" y="601"/>
                  </a:cubicBezTo>
                  <a:cubicBezTo>
                    <a:pt x="9053" y="601"/>
                    <a:pt x="8540" y="649"/>
                    <a:pt x="8007" y="778"/>
                  </a:cubicBezTo>
                  <a:cubicBezTo>
                    <a:pt x="7006" y="978"/>
                    <a:pt x="6039" y="1378"/>
                    <a:pt x="5238" y="1979"/>
                  </a:cubicBezTo>
                  <a:cubicBezTo>
                    <a:pt x="3637" y="3146"/>
                    <a:pt x="2436" y="4881"/>
                    <a:pt x="2069" y="6815"/>
                  </a:cubicBezTo>
                  <a:cubicBezTo>
                    <a:pt x="1869" y="7950"/>
                    <a:pt x="1902" y="9150"/>
                    <a:pt x="2436" y="10184"/>
                  </a:cubicBezTo>
                  <a:cubicBezTo>
                    <a:pt x="2436" y="10208"/>
                    <a:pt x="2419" y="10232"/>
                    <a:pt x="2398" y="10232"/>
                  </a:cubicBezTo>
                  <a:cubicBezTo>
                    <a:pt x="2389" y="10232"/>
                    <a:pt x="2379" y="10228"/>
                    <a:pt x="2369" y="10218"/>
                  </a:cubicBezTo>
                  <a:cubicBezTo>
                    <a:pt x="1135" y="8417"/>
                    <a:pt x="1469" y="6082"/>
                    <a:pt x="2469" y="4247"/>
                  </a:cubicBezTo>
                  <a:cubicBezTo>
                    <a:pt x="3503" y="2279"/>
                    <a:pt x="5271" y="811"/>
                    <a:pt x="7406" y="177"/>
                  </a:cubicBezTo>
                  <a:cubicBezTo>
                    <a:pt x="7640" y="111"/>
                    <a:pt x="7873" y="77"/>
                    <a:pt x="8140" y="11"/>
                  </a:cubicBezTo>
                  <a:cubicBezTo>
                    <a:pt x="8010" y="4"/>
                    <a:pt x="7880" y="0"/>
                    <a:pt x="77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4481275" y="2073400"/>
              <a:ext cx="3350" cy="3350"/>
            </a:xfrm>
            <a:custGeom>
              <a:avLst/>
              <a:gdLst/>
              <a:ahLst/>
              <a:cxnLst/>
              <a:rect l="l" t="t" r="r" b="b"/>
              <a:pathLst>
                <a:path w="134" h="134" extrusionOk="0">
                  <a:moveTo>
                    <a:pt x="0" y="0"/>
                  </a:moveTo>
                  <a:cubicBezTo>
                    <a:pt x="67" y="33"/>
                    <a:pt x="101" y="67"/>
                    <a:pt x="134" y="134"/>
                  </a:cubicBezTo>
                  <a:cubicBezTo>
                    <a:pt x="134" y="100"/>
                    <a:pt x="134" y="67"/>
                    <a:pt x="101" y="33"/>
                  </a:cubicBezTo>
                  <a:cubicBezTo>
                    <a:pt x="67" y="33"/>
                    <a:pt x="34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4817350" y="2411125"/>
              <a:ext cx="125100" cy="517900"/>
            </a:xfrm>
            <a:custGeom>
              <a:avLst/>
              <a:gdLst/>
              <a:ahLst/>
              <a:cxnLst/>
              <a:rect l="l" t="t" r="r" b="b"/>
              <a:pathLst>
                <a:path w="5004" h="20716" extrusionOk="0">
                  <a:moveTo>
                    <a:pt x="4404" y="1"/>
                  </a:moveTo>
                  <a:cubicBezTo>
                    <a:pt x="3436" y="1335"/>
                    <a:pt x="2636" y="2803"/>
                    <a:pt x="2002" y="4337"/>
                  </a:cubicBezTo>
                  <a:cubicBezTo>
                    <a:pt x="434" y="8207"/>
                    <a:pt x="0" y="12443"/>
                    <a:pt x="501" y="16579"/>
                  </a:cubicBezTo>
                  <a:cubicBezTo>
                    <a:pt x="567" y="17080"/>
                    <a:pt x="634" y="17580"/>
                    <a:pt x="734" y="18114"/>
                  </a:cubicBezTo>
                  <a:cubicBezTo>
                    <a:pt x="834" y="18614"/>
                    <a:pt x="901" y="19114"/>
                    <a:pt x="1001" y="19615"/>
                  </a:cubicBezTo>
                  <a:cubicBezTo>
                    <a:pt x="1001" y="19648"/>
                    <a:pt x="1001" y="19648"/>
                    <a:pt x="1001" y="19682"/>
                  </a:cubicBezTo>
                  <a:cubicBezTo>
                    <a:pt x="1135" y="19748"/>
                    <a:pt x="1235" y="19815"/>
                    <a:pt x="1368" y="19882"/>
                  </a:cubicBezTo>
                  <a:cubicBezTo>
                    <a:pt x="934" y="18447"/>
                    <a:pt x="768" y="16880"/>
                    <a:pt x="701" y="15412"/>
                  </a:cubicBezTo>
                  <a:cubicBezTo>
                    <a:pt x="601" y="13677"/>
                    <a:pt x="768" y="11943"/>
                    <a:pt x="1068" y="10208"/>
                  </a:cubicBezTo>
                  <a:cubicBezTo>
                    <a:pt x="1082" y="10150"/>
                    <a:pt x="1129" y="10123"/>
                    <a:pt x="1177" y="10123"/>
                  </a:cubicBezTo>
                  <a:cubicBezTo>
                    <a:pt x="1238" y="10123"/>
                    <a:pt x="1301" y="10167"/>
                    <a:pt x="1301" y="10241"/>
                  </a:cubicBezTo>
                  <a:cubicBezTo>
                    <a:pt x="1068" y="11909"/>
                    <a:pt x="1068" y="13644"/>
                    <a:pt x="1235" y="15345"/>
                  </a:cubicBezTo>
                  <a:cubicBezTo>
                    <a:pt x="1335" y="16179"/>
                    <a:pt x="1468" y="16980"/>
                    <a:pt x="1635" y="17814"/>
                  </a:cubicBezTo>
                  <a:cubicBezTo>
                    <a:pt x="1835" y="18647"/>
                    <a:pt x="2069" y="19481"/>
                    <a:pt x="2302" y="20315"/>
                  </a:cubicBezTo>
                  <a:cubicBezTo>
                    <a:pt x="2536" y="20449"/>
                    <a:pt x="2769" y="20582"/>
                    <a:pt x="3003" y="20716"/>
                  </a:cubicBezTo>
                  <a:cubicBezTo>
                    <a:pt x="2802" y="20215"/>
                    <a:pt x="2636" y="19715"/>
                    <a:pt x="2502" y="19215"/>
                  </a:cubicBezTo>
                  <a:cubicBezTo>
                    <a:pt x="2269" y="18381"/>
                    <a:pt x="2102" y="17547"/>
                    <a:pt x="1968" y="16713"/>
                  </a:cubicBezTo>
                  <a:cubicBezTo>
                    <a:pt x="1768" y="14978"/>
                    <a:pt x="1735" y="13277"/>
                    <a:pt x="1702" y="11542"/>
                  </a:cubicBezTo>
                  <a:cubicBezTo>
                    <a:pt x="1702" y="11492"/>
                    <a:pt x="1752" y="11467"/>
                    <a:pt x="1802" y="11467"/>
                  </a:cubicBezTo>
                  <a:cubicBezTo>
                    <a:pt x="1852" y="11467"/>
                    <a:pt x="1902" y="11492"/>
                    <a:pt x="1902" y="11542"/>
                  </a:cubicBezTo>
                  <a:cubicBezTo>
                    <a:pt x="2069" y="13210"/>
                    <a:pt x="2269" y="14845"/>
                    <a:pt x="2602" y="16479"/>
                  </a:cubicBezTo>
                  <a:cubicBezTo>
                    <a:pt x="2769" y="17280"/>
                    <a:pt x="2936" y="18080"/>
                    <a:pt x="3203" y="18848"/>
                  </a:cubicBezTo>
                  <a:cubicBezTo>
                    <a:pt x="3336" y="19215"/>
                    <a:pt x="3470" y="19615"/>
                    <a:pt x="3603" y="19982"/>
                  </a:cubicBezTo>
                  <a:cubicBezTo>
                    <a:pt x="3670" y="20115"/>
                    <a:pt x="3736" y="20282"/>
                    <a:pt x="3803" y="20415"/>
                  </a:cubicBezTo>
                  <a:cubicBezTo>
                    <a:pt x="3636" y="19782"/>
                    <a:pt x="3503" y="19114"/>
                    <a:pt x="3403" y="18514"/>
                  </a:cubicBezTo>
                  <a:cubicBezTo>
                    <a:pt x="3169" y="17313"/>
                    <a:pt x="3003" y="16079"/>
                    <a:pt x="2936" y="14878"/>
                  </a:cubicBezTo>
                  <a:cubicBezTo>
                    <a:pt x="2802" y="12443"/>
                    <a:pt x="3003" y="10075"/>
                    <a:pt x="3436" y="7673"/>
                  </a:cubicBezTo>
                  <a:cubicBezTo>
                    <a:pt x="3770" y="5705"/>
                    <a:pt x="4237" y="3770"/>
                    <a:pt x="5004" y="1936"/>
                  </a:cubicBezTo>
                  <a:lnTo>
                    <a:pt x="5004" y="1936"/>
                  </a:lnTo>
                  <a:cubicBezTo>
                    <a:pt x="4137" y="3537"/>
                    <a:pt x="3503" y="5271"/>
                    <a:pt x="3069" y="7039"/>
                  </a:cubicBezTo>
                  <a:cubicBezTo>
                    <a:pt x="2736" y="8340"/>
                    <a:pt x="2502" y="9674"/>
                    <a:pt x="2435" y="11042"/>
                  </a:cubicBezTo>
                  <a:cubicBezTo>
                    <a:pt x="2420" y="11117"/>
                    <a:pt x="2358" y="11152"/>
                    <a:pt x="2294" y="11152"/>
                  </a:cubicBezTo>
                  <a:cubicBezTo>
                    <a:pt x="2216" y="11152"/>
                    <a:pt x="2135" y="11100"/>
                    <a:pt x="2135" y="11009"/>
                  </a:cubicBezTo>
                  <a:cubicBezTo>
                    <a:pt x="2202" y="8540"/>
                    <a:pt x="2636" y="6139"/>
                    <a:pt x="3470" y="3837"/>
                  </a:cubicBezTo>
                  <a:cubicBezTo>
                    <a:pt x="3803" y="2936"/>
                    <a:pt x="4170" y="2069"/>
                    <a:pt x="4604" y="1202"/>
                  </a:cubicBezTo>
                  <a:lnTo>
                    <a:pt x="4604" y="1202"/>
                  </a:lnTo>
                  <a:cubicBezTo>
                    <a:pt x="3703" y="2703"/>
                    <a:pt x="2969" y="4337"/>
                    <a:pt x="2469" y="6005"/>
                  </a:cubicBezTo>
                  <a:cubicBezTo>
                    <a:pt x="2135" y="7106"/>
                    <a:pt x="1902" y="8240"/>
                    <a:pt x="1768" y="9374"/>
                  </a:cubicBezTo>
                  <a:cubicBezTo>
                    <a:pt x="1752" y="9454"/>
                    <a:pt x="1683" y="9495"/>
                    <a:pt x="1619" y="9495"/>
                  </a:cubicBezTo>
                  <a:cubicBezTo>
                    <a:pt x="1549" y="9495"/>
                    <a:pt x="1484" y="9445"/>
                    <a:pt x="1501" y="9341"/>
                  </a:cubicBezTo>
                  <a:cubicBezTo>
                    <a:pt x="1735" y="6072"/>
                    <a:pt x="2702" y="2836"/>
                    <a:pt x="44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5179275" y="2531275"/>
              <a:ext cx="268550" cy="343050"/>
            </a:xfrm>
            <a:custGeom>
              <a:avLst/>
              <a:gdLst/>
              <a:ahLst/>
              <a:cxnLst/>
              <a:rect l="l" t="t" r="r" b="b"/>
              <a:pathLst>
                <a:path w="10742" h="13722" extrusionOk="0">
                  <a:moveTo>
                    <a:pt x="6415" y="0"/>
                  </a:moveTo>
                  <a:cubicBezTo>
                    <a:pt x="5954" y="0"/>
                    <a:pt x="5479" y="59"/>
                    <a:pt x="5037" y="198"/>
                  </a:cubicBezTo>
                  <a:cubicBezTo>
                    <a:pt x="3369" y="632"/>
                    <a:pt x="1935" y="1766"/>
                    <a:pt x="1068" y="3201"/>
                  </a:cubicBezTo>
                  <a:cubicBezTo>
                    <a:pt x="167" y="4702"/>
                    <a:pt x="0" y="6536"/>
                    <a:pt x="534" y="8171"/>
                  </a:cubicBezTo>
                  <a:cubicBezTo>
                    <a:pt x="734" y="8805"/>
                    <a:pt x="1001" y="9372"/>
                    <a:pt x="1335" y="9939"/>
                  </a:cubicBezTo>
                  <a:cubicBezTo>
                    <a:pt x="1401" y="9939"/>
                    <a:pt x="1435" y="9972"/>
                    <a:pt x="1468" y="10039"/>
                  </a:cubicBezTo>
                  <a:cubicBezTo>
                    <a:pt x="1501" y="10105"/>
                    <a:pt x="1535" y="10172"/>
                    <a:pt x="1535" y="10239"/>
                  </a:cubicBezTo>
                  <a:cubicBezTo>
                    <a:pt x="2102" y="11039"/>
                    <a:pt x="2802" y="11740"/>
                    <a:pt x="3603" y="12274"/>
                  </a:cubicBezTo>
                  <a:cubicBezTo>
                    <a:pt x="4995" y="13272"/>
                    <a:pt x="6744" y="13722"/>
                    <a:pt x="8452" y="13722"/>
                  </a:cubicBezTo>
                  <a:cubicBezTo>
                    <a:pt x="8626" y="13722"/>
                    <a:pt x="8800" y="13717"/>
                    <a:pt x="8973" y="13708"/>
                  </a:cubicBezTo>
                  <a:cubicBezTo>
                    <a:pt x="9574" y="13675"/>
                    <a:pt x="10141" y="13575"/>
                    <a:pt x="10741" y="13441"/>
                  </a:cubicBezTo>
                  <a:lnTo>
                    <a:pt x="10741" y="13441"/>
                  </a:lnTo>
                  <a:cubicBezTo>
                    <a:pt x="10102" y="13558"/>
                    <a:pt x="9447" y="13620"/>
                    <a:pt x="8793" y="13620"/>
                  </a:cubicBezTo>
                  <a:cubicBezTo>
                    <a:pt x="6648" y="13620"/>
                    <a:pt x="4519" y="12950"/>
                    <a:pt x="3036" y="11340"/>
                  </a:cubicBezTo>
                  <a:cubicBezTo>
                    <a:pt x="1868" y="10105"/>
                    <a:pt x="1201" y="8338"/>
                    <a:pt x="1468" y="6670"/>
                  </a:cubicBezTo>
                  <a:cubicBezTo>
                    <a:pt x="1485" y="6620"/>
                    <a:pt x="1526" y="6595"/>
                    <a:pt x="1564" y="6595"/>
                  </a:cubicBezTo>
                  <a:cubicBezTo>
                    <a:pt x="1602" y="6595"/>
                    <a:pt x="1635" y="6620"/>
                    <a:pt x="1635" y="6670"/>
                  </a:cubicBezTo>
                  <a:cubicBezTo>
                    <a:pt x="1501" y="8171"/>
                    <a:pt x="2069" y="9638"/>
                    <a:pt x="3103" y="10739"/>
                  </a:cubicBezTo>
                  <a:cubicBezTo>
                    <a:pt x="3836" y="11473"/>
                    <a:pt x="4770" y="12007"/>
                    <a:pt x="5771" y="12340"/>
                  </a:cubicBezTo>
                  <a:cubicBezTo>
                    <a:pt x="5037" y="11940"/>
                    <a:pt x="4370" y="11440"/>
                    <a:pt x="3870" y="10773"/>
                  </a:cubicBezTo>
                  <a:cubicBezTo>
                    <a:pt x="3303" y="10039"/>
                    <a:pt x="2969" y="9105"/>
                    <a:pt x="2802" y="8171"/>
                  </a:cubicBezTo>
                  <a:cubicBezTo>
                    <a:pt x="2469" y="6269"/>
                    <a:pt x="2702" y="4135"/>
                    <a:pt x="3703" y="2467"/>
                  </a:cubicBezTo>
                  <a:cubicBezTo>
                    <a:pt x="4404" y="1266"/>
                    <a:pt x="5638" y="265"/>
                    <a:pt x="7005" y="32"/>
                  </a:cubicBezTo>
                  <a:cubicBezTo>
                    <a:pt x="6814" y="11"/>
                    <a:pt x="6615" y="0"/>
                    <a:pt x="64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4907400" y="2217650"/>
              <a:ext cx="742225" cy="871500"/>
            </a:xfrm>
            <a:custGeom>
              <a:avLst/>
              <a:gdLst/>
              <a:ahLst/>
              <a:cxnLst/>
              <a:rect l="l" t="t" r="r" b="b"/>
              <a:pathLst>
                <a:path w="29689" h="34860" extrusionOk="0">
                  <a:moveTo>
                    <a:pt x="15227" y="0"/>
                  </a:moveTo>
                  <a:cubicBezTo>
                    <a:pt x="15178" y="0"/>
                    <a:pt x="15128" y="0"/>
                    <a:pt x="15078" y="1"/>
                  </a:cubicBezTo>
                  <a:cubicBezTo>
                    <a:pt x="13477" y="34"/>
                    <a:pt x="11843" y="301"/>
                    <a:pt x="10308" y="768"/>
                  </a:cubicBezTo>
                  <a:cubicBezTo>
                    <a:pt x="7073" y="2303"/>
                    <a:pt x="4504" y="5004"/>
                    <a:pt x="2870" y="8140"/>
                  </a:cubicBezTo>
                  <a:cubicBezTo>
                    <a:pt x="668" y="12376"/>
                    <a:pt x="1" y="17080"/>
                    <a:pt x="68" y="21783"/>
                  </a:cubicBezTo>
                  <a:cubicBezTo>
                    <a:pt x="68" y="23084"/>
                    <a:pt x="168" y="24385"/>
                    <a:pt x="401" y="25653"/>
                  </a:cubicBezTo>
                  <a:cubicBezTo>
                    <a:pt x="468" y="25986"/>
                    <a:pt x="535" y="26320"/>
                    <a:pt x="601" y="26653"/>
                  </a:cubicBezTo>
                  <a:cubicBezTo>
                    <a:pt x="501" y="25653"/>
                    <a:pt x="435" y="24685"/>
                    <a:pt x="435" y="23685"/>
                  </a:cubicBezTo>
                  <a:cubicBezTo>
                    <a:pt x="368" y="21616"/>
                    <a:pt x="501" y="19548"/>
                    <a:pt x="802" y="17513"/>
                  </a:cubicBezTo>
                  <a:cubicBezTo>
                    <a:pt x="1002" y="16346"/>
                    <a:pt x="1235" y="15212"/>
                    <a:pt x="1535" y="14078"/>
                  </a:cubicBezTo>
                  <a:cubicBezTo>
                    <a:pt x="1549" y="14038"/>
                    <a:pt x="1582" y="14019"/>
                    <a:pt x="1619" y="14019"/>
                  </a:cubicBezTo>
                  <a:cubicBezTo>
                    <a:pt x="1674" y="14019"/>
                    <a:pt x="1736" y="14064"/>
                    <a:pt x="1736" y="14144"/>
                  </a:cubicBezTo>
                  <a:cubicBezTo>
                    <a:pt x="902" y="18147"/>
                    <a:pt x="768" y="22284"/>
                    <a:pt x="1402" y="26353"/>
                  </a:cubicBezTo>
                  <a:cubicBezTo>
                    <a:pt x="1602" y="27487"/>
                    <a:pt x="1869" y="28621"/>
                    <a:pt x="2102" y="29722"/>
                  </a:cubicBezTo>
                  <a:cubicBezTo>
                    <a:pt x="2102" y="29789"/>
                    <a:pt x="2136" y="29822"/>
                    <a:pt x="2102" y="29856"/>
                  </a:cubicBezTo>
                  <a:cubicBezTo>
                    <a:pt x="3704" y="30723"/>
                    <a:pt x="5271" y="31590"/>
                    <a:pt x="6806" y="32524"/>
                  </a:cubicBezTo>
                  <a:cubicBezTo>
                    <a:pt x="6272" y="31957"/>
                    <a:pt x="5772" y="31390"/>
                    <a:pt x="5305" y="30723"/>
                  </a:cubicBezTo>
                  <a:cubicBezTo>
                    <a:pt x="3837" y="28621"/>
                    <a:pt x="3003" y="26086"/>
                    <a:pt x="2436" y="23618"/>
                  </a:cubicBezTo>
                  <a:cubicBezTo>
                    <a:pt x="2102" y="22183"/>
                    <a:pt x="1836" y="20716"/>
                    <a:pt x="1602" y="19248"/>
                  </a:cubicBezTo>
                  <a:cubicBezTo>
                    <a:pt x="1583" y="19132"/>
                    <a:pt x="1687" y="19060"/>
                    <a:pt x="1785" y="19060"/>
                  </a:cubicBezTo>
                  <a:cubicBezTo>
                    <a:pt x="1855" y="19060"/>
                    <a:pt x="1922" y="19097"/>
                    <a:pt x="1936" y="19181"/>
                  </a:cubicBezTo>
                  <a:cubicBezTo>
                    <a:pt x="2436" y="21683"/>
                    <a:pt x="2870" y="24218"/>
                    <a:pt x="3804" y="26587"/>
                  </a:cubicBezTo>
                  <a:cubicBezTo>
                    <a:pt x="4304" y="27787"/>
                    <a:pt x="4904" y="28922"/>
                    <a:pt x="5638" y="29922"/>
                  </a:cubicBezTo>
                  <a:cubicBezTo>
                    <a:pt x="6406" y="30923"/>
                    <a:pt x="7273" y="31857"/>
                    <a:pt x="8207" y="32724"/>
                  </a:cubicBezTo>
                  <a:cubicBezTo>
                    <a:pt x="7073" y="31257"/>
                    <a:pt x="6105" y="29655"/>
                    <a:pt x="5305" y="27988"/>
                  </a:cubicBezTo>
                  <a:cubicBezTo>
                    <a:pt x="3604" y="24352"/>
                    <a:pt x="2703" y="20282"/>
                    <a:pt x="2936" y="16279"/>
                  </a:cubicBezTo>
                  <a:cubicBezTo>
                    <a:pt x="3070" y="13744"/>
                    <a:pt x="3537" y="11142"/>
                    <a:pt x="4871" y="8941"/>
                  </a:cubicBezTo>
                  <a:cubicBezTo>
                    <a:pt x="4910" y="8882"/>
                    <a:pt x="4961" y="8858"/>
                    <a:pt x="5010" y="8858"/>
                  </a:cubicBezTo>
                  <a:cubicBezTo>
                    <a:pt x="5129" y="8858"/>
                    <a:pt x="5242" y="8999"/>
                    <a:pt x="5171" y="9141"/>
                  </a:cubicBezTo>
                  <a:cubicBezTo>
                    <a:pt x="4071" y="11142"/>
                    <a:pt x="3737" y="13477"/>
                    <a:pt x="3670" y="15712"/>
                  </a:cubicBezTo>
                  <a:cubicBezTo>
                    <a:pt x="3604" y="17647"/>
                    <a:pt x="3770" y="19582"/>
                    <a:pt x="4137" y="21483"/>
                  </a:cubicBezTo>
                  <a:cubicBezTo>
                    <a:pt x="4904" y="25286"/>
                    <a:pt x="6506" y="28922"/>
                    <a:pt x="8807" y="32024"/>
                  </a:cubicBezTo>
                  <a:cubicBezTo>
                    <a:pt x="9574" y="33025"/>
                    <a:pt x="10408" y="33992"/>
                    <a:pt x="11342" y="34859"/>
                  </a:cubicBezTo>
                  <a:cubicBezTo>
                    <a:pt x="9941" y="33158"/>
                    <a:pt x="8674" y="31323"/>
                    <a:pt x="7640" y="29355"/>
                  </a:cubicBezTo>
                  <a:cubicBezTo>
                    <a:pt x="5238" y="24719"/>
                    <a:pt x="4104" y="19148"/>
                    <a:pt x="5638" y="14044"/>
                  </a:cubicBezTo>
                  <a:cubicBezTo>
                    <a:pt x="6305" y="11776"/>
                    <a:pt x="7540" y="9708"/>
                    <a:pt x="9241" y="8073"/>
                  </a:cubicBezTo>
                  <a:cubicBezTo>
                    <a:pt x="10875" y="6506"/>
                    <a:pt x="12877" y="5371"/>
                    <a:pt x="15045" y="4771"/>
                  </a:cubicBezTo>
                  <a:cubicBezTo>
                    <a:pt x="15995" y="4500"/>
                    <a:pt x="16980" y="4358"/>
                    <a:pt x="17964" y="4358"/>
                  </a:cubicBezTo>
                  <a:cubicBezTo>
                    <a:pt x="19157" y="4358"/>
                    <a:pt x="20350" y="4566"/>
                    <a:pt x="21483" y="5004"/>
                  </a:cubicBezTo>
                  <a:cubicBezTo>
                    <a:pt x="23685" y="5872"/>
                    <a:pt x="25619" y="7606"/>
                    <a:pt x="26453" y="9841"/>
                  </a:cubicBezTo>
                  <a:cubicBezTo>
                    <a:pt x="27287" y="12010"/>
                    <a:pt x="26954" y="14578"/>
                    <a:pt x="25486" y="16379"/>
                  </a:cubicBezTo>
                  <a:cubicBezTo>
                    <a:pt x="25152" y="16780"/>
                    <a:pt x="24785" y="17113"/>
                    <a:pt x="24352" y="17413"/>
                  </a:cubicBezTo>
                  <a:cubicBezTo>
                    <a:pt x="24352" y="17552"/>
                    <a:pt x="24236" y="17622"/>
                    <a:pt x="24101" y="17622"/>
                  </a:cubicBezTo>
                  <a:cubicBezTo>
                    <a:pt x="24074" y="17622"/>
                    <a:pt x="24046" y="17619"/>
                    <a:pt x="24018" y="17614"/>
                  </a:cubicBezTo>
                  <a:cubicBezTo>
                    <a:pt x="23290" y="18035"/>
                    <a:pt x="22453" y="18280"/>
                    <a:pt x="21612" y="18280"/>
                  </a:cubicBezTo>
                  <a:cubicBezTo>
                    <a:pt x="20989" y="18280"/>
                    <a:pt x="20364" y="18145"/>
                    <a:pt x="19782" y="17847"/>
                  </a:cubicBezTo>
                  <a:cubicBezTo>
                    <a:pt x="19348" y="17614"/>
                    <a:pt x="18948" y="17280"/>
                    <a:pt x="18681" y="16880"/>
                  </a:cubicBezTo>
                  <a:cubicBezTo>
                    <a:pt x="18533" y="16633"/>
                    <a:pt x="18731" y="16368"/>
                    <a:pt x="18926" y="16368"/>
                  </a:cubicBezTo>
                  <a:cubicBezTo>
                    <a:pt x="18994" y="16368"/>
                    <a:pt x="19062" y="16401"/>
                    <a:pt x="19115" y="16479"/>
                  </a:cubicBezTo>
                  <a:cubicBezTo>
                    <a:pt x="19548" y="17046"/>
                    <a:pt x="20115" y="17380"/>
                    <a:pt x="20749" y="17547"/>
                  </a:cubicBezTo>
                  <a:cubicBezTo>
                    <a:pt x="20582" y="17080"/>
                    <a:pt x="20416" y="16646"/>
                    <a:pt x="20149" y="16213"/>
                  </a:cubicBezTo>
                  <a:cubicBezTo>
                    <a:pt x="19848" y="15779"/>
                    <a:pt x="19448" y="15412"/>
                    <a:pt x="18981" y="15078"/>
                  </a:cubicBezTo>
                  <a:cubicBezTo>
                    <a:pt x="18813" y="14966"/>
                    <a:pt x="18950" y="14714"/>
                    <a:pt x="19137" y="14714"/>
                  </a:cubicBezTo>
                  <a:cubicBezTo>
                    <a:pt x="19173" y="14714"/>
                    <a:pt x="19210" y="14723"/>
                    <a:pt x="19248" y="14745"/>
                  </a:cubicBezTo>
                  <a:cubicBezTo>
                    <a:pt x="19715" y="15078"/>
                    <a:pt x="20149" y="15512"/>
                    <a:pt x="20516" y="15946"/>
                  </a:cubicBezTo>
                  <a:cubicBezTo>
                    <a:pt x="20849" y="16446"/>
                    <a:pt x="21183" y="16946"/>
                    <a:pt x="21350" y="17547"/>
                  </a:cubicBezTo>
                  <a:cubicBezTo>
                    <a:pt x="21350" y="17580"/>
                    <a:pt x="21350" y="17614"/>
                    <a:pt x="21350" y="17647"/>
                  </a:cubicBezTo>
                  <a:cubicBezTo>
                    <a:pt x="21583" y="17647"/>
                    <a:pt x="21850" y="17647"/>
                    <a:pt x="22117" y="17614"/>
                  </a:cubicBezTo>
                  <a:cubicBezTo>
                    <a:pt x="21983" y="16846"/>
                    <a:pt x="21650" y="16079"/>
                    <a:pt x="21149" y="15479"/>
                  </a:cubicBezTo>
                  <a:cubicBezTo>
                    <a:pt x="20616" y="14845"/>
                    <a:pt x="19915" y="14378"/>
                    <a:pt x="19181" y="14078"/>
                  </a:cubicBezTo>
                  <a:cubicBezTo>
                    <a:pt x="19048" y="14044"/>
                    <a:pt x="19081" y="13844"/>
                    <a:pt x="19215" y="13844"/>
                  </a:cubicBezTo>
                  <a:cubicBezTo>
                    <a:pt x="20949" y="14211"/>
                    <a:pt x="22350" y="15779"/>
                    <a:pt x="22617" y="17513"/>
                  </a:cubicBezTo>
                  <a:cubicBezTo>
                    <a:pt x="23017" y="17413"/>
                    <a:pt x="23351" y="17247"/>
                    <a:pt x="23685" y="17080"/>
                  </a:cubicBezTo>
                  <a:cubicBezTo>
                    <a:pt x="22984" y="15012"/>
                    <a:pt x="21216" y="13411"/>
                    <a:pt x="19148" y="12810"/>
                  </a:cubicBezTo>
                  <a:cubicBezTo>
                    <a:pt x="17614" y="12810"/>
                    <a:pt x="16146" y="13611"/>
                    <a:pt x="15245" y="14878"/>
                  </a:cubicBezTo>
                  <a:cubicBezTo>
                    <a:pt x="14211" y="16379"/>
                    <a:pt x="13978" y="18314"/>
                    <a:pt x="14211" y="20082"/>
                  </a:cubicBezTo>
                  <a:cubicBezTo>
                    <a:pt x="14445" y="21817"/>
                    <a:pt x="15245" y="23418"/>
                    <a:pt x="16846" y="24252"/>
                  </a:cubicBezTo>
                  <a:cubicBezTo>
                    <a:pt x="17980" y="24852"/>
                    <a:pt x="19281" y="25152"/>
                    <a:pt x="20582" y="25219"/>
                  </a:cubicBezTo>
                  <a:cubicBezTo>
                    <a:pt x="22150" y="24985"/>
                    <a:pt x="23651" y="24418"/>
                    <a:pt x="24985" y="23551"/>
                  </a:cubicBezTo>
                  <a:lnTo>
                    <a:pt x="24985" y="23551"/>
                  </a:lnTo>
                  <a:cubicBezTo>
                    <a:pt x="24885" y="23584"/>
                    <a:pt x="24785" y="23651"/>
                    <a:pt x="24652" y="23685"/>
                  </a:cubicBezTo>
                  <a:cubicBezTo>
                    <a:pt x="23785" y="24028"/>
                    <a:pt x="22878" y="24205"/>
                    <a:pt x="21970" y="24205"/>
                  </a:cubicBezTo>
                  <a:cubicBezTo>
                    <a:pt x="21201" y="24205"/>
                    <a:pt x="20431" y="24078"/>
                    <a:pt x="19682" y="23818"/>
                  </a:cubicBezTo>
                  <a:cubicBezTo>
                    <a:pt x="17947" y="23251"/>
                    <a:pt x="16479" y="22017"/>
                    <a:pt x="15746" y="20315"/>
                  </a:cubicBezTo>
                  <a:cubicBezTo>
                    <a:pt x="15746" y="20292"/>
                    <a:pt x="15762" y="20268"/>
                    <a:pt x="15784" y="20268"/>
                  </a:cubicBezTo>
                  <a:cubicBezTo>
                    <a:pt x="15793" y="20268"/>
                    <a:pt x="15802" y="20272"/>
                    <a:pt x="15812" y="20282"/>
                  </a:cubicBezTo>
                  <a:cubicBezTo>
                    <a:pt x="16957" y="22322"/>
                    <a:pt x="19289" y="23453"/>
                    <a:pt x="21591" y="23453"/>
                  </a:cubicBezTo>
                  <a:cubicBezTo>
                    <a:pt x="22375" y="23453"/>
                    <a:pt x="23156" y="23322"/>
                    <a:pt x="23885" y="23051"/>
                  </a:cubicBezTo>
                  <a:cubicBezTo>
                    <a:pt x="25553" y="22450"/>
                    <a:pt x="26987" y="21216"/>
                    <a:pt x="27954" y="19748"/>
                  </a:cubicBezTo>
                  <a:cubicBezTo>
                    <a:pt x="28254" y="19115"/>
                    <a:pt x="28488" y="18481"/>
                    <a:pt x="28721" y="17847"/>
                  </a:cubicBezTo>
                  <a:lnTo>
                    <a:pt x="28721" y="17847"/>
                  </a:lnTo>
                  <a:cubicBezTo>
                    <a:pt x="28021" y="19081"/>
                    <a:pt x="27054" y="20149"/>
                    <a:pt x="25853" y="20916"/>
                  </a:cubicBezTo>
                  <a:cubicBezTo>
                    <a:pt x="24685" y="21683"/>
                    <a:pt x="23384" y="22117"/>
                    <a:pt x="21983" y="22183"/>
                  </a:cubicBezTo>
                  <a:cubicBezTo>
                    <a:pt x="21973" y="22185"/>
                    <a:pt x="21963" y="22186"/>
                    <a:pt x="21954" y="22186"/>
                  </a:cubicBezTo>
                  <a:cubicBezTo>
                    <a:pt x="21745" y="22186"/>
                    <a:pt x="21693" y="21850"/>
                    <a:pt x="21917" y="21850"/>
                  </a:cubicBezTo>
                  <a:cubicBezTo>
                    <a:pt x="24252" y="21650"/>
                    <a:pt x="26386" y="20182"/>
                    <a:pt x="27654" y="18247"/>
                  </a:cubicBezTo>
                  <a:cubicBezTo>
                    <a:pt x="29055" y="16146"/>
                    <a:pt x="29289" y="13611"/>
                    <a:pt x="28755" y="11176"/>
                  </a:cubicBezTo>
                  <a:cubicBezTo>
                    <a:pt x="28521" y="10175"/>
                    <a:pt x="28154" y="9208"/>
                    <a:pt x="27687" y="8307"/>
                  </a:cubicBezTo>
                  <a:cubicBezTo>
                    <a:pt x="27421" y="7940"/>
                    <a:pt x="27154" y="7606"/>
                    <a:pt x="26853" y="7273"/>
                  </a:cubicBezTo>
                  <a:cubicBezTo>
                    <a:pt x="24391" y="4517"/>
                    <a:pt x="20796" y="3230"/>
                    <a:pt x="17198" y="3230"/>
                  </a:cubicBezTo>
                  <a:cubicBezTo>
                    <a:pt x="16702" y="3230"/>
                    <a:pt x="16206" y="3255"/>
                    <a:pt x="15712" y="3303"/>
                  </a:cubicBezTo>
                  <a:cubicBezTo>
                    <a:pt x="13344" y="3503"/>
                    <a:pt x="10942" y="4237"/>
                    <a:pt x="8874" y="5438"/>
                  </a:cubicBezTo>
                  <a:cubicBezTo>
                    <a:pt x="8846" y="5452"/>
                    <a:pt x="8819" y="5458"/>
                    <a:pt x="8794" y="5458"/>
                  </a:cubicBezTo>
                  <a:cubicBezTo>
                    <a:pt x="8635" y="5458"/>
                    <a:pt x="8535" y="5220"/>
                    <a:pt x="8707" y="5105"/>
                  </a:cubicBezTo>
                  <a:cubicBezTo>
                    <a:pt x="10675" y="3970"/>
                    <a:pt x="12777" y="3170"/>
                    <a:pt x="15012" y="2836"/>
                  </a:cubicBezTo>
                  <a:cubicBezTo>
                    <a:pt x="15860" y="2706"/>
                    <a:pt x="16723" y="2637"/>
                    <a:pt x="17588" y="2637"/>
                  </a:cubicBezTo>
                  <a:cubicBezTo>
                    <a:pt x="18934" y="2637"/>
                    <a:pt x="20283" y="2804"/>
                    <a:pt x="21583" y="3170"/>
                  </a:cubicBezTo>
                  <a:cubicBezTo>
                    <a:pt x="23818" y="3837"/>
                    <a:pt x="25819" y="5071"/>
                    <a:pt x="27354" y="6739"/>
                  </a:cubicBezTo>
                  <a:cubicBezTo>
                    <a:pt x="27387" y="6772"/>
                    <a:pt x="27387" y="6772"/>
                    <a:pt x="27421" y="6806"/>
                  </a:cubicBezTo>
                  <a:cubicBezTo>
                    <a:pt x="27454" y="6839"/>
                    <a:pt x="27487" y="6906"/>
                    <a:pt x="27554" y="6973"/>
                  </a:cubicBezTo>
                  <a:cubicBezTo>
                    <a:pt x="28421" y="7973"/>
                    <a:pt x="29155" y="9107"/>
                    <a:pt x="29689" y="10375"/>
                  </a:cubicBezTo>
                  <a:cubicBezTo>
                    <a:pt x="29455" y="9574"/>
                    <a:pt x="29155" y="8807"/>
                    <a:pt x="28688" y="8073"/>
                  </a:cubicBezTo>
                  <a:cubicBezTo>
                    <a:pt x="27988" y="6839"/>
                    <a:pt x="26987" y="5772"/>
                    <a:pt x="25886" y="4904"/>
                  </a:cubicBezTo>
                  <a:cubicBezTo>
                    <a:pt x="23251" y="2870"/>
                    <a:pt x="19982" y="2036"/>
                    <a:pt x="16680" y="1969"/>
                  </a:cubicBezTo>
                  <a:cubicBezTo>
                    <a:pt x="16567" y="1967"/>
                    <a:pt x="16453" y="1966"/>
                    <a:pt x="16340" y="1966"/>
                  </a:cubicBezTo>
                  <a:cubicBezTo>
                    <a:pt x="14445" y="1966"/>
                    <a:pt x="12499" y="2225"/>
                    <a:pt x="10642" y="2603"/>
                  </a:cubicBezTo>
                  <a:cubicBezTo>
                    <a:pt x="10632" y="2605"/>
                    <a:pt x="10622" y="2607"/>
                    <a:pt x="10613" y="2607"/>
                  </a:cubicBezTo>
                  <a:cubicBezTo>
                    <a:pt x="10504" y="2607"/>
                    <a:pt x="10485" y="2433"/>
                    <a:pt x="10609" y="2403"/>
                  </a:cubicBezTo>
                  <a:cubicBezTo>
                    <a:pt x="12702" y="1777"/>
                    <a:pt x="14899" y="1403"/>
                    <a:pt x="17091" y="1403"/>
                  </a:cubicBezTo>
                  <a:cubicBezTo>
                    <a:pt x="18637" y="1403"/>
                    <a:pt x="20180" y="1589"/>
                    <a:pt x="21683" y="2002"/>
                  </a:cubicBezTo>
                  <a:cubicBezTo>
                    <a:pt x="22951" y="2369"/>
                    <a:pt x="24152" y="2903"/>
                    <a:pt x="25252" y="3570"/>
                  </a:cubicBezTo>
                  <a:cubicBezTo>
                    <a:pt x="25086" y="3437"/>
                    <a:pt x="24919" y="3303"/>
                    <a:pt x="24752" y="3170"/>
                  </a:cubicBezTo>
                  <a:cubicBezTo>
                    <a:pt x="22023" y="1131"/>
                    <a:pt x="18646" y="0"/>
                    <a:pt x="15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3910875" y="1780025"/>
              <a:ext cx="1285925" cy="1354150"/>
            </a:xfrm>
            <a:custGeom>
              <a:avLst/>
              <a:gdLst/>
              <a:ahLst/>
              <a:cxnLst/>
              <a:rect l="l" t="t" r="r" b="b"/>
              <a:pathLst>
                <a:path w="51437" h="54166" extrusionOk="0">
                  <a:moveTo>
                    <a:pt x="19395" y="0"/>
                  </a:moveTo>
                  <a:cubicBezTo>
                    <a:pt x="19200" y="0"/>
                    <a:pt x="19009" y="46"/>
                    <a:pt x="18880" y="194"/>
                  </a:cubicBezTo>
                  <a:cubicBezTo>
                    <a:pt x="18647" y="494"/>
                    <a:pt x="18747" y="994"/>
                    <a:pt x="18747" y="1328"/>
                  </a:cubicBezTo>
                  <a:cubicBezTo>
                    <a:pt x="18780" y="2195"/>
                    <a:pt x="18513" y="2929"/>
                    <a:pt x="17713" y="3329"/>
                  </a:cubicBezTo>
                  <a:cubicBezTo>
                    <a:pt x="17374" y="3491"/>
                    <a:pt x="17016" y="3562"/>
                    <a:pt x="16655" y="3562"/>
                  </a:cubicBezTo>
                  <a:cubicBezTo>
                    <a:pt x="16199" y="3562"/>
                    <a:pt x="15739" y="3449"/>
                    <a:pt x="15311" y="3262"/>
                  </a:cubicBezTo>
                  <a:cubicBezTo>
                    <a:pt x="15144" y="3196"/>
                    <a:pt x="14978" y="3129"/>
                    <a:pt x="14811" y="3062"/>
                  </a:cubicBezTo>
                  <a:cubicBezTo>
                    <a:pt x="14466" y="3023"/>
                    <a:pt x="14121" y="3003"/>
                    <a:pt x="13778" y="3003"/>
                  </a:cubicBezTo>
                  <a:cubicBezTo>
                    <a:pt x="10074" y="3003"/>
                    <a:pt x="6540" y="5241"/>
                    <a:pt x="4403" y="8233"/>
                  </a:cubicBezTo>
                  <a:cubicBezTo>
                    <a:pt x="3669" y="9233"/>
                    <a:pt x="3102" y="10367"/>
                    <a:pt x="2669" y="11535"/>
                  </a:cubicBezTo>
                  <a:cubicBezTo>
                    <a:pt x="2644" y="11621"/>
                    <a:pt x="2579" y="11657"/>
                    <a:pt x="2510" y="11657"/>
                  </a:cubicBezTo>
                  <a:cubicBezTo>
                    <a:pt x="2391" y="11657"/>
                    <a:pt x="2260" y="11549"/>
                    <a:pt x="2302" y="11402"/>
                  </a:cubicBezTo>
                  <a:cubicBezTo>
                    <a:pt x="3069" y="9200"/>
                    <a:pt x="4237" y="7165"/>
                    <a:pt x="5904" y="5531"/>
                  </a:cubicBezTo>
                  <a:cubicBezTo>
                    <a:pt x="7606" y="3863"/>
                    <a:pt x="9740" y="2862"/>
                    <a:pt x="12109" y="2529"/>
                  </a:cubicBezTo>
                  <a:cubicBezTo>
                    <a:pt x="12542" y="2462"/>
                    <a:pt x="12976" y="2428"/>
                    <a:pt x="13410" y="2395"/>
                  </a:cubicBezTo>
                  <a:cubicBezTo>
                    <a:pt x="13176" y="2328"/>
                    <a:pt x="12943" y="2228"/>
                    <a:pt x="12709" y="2162"/>
                  </a:cubicBezTo>
                  <a:cubicBezTo>
                    <a:pt x="12094" y="2003"/>
                    <a:pt x="11469" y="1929"/>
                    <a:pt x="10845" y="1929"/>
                  </a:cubicBezTo>
                  <a:cubicBezTo>
                    <a:pt x="8187" y="1929"/>
                    <a:pt x="5546" y="3273"/>
                    <a:pt x="3736" y="5164"/>
                  </a:cubicBezTo>
                  <a:cubicBezTo>
                    <a:pt x="2502" y="6498"/>
                    <a:pt x="1601" y="8066"/>
                    <a:pt x="1001" y="9767"/>
                  </a:cubicBezTo>
                  <a:cubicBezTo>
                    <a:pt x="867" y="10267"/>
                    <a:pt x="734" y="10801"/>
                    <a:pt x="634" y="11335"/>
                  </a:cubicBezTo>
                  <a:cubicBezTo>
                    <a:pt x="267" y="13103"/>
                    <a:pt x="100" y="14937"/>
                    <a:pt x="67" y="16772"/>
                  </a:cubicBezTo>
                  <a:cubicBezTo>
                    <a:pt x="0" y="18773"/>
                    <a:pt x="167" y="20742"/>
                    <a:pt x="467" y="22710"/>
                  </a:cubicBezTo>
                  <a:cubicBezTo>
                    <a:pt x="767" y="24511"/>
                    <a:pt x="1201" y="26346"/>
                    <a:pt x="1935" y="28047"/>
                  </a:cubicBezTo>
                  <a:cubicBezTo>
                    <a:pt x="2102" y="28480"/>
                    <a:pt x="2302" y="28914"/>
                    <a:pt x="2535" y="29348"/>
                  </a:cubicBezTo>
                  <a:cubicBezTo>
                    <a:pt x="2869" y="29848"/>
                    <a:pt x="3236" y="30348"/>
                    <a:pt x="3603" y="30815"/>
                  </a:cubicBezTo>
                  <a:cubicBezTo>
                    <a:pt x="4537" y="31649"/>
                    <a:pt x="5571" y="32383"/>
                    <a:pt x="6638" y="33050"/>
                  </a:cubicBezTo>
                  <a:cubicBezTo>
                    <a:pt x="8273" y="34018"/>
                    <a:pt x="9974" y="34785"/>
                    <a:pt x="11675" y="35552"/>
                  </a:cubicBezTo>
                  <a:cubicBezTo>
                    <a:pt x="13543" y="36386"/>
                    <a:pt x="15378" y="37187"/>
                    <a:pt x="17212" y="38054"/>
                  </a:cubicBezTo>
                  <a:cubicBezTo>
                    <a:pt x="18247" y="38554"/>
                    <a:pt x="19247" y="39021"/>
                    <a:pt x="20281" y="39522"/>
                  </a:cubicBezTo>
                  <a:cubicBezTo>
                    <a:pt x="21315" y="40022"/>
                    <a:pt x="22349" y="40589"/>
                    <a:pt x="23384" y="41089"/>
                  </a:cubicBezTo>
                  <a:cubicBezTo>
                    <a:pt x="23417" y="41089"/>
                    <a:pt x="23417" y="41156"/>
                    <a:pt x="23350" y="41156"/>
                  </a:cubicBezTo>
                  <a:cubicBezTo>
                    <a:pt x="22416" y="40756"/>
                    <a:pt x="21415" y="40422"/>
                    <a:pt x="20448" y="40055"/>
                  </a:cubicBezTo>
                  <a:cubicBezTo>
                    <a:pt x="19481" y="39688"/>
                    <a:pt x="18547" y="39288"/>
                    <a:pt x="17579" y="38888"/>
                  </a:cubicBezTo>
                  <a:cubicBezTo>
                    <a:pt x="15645" y="38121"/>
                    <a:pt x="13710" y="37287"/>
                    <a:pt x="11809" y="36486"/>
                  </a:cubicBezTo>
                  <a:cubicBezTo>
                    <a:pt x="10041" y="35752"/>
                    <a:pt x="8273" y="34985"/>
                    <a:pt x="6605" y="34051"/>
                  </a:cubicBezTo>
                  <a:lnTo>
                    <a:pt x="6605" y="34051"/>
                  </a:lnTo>
                  <a:cubicBezTo>
                    <a:pt x="8373" y="35652"/>
                    <a:pt x="10308" y="37087"/>
                    <a:pt x="12342" y="38354"/>
                  </a:cubicBezTo>
                  <a:cubicBezTo>
                    <a:pt x="13110" y="38821"/>
                    <a:pt x="13910" y="39288"/>
                    <a:pt x="14677" y="39722"/>
                  </a:cubicBezTo>
                  <a:cubicBezTo>
                    <a:pt x="15011" y="39889"/>
                    <a:pt x="15311" y="40055"/>
                    <a:pt x="15611" y="40222"/>
                  </a:cubicBezTo>
                  <a:cubicBezTo>
                    <a:pt x="15745" y="40289"/>
                    <a:pt x="15912" y="40389"/>
                    <a:pt x="16045" y="40456"/>
                  </a:cubicBezTo>
                  <a:cubicBezTo>
                    <a:pt x="16512" y="40689"/>
                    <a:pt x="16979" y="40923"/>
                    <a:pt x="17413" y="41156"/>
                  </a:cubicBezTo>
                  <a:cubicBezTo>
                    <a:pt x="19281" y="42090"/>
                    <a:pt x="21149" y="42924"/>
                    <a:pt x="23050" y="43691"/>
                  </a:cubicBezTo>
                  <a:cubicBezTo>
                    <a:pt x="26953" y="45326"/>
                    <a:pt x="30989" y="46627"/>
                    <a:pt x="34925" y="48161"/>
                  </a:cubicBezTo>
                  <a:cubicBezTo>
                    <a:pt x="35025" y="48195"/>
                    <a:pt x="35092" y="48228"/>
                    <a:pt x="35192" y="48261"/>
                  </a:cubicBezTo>
                  <a:cubicBezTo>
                    <a:pt x="35225" y="48261"/>
                    <a:pt x="35259" y="48261"/>
                    <a:pt x="35325" y="48295"/>
                  </a:cubicBezTo>
                  <a:cubicBezTo>
                    <a:pt x="35592" y="48395"/>
                    <a:pt x="35892" y="48528"/>
                    <a:pt x="36193" y="48662"/>
                  </a:cubicBezTo>
                  <a:cubicBezTo>
                    <a:pt x="37293" y="49095"/>
                    <a:pt x="38428" y="49562"/>
                    <a:pt x="39528" y="50029"/>
                  </a:cubicBezTo>
                  <a:cubicBezTo>
                    <a:pt x="36927" y="48795"/>
                    <a:pt x="34325" y="47594"/>
                    <a:pt x="31656" y="46427"/>
                  </a:cubicBezTo>
                  <a:cubicBezTo>
                    <a:pt x="29188" y="45359"/>
                    <a:pt x="26719" y="44358"/>
                    <a:pt x="24184" y="43424"/>
                  </a:cubicBezTo>
                  <a:cubicBezTo>
                    <a:pt x="24036" y="43365"/>
                    <a:pt x="24099" y="43147"/>
                    <a:pt x="24232" y="43147"/>
                  </a:cubicBezTo>
                  <a:cubicBezTo>
                    <a:pt x="24248" y="43147"/>
                    <a:pt x="24266" y="43150"/>
                    <a:pt x="24284" y="43158"/>
                  </a:cubicBezTo>
                  <a:cubicBezTo>
                    <a:pt x="28821" y="44692"/>
                    <a:pt x="33291" y="46360"/>
                    <a:pt x="37660" y="48295"/>
                  </a:cubicBezTo>
                  <a:cubicBezTo>
                    <a:pt x="40796" y="49696"/>
                    <a:pt x="43865" y="51163"/>
                    <a:pt x="46867" y="52764"/>
                  </a:cubicBezTo>
                  <a:cubicBezTo>
                    <a:pt x="46100" y="52297"/>
                    <a:pt x="45299" y="51830"/>
                    <a:pt x="44532" y="51363"/>
                  </a:cubicBezTo>
                  <a:cubicBezTo>
                    <a:pt x="40696" y="49095"/>
                    <a:pt x="36726" y="47094"/>
                    <a:pt x="32657" y="45292"/>
                  </a:cubicBezTo>
                  <a:cubicBezTo>
                    <a:pt x="30355" y="44258"/>
                    <a:pt x="28020" y="43291"/>
                    <a:pt x="25652" y="42457"/>
                  </a:cubicBezTo>
                  <a:cubicBezTo>
                    <a:pt x="25448" y="42370"/>
                    <a:pt x="25524" y="42105"/>
                    <a:pt x="25701" y="42105"/>
                  </a:cubicBezTo>
                  <a:cubicBezTo>
                    <a:pt x="25727" y="42105"/>
                    <a:pt x="25755" y="42111"/>
                    <a:pt x="25785" y="42124"/>
                  </a:cubicBezTo>
                  <a:cubicBezTo>
                    <a:pt x="29988" y="43658"/>
                    <a:pt x="34158" y="45292"/>
                    <a:pt x="38261" y="47194"/>
                  </a:cubicBezTo>
                  <a:cubicBezTo>
                    <a:pt x="42330" y="49062"/>
                    <a:pt x="46367" y="51097"/>
                    <a:pt x="50203" y="53432"/>
                  </a:cubicBezTo>
                  <a:cubicBezTo>
                    <a:pt x="50603" y="53665"/>
                    <a:pt x="51037" y="53932"/>
                    <a:pt x="51437" y="54165"/>
                  </a:cubicBezTo>
                  <a:cubicBezTo>
                    <a:pt x="50003" y="53098"/>
                    <a:pt x="48501" y="52131"/>
                    <a:pt x="46967" y="51163"/>
                  </a:cubicBezTo>
                  <a:cubicBezTo>
                    <a:pt x="40829" y="47361"/>
                    <a:pt x="34225" y="44425"/>
                    <a:pt x="27820" y="41089"/>
                  </a:cubicBezTo>
                  <a:cubicBezTo>
                    <a:pt x="26986" y="40622"/>
                    <a:pt x="26186" y="40189"/>
                    <a:pt x="25352" y="39755"/>
                  </a:cubicBezTo>
                  <a:cubicBezTo>
                    <a:pt x="23584" y="39021"/>
                    <a:pt x="21816" y="38321"/>
                    <a:pt x="20081" y="37587"/>
                  </a:cubicBezTo>
                  <a:cubicBezTo>
                    <a:pt x="19948" y="37554"/>
                    <a:pt x="19848" y="37487"/>
                    <a:pt x="19714" y="37454"/>
                  </a:cubicBezTo>
                  <a:cubicBezTo>
                    <a:pt x="18280" y="36987"/>
                    <a:pt x="16846" y="36486"/>
                    <a:pt x="15411" y="35986"/>
                  </a:cubicBezTo>
                  <a:cubicBezTo>
                    <a:pt x="12843" y="35052"/>
                    <a:pt x="10308" y="33984"/>
                    <a:pt x="8039" y="32417"/>
                  </a:cubicBezTo>
                  <a:cubicBezTo>
                    <a:pt x="6805" y="31516"/>
                    <a:pt x="5738" y="30515"/>
                    <a:pt x="4770" y="29314"/>
                  </a:cubicBezTo>
                  <a:cubicBezTo>
                    <a:pt x="4695" y="29239"/>
                    <a:pt x="4789" y="29145"/>
                    <a:pt x="4869" y="29145"/>
                  </a:cubicBezTo>
                  <a:cubicBezTo>
                    <a:pt x="4895" y="29145"/>
                    <a:pt x="4920" y="29156"/>
                    <a:pt x="4937" y="29181"/>
                  </a:cubicBezTo>
                  <a:cubicBezTo>
                    <a:pt x="6705" y="31216"/>
                    <a:pt x="9107" y="32617"/>
                    <a:pt x="11542" y="33684"/>
                  </a:cubicBezTo>
                  <a:cubicBezTo>
                    <a:pt x="12476" y="34084"/>
                    <a:pt x="13410" y="34451"/>
                    <a:pt x="14377" y="34785"/>
                  </a:cubicBezTo>
                  <a:cubicBezTo>
                    <a:pt x="9507" y="32050"/>
                    <a:pt x="5037" y="28280"/>
                    <a:pt x="2802" y="23077"/>
                  </a:cubicBezTo>
                  <a:cubicBezTo>
                    <a:pt x="1568" y="20208"/>
                    <a:pt x="1068" y="17039"/>
                    <a:pt x="1635" y="13937"/>
                  </a:cubicBezTo>
                  <a:cubicBezTo>
                    <a:pt x="1665" y="13786"/>
                    <a:pt x="1790" y="13717"/>
                    <a:pt x="1912" y="13717"/>
                  </a:cubicBezTo>
                  <a:cubicBezTo>
                    <a:pt x="2060" y="13717"/>
                    <a:pt x="2205" y="13820"/>
                    <a:pt x="2168" y="14003"/>
                  </a:cubicBezTo>
                  <a:cubicBezTo>
                    <a:pt x="1301" y="19474"/>
                    <a:pt x="3870" y="24945"/>
                    <a:pt x="7639" y="28781"/>
                  </a:cubicBezTo>
                  <a:cubicBezTo>
                    <a:pt x="9674" y="30882"/>
                    <a:pt x="12075" y="32583"/>
                    <a:pt x="14611" y="34018"/>
                  </a:cubicBezTo>
                  <a:cubicBezTo>
                    <a:pt x="13743" y="33384"/>
                    <a:pt x="12943" y="32683"/>
                    <a:pt x="12142" y="31950"/>
                  </a:cubicBezTo>
                  <a:cubicBezTo>
                    <a:pt x="9674" y="29748"/>
                    <a:pt x="7339" y="27280"/>
                    <a:pt x="5771" y="24311"/>
                  </a:cubicBezTo>
                  <a:cubicBezTo>
                    <a:pt x="4904" y="22710"/>
                    <a:pt x="4303" y="21008"/>
                    <a:pt x="4036" y="19174"/>
                  </a:cubicBezTo>
                  <a:cubicBezTo>
                    <a:pt x="4018" y="19099"/>
                    <a:pt x="4083" y="19055"/>
                    <a:pt x="4150" y="19055"/>
                  </a:cubicBezTo>
                  <a:cubicBezTo>
                    <a:pt x="4202" y="19055"/>
                    <a:pt x="4255" y="19082"/>
                    <a:pt x="4270" y="19140"/>
                  </a:cubicBezTo>
                  <a:cubicBezTo>
                    <a:pt x="4970" y="22243"/>
                    <a:pt x="6705" y="25045"/>
                    <a:pt x="8773" y="27413"/>
                  </a:cubicBezTo>
                  <a:cubicBezTo>
                    <a:pt x="10941" y="29915"/>
                    <a:pt x="13443" y="32216"/>
                    <a:pt x="16178" y="34084"/>
                  </a:cubicBezTo>
                  <a:cubicBezTo>
                    <a:pt x="16512" y="34318"/>
                    <a:pt x="16846" y="34551"/>
                    <a:pt x="17212" y="34752"/>
                  </a:cubicBezTo>
                  <a:cubicBezTo>
                    <a:pt x="14511" y="32850"/>
                    <a:pt x="11975" y="30715"/>
                    <a:pt x="9907" y="28114"/>
                  </a:cubicBezTo>
                  <a:cubicBezTo>
                    <a:pt x="7639" y="25245"/>
                    <a:pt x="6038" y="21709"/>
                    <a:pt x="5871" y="18006"/>
                  </a:cubicBezTo>
                  <a:cubicBezTo>
                    <a:pt x="5738" y="14570"/>
                    <a:pt x="6972" y="11035"/>
                    <a:pt x="9474" y="8666"/>
                  </a:cubicBezTo>
                  <a:cubicBezTo>
                    <a:pt x="10441" y="7732"/>
                    <a:pt x="11642" y="7032"/>
                    <a:pt x="12909" y="6598"/>
                  </a:cubicBezTo>
                  <a:cubicBezTo>
                    <a:pt x="12943" y="6565"/>
                    <a:pt x="12976" y="6531"/>
                    <a:pt x="13009" y="6531"/>
                  </a:cubicBezTo>
                  <a:cubicBezTo>
                    <a:pt x="13143" y="6498"/>
                    <a:pt x="13276" y="6465"/>
                    <a:pt x="13443" y="6465"/>
                  </a:cubicBezTo>
                  <a:cubicBezTo>
                    <a:pt x="14110" y="6265"/>
                    <a:pt x="14811" y="6131"/>
                    <a:pt x="15511" y="6098"/>
                  </a:cubicBezTo>
                  <a:cubicBezTo>
                    <a:pt x="15978" y="6044"/>
                    <a:pt x="16447" y="6012"/>
                    <a:pt x="16913" y="6012"/>
                  </a:cubicBezTo>
                  <a:cubicBezTo>
                    <a:pt x="18180" y="6012"/>
                    <a:pt x="19427" y="6249"/>
                    <a:pt x="20548" y="6932"/>
                  </a:cubicBezTo>
                  <a:cubicBezTo>
                    <a:pt x="21482" y="7532"/>
                    <a:pt x="22249" y="8299"/>
                    <a:pt x="22816" y="9233"/>
                  </a:cubicBezTo>
                  <a:cubicBezTo>
                    <a:pt x="23484" y="10267"/>
                    <a:pt x="23750" y="11435"/>
                    <a:pt x="23784" y="12636"/>
                  </a:cubicBezTo>
                  <a:cubicBezTo>
                    <a:pt x="23784" y="12702"/>
                    <a:pt x="23784" y="12736"/>
                    <a:pt x="23784" y="12769"/>
                  </a:cubicBezTo>
                  <a:cubicBezTo>
                    <a:pt x="23817" y="12969"/>
                    <a:pt x="23851" y="13136"/>
                    <a:pt x="23851" y="13336"/>
                  </a:cubicBezTo>
                  <a:cubicBezTo>
                    <a:pt x="23917" y="14771"/>
                    <a:pt x="23584" y="16172"/>
                    <a:pt x="22783" y="17339"/>
                  </a:cubicBezTo>
                  <a:cubicBezTo>
                    <a:pt x="22728" y="17422"/>
                    <a:pt x="22654" y="17457"/>
                    <a:pt x="22581" y="17457"/>
                  </a:cubicBezTo>
                  <a:cubicBezTo>
                    <a:pt x="22391" y="17457"/>
                    <a:pt x="22205" y="17223"/>
                    <a:pt x="22349" y="17006"/>
                  </a:cubicBezTo>
                  <a:cubicBezTo>
                    <a:pt x="22683" y="16472"/>
                    <a:pt x="22917" y="15871"/>
                    <a:pt x="23083" y="15238"/>
                  </a:cubicBezTo>
                  <a:cubicBezTo>
                    <a:pt x="22903" y="15205"/>
                    <a:pt x="22720" y="15191"/>
                    <a:pt x="22536" y="15191"/>
                  </a:cubicBezTo>
                  <a:cubicBezTo>
                    <a:pt x="21769" y="15191"/>
                    <a:pt x="20987" y="15448"/>
                    <a:pt x="20315" y="15771"/>
                  </a:cubicBezTo>
                  <a:cubicBezTo>
                    <a:pt x="19447" y="16238"/>
                    <a:pt x="18680" y="16939"/>
                    <a:pt x="18113" y="17773"/>
                  </a:cubicBezTo>
                  <a:cubicBezTo>
                    <a:pt x="18094" y="17801"/>
                    <a:pt x="18065" y="17813"/>
                    <a:pt x="18033" y="17813"/>
                  </a:cubicBezTo>
                  <a:cubicBezTo>
                    <a:pt x="17954" y="17813"/>
                    <a:pt x="17865" y="17735"/>
                    <a:pt x="17913" y="17639"/>
                  </a:cubicBezTo>
                  <a:cubicBezTo>
                    <a:pt x="18380" y="16672"/>
                    <a:pt x="19114" y="15905"/>
                    <a:pt x="20048" y="15371"/>
                  </a:cubicBezTo>
                  <a:cubicBezTo>
                    <a:pt x="21015" y="14804"/>
                    <a:pt x="22049" y="14604"/>
                    <a:pt x="23150" y="14537"/>
                  </a:cubicBezTo>
                  <a:lnTo>
                    <a:pt x="23183" y="14537"/>
                  </a:lnTo>
                  <a:cubicBezTo>
                    <a:pt x="23250" y="14070"/>
                    <a:pt x="23250" y="13636"/>
                    <a:pt x="23217" y="13169"/>
                  </a:cubicBezTo>
                  <a:cubicBezTo>
                    <a:pt x="23075" y="13158"/>
                    <a:pt x="22934" y="13153"/>
                    <a:pt x="22794" y="13153"/>
                  </a:cubicBezTo>
                  <a:cubicBezTo>
                    <a:pt x="21285" y="13153"/>
                    <a:pt x="19879" y="13797"/>
                    <a:pt x="18780" y="14804"/>
                  </a:cubicBezTo>
                  <a:cubicBezTo>
                    <a:pt x="17479" y="15938"/>
                    <a:pt x="16479" y="17706"/>
                    <a:pt x="16879" y="19474"/>
                  </a:cubicBezTo>
                  <a:cubicBezTo>
                    <a:pt x="16897" y="19566"/>
                    <a:pt x="16835" y="19617"/>
                    <a:pt x="16764" y="19617"/>
                  </a:cubicBezTo>
                  <a:cubicBezTo>
                    <a:pt x="16706" y="19617"/>
                    <a:pt x="16642" y="19582"/>
                    <a:pt x="16612" y="19507"/>
                  </a:cubicBezTo>
                  <a:cubicBezTo>
                    <a:pt x="16045" y="17639"/>
                    <a:pt x="17012" y="15738"/>
                    <a:pt x="18347" y="14437"/>
                  </a:cubicBezTo>
                  <a:cubicBezTo>
                    <a:pt x="19511" y="13272"/>
                    <a:pt x="21121" y="12494"/>
                    <a:pt x="22757" y="12494"/>
                  </a:cubicBezTo>
                  <a:cubicBezTo>
                    <a:pt x="22854" y="12494"/>
                    <a:pt x="22952" y="12497"/>
                    <a:pt x="23050" y="12502"/>
                  </a:cubicBezTo>
                  <a:cubicBezTo>
                    <a:pt x="23017" y="12469"/>
                    <a:pt x="22950" y="12436"/>
                    <a:pt x="22917" y="12402"/>
                  </a:cubicBezTo>
                  <a:cubicBezTo>
                    <a:pt x="22347" y="12252"/>
                    <a:pt x="21770" y="12170"/>
                    <a:pt x="21196" y="12170"/>
                  </a:cubicBezTo>
                  <a:cubicBezTo>
                    <a:pt x="20493" y="12170"/>
                    <a:pt x="19793" y="12294"/>
                    <a:pt x="19114" y="12569"/>
                  </a:cubicBezTo>
                  <a:cubicBezTo>
                    <a:pt x="17813" y="13069"/>
                    <a:pt x="16745" y="14003"/>
                    <a:pt x="16045" y="15204"/>
                  </a:cubicBezTo>
                  <a:cubicBezTo>
                    <a:pt x="14611" y="17606"/>
                    <a:pt x="14644" y="20975"/>
                    <a:pt x="16345" y="23277"/>
                  </a:cubicBezTo>
                  <a:cubicBezTo>
                    <a:pt x="17801" y="25228"/>
                    <a:pt x="20263" y="26230"/>
                    <a:pt x="22690" y="26230"/>
                  </a:cubicBezTo>
                  <a:cubicBezTo>
                    <a:pt x="22877" y="26230"/>
                    <a:pt x="23064" y="26224"/>
                    <a:pt x="23250" y="26212"/>
                  </a:cubicBezTo>
                  <a:cubicBezTo>
                    <a:pt x="26085" y="26012"/>
                    <a:pt x="28787" y="24478"/>
                    <a:pt x="30822" y="22509"/>
                  </a:cubicBezTo>
                  <a:cubicBezTo>
                    <a:pt x="31923" y="21442"/>
                    <a:pt x="32857" y="20141"/>
                    <a:pt x="33457" y="18707"/>
                  </a:cubicBezTo>
                  <a:cubicBezTo>
                    <a:pt x="33924" y="17673"/>
                    <a:pt x="34158" y="16605"/>
                    <a:pt x="34191" y="15471"/>
                  </a:cubicBezTo>
                  <a:lnTo>
                    <a:pt x="34191" y="15471"/>
                  </a:lnTo>
                  <a:cubicBezTo>
                    <a:pt x="34024" y="16272"/>
                    <a:pt x="33758" y="17039"/>
                    <a:pt x="33457" y="17739"/>
                  </a:cubicBezTo>
                  <a:cubicBezTo>
                    <a:pt x="32056" y="20975"/>
                    <a:pt x="29321" y="23544"/>
                    <a:pt x="25852" y="24277"/>
                  </a:cubicBezTo>
                  <a:cubicBezTo>
                    <a:pt x="25187" y="24423"/>
                    <a:pt x="24508" y="24498"/>
                    <a:pt x="23829" y="24498"/>
                  </a:cubicBezTo>
                  <a:cubicBezTo>
                    <a:pt x="22636" y="24498"/>
                    <a:pt x="21441" y="24266"/>
                    <a:pt x="20315" y="23777"/>
                  </a:cubicBezTo>
                  <a:cubicBezTo>
                    <a:pt x="20166" y="23718"/>
                    <a:pt x="20229" y="23500"/>
                    <a:pt x="20363" y="23500"/>
                  </a:cubicBezTo>
                  <a:cubicBezTo>
                    <a:pt x="20379" y="23500"/>
                    <a:pt x="20396" y="23503"/>
                    <a:pt x="20415" y="23510"/>
                  </a:cubicBezTo>
                  <a:cubicBezTo>
                    <a:pt x="21390" y="23885"/>
                    <a:pt x="22417" y="24061"/>
                    <a:pt x="23445" y="24061"/>
                  </a:cubicBezTo>
                  <a:cubicBezTo>
                    <a:pt x="25616" y="24061"/>
                    <a:pt x="27790" y="23278"/>
                    <a:pt x="29488" y="21942"/>
                  </a:cubicBezTo>
                  <a:cubicBezTo>
                    <a:pt x="32156" y="19874"/>
                    <a:pt x="33491" y="16405"/>
                    <a:pt x="33658" y="13103"/>
                  </a:cubicBezTo>
                  <a:cubicBezTo>
                    <a:pt x="33691" y="11702"/>
                    <a:pt x="33658" y="10167"/>
                    <a:pt x="33191" y="8833"/>
                  </a:cubicBezTo>
                  <a:cubicBezTo>
                    <a:pt x="33024" y="8433"/>
                    <a:pt x="32857" y="8032"/>
                    <a:pt x="32657" y="7666"/>
                  </a:cubicBezTo>
                  <a:cubicBezTo>
                    <a:pt x="32623" y="7599"/>
                    <a:pt x="32590" y="7565"/>
                    <a:pt x="32590" y="7499"/>
                  </a:cubicBezTo>
                  <a:cubicBezTo>
                    <a:pt x="32557" y="7465"/>
                    <a:pt x="32557" y="7465"/>
                    <a:pt x="32557" y="7432"/>
                  </a:cubicBezTo>
                  <a:cubicBezTo>
                    <a:pt x="32490" y="7332"/>
                    <a:pt x="32457" y="7232"/>
                    <a:pt x="32390" y="7132"/>
                  </a:cubicBezTo>
                  <a:cubicBezTo>
                    <a:pt x="32223" y="6832"/>
                    <a:pt x="32023" y="6531"/>
                    <a:pt x="31856" y="6231"/>
                  </a:cubicBezTo>
                  <a:cubicBezTo>
                    <a:pt x="31656" y="6765"/>
                    <a:pt x="31423" y="7265"/>
                    <a:pt x="30989" y="7666"/>
                  </a:cubicBezTo>
                  <a:cubicBezTo>
                    <a:pt x="30922" y="7766"/>
                    <a:pt x="30789" y="7832"/>
                    <a:pt x="30689" y="7899"/>
                  </a:cubicBezTo>
                  <a:cubicBezTo>
                    <a:pt x="31122" y="8633"/>
                    <a:pt x="31356" y="9534"/>
                    <a:pt x="31556" y="10367"/>
                  </a:cubicBezTo>
                  <a:cubicBezTo>
                    <a:pt x="31723" y="11335"/>
                    <a:pt x="31790" y="12336"/>
                    <a:pt x="31723" y="13303"/>
                  </a:cubicBezTo>
                  <a:cubicBezTo>
                    <a:pt x="31556" y="15204"/>
                    <a:pt x="30889" y="17072"/>
                    <a:pt x="29755" y="18640"/>
                  </a:cubicBezTo>
                  <a:cubicBezTo>
                    <a:pt x="29154" y="19474"/>
                    <a:pt x="28420" y="20241"/>
                    <a:pt x="27553" y="20842"/>
                  </a:cubicBezTo>
                  <a:cubicBezTo>
                    <a:pt x="27524" y="20863"/>
                    <a:pt x="27495" y="20872"/>
                    <a:pt x="27469" y="20872"/>
                  </a:cubicBezTo>
                  <a:cubicBezTo>
                    <a:pt x="27374" y="20872"/>
                    <a:pt x="27315" y="20753"/>
                    <a:pt x="27420" y="20675"/>
                  </a:cubicBezTo>
                  <a:cubicBezTo>
                    <a:pt x="30088" y="18173"/>
                    <a:pt x="31489" y="14537"/>
                    <a:pt x="30922" y="10901"/>
                  </a:cubicBezTo>
                  <a:cubicBezTo>
                    <a:pt x="30822" y="10367"/>
                    <a:pt x="30722" y="9867"/>
                    <a:pt x="30555" y="9367"/>
                  </a:cubicBezTo>
                  <a:cubicBezTo>
                    <a:pt x="30422" y="8966"/>
                    <a:pt x="30288" y="8566"/>
                    <a:pt x="30122" y="8166"/>
                  </a:cubicBezTo>
                  <a:cubicBezTo>
                    <a:pt x="29887" y="8244"/>
                    <a:pt x="29653" y="8276"/>
                    <a:pt x="29412" y="8276"/>
                  </a:cubicBezTo>
                  <a:cubicBezTo>
                    <a:pt x="29241" y="8276"/>
                    <a:pt x="29067" y="8260"/>
                    <a:pt x="28887" y="8233"/>
                  </a:cubicBezTo>
                  <a:cubicBezTo>
                    <a:pt x="27987" y="8032"/>
                    <a:pt x="27220" y="7465"/>
                    <a:pt x="26586" y="6832"/>
                  </a:cubicBezTo>
                  <a:cubicBezTo>
                    <a:pt x="25385" y="5664"/>
                    <a:pt x="24484" y="4296"/>
                    <a:pt x="23484" y="2996"/>
                  </a:cubicBezTo>
                  <a:cubicBezTo>
                    <a:pt x="22983" y="2395"/>
                    <a:pt x="22483" y="1795"/>
                    <a:pt x="21882" y="1261"/>
                  </a:cubicBezTo>
                  <a:cubicBezTo>
                    <a:pt x="21282" y="761"/>
                    <a:pt x="20615" y="260"/>
                    <a:pt x="19848" y="60"/>
                  </a:cubicBezTo>
                  <a:cubicBezTo>
                    <a:pt x="19713" y="30"/>
                    <a:pt x="19552" y="0"/>
                    <a:pt x="193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3699875" y="1234325"/>
              <a:ext cx="1700" cy="1625"/>
            </a:xfrm>
            <a:custGeom>
              <a:avLst/>
              <a:gdLst/>
              <a:ahLst/>
              <a:cxnLst/>
              <a:rect l="l" t="t" r="r" b="b"/>
              <a:pathLst>
                <a:path w="68" h="65" extrusionOk="0">
                  <a:moveTo>
                    <a:pt x="26" y="1"/>
                  </a:moveTo>
                  <a:cubicBezTo>
                    <a:pt x="13" y="1"/>
                    <a:pt x="1" y="11"/>
                    <a:pt x="1" y="39"/>
                  </a:cubicBezTo>
                  <a:cubicBezTo>
                    <a:pt x="1" y="56"/>
                    <a:pt x="17" y="64"/>
                    <a:pt x="34" y="64"/>
                  </a:cubicBezTo>
                  <a:cubicBezTo>
                    <a:pt x="51" y="64"/>
                    <a:pt x="68" y="56"/>
                    <a:pt x="68" y="39"/>
                  </a:cubicBezTo>
                  <a:cubicBezTo>
                    <a:pt x="68" y="20"/>
                    <a:pt x="45" y="1"/>
                    <a:pt x="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5296850" y="1801500"/>
              <a:ext cx="165725" cy="170400"/>
            </a:xfrm>
            <a:custGeom>
              <a:avLst/>
              <a:gdLst/>
              <a:ahLst/>
              <a:cxnLst/>
              <a:rect l="l" t="t" r="r" b="b"/>
              <a:pathLst>
                <a:path w="6629" h="6816" extrusionOk="0">
                  <a:moveTo>
                    <a:pt x="729" y="0"/>
                  </a:moveTo>
                  <a:cubicBezTo>
                    <a:pt x="704" y="0"/>
                    <a:pt x="680" y="11"/>
                    <a:pt x="668" y="35"/>
                  </a:cubicBezTo>
                  <a:cubicBezTo>
                    <a:pt x="1" y="1636"/>
                    <a:pt x="301" y="3538"/>
                    <a:pt x="1402" y="4872"/>
                  </a:cubicBezTo>
                  <a:cubicBezTo>
                    <a:pt x="2426" y="6100"/>
                    <a:pt x="3988" y="6816"/>
                    <a:pt x="5595" y="6816"/>
                  </a:cubicBezTo>
                  <a:cubicBezTo>
                    <a:pt x="5820" y="6816"/>
                    <a:pt x="6046" y="6802"/>
                    <a:pt x="6272" y="6773"/>
                  </a:cubicBezTo>
                  <a:cubicBezTo>
                    <a:pt x="6628" y="6708"/>
                    <a:pt x="6513" y="6171"/>
                    <a:pt x="6169" y="6171"/>
                  </a:cubicBezTo>
                  <a:cubicBezTo>
                    <a:pt x="6159" y="6171"/>
                    <a:pt x="6149" y="6172"/>
                    <a:pt x="6138" y="6173"/>
                  </a:cubicBezTo>
                  <a:cubicBezTo>
                    <a:pt x="5975" y="6187"/>
                    <a:pt x="5809" y="6194"/>
                    <a:pt x="5643" y="6194"/>
                  </a:cubicBezTo>
                  <a:cubicBezTo>
                    <a:pt x="4215" y="6194"/>
                    <a:pt x="2721" y="5677"/>
                    <a:pt x="1735" y="4572"/>
                  </a:cubicBezTo>
                  <a:cubicBezTo>
                    <a:pt x="668" y="3371"/>
                    <a:pt x="268" y="1636"/>
                    <a:pt x="801" y="102"/>
                  </a:cubicBezTo>
                  <a:cubicBezTo>
                    <a:pt x="823" y="37"/>
                    <a:pt x="775" y="0"/>
                    <a:pt x="7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" name="Google Shape;98;p2"/>
          <p:cNvGrpSpPr/>
          <p:nvPr/>
        </p:nvGrpSpPr>
        <p:grpSpPr>
          <a:xfrm>
            <a:off x="182880" y="182880"/>
            <a:ext cx="934275" cy="4774280"/>
            <a:chOff x="182880" y="182880"/>
            <a:chExt cx="934275" cy="4774280"/>
          </a:xfrm>
        </p:grpSpPr>
        <p:grpSp>
          <p:nvGrpSpPr>
            <p:cNvPr id="99" name="Google Shape;99;p2"/>
            <p:cNvGrpSpPr/>
            <p:nvPr/>
          </p:nvGrpSpPr>
          <p:grpSpPr>
            <a:xfrm>
              <a:off x="182880" y="4023360"/>
              <a:ext cx="934275" cy="933800"/>
              <a:chOff x="1481975" y="4124675"/>
              <a:chExt cx="934275" cy="933800"/>
            </a:xfrm>
          </p:grpSpPr>
          <p:sp>
            <p:nvSpPr>
              <p:cNvPr id="100" name="Google Shape;100;p2"/>
              <p:cNvSpPr/>
              <p:nvPr/>
            </p:nvSpPr>
            <p:spPr>
              <a:xfrm>
                <a:off x="1769150" y="4154500"/>
                <a:ext cx="498000" cy="618825"/>
              </a:xfrm>
              <a:custGeom>
                <a:avLst/>
                <a:gdLst/>
                <a:ahLst/>
                <a:cxnLst/>
                <a:rect l="l" t="t" r="r" b="b"/>
                <a:pathLst>
                  <a:path w="19920" h="24753" extrusionOk="0">
                    <a:moveTo>
                      <a:pt x="565" y="0"/>
                    </a:moveTo>
                    <a:cubicBezTo>
                      <a:pt x="252" y="0"/>
                      <a:pt x="1" y="9751"/>
                      <a:pt x="1" y="21761"/>
                    </a:cubicBezTo>
                    <a:lnTo>
                      <a:pt x="1" y="24753"/>
                    </a:lnTo>
                    <a:lnTo>
                      <a:pt x="4520" y="24732"/>
                    </a:lnTo>
                    <a:lnTo>
                      <a:pt x="8182" y="24690"/>
                    </a:lnTo>
                    <a:cubicBezTo>
                      <a:pt x="10504" y="24669"/>
                      <a:pt x="12576" y="24627"/>
                      <a:pt x="14312" y="24564"/>
                    </a:cubicBezTo>
                    <a:cubicBezTo>
                      <a:pt x="17807" y="24481"/>
                      <a:pt x="19920" y="24334"/>
                      <a:pt x="19920" y="24188"/>
                    </a:cubicBezTo>
                    <a:cubicBezTo>
                      <a:pt x="19920" y="24041"/>
                      <a:pt x="17807" y="23916"/>
                      <a:pt x="14312" y="23811"/>
                    </a:cubicBezTo>
                    <a:cubicBezTo>
                      <a:pt x="12576" y="23748"/>
                      <a:pt x="10504" y="23707"/>
                      <a:pt x="8182" y="23686"/>
                    </a:cubicBezTo>
                    <a:lnTo>
                      <a:pt x="4520" y="23644"/>
                    </a:lnTo>
                    <a:lnTo>
                      <a:pt x="1130" y="23623"/>
                    </a:lnTo>
                    <a:cubicBezTo>
                      <a:pt x="1130" y="23623"/>
                      <a:pt x="1130" y="23623"/>
                      <a:pt x="1130" y="23602"/>
                    </a:cubicBezTo>
                    <a:lnTo>
                      <a:pt x="1130" y="22995"/>
                    </a:lnTo>
                    <a:lnTo>
                      <a:pt x="1130" y="21761"/>
                    </a:lnTo>
                    <a:cubicBezTo>
                      <a:pt x="1130" y="9751"/>
                      <a:pt x="879" y="0"/>
                      <a:pt x="5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1481975" y="4124675"/>
                <a:ext cx="265750" cy="644475"/>
              </a:xfrm>
              <a:custGeom>
                <a:avLst/>
                <a:gdLst/>
                <a:ahLst/>
                <a:cxnLst/>
                <a:rect l="l" t="t" r="r" b="b"/>
                <a:pathLst>
                  <a:path w="10630" h="25779" extrusionOk="0">
                    <a:moveTo>
                      <a:pt x="3809" y="0"/>
                    </a:moveTo>
                    <a:cubicBezTo>
                      <a:pt x="3411" y="21"/>
                      <a:pt x="3055" y="63"/>
                      <a:pt x="2679" y="168"/>
                    </a:cubicBezTo>
                    <a:cubicBezTo>
                      <a:pt x="2302" y="272"/>
                      <a:pt x="1925" y="440"/>
                      <a:pt x="1612" y="670"/>
                    </a:cubicBezTo>
                    <a:cubicBezTo>
                      <a:pt x="1277" y="879"/>
                      <a:pt x="1005" y="1172"/>
                      <a:pt x="796" y="1486"/>
                    </a:cubicBezTo>
                    <a:cubicBezTo>
                      <a:pt x="356" y="2135"/>
                      <a:pt x="147" y="2867"/>
                      <a:pt x="84" y="3557"/>
                    </a:cubicBezTo>
                    <a:cubicBezTo>
                      <a:pt x="0" y="4248"/>
                      <a:pt x="42" y="4938"/>
                      <a:pt x="126" y="5587"/>
                    </a:cubicBezTo>
                    <a:cubicBezTo>
                      <a:pt x="335" y="6905"/>
                      <a:pt x="754" y="8119"/>
                      <a:pt x="1360" y="9207"/>
                    </a:cubicBezTo>
                    <a:cubicBezTo>
                      <a:pt x="1674" y="9751"/>
                      <a:pt x="2030" y="10253"/>
                      <a:pt x="2490" y="10672"/>
                    </a:cubicBezTo>
                    <a:cubicBezTo>
                      <a:pt x="2616" y="10776"/>
                      <a:pt x="2741" y="10860"/>
                      <a:pt x="2846" y="10944"/>
                    </a:cubicBezTo>
                    <a:cubicBezTo>
                      <a:pt x="2972" y="11048"/>
                      <a:pt x="3076" y="11132"/>
                      <a:pt x="3202" y="11195"/>
                    </a:cubicBezTo>
                    <a:cubicBezTo>
                      <a:pt x="3453" y="11362"/>
                      <a:pt x="3683" y="11508"/>
                      <a:pt x="3955" y="11634"/>
                    </a:cubicBezTo>
                    <a:cubicBezTo>
                      <a:pt x="4227" y="11760"/>
                      <a:pt x="4499" y="11864"/>
                      <a:pt x="4813" y="11927"/>
                    </a:cubicBezTo>
                    <a:cubicBezTo>
                      <a:pt x="4901" y="11939"/>
                      <a:pt x="4992" y="11945"/>
                      <a:pt x="5085" y="11945"/>
                    </a:cubicBezTo>
                    <a:cubicBezTo>
                      <a:pt x="5323" y="11945"/>
                      <a:pt x="5571" y="11901"/>
                      <a:pt x="5796" y="11780"/>
                    </a:cubicBezTo>
                    <a:cubicBezTo>
                      <a:pt x="6110" y="11613"/>
                      <a:pt x="6319" y="11320"/>
                      <a:pt x="6424" y="11048"/>
                    </a:cubicBezTo>
                    <a:cubicBezTo>
                      <a:pt x="6550" y="10776"/>
                      <a:pt x="6612" y="10504"/>
                      <a:pt x="6633" y="10253"/>
                    </a:cubicBezTo>
                    <a:cubicBezTo>
                      <a:pt x="6696" y="9730"/>
                      <a:pt x="6654" y="9249"/>
                      <a:pt x="6570" y="8788"/>
                    </a:cubicBezTo>
                    <a:cubicBezTo>
                      <a:pt x="6487" y="8328"/>
                      <a:pt x="6361" y="7889"/>
                      <a:pt x="6215" y="7491"/>
                    </a:cubicBezTo>
                    <a:cubicBezTo>
                      <a:pt x="5901" y="6696"/>
                      <a:pt x="5503" y="6026"/>
                      <a:pt x="4980" y="5524"/>
                    </a:cubicBezTo>
                    <a:cubicBezTo>
                      <a:pt x="4729" y="5273"/>
                      <a:pt x="4436" y="5064"/>
                      <a:pt x="4143" y="4959"/>
                    </a:cubicBezTo>
                    <a:cubicBezTo>
                      <a:pt x="4060" y="4918"/>
                      <a:pt x="3976" y="4897"/>
                      <a:pt x="3913" y="4876"/>
                    </a:cubicBezTo>
                    <a:cubicBezTo>
                      <a:pt x="3871" y="4876"/>
                      <a:pt x="3829" y="4855"/>
                      <a:pt x="3788" y="4855"/>
                    </a:cubicBezTo>
                    <a:cubicBezTo>
                      <a:pt x="3746" y="4855"/>
                      <a:pt x="3704" y="4834"/>
                      <a:pt x="3641" y="4834"/>
                    </a:cubicBezTo>
                    <a:cubicBezTo>
                      <a:pt x="3591" y="4828"/>
                      <a:pt x="3542" y="4826"/>
                      <a:pt x="3494" y="4826"/>
                    </a:cubicBezTo>
                    <a:cubicBezTo>
                      <a:pt x="3363" y="4826"/>
                      <a:pt x="3241" y="4845"/>
                      <a:pt x="3118" y="4876"/>
                    </a:cubicBezTo>
                    <a:cubicBezTo>
                      <a:pt x="3076" y="5085"/>
                      <a:pt x="3055" y="5273"/>
                      <a:pt x="3055" y="5462"/>
                    </a:cubicBezTo>
                    <a:cubicBezTo>
                      <a:pt x="3076" y="5650"/>
                      <a:pt x="3118" y="5775"/>
                      <a:pt x="3160" y="5901"/>
                    </a:cubicBezTo>
                    <a:cubicBezTo>
                      <a:pt x="3265" y="6152"/>
                      <a:pt x="3411" y="6340"/>
                      <a:pt x="3516" y="6466"/>
                    </a:cubicBezTo>
                    <a:cubicBezTo>
                      <a:pt x="3710" y="6718"/>
                      <a:pt x="3832" y="6845"/>
                      <a:pt x="3865" y="6845"/>
                    </a:cubicBezTo>
                    <a:cubicBezTo>
                      <a:pt x="3868" y="6845"/>
                      <a:pt x="3870" y="6844"/>
                      <a:pt x="3871" y="6842"/>
                    </a:cubicBezTo>
                    <a:cubicBezTo>
                      <a:pt x="3892" y="6822"/>
                      <a:pt x="3829" y="6654"/>
                      <a:pt x="3662" y="6361"/>
                    </a:cubicBezTo>
                    <a:cubicBezTo>
                      <a:pt x="3578" y="6215"/>
                      <a:pt x="3474" y="6047"/>
                      <a:pt x="3411" y="5817"/>
                    </a:cubicBezTo>
                    <a:cubicBezTo>
                      <a:pt x="3390" y="5713"/>
                      <a:pt x="3369" y="5587"/>
                      <a:pt x="3369" y="5482"/>
                    </a:cubicBezTo>
                    <a:cubicBezTo>
                      <a:pt x="3369" y="5378"/>
                      <a:pt x="3390" y="5294"/>
                      <a:pt x="3411" y="5210"/>
                    </a:cubicBezTo>
                    <a:cubicBezTo>
                      <a:pt x="3439" y="5203"/>
                      <a:pt x="3467" y="5201"/>
                      <a:pt x="3495" y="5201"/>
                    </a:cubicBezTo>
                    <a:cubicBezTo>
                      <a:pt x="3550" y="5201"/>
                      <a:pt x="3606" y="5210"/>
                      <a:pt x="3662" y="5210"/>
                    </a:cubicBezTo>
                    <a:cubicBezTo>
                      <a:pt x="3683" y="5231"/>
                      <a:pt x="3704" y="5231"/>
                      <a:pt x="3725" y="5231"/>
                    </a:cubicBezTo>
                    <a:cubicBezTo>
                      <a:pt x="3746" y="5231"/>
                      <a:pt x="3767" y="5252"/>
                      <a:pt x="3809" y="5252"/>
                    </a:cubicBezTo>
                    <a:cubicBezTo>
                      <a:pt x="3871" y="5273"/>
                      <a:pt x="3913" y="5294"/>
                      <a:pt x="3976" y="5336"/>
                    </a:cubicBezTo>
                    <a:cubicBezTo>
                      <a:pt x="4227" y="5441"/>
                      <a:pt x="4436" y="5608"/>
                      <a:pt x="4645" y="5838"/>
                    </a:cubicBezTo>
                    <a:cubicBezTo>
                      <a:pt x="5085" y="6298"/>
                      <a:pt x="5420" y="6947"/>
                      <a:pt x="5671" y="7679"/>
                    </a:cubicBezTo>
                    <a:cubicBezTo>
                      <a:pt x="5796" y="8056"/>
                      <a:pt x="5901" y="8454"/>
                      <a:pt x="5964" y="8872"/>
                    </a:cubicBezTo>
                    <a:cubicBezTo>
                      <a:pt x="6006" y="9291"/>
                      <a:pt x="6026" y="9730"/>
                      <a:pt x="5985" y="10169"/>
                    </a:cubicBezTo>
                    <a:cubicBezTo>
                      <a:pt x="5922" y="10588"/>
                      <a:pt x="5754" y="11006"/>
                      <a:pt x="5462" y="11153"/>
                    </a:cubicBezTo>
                    <a:cubicBezTo>
                      <a:pt x="5375" y="11199"/>
                      <a:pt x="5268" y="11220"/>
                      <a:pt x="5149" y="11220"/>
                    </a:cubicBezTo>
                    <a:cubicBezTo>
                      <a:pt x="4891" y="11220"/>
                      <a:pt x="4576" y="11122"/>
                      <a:pt x="4290" y="10964"/>
                    </a:cubicBezTo>
                    <a:cubicBezTo>
                      <a:pt x="4081" y="10860"/>
                      <a:pt x="3850" y="10713"/>
                      <a:pt x="3641" y="10567"/>
                    </a:cubicBezTo>
                    <a:cubicBezTo>
                      <a:pt x="3537" y="10504"/>
                      <a:pt x="3432" y="10420"/>
                      <a:pt x="3327" y="10337"/>
                    </a:cubicBezTo>
                    <a:cubicBezTo>
                      <a:pt x="3223" y="10253"/>
                      <a:pt x="3118" y="10169"/>
                      <a:pt x="3013" y="10086"/>
                    </a:cubicBezTo>
                    <a:cubicBezTo>
                      <a:pt x="2658" y="9751"/>
                      <a:pt x="2344" y="9291"/>
                      <a:pt x="2072" y="8809"/>
                    </a:cubicBezTo>
                    <a:cubicBezTo>
                      <a:pt x="1528" y="7826"/>
                      <a:pt x="1151" y="6675"/>
                      <a:pt x="984" y="5482"/>
                    </a:cubicBezTo>
                    <a:cubicBezTo>
                      <a:pt x="900" y="4876"/>
                      <a:pt x="879" y="4269"/>
                      <a:pt x="963" y="3662"/>
                    </a:cubicBezTo>
                    <a:cubicBezTo>
                      <a:pt x="1026" y="3055"/>
                      <a:pt x="1193" y="2469"/>
                      <a:pt x="1528" y="2009"/>
                    </a:cubicBezTo>
                    <a:cubicBezTo>
                      <a:pt x="1842" y="1528"/>
                      <a:pt x="2344" y="1193"/>
                      <a:pt x="2909" y="1047"/>
                    </a:cubicBezTo>
                    <a:cubicBezTo>
                      <a:pt x="3222" y="971"/>
                      <a:pt x="3541" y="929"/>
                      <a:pt x="3854" y="929"/>
                    </a:cubicBezTo>
                    <a:cubicBezTo>
                      <a:pt x="4147" y="929"/>
                      <a:pt x="4435" y="966"/>
                      <a:pt x="4708" y="1047"/>
                    </a:cubicBezTo>
                    <a:cubicBezTo>
                      <a:pt x="5482" y="1277"/>
                      <a:pt x="6110" y="1863"/>
                      <a:pt x="6612" y="2532"/>
                    </a:cubicBezTo>
                    <a:cubicBezTo>
                      <a:pt x="7114" y="3202"/>
                      <a:pt x="7491" y="3976"/>
                      <a:pt x="7784" y="4771"/>
                    </a:cubicBezTo>
                    <a:cubicBezTo>
                      <a:pt x="8412" y="6361"/>
                      <a:pt x="8767" y="7972"/>
                      <a:pt x="9060" y="9542"/>
                    </a:cubicBezTo>
                    <a:cubicBezTo>
                      <a:pt x="9604" y="12659"/>
                      <a:pt x="9793" y="15547"/>
                      <a:pt x="9939" y="17953"/>
                    </a:cubicBezTo>
                    <a:cubicBezTo>
                      <a:pt x="10065" y="20359"/>
                      <a:pt x="10107" y="22326"/>
                      <a:pt x="10169" y="23686"/>
                    </a:cubicBezTo>
                    <a:cubicBezTo>
                      <a:pt x="10211" y="25025"/>
                      <a:pt x="10253" y="25778"/>
                      <a:pt x="10316" y="25778"/>
                    </a:cubicBezTo>
                    <a:cubicBezTo>
                      <a:pt x="10379" y="25778"/>
                      <a:pt x="10441" y="25046"/>
                      <a:pt x="10525" y="23686"/>
                    </a:cubicBezTo>
                    <a:cubicBezTo>
                      <a:pt x="10588" y="22326"/>
                      <a:pt x="10630" y="20359"/>
                      <a:pt x="10588" y="17932"/>
                    </a:cubicBezTo>
                    <a:cubicBezTo>
                      <a:pt x="10525" y="15505"/>
                      <a:pt x="10399" y="12596"/>
                      <a:pt x="9876" y="9395"/>
                    </a:cubicBezTo>
                    <a:cubicBezTo>
                      <a:pt x="9625" y="7805"/>
                      <a:pt x="9270" y="6131"/>
                      <a:pt x="8621" y="4457"/>
                    </a:cubicBezTo>
                    <a:cubicBezTo>
                      <a:pt x="8307" y="3620"/>
                      <a:pt x="7910" y="2762"/>
                      <a:pt x="7345" y="1988"/>
                    </a:cubicBezTo>
                    <a:cubicBezTo>
                      <a:pt x="7052" y="1612"/>
                      <a:pt x="6738" y="1235"/>
                      <a:pt x="6340" y="921"/>
                    </a:cubicBezTo>
                    <a:cubicBezTo>
                      <a:pt x="5943" y="607"/>
                      <a:pt x="5482" y="335"/>
                      <a:pt x="4980" y="189"/>
                    </a:cubicBezTo>
                    <a:cubicBezTo>
                      <a:pt x="4604" y="63"/>
                      <a:pt x="4206" y="0"/>
                      <a:pt x="380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1771775" y="4794100"/>
                <a:ext cx="644475" cy="264375"/>
              </a:xfrm>
              <a:custGeom>
                <a:avLst/>
                <a:gdLst/>
                <a:ahLst/>
                <a:cxnLst/>
                <a:rect l="l" t="t" r="r" b="b"/>
                <a:pathLst>
                  <a:path w="25779" h="10575" extrusionOk="0">
                    <a:moveTo>
                      <a:pt x="5857" y="1"/>
                    </a:moveTo>
                    <a:cubicBezTo>
                      <a:pt x="4340" y="1"/>
                      <a:pt x="3075" y="45"/>
                      <a:pt x="2113" y="89"/>
                    </a:cubicBezTo>
                    <a:cubicBezTo>
                      <a:pt x="753" y="152"/>
                      <a:pt x="0" y="215"/>
                      <a:pt x="0" y="278"/>
                    </a:cubicBezTo>
                    <a:cubicBezTo>
                      <a:pt x="0" y="340"/>
                      <a:pt x="753" y="403"/>
                      <a:pt x="2113" y="445"/>
                    </a:cubicBezTo>
                    <a:cubicBezTo>
                      <a:pt x="3473" y="487"/>
                      <a:pt x="5419" y="529"/>
                      <a:pt x="7846" y="675"/>
                    </a:cubicBezTo>
                    <a:cubicBezTo>
                      <a:pt x="10253" y="801"/>
                      <a:pt x="13119" y="1010"/>
                      <a:pt x="16258" y="1554"/>
                    </a:cubicBezTo>
                    <a:cubicBezTo>
                      <a:pt x="17806" y="1826"/>
                      <a:pt x="19438" y="2203"/>
                      <a:pt x="21028" y="2809"/>
                    </a:cubicBezTo>
                    <a:cubicBezTo>
                      <a:pt x="21803" y="3123"/>
                      <a:pt x="22577" y="3500"/>
                      <a:pt x="23267" y="4002"/>
                    </a:cubicBezTo>
                    <a:cubicBezTo>
                      <a:pt x="23937" y="4483"/>
                      <a:pt x="24502" y="5132"/>
                      <a:pt x="24753" y="5885"/>
                    </a:cubicBezTo>
                    <a:cubicBezTo>
                      <a:pt x="24920" y="6471"/>
                      <a:pt x="24899" y="7099"/>
                      <a:pt x="24753" y="7685"/>
                    </a:cubicBezTo>
                    <a:cubicBezTo>
                      <a:pt x="24585" y="8271"/>
                      <a:pt x="24272" y="8752"/>
                      <a:pt x="23790" y="9087"/>
                    </a:cubicBezTo>
                    <a:cubicBezTo>
                      <a:pt x="23309" y="9400"/>
                      <a:pt x="22723" y="9589"/>
                      <a:pt x="22137" y="9651"/>
                    </a:cubicBezTo>
                    <a:cubicBezTo>
                      <a:pt x="21898" y="9676"/>
                      <a:pt x="21659" y="9688"/>
                      <a:pt x="21419" y="9688"/>
                    </a:cubicBezTo>
                    <a:cubicBezTo>
                      <a:pt x="21052" y="9688"/>
                      <a:pt x="20684" y="9660"/>
                      <a:pt x="20317" y="9610"/>
                    </a:cubicBezTo>
                    <a:cubicBezTo>
                      <a:pt x="19124" y="9442"/>
                      <a:pt x="17974" y="9066"/>
                      <a:pt x="16990" y="8543"/>
                    </a:cubicBezTo>
                    <a:cubicBezTo>
                      <a:pt x="16509" y="8271"/>
                      <a:pt x="16049" y="7957"/>
                      <a:pt x="15714" y="7580"/>
                    </a:cubicBezTo>
                    <a:cubicBezTo>
                      <a:pt x="15630" y="7496"/>
                      <a:pt x="15546" y="7392"/>
                      <a:pt x="15463" y="7287"/>
                    </a:cubicBezTo>
                    <a:cubicBezTo>
                      <a:pt x="15379" y="7182"/>
                      <a:pt x="15295" y="7078"/>
                      <a:pt x="15212" y="6973"/>
                    </a:cubicBezTo>
                    <a:cubicBezTo>
                      <a:pt x="15065" y="6743"/>
                      <a:pt x="14940" y="6534"/>
                      <a:pt x="14814" y="6325"/>
                    </a:cubicBezTo>
                    <a:cubicBezTo>
                      <a:pt x="14605" y="5885"/>
                      <a:pt x="14500" y="5425"/>
                      <a:pt x="14647" y="5153"/>
                    </a:cubicBezTo>
                    <a:cubicBezTo>
                      <a:pt x="14793" y="4860"/>
                      <a:pt x="15212" y="4693"/>
                      <a:pt x="15630" y="4630"/>
                    </a:cubicBezTo>
                    <a:cubicBezTo>
                      <a:pt x="15805" y="4604"/>
                      <a:pt x="15984" y="4592"/>
                      <a:pt x="16164" y="4592"/>
                    </a:cubicBezTo>
                    <a:cubicBezTo>
                      <a:pt x="16413" y="4592"/>
                      <a:pt x="16663" y="4614"/>
                      <a:pt x="16906" y="4651"/>
                    </a:cubicBezTo>
                    <a:cubicBezTo>
                      <a:pt x="17325" y="4714"/>
                      <a:pt x="17722" y="4818"/>
                      <a:pt x="18099" y="4944"/>
                    </a:cubicBezTo>
                    <a:cubicBezTo>
                      <a:pt x="18852" y="5195"/>
                      <a:pt x="19501" y="5530"/>
                      <a:pt x="19940" y="5948"/>
                    </a:cubicBezTo>
                    <a:cubicBezTo>
                      <a:pt x="20171" y="6157"/>
                      <a:pt x="20359" y="6387"/>
                      <a:pt x="20463" y="6618"/>
                    </a:cubicBezTo>
                    <a:cubicBezTo>
                      <a:pt x="20484" y="6680"/>
                      <a:pt x="20505" y="6743"/>
                      <a:pt x="20526" y="6806"/>
                    </a:cubicBezTo>
                    <a:cubicBezTo>
                      <a:pt x="20547" y="6827"/>
                      <a:pt x="20547" y="6869"/>
                      <a:pt x="20568" y="6890"/>
                    </a:cubicBezTo>
                    <a:cubicBezTo>
                      <a:pt x="20568" y="6910"/>
                      <a:pt x="20568" y="6931"/>
                      <a:pt x="20568" y="6952"/>
                    </a:cubicBezTo>
                    <a:cubicBezTo>
                      <a:pt x="20589" y="7015"/>
                      <a:pt x="20589" y="7099"/>
                      <a:pt x="20589" y="7182"/>
                    </a:cubicBezTo>
                    <a:cubicBezTo>
                      <a:pt x="20505" y="7224"/>
                      <a:pt x="20401" y="7245"/>
                      <a:pt x="20317" y="7245"/>
                    </a:cubicBezTo>
                    <a:cubicBezTo>
                      <a:pt x="20212" y="7245"/>
                      <a:pt x="20066" y="7224"/>
                      <a:pt x="19961" y="7203"/>
                    </a:cubicBezTo>
                    <a:cubicBezTo>
                      <a:pt x="19752" y="7141"/>
                      <a:pt x="19564" y="7036"/>
                      <a:pt x="19417" y="6952"/>
                    </a:cubicBezTo>
                    <a:cubicBezTo>
                      <a:pt x="19192" y="6814"/>
                      <a:pt x="19038" y="6732"/>
                      <a:pt x="18980" y="6732"/>
                    </a:cubicBezTo>
                    <a:cubicBezTo>
                      <a:pt x="18968" y="6732"/>
                      <a:pt x="18961" y="6736"/>
                      <a:pt x="18957" y="6743"/>
                    </a:cubicBezTo>
                    <a:cubicBezTo>
                      <a:pt x="18936" y="6764"/>
                      <a:pt x="19062" y="6890"/>
                      <a:pt x="19334" y="7099"/>
                    </a:cubicBezTo>
                    <a:cubicBezTo>
                      <a:pt x="19459" y="7203"/>
                      <a:pt x="19626" y="7350"/>
                      <a:pt x="19878" y="7454"/>
                    </a:cubicBezTo>
                    <a:cubicBezTo>
                      <a:pt x="20003" y="7496"/>
                      <a:pt x="20150" y="7538"/>
                      <a:pt x="20317" y="7538"/>
                    </a:cubicBezTo>
                    <a:cubicBezTo>
                      <a:pt x="20352" y="7542"/>
                      <a:pt x="20387" y="7544"/>
                      <a:pt x="20423" y="7544"/>
                    </a:cubicBezTo>
                    <a:cubicBezTo>
                      <a:pt x="20582" y="7544"/>
                      <a:pt x="20753" y="7510"/>
                      <a:pt x="20924" y="7475"/>
                    </a:cubicBezTo>
                    <a:cubicBezTo>
                      <a:pt x="20945" y="7329"/>
                      <a:pt x="20966" y="7141"/>
                      <a:pt x="20966" y="6952"/>
                    </a:cubicBezTo>
                    <a:cubicBezTo>
                      <a:pt x="20945" y="6910"/>
                      <a:pt x="20945" y="6869"/>
                      <a:pt x="20945" y="6806"/>
                    </a:cubicBezTo>
                    <a:cubicBezTo>
                      <a:pt x="20924" y="6764"/>
                      <a:pt x="20924" y="6743"/>
                      <a:pt x="20903" y="6701"/>
                    </a:cubicBezTo>
                    <a:cubicBezTo>
                      <a:pt x="20903" y="6618"/>
                      <a:pt x="20861" y="6534"/>
                      <a:pt x="20840" y="6471"/>
                    </a:cubicBezTo>
                    <a:cubicBezTo>
                      <a:pt x="20715" y="6157"/>
                      <a:pt x="20526" y="5885"/>
                      <a:pt x="20275" y="5613"/>
                    </a:cubicBezTo>
                    <a:cubicBezTo>
                      <a:pt x="19773" y="5111"/>
                      <a:pt x="19082" y="4693"/>
                      <a:pt x="18287" y="4400"/>
                    </a:cubicBezTo>
                    <a:cubicBezTo>
                      <a:pt x="17890" y="4253"/>
                      <a:pt x="17471" y="4128"/>
                      <a:pt x="17011" y="4044"/>
                    </a:cubicBezTo>
                    <a:cubicBezTo>
                      <a:pt x="16674" y="3983"/>
                      <a:pt x="16326" y="3944"/>
                      <a:pt x="15958" y="3944"/>
                    </a:cubicBezTo>
                    <a:cubicBezTo>
                      <a:pt x="15824" y="3944"/>
                      <a:pt x="15687" y="3949"/>
                      <a:pt x="15546" y="3960"/>
                    </a:cubicBezTo>
                    <a:cubicBezTo>
                      <a:pt x="15274" y="4002"/>
                      <a:pt x="15002" y="4044"/>
                      <a:pt x="14730" y="4169"/>
                    </a:cubicBezTo>
                    <a:cubicBezTo>
                      <a:pt x="14479" y="4295"/>
                      <a:pt x="14186" y="4504"/>
                      <a:pt x="14019" y="4818"/>
                    </a:cubicBezTo>
                    <a:cubicBezTo>
                      <a:pt x="13852" y="5132"/>
                      <a:pt x="13831" y="5488"/>
                      <a:pt x="13872" y="5781"/>
                    </a:cubicBezTo>
                    <a:cubicBezTo>
                      <a:pt x="13914" y="6094"/>
                      <a:pt x="14019" y="6387"/>
                      <a:pt x="14145" y="6659"/>
                    </a:cubicBezTo>
                    <a:cubicBezTo>
                      <a:pt x="14270" y="6910"/>
                      <a:pt x="14417" y="7162"/>
                      <a:pt x="14584" y="7413"/>
                    </a:cubicBezTo>
                    <a:cubicBezTo>
                      <a:pt x="14668" y="7517"/>
                      <a:pt x="14751" y="7643"/>
                      <a:pt x="14835" y="7768"/>
                    </a:cubicBezTo>
                    <a:cubicBezTo>
                      <a:pt x="14940" y="7873"/>
                      <a:pt x="15023" y="7978"/>
                      <a:pt x="15128" y="8103"/>
                    </a:cubicBezTo>
                    <a:cubicBezTo>
                      <a:pt x="15546" y="8584"/>
                      <a:pt x="16049" y="8940"/>
                      <a:pt x="16593" y="9254"/>
                    </a:cubicBezTo>
                    <a:cubicBezTo>
                      <a:pt x="17660" y="9861"/>
                      <a:pt x="18894" y="10279"/>
                      <a:pt x="20191" y="10467"/>
                    </a:cubicBezTo>
                    <a:cubicBezTo>
                      <a:pt x="20615" y="10534"/>
                      <a:pt x="21039" y="10575"/>
                      <a:pt x="21474" y="10575"/>
                    </a:cubicBezTo>
                    <a:cubicBezTo>
                      <a:pt x="21725" y="10575"/>
                      <a:pt x="21981" y="10561"/>
                      <a:pt x="22242" y="10530"/>
                    </a:cubicBezTo>
                    <a:cubicBezTo>
                      <a:pt x="22932" y="10447"/>
                      <a:pt x="23665" y="10258"/>
                      <a:pt x="24292" y="9819"/>
                    </a:cubicBezTo>
                    <a:cubicBezTo>
                      <a:pt x="24627" y="9610"/>
                      <a:pt x="24899" y="9317"/>
                      <a:pt x="25129" y="9003"/>
                    </a:cubicBezTo>
                    <a:cubicBezTo>
                      <a:pt x="25360" y="8668"/>
                      <a:pt x="25527" y="8312"/>
                      <a:pt x="25632" y="7936"/>
                    </a:cubicBezTo>
                    <a:cubicBezTo>
                      <a:pt x="25715" y="7559"/>
                      <a:pt x="25778" y="7182"/>
                      <a:pt x="25778" y="6785"/>
                    </a:cubicBezTo>
                    <a:cubicBezTo>
                      <a:pt x="25778" y="6408"/>
                      <a:pt x="25736" y="6011"/>
                      <a:pt x="25611" y="5634"/>
                    </a:cubicBezTo>
                    <a:cubicBezTo>
                      <a:pt x="25464" y="5111"/>
                      <a:pt x="25192" y="4672"/>
                      <a:pt x="24878" y="4274"/>
                    </a:cubicBezTo>
                    <a:cubicBezTo>
                      <a:pt x="24564" y="3877"/>
                      <a:pt x="24188" y="3542"/>
                      <a:pt x="23790" y="3270"/>
                    </a:cubicBezTo>
                    <a:cubicBezTo>
                      <a:pt x="23016" y="2705"/>
                      <a:pt x="22179" y="2307"/>
                      <a:pt x="21342" y="1973"/>
                    </a:cubicBezTo>
                    <a:cubicBezTo>
                      <a:pt x="19668" y="1345"/>
                      <a:pt x="17994" y="989"/>
                      <a:pt x="16404" y="717"/>
                    </a:cubicBezTo>
                    <a:cubicBezTo>
                      <a:pt x="13203" y="215"/>
                      <a:pt x="10295" y="68"/>
                      <a:pt x="7867" y="27"/>
                    </a:cubicBezTo>
                    <a:cubicBezTo>
                      <a:pt x="7157" y="8"/>
                      <a:pt x="6485" y="1"/>
                      <a:pt x="58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1840825" y="4319275"/>
                <a:ext cx="363550" cy="385675"/>
              </a:xfrm>
              <a:custGeom>
                <a:avLst/>
                <a:gdLst/>
                <a:ahLst/>
                <a:cxnLst/>
                <a:rect l="l" t="t" r="r" b="b"/>
                <a:pathLst>
                  <a:path w="14542" h="15427" extrusionOk="0">
                    <a:moveTo>
                      <a:pt x="2071" y="0"/>
                    </a:moveTo>
                    <a:cubicBezTo>
                      <a:pt x="1904" y="147"/>
                      <a:pt x="1737" y="314"/>
                      <a:pt x="1590" y="481"/>
                    </a:cubicBezTo>
                    <a:cubicBezTo>
                      <a:pt x="1548" y="502"/>
                      <a:pt x="1507" y="565"/>
                      <a:pt x="1465" y="607"/>
                    </a:cubicBezTo>
                    <a:lnTo>
                      <a:pt x="1360" y="711"/>
                    </a:lnTo>
                    <a:cubicBezTo>
                      <a:pt x="1318" y="774"/>
                      <a:pt x="1276" y="816"/>
                      <a:pt x="1255" y="879"/>
                    </a:cubicBezTo>
                    <a:cubicBezTo>
                      <a:pt x="1088" y="1067"/>
                      <a:pt x="963" y="1297"/>
                      <a:pt x="858" y="1507"/>
                    </a:cubicBezTo>
                    <a:cubicBezTo>
                      <a:pt x="628" y="1946"/>
                      <a:pt x="460" y="2385"/>
                      <a:pt x="335" y="2846"/>
                    </a:cubicBezTo>
                    <a:cubicBezTo>
                      <a:pt x="105" y="3724"/>
                      <a:pt x="42" y="4603"/>
                      <a:pt x="21" y="5419"/>
                    </a:cubicBezTo>
                    <a:cubicBezTo>
                      <a:pt x="0" y="7072"/>
                      <a:pt x="188" y="8516"/>
                      <a:pt x="398" y="9709"/>
                    </a:cubicBezTo>
                    <a:cubicBezTo>
                      <a:pt x="607" y="10922"/>
                      <a:pt x="816" y="11864"/>
                      <a:pt x="983" y="12533"/>
                    </a:cubicBezTo>
                    <a:cubicBezTo>
                      <a:pt x="1151" y="13182"/>
                      <a:pt x="1276" y="13538"/>
                      <a:pt x="1339" y="13538"/>
                    </a:cubicBezTo>
                    <a:cubicBezTo>
                      <a:pt x="1402" y="13517"/>
                      <a:pt x="1381" y="13140"/>
                      <a:pt x="1339" y="12471"/>
                    </a:cubicBezTo>
                    <a:cubicBezTo>
                      <a:pt x="1276" y="11801"/>
                      <a:pt x="1151" y="10818"/>
                      <a:pt x="1025" y="9625"/>
                    </a:cubicBezTo>
                    <a:cubicBezTo>
                      <a:pt x="900" y="8432"/>
                      <a:pt x="774" y="7009"/>
                      <a:pt x="858" y="5461"/>
                    </a:cubicBezTo>
                    <a:cubicBezTo>
                      <a:pt x="879" y="4687"/>
                      <a:pt x="983" y="3871"/>
                      <a:pt x="1193" y="3076"/>
                    </a:cubicBezTo>
                    <a:cubicBezTo>
                      <a:pt x="1318" y="2678"/>
                      <a:pt x="1465" y="2281"/>
                      <a:pt x="1653" y="1925"/>
                    </a:cubicBezTo>
                    <a:cubicBezTo>
                      <a:pt x="1737" y="1758"/>
                      <a:pt x="1862" y="1569"/>
                      <a:pt x="1967" y="1402"/>
                    </a:cubicBezTo>
                    <a:cubicBezTo>
                      <a:pt x="2009" y="1381"/>
                      <a:pt x="2030" y="1339"/>
                      <a:pt x="2071" y="1297"/>
                    </a:cubicBezTo>
                    <a:lnTo>
                      <a:pt x="2071" y="1276"/>
                    </a:lnTo>
                    <a:lnTo>
                      <a:pt x="2113" y="1318"/>
                    </a:lnTo>
                    <a:cubicBezTo>
                      <a:pt x="2155" y="1360"/>
                      <a:pt x="2197" y="1402"/>
                      <a:pt x="2239" y="1444"/>
                    </a:cubicBezTo>
                    <a:cubicBezTo>
                      <a:pt x="2302" y="1527"/>
                      <a:pt x="2364" y="1611"/>
                      <a:pt x="2448" y="1716"/>
                    </a:cubicBezTo>
                    <a:cubicBezTo>
                      <a:pt x="2574" y="1883"/>
                      <a:pt x="2699" y="2051"/>
                      <a:pt x="2825" y="2239"/>
                    </a:cubicBezTo>
                    <a:cubicBezTo>
                      <a:pt x="3055" y="2595"/>
                      <a:pt x="3264" y="2992"/>
                      <a:pt x="3432" y="3369"/>
                    </a:cubicBezTo>
                    <a:cubicBezTo>
                      <a:pt x="3787" y="4164"/>
                      <a:pt x="4017" y="4959"/>
                      <a:pt x="4143" y="5733"/>
                    </a:cubicBezTo>
                    <a:cubicBezTo>
                      <a:pt x="4415" y="7281"/>
                      <a:pt x="4289" y="8746"/>
                      <a:pt x="3913" y="9876"/>
                    </a:cubicBezTo>
                    <a:cubicBezTo>
                      <a:pt x="3641" y="10734"/>
                      <a:pt x="3222" y="11382"/>
                      <a:pt x="2846" y="11864"/>
                    </a:cubicBezTo>
                    <a:cubicBezTo>
                      <a:pt x="2490" y="12136"/>
                      <a:pt x="2239" y="12429"/>
                      <a:pt x="2030" y="12701"/>
                    </a:cubicBezTo>
                    <a:cubicBezTo>
                      <a:pt x="1820" y="12889"/>
                      <a:pt x="1695" y="12994"/>
                      <a:pt x="1716" y="13015"/>
                    </a:cubicBezTo>
                    <a:cubicBezTo>
                      <a:pt x="1716" y="13035"/>
                      <a:pt x="1758" y="13035"/>
                      <a:pt x="1799" y="13035"/>
                    </a:cubicBezTo>
                    <a:cubicBezTo>
                      <a:pt x="1548" y="13433"/>
                      <a:pt x="1465" y="13705"/>
                      <a:pt x="1507" y="13726"/>
                    </a:cubicBezTo>
                    <a:cubicBezTo>
                      <a:pt x="1510" y="13728"/>
                      <a:pt x="1514" y="13729"/>
                      <a:pt x="1519" y="13729"/>
                    </a:cubicBezTo>
                    <a:cubicBezTo>
                      <a:pt x="1594" y="13729"/>
                      <a:pt x="1806" y="13407"/>
                      <a:pt x="2260" y="12973"/>
                    </a:cubicBezTo>
                    <a:cubicBezTo>
                      <a:pt x="2741" y="12491"/>
                      <a:pt x="3536" y="11906"/>
                      <a:pt x="4666" y="11529"/>
                    </a:cubicBezTo>
                    <a:cubicBezTo>
                      <a:pt x="5393" y="11300"/>
                      <a:pt x="6249" y="11158"/>
                      <a:pt x="7186" y="11158"/>
                    </a:cubicBezTo>
                    <a:cubicBezTo>
                      <a:pt x="7705" y="11158"/>
                      <a:pt x="8249" y="11202"/>
                      <a:pt x="8809" y="11299"/>
                    </a:cubicBezTo>
                    <a:cubicBezTo>
                      <a:pt x="9583" y="11424"/>
                      <a:pt x="10378" y="11655"/>
                      <a:pt x="11152" y="12010"/>
                    </a:cubicBezTo>
                    <a:cubicBezTo>
                      <a:pt x="11550" y="12178"/>
                      <a:pt x="11927" y="12387"/>
                      <a:pt x="12303" y="12617"/>
                    </a:cubicBezTo>
                    <a:cubicBezTo>
                      <a:pt x="12471" y="12743"/>
                      <a:pt x="12659" y="12868"/>
                      <a:pt x="12826" y="13015"/>
                    </a:cubicBezTo>
                    <a:cubicBezTo>
                      <a:pt x="12910" y="13077"/>
                      <a:pt x="12994" y="13140"/>
                      <a:pt x="13077" y="13224"/>
                    </a:cubicBezTo>
                    <a:cubicBezTo>
                      <a:pt x="13119" y="13245"/>
                      <a:pt x="13161" y="13287"/>
                      <a:pt x="13203" y="13328"/>
                    </a:cubicBezTo>
                    <a:lnTo>
                      <a:pt x="13245" y="13370"/>
                    </a:lnTo>
                    <a:cubicBezTo>
                      <a:pt x="13203" y="13412"/>
                      <a:pt x="13161" y="13433"/>
                      <a:pt x="13119" y="13475"/>
                    </a:cubicBezTo>
                    <a:cubicBezTo>
                      <a:pt x="12952" y="13600"/>
                      <a:pt x="12784" y="13705"/>
                      <a:pt x="12617" y="13789"/>
                    </a:cubicBezTo>
                    <a:cubicBezTo>
                      <a:pt x="12240" y="13998"/>
                      <a:pt x="11864" y="14144"/>
                      <a:pt x="11466" y="14249"/>
                    </a:cubicBezTo>
                    <a:cubicBezTo>
                      <a:pt x="10671" y="14458"/>
                      <a:pt x="9855" y="14563"/>
                      <a:pt x="9081" y="14605"/>
                    </a:cubicBezTo>
                    <a:cubicBezTo>
                      <a:pt x="8793" y="14616"/>
                      <a:pt x="8510" y="14621"/>
                      <a:pt x="8232" y="14621"/>
                    </a:cubicBezTo>
                    <a:cubicBezTo>
                      <a:pt x="6997" y="14621"/>
                      <a:pt x="5870" y="14519"/>
                      <a:pt x="4896" y="14416"/>
                    </a:cubicBezTo>
                    <a:cubicBezTo>
                      <a:pt x="3704" y="14312"/>
                      <a:pt x="2741" y="14186"/>
                      <a:pt x="2071" y="14123"/>
                    </a:cubicBezTo>
                    <a:cubicBezTo>
                      <a:pt x="1737" y="14092"/>
                      <a:pt x="1475" y="14076"/>
                      <a:pt x="1295" y="14076"/>
                    </a:cubicBezTo>
                    <a:cubicBezTo>
                      <a:pt x="1114" y="14076"/>
                      <a:pt x="1015" y="14092"/>
                      <a:pt x="1004" y="14123"/>
                    </a:cubicBezTo>
                    <a:cubicBezTo>
                      <a:pt x="1004" y="14186"/>
                      <a:pt x="1360" y="14291"/>
                      <a:pt x="2009" y="14458"/>
                    </a:cubicBezTo>
                    <a:cubicBezTo>
                      <a:pt x="2657" y="14626"/>
                      <a:pt x="3620" y="14856"/>
                      <a:pt x="4812" y="15065"/>
                    </a:cubicBezTo>
                    <a:cubicBezTo>
                      <a:pt x="5920" y="15237"/>
                      <a:pt x="7219" y="15426"/>
                      <a:pt x="8678" y="15426"/>
                    </a:cubicBezTo>
                    <a:cubicBezTo>
                      <a:pt x="8818" y="15426"/>
                      <a:pt x="8959" y="15424"/>
                      <a:pt x="9102" y="15421"/>
                    </a:cubicBezTo>
                    <a:cubicBezTo>
                      <a:pt x="9939" y="15421"/>
                      <a:pt x="10797" y="15337"/>
                      <a:pt x="11696" y="15107"/>
                    </a:cubicBezTo>
                    <a:cubicBezTo>
                      <a:pt x="12136" y="14981"/>
                      <a:pt x="12596" y="14835"/>
                      <a:pt x="13035" y="14605"/>
                    </a:cubicBezTo>
                    <a:cubicBezTo>
                      <a:pt x="13245" y="14479"/>
                      <a:pt x="13454" y="14354"/>
                      <a:pt x="13663" y="14207"/>
                    </a:cubicBezTo>
                    <a:cubicBezTo>
                      <a:pt x="13726" y="14165"/>
                      <a:pt x="13768" y="14123"/>
                      <a:pt x="13810" y="14082"/>
                    </a:cubicBezTo>
                    <a:lnTo>
                      <a:pt x="13935" y="13977"/>
                    </a:lnTo>
                    <a:cubicBezTo>
                      <a:pt x="13977" y="13935"/>
                      <a:pt x="14019" y="13914"/>
                      <a:pt x="14061" y="13872"/>
                    </a:cubicBezTo>
                    <a:cubicBezTo>
                      <a:pt x="14228" y="13705"/>
                      <a:pt x="14375" y="13538"/>
                      <a:pt x="14542" y="13391"/>
                    </a:cubicBezTo>
                    <a:cubicBezTo>
                      <a:pt x="14375" y="13203"/>
                      <a:pt x="14207" y="13035"/>
                      <a:pt x="14040" y="12847"/>
                    </a:cubicBezTo>
                    <a:cubicBezTo>
                      <a:pt x="13998" y="12805"/>
                      <a:pt x="13956" y="12763"/>
                      <a:pt x="13914" y="12722"/>
                    </a:cubicBezTo>
                    <a:lnTo>
                      <a:pt x="13831" y="12659"/>
                    </a:lnTo>
                    <a:cubicBezTo>
                      <a:pt x="13768" y="12617"/>
                      <a:pt x="13726" y="12575"/>
                      <a:pt x="13684" y="12533"/>
                    </a:cubicBezTo>
                    <a:cubicBezTo>
                      <a:pt x="13579" y="12450"/>
                      <a:pt x="13496" y="12366"/>
                      <a:pt x="13391" y="12282"/>
                    </a:cubicBezTo>
                    <a:cubicBezTo>
                      <a:pt x="13203" y="12136"/>
                      <a:pt x="12994" y="11989"/>
                      <a:pt x="12784" y="11864"/>
                    </a:cubicBezTo>
                    <a:cubicBezTo>
                      <a:pt x="12366" y="11592"/>
                      <a:pt x="11947" y="11382"/>
                      <a:pt x="11508" y="11194"/>
                    </a:cubicBezTo>
                    <a:cubicBezTo>
                      <a:pt x="10650" y="10818"/>
                      <a:pt x="9771" y="10587"/>
                      <a:pt x="8934" y="10462"/>
                    </a:cubicBezTo>
                    <a:cubicBezTo>
                      <a:pt x="8466" y="10398"/>
                      <a:pt x="8005" y="10368"/>
                      <a:pt x="7559" y="10368"/>
                    </a:cubicBezTo>
                    <a:cubicBezTo>
                      <a:pt x="6391" y="10368"/>
                      <a:pt x="5320" y="10574"/>
                      <a:pt x="4457" y="10922"/>
                    </a:cubicBezTo>
                    <a:cubicBezTo>
                      <a:pt x="4289" y="10985"/>
                      <a:pt x="4143" y="11069"/>
                      <a:pt x="3976" y="11131"/>
                    </a:cubicBezTo>
                    <a:cubicBezTo>
                      <a:pt x="4185" y="10818"/>
                      <a:pt x="4373" y="10483"/>
                      <a:pt x="4520" y="10085"/>
                    </a:cubicBezTo>
                    <a:cubicBezTo>
                      <a:pt x="5001" y="8872"/>
                      <a:pt x="5210" y="7302"/>
                      <a:pt x="4980" y="5608"/>
                    </a:cubicBezTo>
                    <a:cubicBezTo>
                      <a:pt x="4854" y="4750"/>
                      <a:pt x="4624" y="3871"/>
                      <a:pt x="4248" y="3013"/>
                    </a:cubicBezTo>
                    <a:cubicBezTo>
                      <a:pt x="4059" y="2595"/>
                      <a:pt x="3850" y="2155"/>
                      <a:pt x="3578" y="1758"/>
                    </a:cubicBezTo>
                    <a:cubicBezTo>
                      <a:pt x="3452" y="1548"/>
                      <a:pt x="3306" y="1339"/>
                      <a:pt x="3160" y="1151"/>
                    </a:cubicBezTo>
                    <a:cubicBezTo>
                      <a:pt x="3076" y="1046"/>
                      <a:pt x="3013" y="942"/>
                      <a:pt x="2929" y="858"/>
                    </a:cubicBezTo>
                    <a:cubicBezTo>
                      <a:pt x="2888" y="816"/>
                      <a:pt x="2846" y="753"/>
                      <a:pt x="2804" y="711"/>
                    </a:cubicBezTo>
                    <a:lnTo>
                      <a:pt x="2720" y="628"/>
                    </a:lnTo>
                    <a:cubicBezTo>
                      <a:pt x="2678" y="586"/>
                      <a:pt x="2636" y="544"/>
                      <a:pt x="2595" y="502"/>
                    </a:cubicBezTo>
                    <a:cubicBezTo>
                      <a:pt x="2427" y="335"/>
                      <a:pt x="2239" y="167"/>
                      <a:pt x="207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" name="Google Shape;104;p2"/>
            <p:cNvGrpSpPr/>
            <p:nvPr/>
          </p:nvGrpSpPr>
          <p:grpSpPr>
            <a:xfrm rot="10800000" flipH="1">
              <a:off x="182880" y="182880"/>
              <a:ext cx="934275" cy="933800"/>
              <a:chOff x="1481975" y="4124675"/>
              <a:chExt cx="934275" cy="933800"/>
            </a:xfrm>
          </p:grpSpPr>
          <p:sp>
            <p:nvSpPr>
              <p:cNvPr id="105" name="Google Shape;105;p2"/>
              <p:cNvSpPr/>
              <p:nvPr/>
            </p:nvSpPr>
            <p:spPr>
              <a:xfrm>
                <a:off x="1769150" y="4154500"/>
                <a:ext cx="498000" cy="618825"/>
              </a:xfrm>
              <a:custGeom>
                <a:avLst/>
                <a:gdLst/>
                <a:ahLst/>
                <a:cxnLst/>
                <a:rect l="l" t="t" r="r" b="b"/>
                <a:pathLst>
                  <a:path w="19920" h="24753" extrusionOk="0">
                    <a:moveTo>
                      <a:pt x="565" y="0"/>
                    </a:moveTo>
                    <a:cubicBezTo>
                      <a:pt x="252" y="0"/>
                      <a:pt x="1" y="9751"/>
                      <a:pt x="1" y="21761"/>
                    </a:cubicBezTo>
                    <a:lnTo>
                      <a:pt x="1" y="24753"/>
                    </a:lnTo>
                    <a:lnTo>
                      <a:pt x="4520" y="24732"/>
                    </a:lnTo>
                    <a:lnTo>
                      <a:pt x="8182" y="24690"/>
                    </a:lnTo>
                    <a:cubicBezTo>
                      <a:pt x="10504" y="24669"/>
                      <a:pt x="12576" y="24627"/>
                      <a:pt x="14312" y="24564"/>
                    </a:cubicBezTo>
                    <a:cubicBezTo>
                      <a:pt x="17807" y="24481"/>
                      <a:pt x="19920" y="24334"/>
                      <a:pt x="19920" y="24188"/>
                    </a:cubicBezTo>
                    <a:cubicBezTo>
                      <a:pt x="19920" y="24041"/>
                      <a:pt x="17807" y="23916"/>
                      <a:pt x="14312" y="23811"/>
                    </a:cubicBezTo>
                    <a:cubicBezTo>
                      <a:pt x="12576" y="23748"/>
                      <a:pt x="10504" y="23707"/>
                      <a:pt x="8182" y="23686"/>
                    </a:cubicBezTo>
                    <a:lnTo>
                      <a:pt x="4520" y="23644"/>
                    </a:lnTo>
                    <a:lnTo>
                      <a:pt x="1130" y="23623"/>
                    </a:lnTo>
                    <a:cubicBezTo>
                      <a:pt x="1130" y="23623"/>
                      <a:pt x="1130" y="23623"/>
                      <a:pt x="1130" y="23602"/>
                    </a:cubicBezTo>
                    <a:lnTo>
                      <a:pt x="1130" y="22995"/>
                    </a:lnTo>
                    <a:lnTo>
                      <a:pt x="1130" y="21761"/>
                    </a:lnTo>
                    <a:cubicBezTo>
                      <a:pt x="1130" y="9751"/>
                      <a:pt x="879" y="0"/>
                      <a:pt x="5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1481975" y="4124675"/>
                <a:ext cx="265750" cy="644475"/>
              </a:xfrm>
              <a:custGeom>
                <a:avLst/>
                <a:gdLst/>
                <a:ahLst/>
                <a:cxnLst/>
                <a:rect l="l" t="t" r="r" b="b"/>
                <a:pathLst>
                  <a:path w="10630" h="25779" extrusionOk="0">
                    <a:moveTo>
                      <a:pt x="3809" y="0"/>
                    </a:moveTo>
                    <a:cubicBezTo>
                      <a:pt x="3411" y="21"/>
                      <a:pt x="3055" y="63"/>
                      <a:pt x="2679" y="168"/>
                    </a:cubicBezTo>
                    <a:cubicBezTo>
                      <a:pt x="2302" y="272"/>
                      <a:pt x="1925" y="440"/>
                      <a:pt x="1612" y="670"/>
                    </a:cubicBezTo>
                    <a:cubicBezTo>
                      <a:pt x="1277" y="879"/>
                      <a:pt x="1005" y="1172"/>
                      <a:pt x="796" y="1486"/>
                    </a:cubicBezTo>
                    <a:cubicBezTo>
                      <a:pt x="356" y="2135"/>
                      <a:pt x="147" y="2867"/>
                      <a:pt x="84" y="3557"/>
                    </a:cubicBezTo>
                    <a:cubicBezTo>
                      <a:pt x="0" y="4248"/>
                      <a:pt x="42" y="4938"/>
                      <a:pt x="126" y="5587"/>
                    </a:cubicBezTo>
                    <a:cubicBezTo>
                      <a:pt x="335" y="6905"/>
                      <a:pt x="754" y="8119"/>
                      <a:pt x="1360" y="9207"/>
                    </a:cubicBezTo>
                    <a:cubicBezTo>
                      <a:pt x="1674" y="9751"/>
                      <a:pt x="2030" y="10253"/>
                      <a:pt x="2490" y="10672"/>
                    </a:cubicBezTo>
                    <a:cubicBezTo>
                      <a:pt x="2616" y="10776"/>
                      <a:pt x="2741" y="10860"/>
                      <a:pt x="2846" y="10944"/>
                    </a:cubicBezTo>
                    <a:cubicBezTo>
                      <a:pt x="2972" y="11048"/>
                      <a:pt x="3076" y="11132"/>
                      <a:pt x="3202" y="11195"/>
                    </a:cubicBezTo>
                    <a:cubicBezTo>
                      <a:pt x="3453" y="11362"/>
                      <a:pt x="3683" y="11508"/>
                      <a:pt x="3955" y="11634"/>
                    </a:cubicBezTo>
                    <a:cubicBezTo>
                      <a:pt x="4227" y="11760"/>
                      <a:pt x="4499" y="11864"/>
                      <a:pt x="4813" y="11927"/>
                    </a:cubicBezTo>
                    <a:cubicBezTo>
                      <a:pt x="4901" y="11939"/>
                      <a:pt x="4992" y="11945"/>
                      <a:pt x="5085" y="11945"/>
                    </a:cubicBezTo>
                    <a:cubicBezTo>
                      <a:pt x="5323" y="11945"/>
                      <a:pt x="5571" y="11901"/>
                      <a:pt x="5796" y="11780"/>
                    </a:cubicBezTo>
                    <a:cubicBezTo>
                      <a:pt x="6110" y="11613"/>
                      <a:pt x="6319" y="11320"/>
                      <a:pt x="6424" y="11048"/>
                    </a:cubicBezTo>
                    <a:cubicBezTo>
                      <a:pt x="6550" y="10776"/>
                      <a:pt x="6612" y="10504"/>
                      <a:pt x="6633" y="10253"/>
                    </a:cubicBezTo>
                    <a:cubicBezTo>
                      <a:pt x="6696" y="9730"/>
                      <a:pt x="6654" y="9249"/>
                      <a:pt x="6570" y="8788"/>
                    </a:cubicBezTo>
                    <a:cubicBezTo>
                      <a:pt x="6487" y="8328"/>
                      <a:pt x="6361" y="7889"/>
                      <a:pt x="6215" y="7491"/>
                    </a:cubicBezTo>
                    <a:cubicBezTo>
                      <a:pt x="5901" y="6696"/>
                      <a:pt x="5503" y="6026"/>
                      <a:pt x="4980" y="5524"/>
                    </a:cubicBezTo>
                    <a:cubicBezTo>
                      <a:pt x="4729" y="5273"/>
                      <a:pt x="4436" y="5064"/>
                      <a:pt x="4143" y="4959"/>
                    </a:cubicBezTo>
                    <a:cubicBezTo>
                      <a:pt x="4060" y="4918"/>
                      <a:pt x="3976" y="4897"/>
                      <a:pt x="3913" y="4876"/>
                    </a:cubicBezTo>
                    <a:cubicBezTo>
                      <a:pt x="3871" y="4876"/>
                      <a:pt x="3829" y="4855"/>
                      <a:pt x="3788" y="4855"/>
                    </a:cubicBezTo>
                    <a:cubicBezTo>
                      <a:pt x="3746" y="4855"/>
                      <a:pt x="3704" y="4834"/>
                      <a:pt x="3641" y="4834"/>
                    </a:cubicBezTo>
                    <a:cubicBezTo>
                      <a:pt x="3591" y="4828"/>
                      <a:pt x="3542" y="4826"/>
                      <a:pt x="3494" y="4826"/>
                    </a:cubicBezTo>
                    <a:cubicBezTo>
                      <a:pt x="3363" y="4826"/>
                      <a:pt x="3241" y="4845"/>
                      <a:pt x="3118" y="4876"/>
                    </a:cubicBezTo>
                    <a:cubicBezTo>
                      <a:pt x="3076" y="5085"/>
                      <a:pt x="3055" y="5273"/>
                      <a:pt x="3055" y="5462"/>
                    </a:cubicBezTo>
                    <a:cubicBezTo>
                      <a:pt x="3076" y="5650"/>
                      <a:pt x="3118" y="5775"/>
                      <a:pt x="3160" y="5901"/>
                    </a:cubicBezTo>
                    <a:cubicBezTo>
                      <a:pt x="3265" y="6152"/>
                      <a:pt x="3411" y="6340"/>
                      <a:pt x="3516" y="6466"/>
                    </a:cubicBezTo>
                    <a:cubicBezTo>
                      <a:pt x="3710" y="6718"/>
                      <a:pt x="3832" y="6845"/>
                      <a:pt x="3865" y="6845"/>
                    </a:cubicBezTo>
                    <a:cubicBezTo>
                      <a:pt x="3868" y="6845"/>
                      <a:pt x="3870" y="6844"/>
                      <a:pt x="3871" y="6842"/>
                    </a:cubicBezTo>
                    <a:cubicBezTo>
                      <a:pt x="3892" y="6822"/>
                      <a:pt x="3829" y="6654"/>
                      <a:pt x="3662" y="6361"/>
                    </a:cubicBezTo>
                    <a:cubicBezTo>
                      <a:pt x="3578" y="6215"/>
                      <a:pt x="3474" y="6047"/>
                      <a:pt x="3411" y="5817"/>
                    </a:cubicBezTo>
                    <a:cubicBezTo>
                      <a:pt x="3390" y="5713"/>
                      <a:pt x="3369" y="5587"/>
                      <a:pt x="3369" y="5482"/>
                    </a:cubicBezTo>
                    <a:cubicBezTo>
                      <a:pt x="3369" y="5378"/>
                      <a:pt x="3390" y="5294"/>
                      <a:pt x="3411" y="5210"/>
                    </a:cubicBezTo>
                    <a:cubicBezTo>
                      <a:pt x="3439" y="5203"/>
                      <a:pt x="3467" y="5201"/>
                      <a:pt x="3495" y="5201"/>
                    </a:cubicBezTo>
                    <a:cubicBezTo>
                      <a:pt x="3550" y="5201"/>
                      <a:pt x="3606" y="5210"/>
                      <a:pt x="3662" y="5210"/>
                    </a:cubicBezTo>
                    <a:cubicBezTo>
                      <a:pt x="3683" y="5231"/>
                      <a:pt x="3704" y="5231"/>
                      <a:pt x="3725" y="5231"/>
                    </a:cubicBezTo>
                    <a:cubicBezTo>
                      <a:pt x="3746" y="5231"/>
                      <a:pt x="3767" y="5252"/>
                      <a:pt x="3809" y="5252"/>
                    </a:cubicBezTo>
                    <a:cubicBezTo>
                      <a:pt x="3871" y="5273"/>
                      <a:pt x="3913" y="5294"/>
                      <a:pt x="3976" y="5336"/>
                    </a:cubicBezTo>
                    <a:cubicBezTo>
                      <a:pt x="4227" y="5441"/>
                      <a:pt x="4436" y="5608"/>
                      <a:pt x="4645" y="5838"/>
                    </a:cubicBezTo>
                    <a:cubicBezTo>
                      <a:pt x="5085" y="6298"/>
                      <a:pt x="5420" y="6947"/>
                      <a:pt x="5671" y="7679"/>
                    </a:cubicBezTo>
                    <a:cubicBezTo>
                      <a:pt x="5796" y="8056"/>
                      <a:pt x="5901" y="8454"/>
                      <a:pt x="5964" y="8872"/>
                    </a:cubicBezTo>
                    <a:cubicBezTo>
                      <a:pt x="6006" y="9291"/>
                      <a:pt x="6026" y="9730"/>
                      <a:pt x="5985" y="10169"/>
                    </a:cubicBezTo>
                    <a:cubicBezTo>
                      <a:pt x="5922" y="10588"/>
                      <a:pt x="5754" y="11006"/>
                      <a:pt x="5462" y="11153"/>
                    </a:cubicBezTo>
                    <a:cubicBezTo>
                      <a:pt x="5375" y="11199"/>
                      <a:pt x="5268" y="11220"/>
                      <a:pt x="5149" y="11220"/>
                    </a:cubicBezTo>
                    <a:cubicBezTo>
                      <a:pt x="4891" y="11220"/>
                      <a:pt x="4576" y="11122"/>
                      <a:pt x="4290" y="10964"/>
                    </a:cubicBezTo>
                    <a:cubicBezTo>
                      <a:pt x="4081" y="10860"/>
                      <a:pt x="3850" y="10713"/>
                      <a:pt x="3641" y="10567"/>
                    </a:cubicBezTo>
                    <a:cubicBezTo>
                      <a:pt x="3537" y="10504"/>
                      <a:pt x="3432" y="10420"/>
                      <a:pt x="3327" y="10337"/>
                    </a:cubicBezTo>
                    <a:cubicBezTo>
                      <a:pt x="3223" y="10253"/>
                      <a:pt x="3118" y="10169"/>
                      <a:pt x="3013" y="10086"/>
                    </a:cubicBezTo>
                    <a:cubicBezTo>
                      <a:pt x="2658" y="9751"/>
                      <a:pt x="2344" y="9291"/>
                      <a:pt x="2072" y="8809"/>
                    </a:cubicBezTo>
                    <a:cubicBezTo>
                      <a:pt x="1528" y="7826"/>
                      <a:pt x="1151" y="6675"/>
                      <a:pt x="984" y="5482"/>
                    </a:cubicBezTo>
                    <a:cubicBezTo>
                      <a:pt x="900" y="4876"/>
                      <a:pt x="879" y="4269"/>
                      <a:pt x="963" y="3662"/>
                    </a:cubicBezTo>
                    <a:cubicBezTo>
                      <a:pt x="1026" y="3055"/>
                      <a:pt x="1193" y="2469"/>
                      <a:pt x="1528" y="2009"/>
                    </a:cubicBezTo>
                    <a:cubicBezTo>
                      <a:pt x="1842" y="1528"/>
                      <a:pt x="2344" y="1193"/>
                      <a:pt x="2909" y="1047"/>
                    </a:cubicBezTo>
                    <a:cubicBezTo>
                      <a:pt x="3222" y="971"/>
                      <a:pt x="3541" y="929"/>
                      <a:pt x="3854" y="929"/>
                    </a:cubicBezTo>
                    <a:cubicBezTo>
                      <a:pt x="4147" y="929"/>
                      <a:pt x="4435" y="966"/>
                      <a:pt x="4708" y="1047"/>
                    </a:cubicBezTo>
                    <a:cubicBezTo>
                      <a:pt x="5482" y="1277"/>
                      <a:pt x="6110" y="1863"/>
                      <a:pt x="6612" y="2532"/>
                    </a:cubicBezTo>
                    <a:cubicBezTo>
                      <a:pt x="7114" y="3202"/>
                      <a:pt x="7491" y="3976"/>
                      <a:pt x="7784" y="4771"/>
                    </a:cubicBezTo>
                    <a:cubicBezTo>
                      <a:pt x="8412" y="6361"/>
                      <a:pt x="8767" y="7972"/>
                      <a:pt x="9060" y="9542"/>
                    </a:cubicBezTo>
                    <a:cubicBezTo>
                      <a:pt x="9604" y="12659"/>
                      <a:pt x="9793" y="15547"/>
                      <a:pt x="9939" y="17953"/>
                    </a:cubicBezTo>
                    <a:cubicBezTo>
                      <a:pt x="10065" y="20359"/>
                      <a:pt x="10107" y="22326"/>
                      <a:pt x="10169" y="23686"/>
                    </a:cubicBezTo>
                    <a:cubicBezTo>
                      <a:pt x="10211" y="25025"/>
                      <a:pt x="10253" y="25778"/>
                      <a:pt x="10316" y="25778"/>
                    </a:cubicBezTo>
                    <a:cubicBezTo>
                      <a:pt x="10379" y="25778"/>
                      <a:pt x="10441" y="25046"/>
                      <a:pt x="10525" y="23686"/>
                    </a:cubicBezTo>
                    <a:cubicBezTo>
                      <a:pt x="10588" y="22326"/>
                      <a:pt x="10630" y="20359"/>
                      <a:pt x="10588" y="17932"/>
                    </a:cubicBezTo>
                    <a:cubicBezTo>
                      <a:pt x="10525" y="15505"/>
                      <a:pt x="10399" y="12596"/>
                      <a:pt x="9876" y="9395"/>
                    </a:cubicBezTo>
                    <a:cubicBezTo>
                      <a:pt x="9625" y="7805"/>
                      <a:pt x="9270" y="6131"/>
                      <a:pt x="8621" y="4457"/>
                    </a:cubicBezTo>
                    <a:cubicBezTo>
                      <a:pt x="8307" y="3620"/>
                      <a:pt x="7910" y="2762"/>
                      <a:pt x="7345" y="1988"/>
                    </a:cubicBezTo>
                    <a:cubicBezTo>
                      <a:pt x="7052" y="1612"/>
                      <a:pt x="6738" y="1235"/>
                      <a:pt x="6340" y="921"/>
                    </a:cubicBezTo>
                    <a:cubicBezTo>
                      <a:pt x="5943" y="607"/>
                      <a:pt x="5482" y="335"/>
                      <a:pt x="4980" y="189"/>
                    </a:cubicBezTo>
                    <a:cubicBezTo>
                      <a:pt x="4604" y="63"/>
                      <a:pt x="4206" y="0"/>
                      <a:pt x="380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1771775" y="4794100"/>
                <a:ext cx="644475" cy="264375"/>
              </a:xfrm>
              <a:custGeom>
                <a:avLst/>
                <a:gdLst/>
                <a:ahLst/>
                <a:cxnLst/>
                <a:rect l="l" t="t" r="r" b="b"/>
                <a:pathLst>
                  <a:path w="25779" h="10575" extrusionOk="0">
                    <a:moveTo>
                      <a:pt x="5857" y="1"/>
                    </a:moveTo>
                    <a:cubicBezTo>
                      <a:pt x="4340" y="1"/>
                      <a:pt x="3075" y="45"/>
                      <a:pt x="2113" y="89"/>
                    </a:cubicBezTo>
                    <a:cubicBezTo>
                      <a:pt x="753" y="152"/>
                      <a:pt x="0" y="215"/>
                      <a:pt x="0" y="278"/>
                    </a:cubicBezTo>
                    <a:cubicBezTo>
                      <a:pt x="0" y="340"/>
                      <a:pt x="753" y="403"/>
                      <a:pt x="2113" y="445"/>
                    </a:cubicBezTo>
                    <a:cubicBezTo>
                      <a:pt x="3473" y="487"/>
                      <a:pt x="5419" y="529"/>
                      <a:pt x="7846" y="675"/>
                    </a:cubicBezTo>
                    <a:cubicBezTo>
                      <a:pt x="10253" y="801"/>
                      <a:pt x="13119" y="1010"/>
                      <a:pt x="16258" y="1554"/>
                    </a:cubicBezTo>
                    <a:cubicBezTo>
                      <a:pt x="17806" y="1826"/>
                      <a:pt x="19438" y="2203"/>
                      <a:pt x="21028" y="2809"/>
                    </a:cubicBezTo>
                    <a:cubicBezTo>
                      <a:pt x="21803" y="3123"/>
                      <a:pt x="22577" y="3500"/>
                      <a:pt x="23267" y="4002"/>
                    </a:cubicBezTo>
                    <a:cubicBezTo>
                      <a:pt x="23937" y="4483"/>
                      <a:pt x="24502" y="5132"/>
                      <a:pt x="24753" y="5885"/>
                    </a:cubicBezTo>
                    <a:cubicBezTo>
                      <a:pt x="24920" y="6471"/>
                      <a:pt x="24899" y="7099"/>
                      <a:pt x="24753" y="7685"/>
                    </a:cubicBezTo>
                    <a:cubicBezTo>
                      <a:pt x="24585" y="8271"/>
                      <a:pt x="24272" y="8752"/>
                      <a:pt x="23790" y="9087"/>
                    </a:cubicBezTo>
                    <a:cubicBezTo>
                      <a:pt x="23309" y="9400"/>
                      <a:pt x="22723" y="9589"/>
                      <a:pt x="22137" y="9651"/>
                    </a:cubicBezTo>
                    <a:cubicBezTo>
                      <a:pt x="21898" y="9676"/>
                      <a:pt x="21659" y="9688"/>
                      <a:pt x="21419" y="9688"/>
                    </a:cubicBezTo>
                    <a:cubicBezTo>
                      <a:pt x="21052" y="9688"/>
                      <a:pt x="20684" y="9660"/>
                      <a:pt x="20317" y="9610"/>
                    </a:cubicBezTo>
                    <a:cubicBezTo>
                      <a:pt x="19124" y="9442"/>
                      <a:pt x="17974" y="9066"/>
                      <a:pt x="16990" y="8543"/>
                    </a:cubicBezTo>
                    <a:cubicBezTo>
                      <a:pt x="16509" y="8271"/>
                      <a:pt x="16049" y="7957"/>
                      <a:pt x="15714" y="7580"/>
                    </a:cubicBezTo>
                    <a:cubicBezTo>
                      <a:pt x="15630" y="7496"/>
                      <a:pt x="15546" y="7392"/>
                      <a:pt x="15463" y="7287"/>
                    </a:cubicBezTo>
                    <a:cubicBezTo>
                      <a:pt x="15379" y="7182"/>
                      <a:pt x="15295" y="7078"/>
                      <a:pt x="15212" y="6973"/>
                    </a:cubicBezTo>
                    <a:cubicBezTo>
                      <a:pt x="15065" y="6743"/>
                      <a:pt x="14940" y="6534"/>
                      <a:pt x="14814" y="6325"/>
                    </a:cubicBezTo>
                    <a:cubicBezTo>
                      <a:pt x="14605" y="5885"/>
                      <a:pt x="14500" y="5425"/>
                      <a:pt x="14647" y="5153"/>
                    </a:cubicBezTo>
                    <a:cubicBezTo>
                      <a:pt x="14793" y="4860"/>
                      <a:pt x="15212" y="4693"/>
                      <a:pt x="15630" y="4630"/>
                    </a:cubicBezTo>
                    <a:cubicBezTo>
                      <a:pt x="15805" y="4604"/>
                      <a:pt x="15984" y="4592"/>
                      <a:pt x="16164" y="4592"/>
                    </a:cubicBezTo>
                    <a:cubicBezTo>
                      <a:pt x="16413" y="4592"/>
                      <a:pt x="16663" y="4614"/>
                      <a:pt x="16906" y="4651"/>
                    </a:cubicBezTo>
                    <a:cubicBezTo>
                      <a:pt x="17325" y="4714"/>
                      <a:pt x="17722" y="4818"/>
                      <a:pt x="18099" y="4944"/>
                    </a:cubicBezTo>
                    <a:cubicBezTo>
                      <a:pt x="18852" y="5195"/>
                      <a:pt x="19501" y="5530"/>
                      <a:pt x="19940" y="5948"/>
                    </a:cubicBezTo>
                    <a:cubicBezTo>
                      <a:pt x="20171" y="6157"/>
                      <a:pt x="20359" y="6387"/>
                      <a:pt x="20463" y="6618"/>
                    </a:cubicBezTo>
                    <a:cubicBezTo>
                      <a:pt x="20484" y="6680"/>
                      <a:pt x="20505" y="6743"/>
                      <a:pt x="20526" y="6806"/>
                    </a:cubicBezTo>
                    <a:cubicBezTo>
                      <a:pt x="20547" y="6827"/>
                      <a:pt x="20547" y="6869"/>
                      <a:pt x="20568" y="6890"/>
                    </a:cubicBezTo>
                    <a:cubicBezTo>
                      <a:pt x="20568" y="6910"/>
                      <a:pt x="20568" y="6931"/>
                      <a:pt x="20568" y="6952"/>
                    </a:cubicBezTo>
                    <a:cubicBezTo>
                      <a:pt x="20589" y="7015"/>
                      <a:pt x="20589" y="7099"/>
                      <a:pt x="20589" y="7182"/>
                    </a:cubicBezTo>
                    <a:cubicBezTo>
                      <a:pt x="20505" y="7224"/>
                      <a:pt x="20401" y="7245"/>
                      <a:pt x="20317" y="7245"/>
                    </a:cubicBezTo>
                    <a:cubicBezTo>
                      <a:pt x="20212" y="7245"/>
                      <a:pt x="20066" y="7224"/>
                      <a:pt x="19961" y="7203"/>
                    </a:cubicBezTo>
                    <a:cubicBezTo>
                      <a:pt x="19752" y="7141"/>
                      <a:pt x="19564" y="7036"/>
                      <a:pt x="19417" y="6952"/>
                    </a:cubicBezTo>
                    <a:cubicBezTo>
                      <a:pt x="19192" y="6814"/>
                      <a:pt x="19038" y="6732"/>
                      <a:pt x="18980" y="6732"/>
                    </a:cubicBezTo>
                    <a:cubicBezTo>
                      <a:pt x="18968" y="6732"/>
                      <a:pt x="18961" y="6736"/>
                      <a:pt x="18957" y="6743"/>
                    </a:cubicBezTo>
                    <a:cubicBezTo>
                      <a:pt x="18936" y="6764"/>
                      <a:pt x="19062" y="6890"/>
                      <a:pt x="19334" y="7099"/>
                    </a:cubicBezTo>
                    <a:cubicBezTo>
                      <a:pt x="19459" y="7203"/>
                      <a:pt x="19626" y="7350"/>
                      <a:pt x="19878" y="7454"/>
                    </a:cubicBezTo>
                    <a:cubicBezTo>
                      <a:pt x="20003" y="7496"/>
                      <a:pt x="20150" y="7538"/>
                      <a:pt x="20317" y="7538"/>
                    </a:cubicBezTo>
                    <a:cubicBezTo>
                      <a:pt x="20352" y="7542"/>
                      <a:pt x="20387" y="7544"/>
                      <a:pt x="20423" y="7544"/>
                    </a:cubicBezTo>
                    <a:cubicBezTo>
                      <a:pt x="20582" y="7544"/>
                      <a:pt x="20753" y="7510"/>
                      <a:pt x="20924" y="7475"/>
                    </a:cubicBezTo>
                    <a:cubicBezTo>
                      <a:pt x="20945" y="7329"/>
                      <a:pt x="20966" y="7141"/>
                      <a:pt x="20966" y="6952"/>
                    </a:cubicBezTo>
                    <a:cubicBezTo>
                      <a:pt x="20945" y="6910"/>
                      <a:pt x="20945" y="6869"/>
                      <a:pt x="20945" y="6806"/>
                    </a:cubicBezTo>
                    <a:cubicBezTo>
                      <a:pt x="20924" y="6764"/>
                      <a:pt x="20924" y="6743"/>
                      <a:pt x="20903" y="6701"/>
                    </a:cubicBezTo>
                    <a:cubicBezTo>
                      <a:pt x="20903" y="6618"/>
                      <a:pt x="20861" y="6534"/>
                      <a:pt x="20840" y="6471"/>
                    </a:cubicBezTo>
                    <a:cubicBezTo>
                      <a:pt x="20715" y="6157"/>
                      <a:pt x="20526" y="5885"/>
                      <a:pt x="20275" y="5613"/>
                    </a:cubicBezTo>
                    <a:cubicBezTo>
                      <a:pt x="19773" y="5111"/>
                      <a:pt x="19082" y="4693"/>
                      <a:pt x="18287" y="4400"/>
                    </a:cubicBezTo>
                    <a:cubicBezTo>
                      <a:pt x="17890" y="4253"/>
                      <a:pt x="17471" y="4128"/>
                      <a:pt x="17011" y="4044"/>
                    </a:cubicBezTo>
                    <a:cubicBezTo>
                      <a:pt x="16674" y="3983"/>
                      <a:pt x="16326" y="3944"/>
                      <a:pt x="15958" y="3944"/>
                    </a:cubicBezTo>
                    <a:cubicBezTo>
                      <a:pt x="15824" y="3944"/>
                      <a:pt x="15687" y="3949"/>
                      <a:pt x="15546" y="3960"/>
                    </a:cubicBezTo>
                    <a:cubicBezTo>
                      <a:pt x="15274" y="4002"/>
                      <a:pt x="15002" y="4044"/>
                      <a:pt x="14730" y="4169"/>
                    </a:cubicBezTo>
                    <a:cubicBezTo>
                      <a:pt x="14479" y="4295"/>
                      <a:pt x="14186" y="4504"/>
                      <a:pt x="14019" y="4818"/>
                    </a:cubicBezTo>
                    <a:cubicBezTo>
                      <a:pt x="13852" y="5132"/>
                      <a:pt x="13831" y="5488"/>
                      <a:pt x="13872" y="5781"/>
                    </a:cubicBezTo>
                    <a:cubicBezTo>
                      <a:pt x="13914" y="6094"/>
                      <a:pt x="14019" y="6387"/>
                      <a:pt x="14145" y="6659"/>
                    </a:cubicBezTo>
                    <a:cubicBezTo>
                      <a:pt x="14270" y="6910"/>
                      <a:pt x="14417" y="7162"/>
                      <a:pt x="14584" y="7413"/>
                    </a:cubicBezTo>
                    <a:cubicBezTo>
                      <a:pt x="14668" y="7517"/>
                      <a:pt x="14751" y="7643"/>
                      <a:pt x="14835" y="7768"/>
                    </a:cubicBezTo>
                    <a:cubicBezTo>
                      <a:pt x="14940" y="7873"/>
                      <a:pt x="15023" y="7978"/>
                      <a:pt x="15128" y="8103"/>
                    </a:cubicBezTo>
                    <a:cubicBezTo>
                      <a:pt x="15546" y="8584"/>
                      <a:pt x="16049" y="8940"/>
                      <a:pt x="16593" y="9254"/>
                    </a:cubicBezTo>
                    <a:cubicBezTo>
                      <a:pt x="17660" y="9861"/>
                      <a:pt x="18894" y="10279"/>
                      <a:pt x="20191" y="10467"/>
                    </a:cubicBezTo>
                    <a:cubicBezTo>
                      <a:pt x="20615" y="10534"/>
                      <a:pt x="21039" y="10575"/>
                      <a:pt x="21474" y="10575"/>
                    </a:cubicBezTo>
                    <a:cubicBezTo>
                      <a:pt x="21725" y="10575"/>
                      <a:pt x="21981" y="10561"/>
                      <a:pt x="22242" y="10530"/>
                    </a:cubicBezTo>
                    <a:cubicBezTo>
                      <a:pt x="22932" y="10447"/>
                      <a:pt x="23665" y="10258"/>
                      <a:pt x="24292" y="9819"/>
                    </a:cubicBezTo>
                    <a:cubicBezTo>
                      <a:pt x="24627" y="9610"/>
                      <a:pt x="24899" y="9317"/>
                      <a:pt x="25129" y="9003"/>
                    </a:cubicBezTo>
                    <a:cubicBezTo>
                      <a:pt x="25360" y="8668"/>
                      <a:pt x="25527" y="8312"/>
                      <a:pt x="25632" y="7936"/>
                    </a:cubicBezTo>
                    <a:cubicBezTo>
                      <a:pt x="25715" y="7559"/>
                      <a:pt x="25778" y="7182"/>
                      <a:pt x="25778" y="6785"/>
                    </a:cubicBezTo>
                    <a:cubicBezTo>
                      <a:pt x="25778" y="6408"/>
                      <a:pt x="25736" y="6011"/>
                      <a:pt x="25611" y="5634"/>
                    </a:cubicBezTo>
                    <a:cubicBezTo>
                      <a:pt x="25464" y="5111"/>
                      <a:pt x="25192" y="4672"/>
                      <a:pt x="24878" y="4274"/>
                    </a:cubicBezTo>
                    <a:cubicBezTo>
                      <a:pt x="24564" y="3877"/>
                      <a:pt x="24188" y="3542"/>
                      <a:pt x="23790" y="3270"/>
                    </a:cubicBezTo>
                    <a:cubicBezTo>
                      <a:pt x="23016" y="2705"/>
                      <a:pt x="22179" y="2307"/>
                      <a:pt x="21342" y="1973"/>
                    </a:cubicBezTo>
                    <a:cubicBezTo>
                      <a:pt x="19668" y="1345"/>
                      <a:pt x="17994" y="989"/>
                      <a:pt x="16404" y="717"/>
                    </a:cubicBezTo>
                    <a:cubicBezTo>
                      <a:pt x="13203" y="215"/>
                      <a:pt x="10295" y="68"/>
                      <a:pt x="7867" y="27"/>
                    </a:cubicBezTo>
                    <a:cubicBezTo>
                      <a:pt x="7157" y="8"/>
                      <a:pt x="6485" y="1"/>
                      <a:pt x="58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1840825" y="4319275"/>
                <a:ext cx="363550" cy="385675"/>
              </a:xfrm>
              <a:custGeom>
                <a:avLst/>
                <a:gdLst/>
                <a:ahLst/>
                <a:cxnLst/>
                <a:rect l="l" t="t" r="r" b="b"/>
                <a:pathLst>
                  <a:path w="14542" h="15427" extrusionOk="0">
                    <a:moveTo>
                      <a:pt x="2071" y="0"/>
                    </a:moveTo>
                    <a:cubicBezTo>
                      <a:pt x="1904" y="147"/>
                      <a:pt x="1737" y="314"/>
                      <a:pt x="1590" y="481"/>
                    </a:cubicBezTo>
                    <a:cubicBezTo>
                      <a:pt x="1548" y="502"/>
                      <a:pt x="1507" y="565"/>
                      <a:pt x="1465" y="607"/>
                    </a:cubicBezTo>
                    <a:lnTo>
                      <a:pt x="1360" y="711"/>
                    </a:lnTo>
                    <a:cubicBezTo>
                      <a:pt x="1318" y="774"/>
                      <a:pt x="1276" y="816"/>
                      <a:pt x="1255" y="879"/>
                    </a:cubicBezTo>
                    <a:cubicBezTo>
                      <a:pt x="1088" y="1067"/>
                      <a:pt x="963" y="1297"/>
                      <a:pt x="858" y="1507"/>
                    </a:cubicBezTo>
                    <a:cubicBezTo>
                      <a:pt x="628" y="1946"/>
                      <a:pt x="460" y="2385"/>
                      <a:pt x="335" y="2846"/>
                    </a:cubicBezTo>
                    <a:cubicBezTo>
                      <a:pt x="105" y="3724"/>
                      <a:pt x="42" y="4603"/>
                      <a:pt x="21" y="5419"/>
                    </a:cubicBezTo>
                    <a:cubicBezTo>
                      <a:pt x="0" y="7072"/>
                      <a:pt x="188" y="8516"/>
                      <a:pt x="398" y="9709"/>
                    </a:cubicBezTo>
                    <a:cubicBezTo>
                      <a:pt x="607" y="10922"/>
                      <a:pt x="816" y="11864"/>
                      <a:pt x="983" y="12533"/>
                    </a:cubicBezTo>
                    <a:cubicBezTo>
                      <a:pt x="1151" y="13182"/>
                      <a:pt x="1276" y="13538"/>
                      <a:pt x="1339" y="13538"/>
                    </a:cubicBezTo>
                    <a:cubicBezTo>
                      <a:pt x="1402" y="13517"/>
                      <a:pt x="1381" y="13140"/>
                      <a:pt x="1339" y="12471"/>
                    </a:cubicBezTo>
                    <a:cubicBezTo>
                      <a:pt x="1276" y="11801"/>
                      <a:pt x="1151" y="10818"/>
                      <a:pt x="1025" y="9625"/>
                    </a:cubicBezTo>
                    <a:cubicBezTo>
                      <a:pt x="900" y="8432"/>
                      <a:pt x="774" y="7009"/>
                      <a:pt x="858" y="5461"/>
                    </a:cubicBezTo>
                    <a:cubicBezTo>
                      <a:pt x="879" y="4687"/>
                      <a:pt x="983" y="3871"/>
                      <a:pt x="1193" y="3076"/>
                    </a:cubicBezTo>
                    <a:cubicBezTo>
                      <a:pt x="1318" y="2678"/>
                      <a:pt x="1465" y="2281"/>
                      <a:pt x="1653" y="1925"/>
                    </a:cubicBezTo>
                    <a:cubicBezTo>
                      <a:pt x="1737" y="1758"/>
                      <a:pt x="1862" y="1569"/>
                      <a:pt x="1967" y="1402"/>
                    </a:cubicBezTo>
                    <a:cubicBezTo>
                      <a:pt x="2009" y="1381"/>
                      <a:pt x="2030" y="1339"/>
                      <a:pt x="2071" y="1297"/>
                    </a:cubicBezTo>
                    <a:lnTo>
                      <a:pt x="2071" y="1276"/>
                    </a:lnTo>
                    <a:lnTo>
                      <a:pt x="2113" y="1318"/>
                    </a:lnTo>
                    <a:cubicBezTo>
                      <a:pt x="2155" y="1360"/>
                      <a:pt x="2197" y="1402"/>
                      <a:pt x="2239" y="1444"/>
                    </a:cubicBezTo>
                    <a:cubicBezTo>
                      <a:pt x="2302" y="1527"/>
                      <a:pt x="2364" y="1611"/>
                      <a:pt x="2448" y="1716"/>
                    </a:cubicBezTo>
                    <a:cubicBezTo>
                      <a:pt x="2574" y="1883"/>
                      <a:pt x="2699" y="2051"/>
                      <a:pt x="2825" y="2239"/>
                    </a:cubicBezTo>
                    <a:cubicBezTo>
                      <a:pt x="3055" y="2595"/>
                      <a:pt x="3264" y="2992"/>
                      <a:pt x="3432" y="3369"/>
                    </a:cubicBezTo>
                    <a:cubicBezTo>
                      <a:pt x="3787" y="4164"/>
                      <a:pt x="4017" y="4959"/>
                      <a:pt x="4143" y="5733"/>
                    </a:cubicBezTo>
                    <a:cubicBezTo>
                      <a:pt x="4415" y="7281"/>
                      <a:pt x="4289" y="8746"/>
                      <a:pt x="3913" y="9876"/>
                    </a:cubicBezTo>
                    <a:cubicBezTo>
                      <a:pt x="3641" y="10734"/>
                      <a:pt x="3222" y="11382"/>
                      <a:pt x="2846" y="11864"/>
                    </a:cubicBezTo>
                    <a:cubicBezTo>
                      <a:pt x="2490" y="12136"/>
                      <a:pt x="2239" y="12429"/>
                      <a:pt x="2030" y="12701"/>
                    </a:cubicBezTo>
                    <a:cubicBezTo>
                      <a:pt x="1820" y="12889"/>
                      <a:pt x="1695" y="12994"/>
                      <a:pt x="1716" y="13015"/>
                    </a:cubicBezTo>
                    <a:cubicBezTo>
                      <a:pt x="1716" y="13035"/>
                      <a:pt x="1758" y="13035"/>
                      <a:pt x="1799" y="13035"/>
                    </a:cubicBezTo>
                    <a:cubicBezTo>
                      <a:pt x="1548" y="13433"/>
                      <a:pt x="1465" y="13705"/>
                      <a:pt x="1507" y="13726"/>
                    </a:cubicBezTo>
                    <a:cubicBezTo>
                      <a:pt x="1510" y="13728"/>
                      <a:pt x="1514" y="13729"/>
                      <a:pt x="1519" y="13729"/>
                    </a:cubicBezTo>
                    <a:cubicBezTo>
                      <a:pt x="1594" y="13729"/>
                      <a:pt x="1806" y="13407"/>
                      <a:pt x="2260" y="12973"/>
                    </a:cubicBezTo>
                    <a:cubicBezTo>
                      <a:pt x="2741" y="12491"/>
                      <a:pt x="3536" y="11906"/>
                      <a:pt x="4666" y="11529"/>
                    </a:cubicBezTo>
                    <a:cubicBezTo>
                      <a:pt x="5393" y="11300"/>
                      <a:pt x="6249" y="11158"/>
                      <a:pt x="7186" y="11158"/>
                    </a:cubicBezTo>
                    <a:cubicBezTo>
                      <a:pt x="7705" y="11158"/>
                      <a:pt x="8249" y="11202"/>
                      <a:pt x="8809" y="11299"/>
                    </a:cubicBezTo>
                    <a:cubicBezTo>
                      <a:pt x="9583" y="11424"/>
                      <a:pt x="10378" y="11655"/>
                      <a:pt x="11152" y="12010"/>
                    </a:cubicBezTo>
                    <a:cubicBezTo>
                      <a:pt x="11550" y="12178"/>
                      <a:pt x="11927" y="12387"/>
                      <a:pt x="12303" y="12617"/>
                    </a:cubicBezTo>
                    <a:cubicBezTo>
                      <a:pt x="12471" y="12743"/>
                      <a:pt x="12659" y="12868"/>
                      <a:pt x="12826" y="13015"/>
                    </a:cubicBezTo>
                    <a:cubicBezTo>
                      <a:pt x="12910" y="13077"/>
                      <a:pt x="12994" y="13140"/>
                      <a:pt x="13077" y="13224"/>
                    </a:cubicBezTo>
                    <a:cubicBezTo>
                      <a:pt x="13119" y="13245"/>
                      <a:pt x="13161" y="13287"/>
                      <a:pt x="13203" y="13328"/>
                    </a:cubicBezTo>
                    <a:lnTo>
                      <a:pt x="13245" y="13370"/>
                    </a:lnTo>
                    <a:cubicBezTo>
                      <a:pt x="13203" y="13412"/>
                      <a:pt x="13161" y="13433"/>
                      <a:pt x="13119" y="13475"/>
                    </a:cubicBezTo>
                    <a:cubicBezTo>
                      <a:pt x="12952" y="13600"/>
                      <a:pt x="12784" y="13705"/>
                      <a:pt x="12617" y="13789"/>
                    </a:cubicBezTo>
                    <a:cubicBezTo>
                      <a:pt x="12240" y="13998"/>
                      <a:pt x="11864" y="14144"/>
                      <a:pt x="11466" y="14249"/>
                    </a:cubicBezTo>
                    <a:cubicBezTo>
                      <a:pt x="10671" y="14458"/>
                      <a:pt x="9855" y="14563"/>
                      <a:pt x="9081" y="14605"/>
                    </a:cubicBezTo>
                    <a:cubicBezTo>
                      <a:pt x="8793" y="14616"/>
                      <a:pt x="8510" y="14621"/>
                      <a:pt x="8232" y="14621"/>
                    </a:cubicBezTo>
                    <a:cubicBezTo>
                      <a:pt x="6997" y="14621"/>
                      <a:pt x="5870" y="14519"/>
                      <a:pt x="4896" y="14416"/>
                    </a:cubicBezTo>
                    <a:cubicBezTo>
                      <a:pt x="3704" y="14312"/>
                      <a:pt x="2741" y="14186"/>
                      <a:pt x="2071" y="14123"/>
                    </a:cubicBezTo>
                    <a:cubicBezTo>
                      <a:pt x="1737" y="14092"/>
                      <a:pt x="1475" y="14076"/>
                      <a:pt x="1295" y="14076"/>
                    </a:cubicBezTo>
                    <a:cubicBezTo>
                      <a:pt x="1114" y="14076"/>
                      <a:pt x="1015" y="14092"/>
                      <a:pt x="1004" y="14123"/>
                    </a:cubicBezTo>
                    <a:cubicBezTo>
                      <a:pt x="1004" y="14186"/>
                      <a:pt x="1360" y="14291"/>
                      <a:pt x="2009" y="14458"/>
                    </a:cubicBezTo>
                    <a:cubicBezTo>
                      <a:pt x="2657" y="14626"/>
                      <a:pt x="3620" y="14856"/>
                      <a:pt x="4812" y="15065"/>
                    </a:cubicBezTo>
                    <a:cubicBezTo>
                      <a:pt x="5920" y="15237"/>
                      <a:pt x="7219" y="15426"/>
                      <a:pt x="8678" y="15426"/>
                    </a:cubicBezTo>
                    <a:cubicBezTo>
                      <a:pt x="8818" y="15426"/>
                      <a:pt x="8959" y="15424"/>
                      <a:pt x="9102" y="15421"/>
                    </a:cubicBezTo>
                    <a:cubicBezTo>
                      <a:pt x="9939" y="15421"/>
                      <a:pt x="10797" y="15337"/>
                      <a:pt x="11696" y="15107"/>
                    </a:cubicBezTo>
                    <a:cubicBezTo>
                      <a:pt x="12136" y="14981"/>
                      <a:pt x="12596" y="14835"/>
                      <a:pt x="13035" y="14605"/>
                    </a:cubicBezTo>
                    <a:cubicBezTo>
                      <a:pt x="13245" y="14479"/>
                      <a:pt x="13454" y="14354"/>
                      <a:pt x="13663" y="14207"/>
                    </a:cubicBezTo>
                    <a:cubicBezTo>
                      <a:pt x="13726" y="14165"/>
                      <a:pt x="13768" y="14123"/>
                      <a:pt x="13810" y="14082"/>
                    </a:cubicBezTo>
                    <a:lnTo>
                      <a:pt x="13935" y="13977"/>
                    </a:lnTo>
                    <a:cubicBezTo>
                      <a:pt x="13977" y="13935"/>
                      <a:pt x="14019" y="13914"/>
                      <a:pt x="14061" y="13872"/>
                    </a:cubicBezTo>
                    <a:cubicBezTo>
                      <a:pt x="14228" y="13705"/>
                      <a:pt x="14375" y="13538"/>
                      <a:pt x="14542" y="13391"/>
                    </a:cubicBezTo>
                    <a:cubicBezTo>
                      <a:pt x="14375" y="13203"/>
                      <a:pt x="14207" y="13035"/>
                      <a:pt x="14040" y="12847"/>
                    </a:cubicBezTo>
                    <a:cubicBezTo>
                      <a:pt x="13998" y="12805"/>
                      <a:pt x="13956" y="12763"/>
                      <a:pt x="13914" y="12722"/>
                    </a:cubicBezTo>
                    <a:lnTo>
                      <a:pt x="13831" y="12659"/>
                    </a:lnTo>
                    <a:cubicBezTo>
                      <a:pt x="13768" y="12617"/>
                      <a:pt x="13726" y="12575"/>
                      <a:pt x="13684" y="12533"/>
                    </a:cubicBezTo>
                    <a:cubicBezTo>
                      <a:pt x="13579" y="12450"/>
                      <a:pt x="13496" y="12366"/>
                      <a:pt x="13391" y="12282"/>
                    </a:cubicBezTo>
                    <a:cubicBezTo>
                      <a:pt x="13203" y="12136"/>
                      <a:pt x="12994" y="11989"/>
                      <a:pt x="12784" y="11864"/>
                    </a:cubicBezTo>
                    <a:cubicBezTo>
                      <a:pt x="12366" y="11592"/>
                      <a:pt x="11947" y="11382"/>
                      <a:pt x="11508" y="11194"/>
                    </a:cubicBezTo>
                    <a:cubicBezTo>
                      <a:pt x="10650" y="10818"/>
                      <a:pt x="9771" y="10587"/>
                      <a:pt x="8934" y="10462"/>
                    </a:cubicBezTo>
                    <a:cubicBezTo>
                      <a:pt x="8466" y="10398"/>
                      <a:pt x="8005" y="10368"/>
                      <a:pt x="7559" y="10368"/>
                    </a:cubicBezTo>
                    <a:cubicBezTo>
                      <a:pt x="6391" y="10368"/>
                      <a:pt x="5320" y="10574"/>
                      <a:pt x="4457" y="10922"/>
                    </a:cubicBezTo>
                    <a:cubicBezTo>
                      <a:pt x="4289" y="10985"/>
                      <a:pt x="4143" y="11069"/>
                      <a:pt x="3976" y="11131"/>
                    </a:cubicBezTo>
                    <a:cubicBezTo>
                      <a:pt x="4185" y="10818"/>
                      <a:pt x="4373" y="10483"/>
                      <a:pt x="4520" y="10085"/>
                    </a:cubicBezTo>
                    <a:cubicBezTo>
                      <a:pt x="5001" y="8872"/>
                      <a:pt x="5210" y="7302"/>
                      <a:pt x="4980" y="5608"/>
                    </a:cubicBezTo>
                    <a:cubicBezTo>
                      <a:pt x="4854" y="4750"/>
                      <a:pt x="4624" y="3871"/>
                      <a:pt x="4248" y="3013"/>
                    </a:cubicBezTo>
                    <a:cubicBezTo>
                      <a:pt x="4059" y="2595"/>
                      <a:pt x="3850" y="2155"/>
                      <a:pt x="3578" y="1758"/>
                    </a:cubicBezTo>
                    <a:cubicBezTo>
                      <a:pt x="3452" y="1548"/>
                      <a:pt x="3306" y="1339"/>
                      <a:pt x="3160" y="1151"/>
                    </a:cubicBezTo>
                    <a:cubicBezTo>
                      <a:pt x="3076" y="1046"/>
                      <a:pt x="3013" y="942"/>
                      <a:pt x="2929" y="858"/>
                    </a:cubicBezTo>
                    <a:cubicBezTo>
                      <a:pt x="2888" y="816"/>
                      <a:pt x="2846" y="753"/>
                      <a:pt x="2804" y="711"/>
                    </a:cubicBezTo>
                    <a:lnTo>
                      <a:pt x="2720" y="628"/>
                    </a:lnTo>
                    <a:cubicBezTo>
                      <a:pt x="2678" y="586"/>
                      <a:pt x="2636" y="544"/>
                      <a:pt x="2595" y="502"/>
                    </a:cubicBezTo>
                    <a:cubicBezTo>
                      <a:pt x="2427" y="335"/>
                      <a:pt x="2239" y="167"/>
                      <a:pt x="207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9" name="Google Shape;109;p2"/>
          <p:cNvSpPr txBox="1">
            <a:spLocks noGrp="1"/>
          </p:cNvSpPr>
          <p:nvPr>
            <p:ph type="subTitle" idx="1"/>
          </p:nvPr>
        </p:nvSpPr>
        <p:spPr>
          <a:xfrm>
            <a:off x="713225" y="3582461"/>
            <a:ext cx="45720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0" name="Google Shape;110;p2"/>
          <p:cNvSpPr txBox="1">
            <a:spLocks noGrp="1"/>
          </p:cNvSpPr>
          <p:nvPr>
            <p:ph type="ctrTitle"/>
          </p:nvPr>
        </p:nvSpPr>
        <p:spPr>
          <a:xfrm>
            <a:off x="713225" y="1478325"/>
            <a:ext cx="6843600" cy="17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6500" b="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3"/>
          <p:cNvGrpSpPr/>
          <p:nvPr/>
        </p:nvGrpSpPr>
        <p:grpSpPr>
          <a:xfrm>
            <a:off x="164188" y="144463"/>
            <a:ext cx="8815625" cy="4854575"/>
            <a:chOff x="164188" y="144463"/>
            <a:chExt cx="8815625" cy="4854575"/>
          </a:xfrm>
        </p:grpSpPr>
        <p:grpSp>
          <p:nvGrpSpPr>
            <p:cNvPr id="113" name="Google Shape;113;p3"/>
            <p:cNvGrpSpPr/>
            <p:nvPr/>
          </p:nvGrpSpPr>
          <p:grpSpPr>
            <a:xfrm>
              <a:off x="164188" y="144463"/>
              <a:ext cx="8815625" cy="4854575"/>
              <a:chOff x="164188" y="144463"/>
              <a:chExt cx="8815625" cy="4854575"/>
            </a:xfrm>
          </p:grpSpPr>
          <p:grpSp>
            <p:nvGrpSpPr>
              <p:cNvPr id="114" name="Google Shape;114;p3"/>
              <p:cNvGrpSpPr/>
              <p:nvPr/>
            </p:nvGrpSpPr>
            <p:grpSpPr>
              <a:xfrm>
                <a:off x="164188" y="144463"/>
                <a:ext cx="8815625" cy="4854575"/>
                <a:chOff x="164450" y="139620"/>
                <a:chExt cx="8815625" cy="4854575"/>
              </a:xfrm>
            </p:grpSpPr>
            <p:grpSp>
              <p:nvGrpSpPr>
                <p:cNvPr id="115" name="Google Shape;115;p3"/>
                <p:cNvGrpSpPr/>
                <p:nvPr/>
              </p:nvGrpSpPr>
              <p:grpSpPr>
                <a:xfrm>
                  <a:off x="8045300" y="4060595"/>
                  <a:ext cx="934775" cy="933400"/>
                  <a:chOff x="5237250" y="4107325"/>
                  <a:chExt cx="934775" cy="933400"/>
                </a:xfrm>
              </p:grpSpPr>
              <p:sp>
                <p:nvSpPr>
                  <p:cNvPr id="116" name="Google Shape;116;p3"/>
                  <p:cNvSpPr/>
                  <p:nvPr/>
                </p:nvSpPr>
                <p:spPr>
                  <a:xfrm>
                    <a:off x="5386850" y="4136700"/>
                    <a:ext cx="498000" cy="618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20" h="24754" extrusionOk="0">
                        <a:moveTo>
                          <a:pt x="19355" y="1"/>
                        </a:moveTo>
                        <a:cubicBezTo>
                          <a:pt x="19041" y="1"/>
                          <a:pt x="18790" y="9751"/>
                          <a:pt x="18790" y="21782"/>
                        </a:cubicBezTo>
                        <a:lnTo>
                          <a:pt x="18790" y="22996"/>
                        </a:lnTo>
                        <a:lnTo>
                          <a:pt x="18790" y="23603"/>
                        </a:lnTo>
                        <a:cubicBezTo>
                          <a:pt x="18790" y="23623"/>
                          <a:pt x="18790" y="23623"/>
                          <a:pt x="18790" y="23623"/>
                        </a:cubicBezTo>
                        <a:lnTo>
                          <a:pt x="15400" y="23644"/>
                        </a:lnTo>
                        <a:lnTo>
                          <a:pt x="11738" y="23686"/>
                        </a:lnTo>
                        <a:cubicBezTo>
                          <a:pt x="9416" y="23728"/>
                          <a:pt x="7324" y="23770"/>
                          <a:pt x="5587" y="23812"/>
                        </a:cubicBezTo>
                        <a:cubicBezTo>
                          <a:pt x="2114" y="23916"/>
                          <a:pt x="0" y="24042"/>
                          <a:pt x="0" y="24188"/>
                        </a:cubicBezTo>
                        <a:cubicBezTo>
                          <a:pt x="0" y="24335"/>
                          <a:pt x="2114" y="24481"/>
                          <a:pt x="5587" y="24565"/>
                        </a:cubicBezTo>
                        <a:cubicBezTo>
                          <a:pt x="7324" y="24628"/>
                          <a:pt x="9416" y="24670"/>
                          <a:pt x="11738" y="24691"/>
                        </a:cubicBezTo>
                        <a:lnTo>
                          <a:pt x="15400" y="24732"/>
                        </a:lnTo>
                        <a:lnTo>
                          <a:pt x="19920" y="24753"/>
                        </a:lnTo>
                        <a:lnTo>
                          <a:pt x="19920" y="21782"/>
                        </a:lnTo>
                        <a:cubicBezTo>
                          <a:pt x="19920" y="9751"/>
                          <a:pt x="19668" y="1"/>
                          <a:pt x="19355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" name="Google Shape;117;p3"/>
                  <p:cNvSpPr/>
                  <p:nvPr/>
                </p:nvSpPr>
                <p:spPr>
                  <a:xfrm>
                    <a:off x="5905750" y="4107325"/>
                    <a:ext cx="266275" cy="644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51" h="25761" extrusionOk="0">
                        <a:moveTo>
                          <a:pt x="6677" y="0"/>
                        </a:moveTo>
                        <a:cubicBezTo>
                          <a:pt x="6344" y="0"/>
                          <a:pt x="5997" y="62"/>
                          <a:pt x="5650" y="171"/>
                        </a:cubicBezTo>
                        <a:cubicBezTo>
                          <a:pt x="5148" y="318"/>
                          <a:pt x="4687" y="590"/>
                          <a:pt x="4311" y="904"/>
                        </a:cubicBezTo>
                        <a:cubicBezTo>
                          <a:pt x="3913" y="1218"/>
                          <a:pt x="3578" y="1594"/>
                          <a:pt x="3306" y="1971"/>
                        </a:cubicBezTo>
                        <a:cubicBezTo>
                          <a:pt x="2741" y="2766"/>
                          <a:pt x="2344" y="3603"/>
                          <a:pt x="2009" y="4440"/>
                        </a:cubicBezTo>
                        <a:cubicBezTo>
                          <a:pt x="1381" y="6114"/>
                          <a:pt x="1026" y="7788"/>
                          <a:pt x="754" y="9378"/>
                        </a:cubicBezTo>
                        <a:cubicBezTo>
                          <a:pt x="252" y="12579"/>
                          <a:pt x="105" y="15487"/>
                          <a:pt x="63" y="17915"/>
                        </a:cubicBezTo>
                        <a:cubicBezTo>
                          <a:pt x="0" y="20342"/>
                          <a:pt x="63" y="22309"/>
                          <a:pt x="126" y="23669"/>
                        </a:cubicBezTo>
                        <a:cubicBezTo>
                          <a:pt x="189" y="25029"/>
                          <a:pt x="252" y="25761"/>
                          <a:pt x="314" y="25761"/>
                        </a:cubicBezTo>
                        <a:cubicBezTo>
                          <a:pt x="377" y="25761"/>
                          <a:pt x="440" y="25029"/>
                          <a:pt x="482" y="23669"/>
                        </a:cubicBezTo>
                        <a:cubicBezTo>
                          <a:pt x="524" y="22309"/>
                          <a:pt x="565" y="20342"/>
                          <a:pt x="691" y="17936"/>
                        </a:cubicBezTo>
                        <a:cubicBezTo>
                          <a:pt x="837" y="15529"/>
                          <a:pt x="1047" y="12642"/>
                          <a:pt x="1591" y="9524"/>
                        </a:cubicBezTo>
                        <a:cubicBezTo>
                          <a:pt x="1863" y="7976"/>
                          <a:pt x="2239" y="6344"/>
                          <a:pt x="2846" y="4754"/>
                        </a:cubicBezTo>
                        <a:cubicBezTo>
                          <a:pt x="3160" y="3979"/>
                          <a:pt x="3537" y="3184"/>
                          <a:pt x="4039" y="2515"/>
                        </a:cubicBezTo>
                        <a:cubicBezTo>
                          <a:pt x="4520" y="1845"/>
                          <a:pt x="5169" y="1259"/>
                          <a:pt x="5922" y="1029"/>
                        </a:cubicBezTo>
                        <a:cubicBezTo>
                          <a:pt x="6205" y="948"/>
                          <a:pt x="6498" y="911"/>
                          <a:pt x="6791" y="911"/>
                        </a:cubicBezTo>
                        <a:cubicBezTo>
                          <a:pt x="7105" y="911"/>
                          <a:pt x="7419" y="954"/>
                          <a:pt x="7721" y="1029"/>
                        </a:cubicBezTo>
                        <a:cubicBezTo>
                          <a:pt x="8307" y="1176"/>
                          <a:pt x="8788" y="1510"/>
                          <a:pt x="9102" y="1992"/>
                        </a:cubicBezTo>
                        <a:cubicBezTo>
                          <a:pt x="9437" y="2452"/>
                          <a:pt x="9604" y="3038"/>
                          <a:pt x="9688" y="3645"/>
                        </a:cubicBezTo>
                        <a:cubicBezTo>
                          <a:pt x="9751" y="4251"/>
                          <a:pt x="9730" y="4858"/>
                          <a:pt x="9646" y="5465"/>
                        </a:cubicBezTo>
                        <a:cubicBezTo>
                          <a:pt x="9479" y="6658"/>
                          <a:pt x="9102" y="7808"/>
                          <a:pt x="8558" y="8792"/>
                        </a:cubicBezTo>
                        <a:cubicBezTo>
                          <a:pt x="8307" y="9273"/>
                          <a:pt x="7993" y="9733"/>
                          <a:pt x="7617" y="10068"/>
                        </a:cubicBezTo>
                        <a:cubicBezTo>
                          <a:pt x="7533" y="10152"/>
                          <a:pt x="7428" y="10236"/>
                          <a:pt x="7324" y="10319"/>
                        </a:cubicBezTo>
                        <a:cubicBezTo>
                          <a:pt x="7219" y="10403"/>
                          <a:pt x="7114" y="10487"/>
                          <a:pt x="7010" y="10549"/>
                        </a:cubicBezTo>
                        <a:cubicBezTo>
                          <a:pt x="6780" y="10717"/>
                          <a:pt x="6570" y="10842"/>
                          <a:pt x="6361" y="10947"/>
                        </a:cubicBezTo>
                        <a:cubicBezTo>
                          <a:pt x="6061" y="11104"/>
                          <a:pt x="5751" y="11203"/>
                          <a:pt x="5498" y="11203"/>
                        </a:cubicBezTo>
                        <a:cubicBezTo>
                          <a:pt x="5381" y="11203"/>
                          <a:pt x="5276" y="11182"/>
                          <a:pt x="5190" y="11135"/>
                        </a:cubicBezTo>
                        <a:cubicBezTo>
                          <a:pt x="4897" y="10989"/>
                          <a:pt x="4729" y="10570"/>
                          <a:pt x="4666" y="10152"/>
                        </a:cubicBezTo>
                        <a:cubicBezTo>
                          <a:pt x="4604" y="9733"/>
                          <a:pt x="4625" y="9294"/>
                          <a:pt x="4687" y="8876"/>
                        </a:cubicBezTo>
                        <a:cubicBezTo>
                          <a:pt x="4750" y="8457"/>
                          <a:pt x="4855" y="8039"/>
                          <a:pt x="4959" y="7683"/>
                        </a:cubicBezTo>
                        <a:cubicBezTo>
                          <a:pt x="5210" y="6930"/>
                          <a:pt x="5566" y="6281"/>
                          <a:pt x="5985" y="5821"/>
                        </a:cubicBezTo>
                        <a:cubicBezTo>
                          <a:pt x="6194" y="5591"/>
                          <a:pt x="6424" y="5423"/>
                          <a:pt x="6654" y="5319"/>
                        </a:cubicBezTo>
                        <a:cubicBezTo>
                          <a:pt x="6717" y="5277"/>
                          <a:pt x="6780" y="5256"/>
                          <a:pt x="6842" y="5235"/>
                        </a:cubicBezTo>
                        <a:cubicBezTo>
                          <a:pt x="6863" y="5235"/>
                          <a:pt x="6905" y="5214"/>
                          <a:pt x="6926" y="5214"/>
                        </a:cubicBezTo>
                        <a:lnTo>
                          <a:pt x="6989" y="5214"/>
                        </a:lnTo>
                        <a:cubicBezTo>
                          <a:pt x="7033" y="5199"/>
                          <a:pt x="7088" y="5184"/>
                          <a:pt x="7146" y="5184"/>
                        </a:cubicBezTo>
                        <a:cubicBezTo>
                          <a:pt x="7170" y="5184"/>
                          <a:pt x="7195" y="5187"/>
                          <a:pt x="7219" y="5193"/>
                        </a:cubicBezTo>
                        <a:cubicBezTo>
                          <a:pt x="7240" y="5277"/>
                          <a:pt x="7261" y="5381"/>
                          <a:pt x="7282" y="5465"/>
                        </a:cubicBezTo>
                        <a:cubicBezTo>
                          <a:pt x="7282" y="5570"/>
                          <a:pt x="7261" y="5695"/>
                          <a:pt x="7219" y="5800"/>
                        </a:cubicBezTo>
                        <a:cubicBezTo>
                          <a:pt x="7177" y="6030"/>
                          <a:pt x="7073" y="6197"/>
                          <a:pt x="6989" y="6344"/>
                        </a:cubicBezTo>
                        <a:cubicBezTo>
                          <a:pt x="6822" y="6637"/>
                          <a:pt x="6738" y="6804"/>
                          <a:pt x="6759" y="6825"/>
                        </a:cubicBezTo>
                        <a:cubicBezTo>
                          <a:pt x="6762" y="6827"/>
                          <a:pt x="6765" y="6827"/>
                          <a:pt x="6769" y="6827"/>
                        </a:cubicBezTo>
                        <a:cubicBezTo>
                          <a:pt x="6819" y="6827"/>
                          <a:pt x="6941" y="6701"/>
                          <a:pt x="7135" y="6448"/>
                        </a:cubicBezTo>
                        <a:cubicBezTo>
                          <a:pt x="7240" y="6323"/>
                          <a:pt x="7366" y="6135"/>
                          <a:pt x="7470" y="5904"/>
                        </a:cubicBezTo>
                        <a:cubicBezTo>
                          <a:pt x="7533" y="5758"/>
                          <a:pt x="7575" y="5632"/>
                          <a:pt x="7575" y="5465"/>
                        </a:cubicBezTo>
                        <a:cubicBezTo>
                          <a:pt x="7596" y="5256"/>
                          <a:pt x="7554" y="5067"/>
                          <a:pt x="7512" y="4858"/>
                        </a:cubicBezTo>
                        <a:cubicBezTo>
                          <a:pt x="7345" y="4837"/>
                          <a:pt x="7177" y="4816"/>
                          <a:pt x="6989" y="4816"/>
                        </a:cubicBezTo>
                        <a:cubicBezTo>
                          <a:pt x="6947" y="4837"/>
                          <a:pt x="6905" y="4837"/>
                          <a:pt x="6842" y="4837"/>
                        </a:cubicBezTo>
                        <a:cubicBezTo>
                          <a:pt x="6801" y="4858"/>
                          <a:pt x="6780" y="4858"/>
                          <a:pt x="6738" y="4858"/>
                        </a:cubicBezTo>
                        <a:cubicBezTo>
                          <a:pt x="6654" y="4879"/>
                          <a:pt x="6570" y="4900"/>
                          <a:pt x="6508" y="4942"/>
                        </a:cubicBezTo>
                        <a:cubicBezTo>
                          <a:pt x="6194" y="5047"/>
                          <a:pt x="5901" y="5256"/>
                          <a:pt x="5650" y="5507"/>
                        </a:cubicBezTo>
                        <a:cubicBezTo>
                          <a:pt x="5148" y="6009"/>
                          <a:pt x="4729" y="6679"/>
                          <a:pt x="4436" y="7474"/>
                        </a:cubicBezTo>
                        <a:cubicBezTo>
                          <a:pt x="4269" y="7871"/>
                          <a:pt x="4143" y="8311"/>
                          <a:pt x="4081" y="8771"/>
                        </a:cubicBezTo>
                        <a:cubicBezTo>
                          <a:pt x="3997" y="9231"/>
                          <a:pt x="3955" y="9713"/>
                          <a:pt x="3997" y="10236"/>
                        </a:cubicBezTo>
                        <a:cubicBezTo>
                          <a:pt x="4039" y="10487"/>
                          <a:pt x="4081" y="10759"/>
                          <a:pt x="4206" y="11031"/>
                        </a:cubicBezTo>
                        <a:cubicBezTo>
                          <a:pt x="4332" y="11303"/>
                          <a:pt x="4541" y="11596"/>
                          <a:pt x="4855" y="11763"/>
                        </a:cubicBezTo>
                        <a:cubicBezTo>
                          <a:pt x="5065" y="11883"/>
                          <a:pt x="5319" y="11928"/>
                          <a:pt x="5554" y="11928"/>
                        </a:cubicBezTo>
                        <a:cubicBezTo>
                          <a:pt x="5646" y="11928"/>
                          <a:pt x="5735" y="11921"/>
                          <a:pt x="5817" y="11910"/>
                        </a:cubicBezTo>
                        <a:cubicBezTo>
                          <a:pt x="6131" y="11868"/>
                          <a:pt x="6424" y="11763"/>
                          <a:pt x="6675" y="11638"/>
                        </a:cubicBezTo>
                        <a:cubicBezTo>
                          <a:pt x="6947" y="11512"/>
                          <a:pt x="7198" y="11345"/>
                          <a:pt x="7428" y="11198"/>
                        </a:cubicBezTo>
                        <a:cubicBezTo>
                          <a:pt x="7554" y="11114"/>
                          <a:pt x="7679" y="11031"/>
                          <a:pt x="7784" y="10926"/>
                        </a:cubicBezTo>
                        <a:cubicBezTo>
                          <a:pt x="7910" y="10842"/>
                          <a:pt x="8014" y="10759"/>
                          <a:pt x="8140" y="10654"/>
                        </a:cubicBezTo>
                        <a:cubicBezTo>
                          <a:pt x="8621" y="10236"/>
                          <a:pt x="8977" y="9733"/>
                          <a:pt x="9291" y="9189"/>
                        </a:cubicBezTo>
                        <a:cubicBezTo>
                          <a:pt x="9897" y="8101"/>
                          <a:pt x="10316" y="6888"/>
                          <a:pt x="10504" y="5591"/>
                        </a:cubicBezTo>
                        <a:cubicBezTo>
                          <a:pt x="10609" y="4921"/>
                          <a:pt x="10651" y="4251"/>
                          <a:pt x="10567" y="3540"/>
                        </a:cubicBezTo>
                        <a:cubicBezTo>
                          <a:pt x="10483" y="2850"/>
                          <a:pt x="10295" y="2117"/>
                          <a:pt x="9855" y="1469"/>
                        </a:cubicBezTo>
                        <a:cubicBezTo>
                          <a:pt x="9646" y="1155"/>
                          <a:pt x="9353" y="862"/>
                          <a:pt x="9039" y="653"/>
                        </a:cubicBezTo>
                        <a:cubicBezTo>
                          <a:pt x="8705" y="422"/>
                          <a:pt x="8349" y="255"/>
                          <a:pt x="7972" y="150"/>
                        </a:cubicBezTo>
                        <a:cubicBezTo>
                          <a:pt x="7596" y="67"/>
                          <a:pt x="7219" y="4"/>
                          <a:pt x="6822" y="4"/>
                        </a:cubicBezTo>
                        <a:cubicBezTo>
                          <a:pt x="6774" y="1"/>
                          <a:pt x="6726" y="0"/>
                          <a:pt x="6677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" name="Google Shape;118;p3"/>
                  <p:cNvSpPr/>
                  <p:nvPr/>
                </p:nvSpPr>
                <p:spPr>
                  <a:xfrm>
                    <a:off x="5237250" y="4776550"/>
                    <a:ext cx="644450" cy="264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778" h="10567" extrusionOk="0">
                        <a:moveTo>
                          <a:pt x="19854" y="0"/>
                        </a:moveTo>
                        <a:cubicBezTo>
                          <a:pt x="19251" y="0"/>
                          <a:pt x="18609" y="6"/>
                          <a:pt x="17932" y="17"/>
                        </a:cubicBezTo>
                        <a:cubicBezTo>
                          <a:pt x="15504" y="80"/>
                          <a:pt x="12596" y="206"/>
                          <a:pt x="9395" y="708"/>
                        </a:cubicBezTo>
                        <a:cubicBezTo>
                          <a:pt x="7805" y="980"/>
                          <a:pt x="6131" y="1335"/>
                          <a:pt x="4436" y="1984"/>
                        </a:cubicBezTo>
                        <a:cubicBezTo>
                          <a:pt x="3620" y="2298"/>
                          <a:pt x="2762" y="2695"/>
                          <a:pt x="1988" y="3260"/>
                        </a:cubicBezTo>
                        <a:cubicBezTo>
                          <a:pt x="1611" y="3553"/>
                          <a:pt x="1235" y="3867"/>
                          <a:pt x="921" y="4265"/>
                        </a:cubicBezTo>
                        <a:cubicBezTo>
                          <a:pt x="586" y="4662"/>
                          <a:pt x="335" y="5123"/>
                          <a:pt x="167" y="5625"/>
                        </a:cubicBezTo>
                        <a:cubicBezTo>
                          <a:pt x="63" y="6001"/>
                          <a:pt x="0" y="6399"/>
                          <a:pt x="0" y="6796"/>
                        </a:cubicBezTo>
                        <a:cubicBezTo>
                          <a:pt x="21" y="7173"/>
                          <a:pt x="63" y="7550"/>
                          <a:pt x="167" y="7926"/>
                        </a:cubicBezTo>
                        <a:cubicBezTo>
                          <a:pt x="272" y="8303"/>
                          <a:pt x="439" y="8659"/>
                          <a:pt x="649" y="8993"/>
                        </a:cubicBezTo>
                        <a:cubicBezTo>
                          <a:pt x="879" y="9307"/>
                          <a:pt x="1172" y="9600"/>
                          <a:pt x="1486" y="9809"/>
                        </a:cubicBezTo>
                        <a:cubicBezTo>
                          <a:pt x="2134" y="10249"/>
                          <a:pt x="2867" y="10437"/>
                          <a:pt x="3557" y="10521"/>
                        </a:cubicBezTo>
                        <a:cubicBezTo>
                          <a:pt x="3821" y="10553"/>
                          <a:pt x="4085" y="10566"/>
                          <a:pt x="4346" y="10566"/>
                        </a:cubicBezTo>
                        <a:cubicBezTo>
                          <a:pt x="4769" y="10566"/>
                          <a:pt x="5186" y="10531"/>
                          <a:pt x="5587" y="10479"/>
                        </a:cubicBezTo>
                        <a:cubicBezTo>
                          <a:pt x="6905" y="10270"/>
                          <a:pt x="8118" y="9851"/>
                          <a:pt x="9206" y="9245"/>
                        </a:cubicBezTo>
                        <a:cubicBezTo>
                          <a:pt x="9730" y="8931"/>
                          <a:pt x="10253" y="8575"/>
                          <a:pt x="10671" y="8115"/>
                        </a:cubicBezTo>
                        <a:cubicBezTo>
                          <a:pt x="10776" y="7989"/>
                          <a:pt x="10859" y="7864"/>
                          <a:pt x="10943" y="7759"/>
                        </a:cubicBezTo>
                        <a:cubicBezTo>
                          <a:pt x="11027" y="7633"/>
                          <a:pt x="11111" y="7529"/>
                          <a:pt x="11194" y="7403"/>
                        </a:cubicBezTo>
                        <a:cubicBezTo>
                          <a:pt x="11362" y="7152"/>
                          <a:pt x="11508" y="6901"/>
                          <a:pt x="11634" y="6650"/>
                        </a:cubicBezTo>
                        <a:cubicBezTo>
                          <a:pt x="11759" y="6378"/>
                          <a:pt x="11864" y="6106"/>
                          <a:pt x="11927" y="5792"/>
                        </a:cubicBezTo>
                        <a:cubicBezTo>
                          <a:pt x="11968" y="5478"/>
                          <a:pt x="11947" y="5123"/>
                          <a:pt x="11780" y="4809"/>
                        </a:cubicBezTo>
                        <a:cubicBezTo>
                          <a:pt x="11592" y="4495"/>
                          <a:pt x="11320" y="4286"/>
                          <a:pt x="11048" y="4160"/>
                        </a:cubicBezTo>
                        <a:cubicBezTo>
                          <a:pt x="10776" y="4055"/>
                          <a:pt x="10504" y="3993"/>
                          <a:pt x="10253" y="3951"/>
                        </a:cubicBezTo>
                        <a:cubicBezTo>
                          <a:pt x="10112" y="3940"/>
                          <a:pt x="9974" y="3934"/>
                          <a:pt x="9837" y="3934"/>
                        </a:cubicBezTo>
                        <a:cubicBezTo>
                          <a:pt x="9465" y="3934"/>
                          <a:pt x="9110" y="3973"/>
                          <a:pt x="8788" y="4035"/>
                        </a:cubicBezTo>
                        <a:cubicBezTo>
                          <a:pt x="8328" y="4118"/>
                          <a:pt x="7888" y="4244"/>
                          <a:pt x="7491" y="4390"/>
                        </a:cubicBezTo>
                        <a:cubicBezTo>
                          <a:pt x="6696" y="4704"/>
                          <a:pt x="6026" y="5102"/>
                          <a:pt x="5524" y="5604"/>
                        </a:cubicBezTo>
                        <a:cubicBezTo>
                          <a:pt x="5273" y="5876"/>
                          <a:pt x="5064" y="6148"/>
                          <a:pt x="4959" y="6462"/>
                        </a:cubicBezTo>
                        <a:cubicBezTo>
                          <a:pt x="4917" y="6545"/>
                          <a:pt x="4896" y="6608"/>
                          <a:pt x="4875" y="6692"/>
                        </a:cubicBezTo>
                        <a:cubicBezTo>
                          <a:pt x="4875" y="6734"/>
                          <a:pt x="4854" y="6776"/>
                          <a:pt x="4854" y="6817"/>
                        </a:cubicBezTo>
                        <a:cubicBezTo>
                          <a:pt x="4854" y="6859"/>
                          <a:pt x="4833" y="6901"/>
                          <a:pt x="4833" y="6964"/>
                        </a:cubicBezTo>
                        <a:cubicBezTo>
                          <a:pt x="4813" y="7152"/>
                          <a:pt x="4833" y="7320"/>
                          <a:pt x="4875" y="7466"/>
                        </a:cubicBezTo>
                        <a:cubicBezTo>
                          <a:pt x="5046" y="7500"/>
                          <a:pt x="5203" y="7534"/>
                          <a:pt x="5357" y="7534"/>
                        </a:cubicBezTo>
                        <a:cubicBezTo>
                          <a:pt x="5392" y="7534"/>
                          <a:pt x="5427" y="7533"/>
                          <a:pt x="5461" y="7529"/>
                        </a:cubicBezTo>
                        <a:cubicBezTo>
                          <a:pt x="5649" y="7529"/>
                          <a:pt x="5775" y="7487"/>
                          <a:pt x="5901" y="7445"/>
                        </a:cubicBezTo>
                        <a:cubicBezTo>
                          <a:pt x="6152" y="7340"/>
                          <a:pt x="6319" y="7194"/>
                          <a:pt x="6465" y="7089"/>
                        </a:cubicBezTo>
                        <a:cubicBezTo>
                          <a:pt x="6717" y="6880"/>
                          <a:pt x="6842" y="6755"/>
                          <a:pt x="6842" y="6734"/>
                        </a:cubicBezTo>
                        <a:cubicBezTo>
                          <a:pt x="6839" y="6727"/>
                          <a:pt x="6831" y="6723"/>
                          <a:pt x="6819" y="6723"/>
                        </a:cubicBezTo>
                        <a:cubicBezTo>
                          <a:pt x="6760" y="6723"/>
                          <a:pt x="6604" y="6804"/>
                          <a:pt x="6361" y="6943"/>
                        </a:cubicBezTo>
                        <a:cubicBezTo>
                          <a:pt x="6214" y="7027"/>
                          <a:pt x="6047" y="7131"/>
                          <a:pt x="5817" y="7194"/>
                        </a:cubicBezTo>
                        <a:cubicBezTo>
                          <a:pt x="5712" y="7215"/>
                          <a:pt x="5587" y="7236"/>
                          <a:pt x="5482" y="7236"/>
                        </a:cubicBezTo>
                        <a:cubicBezTo>
                          <a:pt x="5377" y="7236"/>
                          <a:pt x="5294" y="7215"/>
                          <a:pt x="5210" y="7173"/>
                        </a:cubicBezTo>
                        <a:cubicBezTo>
                          <a:pt x="5189" y="7110"/>
                          <a:pt x="5210" y="7027"/>
                          <a:pt x="5210" y="6943"/>
                        </a:cubicBezTo>
                        <a:cubicBezTo>
                          <a:pt x="5231" y="6922"/>
                          <a:pt x="5231" y="6901"/>
                          <a:pt x="5231" y="6880"/>
                        </a:cubicBezTo>
                        <a:cubicBezTo>
                          <a:pt x="5231" y="6859"/>
                          <a:pt x="5252" y="6817"/>
                          <a:pt x="5252" y="6796"/>
                        </a:cubicBezTo>
                        <a:cubicBezTo>
                          <a:pt x="5273" y="6734"/>
                          <a:pt x="5294" y="6671"/>
                          <a:pt x="5315" y="6629"/>
                        </a:cubicBezTo>
                        <a:cubicBezTo>
                          <a:pt x="5440" y="6378"/>
                          <a:pt x="5608" y="6148"/>
                          <a:pt x="5838" y="5939"/>
                        </a:cubicBezTo>
                        <a:cubicBezTo>
                          <a:pt x="6298" y="5520"/>
                          <a:pt x="6947" y="5185"/>
                          <a:pt x="7679" y="4934"/>
                        </a:cubicBezTo>
                        <a:cubicBezTo>
                          <a:pt x="8056" y="4809"/>
                          <a:pt x="8453" y="4704"/>
                          <a:pt x="8872" y="4641"/>
                        </a:cubicBezTo>
                        <a:cubicBezTo>
                          <a:pt x="9115" y="4605"/>
                          <a:pt x="9365" y="4583"/>
                          <a:pt x="9618" y="4583"/>
                        </a:cubicBezTo>
                        <a:cubicBezTo>
                          <a:pt x="9801" y="4583"/>
                          <a:pt x="9985" y="4594"/>
                          <a:pt x="10169" y="4620"/>
                        </a:cubicBezTo>
                        <a:cubicBezTo>
                          <a:pt x="10587" y="4683"/>
                          <a:pt x="11006" y="4851"/>
                          <a:pt x="11152" y="5143"/>
                        </a:cubicBezTo>
                        <a:cubicBezTo>
                          <a:pt x="11299" y="5416"/>
                          <a:pt x="11194" y="5876"/>
                          <a:pt x="10964" y="6315"/>
                        </a:cubicBezTo>
                        <a:cubicBezTo>
                          <a:pt x="10859" y="6524"/>
                          <a:pt x="10713" y="6755"/>
                          <a:pt x="10567" y="6964"/>
                        </a:cubicBezTo>
                        <a:cubicBezTo>
                          <a:pt x="10504" y="7068"/>
                          <a:pt x="10420" y="7173"/>
                          <a:pt x="10336" y="7278"/>
                        </a:cubicBezTo>
                        <a:cubicBezTo>
                          <a:pt x="10253" y="7382"/>
                          <a:pt x="10169" y="7487"/>
                          <a:pt x="10085" y="7571"/>
                        </a:cubicBezTo>
                        <a:cubicBezTo>
                          <a:pt x="9750" y="7947"/>
                          <a:pt x="9290" y="8261"/>
                          <a:pt x="8809" y="8533"/>
                        </a:cubicBezTo>
                        <a:cubicBezTo>
                          <a:pt x="7826" y="9056"/>
                          <a:pt x="6675" y="9433"/>
                          <a:pt x="5482" y="9621"/>
                        </a:cubicBezTo>
                        <a:cubicBezTo>
                          <a:pt x="5118" y="9659"/>
                          <a:pt x="4754" y="9689"/>
                          <a:pt x="4390" y="9689"/>
                        </a:cubicBezTo>
                        <a:cubicBezTo>
                          <a:pt x="4147" y="9689"/>
                          <a:pt x="3904" y="9676"/>
                          <a:pt x="3662" y="9642"/>
                        </a:cubicBezTo>
                        <a:cubicBezTo>
                          <a:pt x="3055" y="9579"/>
                          <a:pt x="2469" y="9391"/>
                          <a:pt x="2009" y="9077"/>
                        </a:cubicBezTo>
                        <a:cubicBezTo>
                          <a:pt x="1528" y="8742"/>
                          <a:pt x="1193" y="8261"/>
                          <a:pt x="1046" y="7696"/>
                        </a:cubicBezTo>
                        <a:cubicBezTo>
                          <a:pt x="879" y="7089"/>
                          <a:pt x="858" y="6462"/>
                          <a:pt x="1046" y="5897"/>
                        </a:cubicBezTo>
                        <a:cubicBezTo>
                          <a:pt x="1276" y="5123"/>
                          <a:pt x="1862" y="4495"/>
                          <a:pt x="2532" y="3993"/>
                        </a:cubicBezTo>
                        <a:cubicBezTo>
                          <a:pt x="3201" y="3491"/>
                          <a:pt x="3976" y="3114"/>
                          <a:pt x="4771" y="2800"/>
                        </a:cubicBezTo>
                        <a:cubicBezTo>
                          <a:pt x="6361" y="2193"/>
                          <a:pt x="7972" y="1838"/>
                          <a:pt x="9541" y="1545"/>
                        </a:cubicBezTo>
                        <a:cubicBezTo>
                          <a:pt x="12659" y="1001"/>
                          <a:pt x="15546" y="791"/>
                          <a:pt x="17953" y="666"/>
                        </a:cubicBezTo>
                        <a:cubicBezTo>
                          <a:pt x="20359" y="519"/>
                          <a:pt x="22326" y="478"/>
                          <a:pt x="23686" y="436"/>
                        </a:cubicBezTo>
                        <a:cubicBezTo>
                          <a:pt x="25025" y="394"/>
                          <a:pt x="25778" y="352"/>
                          <a:pt x="25778" y="289"/>
                        </a:cubicBezTo>
                        <a:cubicBezTo>
                          <a:pt x="25778" y="226"/>
                          <a:pt x="25025" y="143"/>
                          <a:pt x="23686" y="80"/>
                        </a:cubicBezTo>
                        <a:cubicBezTo>
                          <a:pt x="22705" y="35"/>
                          <a:pt x="21410" y="0"/>
                          <a:pt x="19854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19" name="Google Shape;119;p3"/>
                <p:cNvGrpSpPr/>
                <p:nvPr/>
              </p:nvGrpSpPr>
              <p:grpSpPr>
                <a:xfrm>
                  <a:off x="164450" y="4060395"/>
                  <a:ext cx="934275" cy="933800"/>
                  <a:chOff x="1481975" y="4124675"/>
                  <a:chExt cx="934275" cy="933800"/>
                </a:xfrm>
              </p:grpSpPr>
              <p:sp>
                <p:nvSpPr>
                  <p:cNvPr id="120" name="Google Shape;120;p3"/>
                  <p:cNvSpPr/>
                  <p:nvPr/>
                </p:nvSpPr>
                <p:spPr>
                  <a:xfrm>
                    <a:off x="1769150" y="4154500"/>
                    <a:ext cx="498000" cy="618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20" h="24753" extrusionOk="0">
                        <a:moveTo>
                          <a:pt x="565" y="0"/>
                        </a:moveTo>
                        <a:cubicBezTo>
                          <a:pt x="252" y="0"/>
                          <a:pt x="1" y="9751"/>
                          <a:pt x="1" y="21761"/>
                        </a:cubicBezTo>
                        <a:lnTo>
                          <a:pt x="1" y="24753"/>
                        </a:lnTo>
                        <a:lnTo>
                          <a:pt x="4520" y="24732"/>
                        </a:lnTo>
                        <a:lnTo>
                          <a:pt x="8182" y="24690"/>
                        </a:lnTo>
                        <a:cubicBezTo>
                          <a:pt x="10504" y="24669"/>
                          <a:pt x="12576" y="24627"/>
                          <a:pt x="14312" y="24564"/>
                        </a:cubicBezTo>
                        <a:cubicBezTo>
                          <a:pt x="17807" y="24481"/>
                          <a:pt x="19920" y="24334"/>
                          <a:pt x="19920" y="24188"/>
                        </a:cubicBezTo>
                        <a:cubicBezTo>
                          <a:pt x="19920" y="24041"/>
                          <a:pt x="17807" y="23916"/>
                          <a:pt x="14312" y="23811"/>
                        </a:cubicBezTo>
                        <a:cubicBezTo>
                          <a:pt x="12576" y="23748"/>
                          <a:pt x="10504" y="23707"/>
                          <a:pt x="8182" y="23686"/>
                        </a:cubicBezTo>
                        <a:lnTo>
                          <a:pt x="4520" y="23644"/>
                        </a:lnTo>
                        <a:lnTo>
                          <a:pt x="1130" y="23623"/>
                        </a:lnTo>
                        <a:cubicBezTo>
                          <a:pt x="1130" y="23623"/>
                          <a:pt x="1130" y="23623"/>
                          <a:pt x="1130" y="23602"/>
                        </a:cubicBezTo>
                        <a:lnTo>
                          <a:pt x="1130" y="22995"/>
                        </a:lnTo>
                        <a:lnTo>
                          <a:pt x="1130" y="21761"/>
                        </a:lnTo>
                        <a:cubicBezTo>
                          <a:pt x="1130" y="9751"/>
                          <a:pt x="879" y="0"/>
                          <a:pt x="565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1481975" y="4124675"/>
                    <a:ext cx="265750" cy="644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30" h="25779" extrusionOk="0">
                        <a:moveTo>
                          <a:pt x="3809" y="0"/>
                        </a:moveTo>
                        <a:cubicBezTo>
                          <a:pt x="3411" y="21"/>
                          <a:pt x="3055" y="63"/>
                          <a:pt x="2679" y="168"/>
                        </a:cubicBezTo>
                        <a:cubicBezTo>
                          <a:pt x="2302" y="272"/>
                          <a:pt x="1925" y="440"/>
                          <a:pt x="1612" y="670"/>
                        </a:cubicBezTo>
                        <a:cubicBezTo>
                          <a:pt x="1277" y="879"/>
                          <a:pt x="1005" y="1172"/>
                          <a:pt x="796" y="1486"/>
                        </a:cubicBezTo>
                        <a:cubicBezTo>
                          <a:pt x="356" y="2135"/>
                          <a:pt x="147" y="2867"/>
                          <a:pt x="84" y="3557"/>
                        </a:cubicBezTo>
                        <a:cubicBezTo>
                          <a:pt x="0" y="4248"/>
                          <a:pt x="42" y="4938"/>
                          <a:pt x="126" y="5587"/>
                        </a:cubicBezTo>
                        <a:cubicBezTo>
                          <a:pt x="335" y="6905"/>
                          <a:pt x="754" y="8119"/>
                          <a:pt x="1360" y="9207"/>
                        </a:cubicBezTo>
                        <a:cubicBezTo>
                          <a:pt x="1674" y="9751"/>
                          <a:pt x="2030" y="10253"/>
                          <a:pt x="2490" y="10672"/>
                        </a:cubicBezTo>
                        <a:cubicBezTo>
                          <a:pt x="2616" y="10776"/>
                          <a:pt x="2741" y="10860"/>
                          <a:pt x="2846" y="10944"/>
                        </a:cubicBezTo>
                        <a:cubicBezTo>
                          <a:pt x="2972" y="11048"/>
                          <a:pt x="3076" y="11132"/>
                          <a:pt x="3202" y="11195"/>
                        </a:cubicBezTo>
                        <a:cubicBezTo>
                          <a:pt x="3453" y="11362"/>
                          <a:pt x="3683" y="11508"/>
                          <a:pt x="3955" y="11634"/>
                        </a:cubicBezTo>
                        <a:cubicBezTo>
                          <a:pt x="4227" y="11760"/>
                          <a:pt x="4499" y="11864"/>
                          <a:pt x="4813" y="11927"/>
                        </a:cubicBezTo>
                        <a:cubicBezTo>
                          <a:pt x="4901" y="11939"/>
                          <a:pt x="4992" y="11945"/>
                          <a:pt x="5085" y="11945"/>
                        </a:cubicBezTo>
                        <a:cubicBezTo>
                          <a:pt x="5323" y="11945"/>
                          <a:pt x="5571" y="11901"/>
                          <a:pt x="5796" y="11780"/>
                        </a:cubicBezTo>
                        <a:cubicBezTo>
                          <a:pt x="6110" y="11613"/>
                          <a:pt x="6319" y="11320"/>
                          <a:pt x="6424" y="11048"/>
                        </a:cubicBezTo>
                        <a:cubicBezTo>
                          <a:pt x="6550" y="10776"/>
                          <a:pt x="6612" y="10504"/>
                          <a:pt x="6633" y="10253"/>
                        </a:cubicBezTo>
                        <a:cubicBezTo>
                          <a:pt x="6696" y="9730"/>
                          <a:pt x="6654" y="9249"/>
                          <a:pt x="6570" y="8788"/>
                        </a:cubicBezTo>
                        <a:cubicBezTo>
                          <a:pt x="6487" y="8328"/>
                          <a:pt x="6361" y="7889"/>
                          <a:pt x="6215" y="7491"/>
                        </a:cubicBezTo>
                        <a:cubicBezTo>
                          <a:pt x="5901" y="6696"/>
                          <a:pt x="5503" y="6026"/>
                          <a:pt x="4980" y="5524"/>
                        </a:cubicBezTo>
                        <a:cubicBezTo>
                          <a:pt x="4729" y="5273"/>
                          <a:pt x="4436" y="5064"/>
                          <a:pt x="4143" y="4959"/>
                        </a:cubicBezTo>
                        <a:cubicBezTo>
                          <a:pt x="4060" y="4918"/>
                          <a:pt x="3976" y="4897"/>
                          <a:pt x="3913" y="4876"/>
                        </a:cubicBezTo>
                        <a:cubicBezTo>
                          <a:pt x="3871" y="4876"/>
                          <a:pt x="3829" y="4855"/>
                          <a:pt x="3788" y="4855"/>
                        </a:cubicBezTo>
                        <a:cubicBezTo>
                          <a:pt x="3746" y="4855"/>
                          <a:pt x="3704" y="4834"/>
                          <a:pt x="3641" y="4834"/>
                        </a:cubicBezTo>
                        <a:cubicBezTo>
                          <a:pt x="3591" y="4828"/>
                          <a:pt x="3542" y="4826"/>
                          <a:pt x="3494" y="4826"/>
                        </a:cubicBezTo>
                        <a:cubicBezTo>
                          <a:pt x="3363" y="4826"/>
                          <a:pt x="3241" y="4845"/>
                          <a:pt x="3118" y="4876"/>
                        </a:cubicBezTo>
                        <a:cubicBezTo>
                          <a:pt x="3076" y="5085"/>
                          <a:pt x="3055" y="5273"/>
                          <a:pt x="3055" y="5462"/>
                        </a:cubicBezTo>
                        <a:cubicBezTo>
                          <a:pt x="3076" y="5650"/>
                          <a:pt x="3118" y="5775"/>
                          <a:pt x="3160" y="5901"/>
                        </a:cubicBezTo>
                        <a:cubicBezTo>
                          <a:pt x="3265" y="6152"/>
                          <a:pt x="3411" y="6340"/>
                          <a:pt x="3516" y="6466"/>
                        </a:cubicBezTo>
                        <a:cubicBezTo>
                          <a:pt x="3710" y="6718"/>
                          <a:pt x="3832" y="6845"/>
                          <a:pt x="3865" y="6845"/>
                        </a:cubicBezTo>
                        <a:cubicBezTo>
                          <a:pt x="3868" y="6845"/>
                          <a:pt x="3870" y="6844"/>
                          <a:pt x="3871" y="6842"/>
                        </a:cubicBezTo>
                        <a:cubicBezTo>
                          <a:pt x="3892" y="6822"/>
                          <a:pt x="3829" y="6654"/>
                          <a:pt x="3662" y="6361"/>
                        </a:cubicBezTo>
                        <a:cubicBezTo>
                          <a:pt x="3578" y="6215"/>
                          <a:pt x="3474" y="6047"/>
                          <a:pt x="3411" y="5817"/>
                        </a:cubicBezTo>
                        <a:cubicBezTo>
                          <a:pt x="3390" y="5713"/>
                          <a:pt x="3369" y="5587"/>
                          <a:pt x="3369" y="5482"/>
                        </a:cubicBezTo>
                        <a:cubicBezTo>
                          <a:pt x="3369" y="5378"/>
                          <a:pt x="3390" y="5294"/>
                          <a:pt x="3411" y="5210"/>
                        </a:cubicBezTo>
                        <a:cubicBezTo>
                          <a:pt x="3439" y="5203"/>
                          <a:pt x="3467" y="5201"/>
                          <a:pt x="3495" y="5201"/>
                        </a:cubicBezTo>
                        <a:cubicBezTo>
                          <a:pt x="3550" y="5201"/>
                          <a:pt x="3606" y="5210"/>
                          <a:pt x="3662" y="5210"/>
                        </a:cubicBezTo>
                        <a:cubicBezTo>
                          <a:pt x="3683" y="5231"/>
                          <a:pt x="3704" y="5231"/>
                          <a:pt x="3725" y="5231"/>
                        </a:cubicBezTo>
                        <a:cubicBezTo>
                          <a:pt x="3746" y="5231"/>
                          <a:pt x="3767" y="5252"/>
                          <a:pt x="3809" y="5252"/>
                        </a:cubicBezTo>
                        <a:cubicBezTo>
                          <a:pt x="3871" y="5273"/>
                          <a:pt x="3913" y="5294"/>
                          <a:pt x="3976" y="5336"/>
                        </a:cubicBezTo>
                        <a:cubicBezTo>
                          <a:pt x="4227" y="5441"/>
                          <a:pt x="4436" y="5608"/>
                          <a:pt x="4645" y="5838"/>
                        </a:cubicBezTo>
                        <a:cubicBezTo>
                          <a:pt x="5085" y="6298"/>
                          <a:pt x="5420" y="6947"/>
                          <a:pt x="5671" y="7679"/>
                        </a:cubicBezTo>
                        <a:cubicBezTo>
                          <a:pt x="5796" y="8056"/>
                          <a:pt x="5901" y="8454"/>
                          <a:pt x="5964" y="8872"/>
                        </a:cubicBezTo>
                        <a:cubicBezTo>
                          <a:pt x="6006" y="9291"/>
                          <a:pt x="6026" y="9730"/>
                          <a:pt x="5985" y="10169"/>
                        </a:cubicBezTo>
                        <a:cubicBezTo>
                          <a:pt x="5922" y="10588"/>
                          <a:pt x="5754" y="11006"/>
                          <a:pt x="5462" y="11153"/>
                        </a:cubicBezTo>
                        <a:cubicBezTo>
                          <a:pt x="5375" y="11199"/>
                          <a:pt x="5268" y="11220"/>
                          <a:pt x="5149" y="11220"/>
                        </a:cubicBezTo>
                        <a:cubicBezTo>
                          <a:pt x="4891" y="11220"/>
                          <a:pt x="4576" y="11122"/>
                          <a:pt x="4290" y="10964"/>
                        </a:cubicBezTo>
                        <a:cubicBezTo>
                          <a:pt x="4081" y="10860"/>
                          <a:pt x="3850" y="10713"/>
                          <a:pt x="3641" y="10567"/>
                        </a:cubicBezTo>
                        <a:cubicBezTo>
                          <a:pt x="3537" y="10504"/>
                          <a:pt x="3432" y="10420"/>
                          <a:pt x="3327" y="10337"/>
                        </a:cubicBezTo>
                        <a:cubicBezTo>
                          <a:pt x="3223" y="10253"/>
                          <a:pt x="3118" y="10169"/>
                          <a:pt x="3013" y="10086"/>
                        </a:cubicBezTo>
                        <a:cubicBezTo>
                          <a:pt x="2658" y="9751"/>
                          <a:pt x="2344" y="9291"/>
                          <a:pt x="2072" y="8809"/>
                        </a:cubicBezTo>
                        <a:cubicBezTo>
                          <a:pt x="1528" y="7826"/>
                          <a:pt x="1151" y="6675"/>
                          <a:pt x="984" y="5482"/>
                        </a:cubicBezTo>
                        <a:cubicBezTo>
                          <a:pt x="900" y="4876"/>
                          <a:pt x="879" y="4269"/>
                          <a:pt x="963" y="3662"/>
                        </a:cubicBezTo>
                        <a:cubicBezTo>
                          <a:pt x="1026" y="3055"/>
                          <a:pt x="1193" y="2469"/>
                          <a:pt x="1528" y="2009"/>
                        </a:cubicBezTo>
                        <a:cubicBezTo>
                          <a:pt x="1842" y="1528"/>
                          <a:pt x="2344" y="1193"/>
                          <a:pt x="2909" y="1047"/>
                        </a:cubicBezTo>
                        <a:cubicBezTo>
                          <a:pt x="3222" y="971"/>
                          <a:pt x="3541" y="929"/>
                          <a:pt x="3854" y="929"/>
                        </a:cubicBezTo>
                        <a:cubicBezTo>
                          <a:pt x="4147" y="929"/>
                          <a:pt x="4435" y="966"/>
                          <a:pt x="4708" y="1047"/>
                        </a:cubicBezTo>
                        <a:cubicBezTo>
                          <a:pt x="5482" y="1277"/>
                          <a:pt x="6110" y="1863"/>
                          <a:pt x="6612" y="2532"/>
                        </a:cubicBezTo>
                        <a:cubicBezTo>
                          <a:pt x="7114" y="3202"/>
                          <a:pt x="7491" y="3976"/>
                          <a:pt x="7784" y="4771"/>
                        </a:cubicBezTo>
                        <a:cubicBezTo>
                          <a:pt x="8412" y="6361"/>
                          <a:pt x="8767" y="7972"/>
                          <a:pt x="9060" y="9542"/>
                        </a:cubicBezTo>
                        <a:cubicBezTo>
                          <a:pt x="9604" y="12659"/>
                          <a:pt x="9793" y="15547"/>
                          <a:pt x="9939" y="17953"/>
                        </a:cubicBezTo>
                        <a:cubicBezTo>
                          <a:pt x="10065" y="20359"/>
                          <a:pt x="10107" y="22326"/>
                          <a:pt x="10169" y="23686"/>
                        </a:cubicBezTo>
                        <a:cubicBezTo>
                          <a:pt x="10211" y="25025"/>
                          <a:pt x="10253" y="25778"/>
                          <a:pt x="10316" y="25778"/>
                        </a:cubicBezTo>
                        <a:cubicBezTo>
                          <a:pt x="10379" y="25778"/>
                          <a:pt x="10441" y="25046"/>
                          <a:pt x="10525" y="23686"/>
                        </a:cubicBezTo>
                        <a:cubicBezTo>
                          <a:pt x="10588" y="22326"/>
                          <a:pt x="10630" y="20359"/>
                          <a:pt x="10588" y="17932"/>
                        </a:cubicBezTo>
                        <a:cubicBezTo>
                          <a:pt x="10525" y="15505"/>
                          <a:pt x="10399" y="12596"/>
                          <a:pt x="9876" y="9395"/>
                        </a:cubicBezTo>
                        <a:cubicBezTo>
                          <a:pt x="9625" y="7805"/>
                          <a:pt x="9270" y="6131"/>
                          <a:pt x="8621" y="4457"/>
                        </a:cubicBezTo>
                        <a:cubicBezTo>
                          <a:pt x="8307" y="3620"/>
                          <a:pt x="7910" y="2762"/>
                          <a:pt x="7345" y="1988"/>
                        </a:cubicBezTo>
                        <a:cubicBezTo>
                          <a:pt x="7052" y="1612"/>
                          <a:pt x="6738" y="1235"/>
                          <a:pt x="6340" y="921"/>
                        </a:cubicBezTo>
                        <a:cubicBezTo>
                          <a:pt x="5943" y="607"/>
                          <a:pt x="5482" y="335"/>
                          <a:pt x="4980" y="189"/>
                        </a:cubicBezTo>
                        <a:cubicBezTo>
                          <a:pt x="4604" y="63"/>
                          <a:pt x="4206" y="0"/>
                          <a:pt x="380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>
                    <a:off x="1771775" y="4794100"/>
                    <a:ext cx="644475" cy="264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779" h="10575" extrusionOk="0">
                        <a:moveTo>
                          <a:pt x="5857" y="1"/>
                        </a:moveTo>
                        <a:cubicBezTo>
                          <a:pt x="4340" y="1"/>
                          <a:pt x="3075" y="45"/>
                          <a:pt x="2113" y="89"/>
                        </a:cubicBezTo>
                        <a:cubicBezTo>
                          <a:pt x="753" y="152"/>
                          <a:pt x="0" y="215"/>
                          <a:pt x="0" y="278"/>
                        </a:cubicBezTo>
                        <a:cubicBezTo>
                          <a:pt x="0" y="340"/>
                          <a:pt x="753" y="403"/>
                          <a:pt x="2113" y="445"/>
                        </a:cubicBezTo>
                        <a:cubicBezTo>
                          <a:pt x="3473" y="487"/>
                          <a:pt x="5419" y="529"/>
                          <a:pt x="7846" y="675"/>
                        </a:cubicBezTo>
                        <a:cubicBezTo>
                          <a:pt x="10253" y="801"/>
                          <a:pt x="13119" y="1010"/>
                          <a:pt x="16258" y="1554"/>
                        </a:cubicBezTo>
                        <a:cubicBezTo>
                          <a:pt x="17806" y="1826"/>
                          <a:pt x="19438" y="2203"/>
                          <a:pt x="21028" y="2809"/>
                        </a:cubicBezTo>
                        <a:cubicBezTo>
                          <a:pt x="21803" y="3123"/>
                          <a:pt x="22577" y="3500"/>
                          <a:pt x="23267" y="4002"/>
                        </a:cubicBezTo>
                        <a:cubicBezTo>
                          <a:pt x="23937" y="4483"/>
                          <a:pt x="24502" y="5132"/>
                          <a:pt x="24753" y="5885"/>
                        </a:cubicBezTo>
                        <a:cubicBezTo>
                          <a:pt x="24920" y="6471"/>
                          <a:pt x="24899" y="7099"/>
                          <a:pt x="24753" y="7685"/>
                        </a:cubicBezTo>
                        <a:cubicBezTo>
                          <a:pt x="24585" y="8271"/>
                          <a:pt x="24272" y="8752"/>
                          <a:pt x="23790" y="9087"/>
                        </a:cubicBezTo>
                        <a:cubicBezTo>
                          <a:pt x="23309" y="9400"/>
                          <a:pt x="22723" y="9589"/>
                          <a:pt x="22137" y="9651"/>
                        </a:cubicBezTo>
                        <a:cubicBezTo>
                          <a:pt x="21898" y="9676"/>
                          <a:pt x="21659" y="9688"/>
                          <a:pt x="21419" y="9688"/>
                        </a:cubicBezTo>
                        <a:cubicBezTo>
                          <a:pt x="21052" y="9688"/>
                          <a:pt x="20684" y="9660"/>
                          <a:pt x="20317" y="9610"/>
                        </a:cubicBezTo>
                        <a:cubicBezTo>
                          <a:pt x="19124" y="9442"/>
                          <a:pt x="17974" y="9066"/>
                          <a:pt x="16990" y="8543"/>
                        </a:cubicBezTo>
                        <a:cubicBezTo>
                          <a:pt x="16509" y="8271"/>
                          <a:pt x="16049" y="7957"/>
                          <a:pt x="15714" y="7580"/>
                        </a:cubicBezTo>
                        <a:cubicBezTo>
                          <a:pt x="15630" y="7496"/>
                          <a:pt x="15546" y="7392"/>
                          <a:pt x="15463" y="7287"/>
                        </a:cubicBezTo>
                        <a:cubicBezTo>
                          <a:pt x="15379" y="7182"/>
                          <a:pt x="15295" y="7078"/>
                          <a:pt x="15212" y="6973"/>
                        </a:cubicBezTo>
                        <a:cubicBezTo>
                          <a:pt x="15065" y="6743"/>
                          <a:pt x="14940" y="6534"/>
                          <a:pt x="14814" y="6325"/>
                        </a:cubicBezTo>
                        <a:cubicBezTo>
                          <a:pt x="14605" y="5885"/>
                          <a:pt x="14500" y="5425"/>
                          <a:pt x="14647" y="5153"/>
                        </a:cubicBezTo>
                        <a:cubicBezTo>
                          <a:pt x="14793" y="4860"/>
                          <a:pt x="15212" y="4693"/>
                          <a:pt x="15630" y="4630"/>
                        </a:cubicBezTo>
                        <a:cubicBezTo>
                          <a:pt x="15805" y="4604"/>
                          <a:pt x="15984" y="4592"/>
                          <a:pt x="16164" y="4592"/>
                        </a:cubicBezTo>
                        <a:cubicBezTo>
                          <a:pt x="16413" y="4592"/>
                          <a:pt x="16663" y="4614"/>
                          <a:pt x="16906" y="4651"/>
                        </a:cubicBezTo>
                        <a:cubicBezTo>
                          <a:pt x="17325" y="4714"/>
                          <a:pt x="17722" y="4818"/>
                          <a:pt x="18099" y="4944"/>
                        </a:cubicBezTo>
                        <a:cubicBezTo>
                          <a:pt x="18852" y="5195"/>
                          <a:pt x="19501" y="5530"/>
                          <a:pt x="19940" y="5948"/>
                        </a:cubicBezTo>
                        <a:cubicBezTo>
                          <a:pt x="20171" y="6157"/>
                          <a:pt x="20359" y="6387"/>
                          <a:pt x="20463" y="6618"/>
                        </a:cubicBezTo>
                        <a:cubicBezTo>
                          <a:pt x="20484" y="6680"/>
                          <a:pt x="20505" y="6743"/>
                          <a:pt x="20526" y="6806"/>
                        </a:cubicBezTo>
                        <a:cubicBezTo>
                          <a:pt x="20547" y="6827"/>
                          <a:pt x="20547" y="6869"/>
                          <a:pt x="20568" y="6890"/>
                        </a:cubicBezTo>
                        <a:cubicBezTo>
                          <a:pt x="20568" y="6910"/>
                          <a:pt x="20568" y="6931"/>
                          <a:pt x="20568" y="6952"/>
                        </a:cubicBezTo>
                        <a:cubicBezTo>
                          <a:pt x="20589" y="7015"/>
                          <a:pt x="20589" y="7099"/>
                          <a:pt x="20589" y="7182"/>
                        </a:cubicBezTo>
                        <a:cubicBezTo>
                          <a:pt x="20505" y="7224"/>
                          <a:pt x="20401" y="7245"/>
                          <a:pt x="20317" y="7245"/>
                        </a:cubicBezTo>
                        <a:cubicBezTo>
                          <a:pt x="20212" y="7245"/>
                          <a:pt x="20066" y="7224"/>
                          <a:pt x="19961" y="7203"/>
                        </a:cubicBezTo>
                        <a:cubicBezTo>
                          <a:pt x="19752" y="7141"/>
                          <a:pt x="19564" y="7036"/>
                          <a:pt x="19417" y="6952"/>
                        </a:cubicBezTo>
                        <a:cubicBezTo>
                          <a:pt x="19192" y="6814"/>
                          <a:pt x="19038" y="6732"/>
                          <a:pt x="18980" y="6732"/>
                        </a:cubicBezTo>
                        <a:cubicBezTo>
                          <a:pt x="18968" y="6732"/>
                          <a:pt x="18961" y="6736"/>
                          <a:pt x="18957" y="6743"/>
                        </a:cubicBezTo>
                        <a:cubicBezTo>
                          <a:pt x="18936" y="6764"/>
                          <a:pt x="19062" y="6890"/>
                          <a:pt x="19334" y="7099"/>
                        </a:cubicBezTo>
                        <a:cubicBezTo>
                          <a:pt x="19459" y="7203"/>
                          <a:pt x="19626" y="7350"/>
                          <a:pt x="19878" y="7454"/>
                        </a:cubicBezTo>
                        <a:cubicBezTo>
                          <a:pt x="20003" y="7496"/>
                          <a:pt x="20150" y="7538"/>
                          <a:pt x="20317" y="7538"/>
                        </a:cubicBezTo>
                        <a:cubicBezTo>
                          <a:pt x="20352" y="7542"/>
                          <a:pt x="20387" y="7544"/>
                          <a:pt x="20423" y="7544"/>
                        </a:cubicBezTo>
                        <a:cubicBezTo>
                          <a:pt x="20582" y="7544"/>
                          <a:pt x="20753" y="7510"/>
                          <a:pt x="20924" y="7475"/>
                        </a:cubicBezTo>
                        <a:cubicBezTo>
                          <a:pt x="20945" y="7329"/>
                          <a:pt x="20966" y="7141"/>
                          <a:pt x="20966" y="6952"/>
                        </a:cubicBezTo>
                        <a:cubicBezTo>
                          <a:pt x="20945" y="6910"/>
                          <a:pt x="20945" y="6869"/>
                          <a:pt x="20945" y="6806"/>
                        </a:cubicBezTo>
                        <a:cubicBezTo>
                          <a:pt x="20924" y="6764"/>
                          <a:pt x="20924" y="6743"/>
                          <a:pt x="20903" y="6701"/>
                        </a:cubicBezTo>
                        <a:cubicBezTo>
                          <a:pt x="20903" y="6618"/>
                          <a:pt x="20861" y="6534"/>
                          <a:pt x="20840" y="6471"/>
                        </a:cubicBezTo>
                        <a:cubicBezTo>
                          <a:pt x="20715" y="6157"/>
                          <a:pt x="20526" y="5885"/>
                          <a:pt x="20275" y="5613"/>
                        </a:cubicBezTo>
                        <a:cubicBezTo>
                          <a:pt x="19773" y="5111"/>
                          <a:pt x="19082" y="4693"/>
                          <a:pt x="18287" y="4400"/>
                        </a:cubicBezTo>
                        <a:cubicBezTo>
                          <a:pt x="17890" y="4253"/>
                          <a:pt x="17471" y="4128"/>
                          <a:pt x="17011" y="4044"/>
                        </a:cubicBezTo>
                        <a:cubicBezTo>
                          <a:pt x="16674" y="3983"/>
                          <a:pt x="16326" y="3944"/>
                          <a:pt x="15958" y="3944"/>
                        </a:cubicBezTo>
                        <a:cubicBezTo>
                          <a:pt x="15824" y="3944"/>
                          <a:pt x="15687" y="3949"/>
                          <a:pt x="15546" y="3960"/>
                        </a:cubicBezTo>
                        <a:cubicBezTo>
                          <a:pt x="15274" y="4002"/>
                          <a:pt x="15002" y="4044"/>
                          <a:pt x="14730" y="4169"/>
                        </a:cubicBezTo>
                        <a:cubicBezTo>
                          <a:pt x="14479" y="4295"/>
                          <a:pt x="14186" y="4504"/>
                          <a:pt x="14019" y="4818"/>
                        </a:cubicBezTo>
                        <a:cubicBezTo>
                          <a:pt x="13852" y="5132"/>
                          <a:pt x="13831" y="5488"/>
                          <a:pt x="13872" y="5781"/>
                        </a:cubicBezTo>
                        <a:cubicBezTo>
                          <a:pt x="13914" y="6094"/>
                          <a:pt x="14019" y="6387"/>
                          <a:pt x="14145" y="6659"/>
                        </a:cubicBezTo>
                        <a:cubicBezTo>
                          <a:pt x="14270" y="6910"/>
                          <a:pt x="14417" y="7162"/>
                          <a:pt x="14584" y="7413"/>
                        </a:cubicBezTo>
                        <a:cubicBezTo>
                          <a:pt x="14668" y="7517"/>
                          <a:pt x="14751" y="7643"/>
                          <a:pt x="14835" y="7768"/>
                        </a:cubicBezTo>
                        <a:cubicBezTo>
                          <a:pt x="14940" y="7873"/>
                          <a:pt x="15023" y="7978"/>
                          <a:pt x="15128" y="8103"/>
                        </a:cubicBezTo>
                        <a:cubicBezTo>
                          <a:pt x="15546" y="8584"/>
                          <a:pt x="16049" y="8940"/>
                          <a:pt x="16593" y="9254"/>
                        </a:cubicBezTo>
                        <a:cubicBezTo>
                          <a:pt x="17660" y="9861"/>
                          <a:pt x="18894" y="10279"/>
                          <a:pt x="20191" y="10467"/>
                        </a:cubicBezTo>
                        <a:cubicBezTo>
                          <a:pt x="20615" y="10534"/>
                          <a:pt x="21039" y="10575"/>
                          <a:pt x="21474" y="10575"/>
                        </a:cubicBezTo>
                        <a:cubicBezTo>
                          <a:pt x="21725" y="10575"/>
                          <a:pt x="21981" y="10561"/>
                          <a:pt x="22242" y="10530"/>
                        </a:cubicBezTo>
                        <a:cubicBezTo>
                          <a:pt x="22932" y="10447"/>
                          <a:pt x="23665" y="10258"/>
                          <a:pt x="24292" y="9819"/>
                        </a:cubicBezTo>
                        <a:cubicBezTo>
                          <a:pt x="24627" y="9610"/>
                          <a:pt x="24899" y="9317"/>
                          <a:pt x="25129" y="9003"/>
                        </a:cubicBezTo>
                        <a:cubicBezTo>
                          <a:pt x="25360" y="8668"/>
                          <a:pt x="25527" y="8312"/>
                          <a:pt x="25632" y="7936"/>
                        </a:cubicBezTo>
                        <a:cubicBezTo>
                          <a:pt x="25715" y="7559"/>
                          <a:pt x="25778" y="7182"/>
                          <a:pt x="25778" y="6785"/>
                        </a:cubicBezTo>
                        <a:cubicBezTo>
                          <a:pt x="25778" y="6408"/>
                          <a:pt x="25736" y="6011"/>
                          <a:pt x="25611" y="5634"/>
                        </a:cubicBezTo>
                        <a:cubicBezTo>
                          <a:pt x="25464" y="5111"/>
                          <a:pt x="25192" y="4672"/>
                          <a:pt x="24878" y="4274"/>
                        </a:cubicBezTo>
                        <a:cubicBezTo>
                          <a:pt x="24564" y="3877"/>
                          <a:pt x="24188" y="3542"/>
                          <a:pt x="23790" y="3270"/>
                        </a:cubicBezTo>
                        <a:cubicBezTo>
                          <a:pt x="23016" y="2705"/>
                          <a:pt x="22179" y="2307"/>
                          <a:pt x="21342" y="1973"/>
                        </a:cubicBezTo>
                        <a:cubicBezTo>
                          <a:pt x="19668" y="1345"/>
                          <a:pt x="17994" y="989"/>
                          <a:pt x="16404" y="717"/>
                        </a:cubicBezTo>
                        <a:cubicBezTo>
                          <a:pt x="13203" y="215"/>
                          <a:pt x="10295" y="68"/>
                          <a:pt x="7867" y="27"/>
                        </a:cubicBezTo>
                        <a:cubicBezTo>
                          <a:pt x="7157" y="8"/>
                          <a:pt x="6485" y="1"/>
                          <a:pt x="5857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23" name="Google Shape;123;p3"/>
                <p:cNvGrpSpPr/>
                <p:nvPr/>
              </p:nvGrpSpPr>
              <p:grpSpPr>
                <a:xfrm rot="10800000" flipH="1">
                  <a:off x="164450" y="139620"/>
                  <a:ext cx="934275" cy="933800"/>
                  <a:chOff x="1481975" y="4124675"/>
                  <a:chExt cx="934275" cy="933800"/>
                </a:xfrm>
              </p:grpSpPr>
              <p:sp>
                <p:nvSpPr>
                  <p:cNvPr id="124" name="Google Shape;124;p3"/>
                  <p:cNvSpPr/>
                  <p:nvPr/>
                </p:nvSpPr>
                <p:spPr>
                  <a:xfrm>
                    <a:off x="1769150" y="4154500"/>
                    <a:ext cx="498000" cy="618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20" h="24753" extrusionOk="0">
                        <a:moveTo>
                          <a:pt x="565" y="0"/>
                        </a:moveTo>
                        <a:cubicBezTo>
                          <a:pt x="252" y="0"/>
                          <a:pt x="1" y="9751"/>
                          <a:pt x="1" y="21761"/>
                        </a:cubicBezTo>
                        <a:lnTo>
                          <a:pt x="1" y="24753"/>
                        </a:lnTo>
                        <a:lnTo>
                          <a:pt x="4520" y="24732"/>
                        </a:lnTo>
                        <a:lnTo>
                          <a:pt x="8182" y="24690"/>
                        </a:lnTo>
                        <a:cubicBezTo>
                          <a:pt x="10504" y="24669"/>
                          <a:pt x="12576" y="24627"/>
                          <a:pt x="14312" y="24564"/>
                        </a:cubicBezTo>
                        <a:cubicBezTo>
                          <a:pt x="17807" y="24481"/>
                          <a:pt x="19920" y="24334"/>
                          <a:pt x="19920" y="24188"/>
                        </a:cubicBezTo>
                        <a:cubicBezTo>
                          <a:pt x="19920" y="24041"/>
                          <a:pt x="17807" y="23916"/>
                          <a:pt x="14312" y="23811"/>
                        </a:cubicBezTo>
                        <a:cubicBezTo>
                          <a:pt x="12576" y="23748"/>
                          <a:pt x="10504" y="23707"/>
                          <a:pt x="8182" y="23686"/>
                        </a:cubicBezTo>
                        <a:lnTo>
                          <a:pt x="4520" y="23644"/>
                        </a:lnTo>
                        <a:lnTo>
                          <a:pt x="1130" y="23623"/>
                        </a:lnTo>
                        <a:cubicBezTo>
                          <a:pt x="1130" y="23623"/>
                          <a:pt x="1130" y="23623"/>
                          <a:pt x="1130" y="23602"/>
                        </a:cubicBezTo>
                        <a:lnTo>
                          <a:pt x="1130" y="22995"/>
                        </a:lnTo>
                        <a:lnTo>
                          <a:pt x="1130" y="21761"/>
                        </a:lnTo>
                        <a:cubicBezTo>
                          <a:pt x="1130" y="9751"/>
                          <a:pt x="879" y="0"/>
                          <a:pt x="565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" name="Google Shape;125;p3"/>
                  <p:cNvSpPr/>
                  <p:nvPr/>
                </p:nvSpPr>
                <p:spPr>
                  <a:xfrm>
                    <a:off x="1481975" y="4124675"/>
                    <a:ext cx="265750" cy="644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30" h="25779" extrusionOk="0">
                        <a:moveTo>
                          <a:pt x="3809" y="0"/>
                        </a:moveTo>
                        <a:cubicBezTo>
                          <a:pt x="3411" y="21"/>
                          <a:pt x="3055" y="63"/>
                          <a:pt x="2679" y="168"/>
                        </a:cubicBezTo>
                        <a:cubicBezTo>
                          <a:pt x="2302" y="272"/>
                          <a:pt x="1925" y="440"/>
                          <a:pt x="1612" y="670"/>
                        </a:cubicBezTo>
                        <a:cubicBezTo>
                          <a:pt x="1277" y="879"/>
                          <a:pt x="1005" y="1172"/>
                          <a:pt x="796" y="1486"/>
                        </a:cubicBezTo>
                        <a:cubicBezTo>
                          <a:pt x="356" y="2135"/>
                          <a:pt x="147" y="2867"/>
                          <a:pt x="84" y="3557"/>
                        </a:cubicBezTo>
                        <a:cubicBezTo>
                          <a:pt x="0" y="4248"/>
                          <a:pt x="42" y="4938"/>
                          <a:pt x="126" y="5587"/>
                        </a:cubicBezTo>
                        <a:cubicBezTo>
                          <a:pt x="335" y="6905"/>
                          <a:pt x="754" y="8119"/>
                          <a:pt x="1360" y="9207"/>
                        </a:cubicBezTo>
                        <a:cubicBezTo>
                          <a:pt x="1674" y="9751"/>
                          <a:pt x="2030" y="10253"/>
                          <a:pt x="2490" y="10672"/>
                        </a:cubicBezTo>
                        <a:cubicBezTo>
                          <a:pt x="2616" y="10776"/>
                          <a:pt x="2741" y="10860"/>
                          <a:pt x="2846" y="10944"/>
                        </a:cubicBezTo>
                        <a:cubicBezTo>
                          <a:pt x="2972" y="11048"/>
                          <a:pt x="3076" y="11132"/>
                          <a:pt x="3202" y="11195"/>
                        </a:cubicBezTo>
                        <a:cubicBezTo>
                          <a:pt x="3453" y="11362"/>
                          <a:pt x="3683" y="11508"/>
                          <a:pt x="3955" y="11634"/>
                        </a:cubicBezTo>
                        <a:cubicBezTo>
                          <a:pt x="4227" y="11760"/>
                          <a:pt x="4499" y="11864"/>
                          <a:pt x="4813" y="11927"/>
                        </a:cubicBezTo>
                        <a:cubicBezTo>
                          <a:pt x="4901" y="11939"/>
                          <a:pt x="4992" y="11945"/>
                          <a:pt x="5085" y="11945"/>
                        </a:cubicBezTo>
                        <a:cubicBezTo>
                          <a:pt x="5323" y="11945"/>
                          <a:pt x="5571" y="11901"/>
                          <a:pt x="5796" y="11780"/>
                        </a:cubicBezTo>
                        <a:cubicBezTo>
                          <a:pt x="6110" y="11613"/>
                          <a:pt x="6319" y="11320"/>
                          <a:pt x="6424" y="11048"/>
                        </a:cubicBezTo>
                        <a:cubicBezTo>
                          <a:pt x="6550" y="10776"/>
                          <a:pt x="6612" y="10504"/>
                          <a:pt x="6633" y="10253"/>
                        </a:cubicBezTo>
                        <a:cubicBezTo>
                          <a:pt x="6696" y="9730"/>
                          <a:pt x="6654" y="9249"/>
                          <a:pt x="6570" y="8788"/>
                        </a:cubicBezTo>
                        <a:cubicBezTo>
                          <a:pt x="6487" y="8328"/>
                          <a:pt x="6361" y="7889"/>
                          <a:pt x="6215" y="7491"/>
                        </a:cubicBezTo>
                        <a:cubicBezTo>
                          <a:pt x="5901" y="6696"/>
                          <a:pt x="5503" y="6026"/>
                          <a:pt x="4980" y="5524"/>
                        </a:cubicBezTo>
                        <a:cubicBezTo>
                          <a:pt x="4729" y="5273"/>
                          <a:pt x="4436" y="5064"/>
                          <a:pt x="4143" y="4959"/>
                        </a:cubicBezTo>
                        <a:cubicBezTo>
                          <a:pt x="4060" y="4918"/>
                          <a:pt x="3976" y="4897"/>
                          <a:pt x="3913" y="4876"/>
                        </a:cubicBezTo>
                        <a:cubicBezTo>
                          <a:pt x="3871" y="4876"/>
                          <a:pt x="3829" y="4855"/>
                          <a:pt x="3788" y="4855"/>
                        </a:cubicBezTo>
                        <a:cubicBezTo>
                          <a:pt x="3746" y="4855"/>
                          <a:pt x="3704" y="4834"/>
                          <a:pt x="3641" y="4834"/>
                        </a:cubicBezTo>
                        <a:cubicBezTo>
                          <a:pt x="3591" y="4828"/>
                          <a:pt x="3542" y="4826"/>
                          <a:pt x="3494" y="4826"/>
                        </a:cubicBezTo>
                        <a:cubicBezTo>
                          <a:pt x="3363" y="4826"/>
                          <a:pt x="3241" y="4845"/>
                          <a:pt x="3118" y="4876"/>
                        </a:cubicBezTo>
                        <a:cubicBezTo>
                          <a:pt x="3076" y="5085"/>
                          <a:pt x="3055" y="5273"/>
                          <a:pt x="3055" y="5462"/>
                        </a:cubicBezTo>
                        <a:cubicBezTo>
                          <a:pt x="3076" y="5650"/>
                          <a:pt x="3118" y="5775"/>
                          <a:pt x="3160" y="5901"/>
                        </a:cubicBezTo>
                        <a:cubicBezTo>
                          <a:pt x="3265" y="6152"/>
                          <a:pt x="3411" y="6340"/>
                          <a:pt x="3516" y="6466"/>
                        </a:cubicBezTo>
                        <a:cubicBezTo>
                          <a:pt x="3710" y="6718"/>
                          <a:pt x="3832" y="6845"/>
                          <a:pt x="3865" y="6845"/>
                        </a:cubicBezTo>
                        <a:cubicBezTo>
                          <a:pt x="3868" y="6845"/>
                          <a:pt x="3870" y="6844"/>
                          <a:pt x="3871" y="6842"/>
                        </a:cubicBezTo>
                        <a:cubicBezTo>
                          <a:pt x="3892" y="6822"/>
                          <a:pt x="3829" y="6654"/>
                          <a:pt x="3662" y="6361"/>
                        </a:cubicBezTo>
                        <a:cubicBezTo>
                          <a:pt x="3578" y="6215"/>
                          <a:pt x="3474" y="6047"/>
                          <a:pt x="3411" y="5817"/>
                        </a:cubicBezTo>
                        <a:cubicBezTo>
                          <a:pt x="3390" y="5713"/>
                          <a:pt x="3369" y="5587"/>
                          <a:pt x="3369" y="5482"/>
                        </a:cubicBezTo>
                        <a:cubicBezTo>
                          <a:pt x="3369" y="5378"/>
                          <a:pt x="3390" y="5294"/>
                          <a:pt x="3411" y="5210"/>
                        </a:cubicBezTo>
                        <a:cubicBezTo>
                          <a:pt x="3439" y="5203"/>
                          <a:pt x="3467" y="5201"/>
                          <a:pt x="3495" y="5201"/>
                        </a:cubicBezTo>
                        <a:cubicBezTo>
                          <a:pt x="3550" y="5201"/>
                          <a:pt x="3606" y="5210"/>
                          <a:pt x="3662" y="5210"/>
                        </a:cubicBezTo>
                        <a:cubicBezTo>
                          <a:pt x="3683" y="5231"/>
                          <a:pt x="3704" y="5231"/>
                          <a:pt x="3725" y="5231"/>
                        </a:cubicBezTo>
                        <a:cubicBezTo>
                          <a:pt x="3746" y="5231"/>
                          <a:pt x="3767" y="5252"/>
                          <a:pt x="3809" y="5252"/>
                        </a:cubicBezTo>
                        <a:cubicBezTo>
                          <a:pt x="3871" y="5273"/>
                          <a:pt x="3913" y="5294"/>
                          <a:pt x="3976" y="5336"/>
                        </a:cubicBezTo>
                        <a:cubicBezTo>
                          <a:pt x="4227" y="5441"/>
                          <a:pt x="4436" y="5608"/>
                          <a:pt x="4645" y="5838"/>
                        </a:cubicBezTo>
                        <a:cubicBezTo>
                          <a:pt x="5085" y="6298"/>
                          <a:pt x="5420" y="6947"/>
                          <a:pt x="5671" y="7679"/>
                        </a:cubicBezTo>
                        <a:cubicBezTo>
                          <a:pt x="5796" y="8056"/>
                          <a:pt x="5901" y="8454"/>
                          <a:pt x="5964" y="8872"/>
                        </a:cubicBezTo>
                        <a:cubicBezTo>
                          <a:pt x="6006" y="9291"/>
                          <a:pt x="6026" y="9730"/>
                          <a:pt x="5985" y="10169"/>
                        </a:cubicBezTo>
                        <a:cubicBezTo>
                          <a:pt x="5922" y="10588"/>
                          <a:pt x="5754" y="11006"/>
                          <a:pt x="5462" y="11153"/>
                        </a:cubicBezTo>
                        <a:cubicBezTo>
                          <a:pt x="5375" y="11199"/>
                          <a:pt x="5268" y="11220"/>
                          <a:pt x="5149" y="11220"/>
                        </a:cubicBezTo>
                        <a:cubicBezTo>
                          <a:pt x="4891" y="11220"/>
                          <a:pt x="4576" y="11122"/>
                          <a:pt x="4290" y="10964"/>
                        </a:cubicBezTo>
                        <a:cubicBezTo>
                          <a:pt x="4081" y="10860"/>
                          <a:pt x="3850" y="10713"/>
                          <a:pt x="3641" y="10567"/>
                        </a:cubicBezTo>
                        <a:cubicBezTo>
                          <a:pt x="3537" y="10504"/>
                          <a:pt x="3432" y="10420"/>
                          <a:pt x="3327" y="10337"/>
                        </a:cubicBezTo>
                        <a:cubicBezTo>
                          <a:pt x="3223" y="10253"/>
                          <a:pt x="3118" y="10169"/>
                          <a:pt x="3013" y="10086"/>
                        </a:cubicBezTo>
                        <a:cubicBezTo>
                          <a:pt x="2658" y="9751"/>
                          <a:pt x="2344" y="9291"/>
                          <a:pt x="2072" y="8809"/>
                        </a:cubicBezTo>
                        <a:cubicBezTo>
                          <a:pt x="1528" y="7826"/>
                          <a:pt x="1151" y="6675"/>
                          <a:pt x="984" y="5482"/>
                        </a:cubicBezTo>
                        <a:cubicBezTo>
                          <a:pt x="900" y="4876"/>
                          <a:pt x="879" y="4269"/>
                          <a:pt x="963" y="3662"/>
                        </a:cubicBezTo>
                        <a:cubicBezTo>
                          <a:pt x="1026" y="3055"/>
                          <a:pt x="1193" y="2469"/>
                          <a:pt x="1528" y="2009"/>
                        </a:cubicBezTo>
                        <a:cubicBezTo>
                          <a:pt x="1842" y="1528"/>
                          <a:pt x="2344" y="1193"/>
                          <a:pt x="2909" y="1047"/>
                        </a:cubicBezTo>
                        <a:cubicBezTo>
                          <a:pt x="3222" y="971"/>
                          <a:pt x="3541" y="929"/>
                          <a:pt x="3854" y="929"/>
                        </a:cubicBezTo>
                        <a:cubicBezTo>
                          <a:pt x="4147" y="929"/>
                          <a:pt x="4435" y="966"/>
                          <a:pt x="4708" y="1047"/>
                        </a:cubicBezTo>
                        <a:cubicBezTo>
                          <a:pt x="5482" y="1277"/>
                          <a:pt x="6110" y="1863"/>
                          <a:pt x="6612" y="2532"/>
                        </a:cubicBezTo>
                        <a:cubicBezTo>
                          <a:pt x="7114" y="3202"/>
                          <a:pt x="7491" y="3976"/>
                          <a:pt x="7784" y="4771"/>
                        </a:cubicBezTo>
                        <a:cubicBezTo>
                          <a:pt x="8412" y="6361"/>
                          <a:pt x="8767" y="7972"/>
                          <a:pt x="9060" y="9542"/>
                        </a:cubicBezTo>
                        <a:cubicBezTo>
                          <a:pt x="9604" y="12659"/>
                          <a:pt x="9793" y="15547"/>
                          <a:pt x="9939" y="17953"/>
                        </a:cubicBezTo>
                        <a:cubicBezTo>
                          <a:pt x="10065" y="20359"/>
                          <a:pt x="10107" y="22326"/>
                          <a:pt x="10169" y="23686"/>
                        </a:cubicBezTo>
                        <a:cubicBezTo>
                          <a:pt x="10211" y="25025"/>
                          <a:pt x="10253" y="25778"/>
                          <a:pt x="10316" y="25778"/>
                        </a:cubicBezTo>
                        <a:cubicBezTo>
                          <a:pt x="10379" y="25778"/>
                          <a:pt x="10441" y="25046"/>
                          <a:pt x="10525" y="23686"/>
                        </a:cubicBezTo>
                        <a:cubicBezTo>
                          <a:pt x="10588" y="22326"/>
                          <a:pt x="10630" y="20359"/>
                          <a:pt x="10588" y="17932"/>
                        </a:cubicBezTo>
                        <a:cubicBezTo>
                          <a:pt x="10525" y="15505"/>
                          <a:pt x="10399" y="12596"/>
                          <a:pt x="9876" y="9395"/>
                        </a:cubicBezTo>
                        <a:cubicBezTo>
                          <a:pt x="9625" y="7805"/>
                          <a:pt x="9270" y="6131"/>
                          <a:pt x="8621" y="4457"/>
                        </a:cubicBezTo>
                        <a:cubicBezTo>
                          <a:pt x="8307" y="3620"/>
                          <a:pt x="7910" y="2762"/>
                          <a:pt x="7345" y="1988"/>
                        </a:cubicBezTo>
                        <a:cubicBezTo>
                          <a:pt x="7052" y="1612"/>
                          <a:pt x="6738" y="1235"/>
                          <a:pt x="6340" y="921"/>
                        </a:cubicBezTo>
                        <a:cubicBezTo>
                          <a:pt x="5943" y="607"/>
                          <a:pt x="5482" y="335"/>
                          <a:pt x="4980" y="189"/>
                        </a:cubicBezTo>
                        <a:cubicBezTo>
                          <a:pt x="4604" y="63"/>
                          <a:pt x="4206" y="0"/>
                          <a:pt x="380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" name="Google Shape;126;p3"/>
                  <p:cNvSpPr/>
                  <p:nvPr/>
                </p:nvSpPr>
                <p:spPr>
                  <a:xfrm>
                    <a:off x="1771775" y="4794100"/>
                    <a:ext cx="644475" cy="264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779" h="10575" extrusionOk="0">
                        <a:moveTo>
                          <a:pt x="5857" y="1"/>
                        </a:moveTo>
                        <a:cubicBezTo>
                          <a:pt x="4340" y="1"/>
                          <a:pt x="3075" y="45"/>
                          <a:pt x="2113" y="89"/>
                        </a:cubicBezTo>
                        <a:cubicBezTo>
                          <a:pt x="753" y="152"/>
                          <a:pt x="0" y="215"/>
                          <a:pt x="0" y="278"/>
                        </a:cubicBezTo>
                        <a:cubicBezTo>
                          <a:pt x="0" y="340"/>
                          <a:pt x="753" y="403"/>
                          <a:pt x="2113" y="445"/>
                        </a:cubicBezTo>
                        <a:cubicBezTo>
                          <a:pt x="3473" y="487"/>
                          <a:pt x="5419" y="529"/>
                          <a:pt x="7846" y="675"/>
                        </a:cubicBezTo>
                        <a:cubicBezTo>
                          <a:pt x="10253" y="801"/>
                          <a:pt x="13119" y="1010"/>
                          <a:pt x="16258" y="1554"/>
                        </a:cubicBezTo>
                        <a:cubicBezTo>
                          <a:pt x="17806" y="1826"/>
                          <a:pt x="19438" y="2203"/>
                          <a:pt x="21028" y="2809"/>
                        </a:cubicBezTo>
                        <a:cubicBezTo>
                          <a:pt x="21803" y="3123"/>
                          <a:pt x="22577" y="3500"/>
                          <a:pt x="23267" y="4002"/>
                        </a:cubicBezTo>
                        <a:cubicBezTo>
                          <a:pt x="23937" y="4483"/>
                          <a:pt x="24502" y="5132"/>
                          <a:pt x="24753" y="5885"/>
                        </a:cubicBezTo>
                        <a:cubicBezTo>
                          <a:pt x="24920" y="6471"/>
                          <a:pt x="24899" y="7099"/>
                          <a:pt x="24753" y="7685"/>
                        </a:cubicBezTo>
                        <a:cubicBezTo>
                          <a:pt x="24585" y="8271"/>
                          <a:pt x="24272" y="8752"/>
                          <a:pt x="23790" y="9087"/>
                        </a:cubicBezTo>
                        <a:cubicBezTo>
                          <a:pt x="23309" y="9400"/>
                          <a:pt x="22723" y="9589"/>
                          <a:pt x="22137" y="9651"/>
                        </a:cubicBezTo>
                        <a:cubicBezTo>
                          <a:pt x="21898" y="9676"/>
                          <a:pt x="21659" y="9688"/>
                          <a:pt x="21419" y="9688"/>
                        </a:cubicBezTo>
                        <a:cubicBezTo>
                          <a:pt x="21052" y="9688"/>
                          <a:pt x="20684" y="9660"/>
                          <a:pt x="20317" y="9610"/>
                        </a:cubicBezTo>
                        <a:cubicBezTo>
                          <a:pt x="19124" y="9442"/>
                          <a:pt x="17974" y="9066"/>
                          <a:pt x="16990" y="8543"/>
                        </a:cubicBezTo>
                        <a:cubicBezTo>
                          <a:pt x="16509" y="8271"/>
                          <a:pt x="16049" y="7957"/>
                          <a:pt x="15714" y="7580"/>
                        </a:cubicBezTo>
                        <a:cubicBezTo>
                          <a:pt x="15630" y="7496"/>
                          <a:pt x="15546" y="7392"/>
                          <a:pt x="15463" y="7287"/>
                        </a:cubicBezTo>
                        <a:cubicBezTo>
                          <a:pt x="15379" y="7182"/>
                          <a:pt x="15295" y="7078"/>
                          <a:pt x="15212" y="6973"/>
                        </a:cubicBezTo>
                        <a:cubicBezTo>
                          <a:pt x="15065" y="6743"/>
                          <a:pt x="14940" y="6534"/>
                          <a:pt x="14814" y="6325"/>
                        </a:cubicBezTo>
                        <a:cubicBezTo>
                          <a:pt x="14605" y="5885"/>
                          <a:pt x="14500" y="5425"/>
                          <a:pt x="14647" y="5153"/>
                        </a:cubicBezTo>
                        <a:cubicBezTo>
                          <a:pt x="14793" y="4860"/>
                          <a:pt x="15212" y="4693"/>
                          <a:pt x="15630" y="4630"/>
                        </a:cubicBezTo>
                        <a:cubicBezTo>
                          <a:pt x="15805" y="4604"/>
                          <a:pt x="15984" y="4592"/>
                          <a:pt x="16164" y="4592"/>
                        </a:cubicBezTo>
                        <a:cubicBezTo>
                          <a:pt x="16413" y="4592"/>
                          <a:pt x="16663" y="4614"/>
                          <a:pt x="16906" y="4651"/>
                        </a:cubicBezTo>
                        <a:cubicBezTo>
                          <a:pt x="17325" y="4714"/>
                          <a:pt x="17722" y="4818"/>
                          <a:pt x="18099" y="4944"/>
                        </a:cubicBezTo>
                        <a:cubicBezTo>
                          <a:pt x="18852" y="5195"/>
                          <a:pt x="19501" y="5530"/>
                          <a:pt x="19940" y="5948"/>
                        </a:cubicBezTo>
                        <a:cubicBezTo>
                          <a:pt x="20171" y="6157"/>
                          <a:pt x="20359" y="6387"/>
                          <a:pt x="20463" y="6618"/>
                        </a:cubicBezTo>
                        <a:cubicBezTo>
                          <a:pt x="20484" y="6680"/>
                          <a:pt x="20505" y="6743"/>
                          <a:pt x="20526" y="6806"/>
                        </a:cubicBezTo>
                        <a:cubicBezTo>
                          <a:pt x="20547" y="6827"/>
                          <a:pt x="20547" y="6869"/>
                          <a:pt x="20568" y="6890"/>
                        </a:cubicBezTo>
                        <a:cubicBezTo>
                          <a:pt x="20568" y="6910"/>
                          <a:pt x="20568" y="6931"/>
                          <a:pt x="20568" y="6952"/>
                        </a:cubicBezTo>
                        <a:cubicBezTo>
                          <a:pt x="20589" y="7015"/>
                          <a:pt x="20589" y="7099"/>
                          <a:pt x="20589" y="7182"/>
                        </a:cubicBezTo>
                        <a:cubicBezTo>
                          <a:pt x="20505" y="7224"/>
                          <a:pt x="20401" y="7245"/>
                          <a:pt x="20317" y="7245"/>
                        </a:cubicBezTo>
                        <a:cubicBezTo>
                          <a:pt x="20212" y="7245"/>
                          <a:pt x="20066" y="7224"/>
                          <a:pt x="19961" y="7203"/>
                        </a:cubicBezTo>
                        <a:cubicBezTo>
                          <a:pt x="19752" y="7141"/>
                          <a:pt x="19564" y="7036"/>
                          <a:pt x="19417" y="6952"/>
                        </a:cubicBezTo>
                        <a:cubicBezTo>
                          <a:pt x="19192" y="6814"/>
                          <a:pt x="19038" y="6732"/>
                          <a:pt x="18980" y="6732"/>
                        </a:cubicBezTo>
                        <a:cubicBezTo>
                          <a:pt x="18968" y="6732"/>
                          <a:pt x="18961" y="6736"/>
                          <a:pt x="18957" y="6743"/>
                        </a:cubicBezTo>
                        <a:cubicBezTo>
                          <a:pt x="18936" y="6764"/>
                          <a:pt x="19062" y="6890"/>
                          <a:pt x="19334" y="7099"/>
                        </a:cubicBezTo>
                        <a:cubicBezTo>
                          <a:pt x="19459" y="7203"/>
                          <a:pt x="19626" y="7350"/>
                          <a:pt x="19878" y="7454"/>
                        </a:cubicBezTo>
                        <a:cubicBezTo>
                          <a:pt x="20003" y="7496"/>
                          <a:pt x="20150" y="7538"/>
                          <a:pt x="20317" y="7538"/>
                        </a:cubicBezTo>
                        <a:cubicBezTo>
                          <a:pt x="20352" y="7542"/>
                          <a:pt x="20387" y="7544"/>
                          <a:pt x="20423" y="7544"/>
                        </a:cubicBezTo>
                        <a:cubicBezTo>
                          <a:pt x="20582" y="7544"/>
                          <a:pt x="20753" y="7510"/>
                          <a:pt x="20924" y="7475"/>
                        </a:cubicBezTo>
                        <a:cubicBezTo>
                          <a:pt x="20945" y="7329"/>
                          <a:pt x="20966" y="7141"/>
                          <a:pt x="20966" y="6952"/>
                        </a:cubicBezTo>
                        <a:cubicBezTo>
                          <a:pt x="20945" y="6910"/>
                          <a:pt x="20945" y="6869"/>
                          <a:pt x="20945" y="6806"/>
                        </a:cubicBezTo>
                        <a:cubicBezTo>
                          <a:pt x="20924" y="6764"/>
                          <a:pt x="20924" y="6743"/>
                          <a:pt x="20903" y="6701"/>
                        </a:cubicBezTo>
                        <a:cubicBezTo>
                          <a:pt x="20903" y="6618"/>
                          <a:pt x="20861" y="6534"/>
                          <a:pt x="20840" y="6471"/>
                        </a:cubicBezTo>
                        <a:cubicBezTo>
                          <a:pt x="20715" y="6157"/>
                          <a:pt x="20526" y="5885"/>
                          <a:pt x="20275" y="5613"/>
                        </a:cubicBezTo>
                        <a:cubicBezTo>
                          <a:pt x="19773" y="5111"/>
                          <a:pt x="19082" y="4693"/>
                          <a:pt x="18287" y="4400"/>
                        </a:cubicBezTo>
                        <a:cubicBezTo>
                          <a:pt x="17890" y="4253"/>
                          <a:pt x="17471" y="4128"/>
                          <a:pt x="17011" y="4044"/>
                        </a:cubicBezTo>
                        <a:cubicBezTo>
                          <a:pt x="16674" y="3983"/>
                          <a:pt x="16326" y="3944"/>
                          <a:pt x="15958" y="3944"/>
                        </a:cubicBezTo>
                        <a:cubicBezTo>
                          <a:pt x="15824" y="3944"/>
                          <a:pt x="15687" y="3949"/>
                          <a:pt x="15546" y="3960"/>
                        </a:cubicBezTo>
                        <a:cubicBezTo>
                          <a:pt x="15274" y="4002"/>
                          <a:pt x="15002" y="4044"/>
                          <a:pt x="14730" y="4169"/>
                        </a:cubicBezTo>
                        <a:cubicBezTo>
                          <a:pt x="14479" y="4295"/>
                          <a:pt x="14186" y="4504"/>
                          <a:pt x="14019" y="4818"/>
                        </a:cubicBezTo>
                        <a:cubicBezTo>
                          <a:pt x="13852" y="5132"/>
                          <a:pt x="13831" y="5488"/>
                          <a:pt x="13872" y="5781"/>
                        </a:cubicBezTo>
                        <a:cubicBezTo>
                          <a:pt x="13914" y="6094"/>
                          <a:pt x="14019" y="6387"/>
                          <a:pt x="14145" y="6659"/>
                        </a:cubicBezTo>
                        <a:cubicBezTo>
                          <a:pt x="14270" y="6910"/>
                          <a:pt x="14417" y="7162"/>
                          <a:pt x="14584" y="7413"/>
                        </a:cubicBezTo>
                        <a:cubicBezTo>
                          <a:pt x="14668" y="7517"/>
                          <a:pt x="14751" y="7643"/>
                          <a:pt x="14835" y="7768"/>
                        </a:cubicBezTo>
                        <a:cubicBezTo>
                          <a:pt x="14940" y="7873"/>
                          <a:pt x="15023" y="7978"/>
                          <a:pt x="15128" y="8103"/>
                        </a:cubicBezTo>
                        <a:cubicBezTo>
                          <a:pt x="15546" y="8584"/>
                          <a:pt x="16049" y="8940"/>
                          <a:pt x="16593" y="9254"/>
                        </a:cubicBezTo>
                        <a:cubicBezTo>
                          <a:pt x="17660" y="9861"/>
                          <a:pt x="18894" y="10279"/>
                          <a:pt x="20191" y="10467"/>
                        </a:cubicBezTo>
                        <a:cubicBezTo>
                          <a:pt x="20615" y="10534"/>
                          <a:pt x="21039" y="10575"/>
                          <a:pt x="21474" y="10575"/>
                        </a:cubicBezTo>
                        <a:cubicBezTo>
                          <a:pt x="21725" y="10575"/>
                          <a:pt x="21981" y="10561"/>
                          <a:pt x="22242" y="10530"/>
                        </a:cubicBezTo>
                        <a:cubicBezTo>
                          <a:pt x="22932" y="10447"/>
                          <a:pt x="23665" y="10258"/>
                          <a:pt x="24292" y="9819"/>
                        </a:cubicBezTo>
                        <a:cubicBezTo>
                          <a:pt x="24627" y="9610"/>
                          <a:pt x="24899" y="9317"/>
                          <a:pt x="25129" y="9003"/>
                        </a:cubicBezTo>
                        <a:cubicBezTo>
                          <a:pt x="25360" y="8668"/>
                          <a:pt x="25527" y="8312"/>
                          <a:pt x="25632" y="7936"/>
                        </a:cubicBezTo>
                        <a:cubicBezTo>
                          <a:pt x="25715" y="7559"/>
                          <a:pt x="25778" y="7182"/>
                          <a:pt x="25778" y="6785"/>
                        </a:cubicBezTo>
                        <a:cubicBezTo>
                          <a:pt x="25778" y="6408"/>
                          <a:pt x="25736" y="6011"/>
                          <a:pt x="25611" y="5634"/>
                        </a:cubicBezTo>
                        <a:cubicBezTo>
                          <a:pt x="25464" y="5111"/>
                          <a:pt x="25192" y="4672"/>
                          <a:pt x="24878" y="4274"/>
                        </a:cubicBezTo>
                        <a:cubicBezTo>
                          <a:pt x="24564" y="3877"/>
                          <a:pt x="24188" y="3542"/>
                          <a:pt x="23790" y="3270"/>
                        </a:cubicBezTo>
                        <a:cubicBezTo>
                          <a:pt x="23016" y="2705"/>
                          <a:pt x="22179" y="2307"/>
                          <a:pt x="21342" y="1973"/>
                        </a:cubicBezTo>
                        <a:cubicBezTo>
                          <a:pt x="19668" y="1345"/>
                          <a:pt x="17994" y="989"/>
                          <a:pt x="16404" y="717"/>
                        </a:cubicBezTo>
                        <a:cubicBezTo>
                          <a:pt x="13203" y="215"/>
                          <a:pt x="10295" y="68"/>
                          <a:pt x="7867" y="27"/>
                        </a:cubicBezTo>
                        <a:cubicBezTo>
                          <a:pt x="7157" y="8"/>
                          <a:pt x="6485" y="1"/>
                          <a:pt x="5857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27" name="Google Shape;127;p3"/>
              <p:cNvSpPr/>
              <p:nvPr/>
            </p:nvSpPr>
            <p:spPr>
              <a:xfrm>
                <a:off x="3323125" y="4617960"/>
                <a:ext cx="2497775" cy="373700"/>
              </a:xfrm>
              <a:custGeom>
                <a:avLst/>
                <a:gdLst/>
                <a:ahLst/>
                <a:cxnLst/>
                <a:rect l="l" t="t" r="r" b="b"/>
                <a:pathLst>
                  <a:path w="99911" h="14948" extrusionOk="0">
                    <a:moveTo>
                      <a:pt x="95914" y="1047"/>
                    </a:moveTo>
                    <a:cubicBezTo>
                      <a:pt x="95914" y="1047"/>
                      <a:pt x="95914" y="1047"/>
                      <a:pt x="95914" y="1068"/>
                    </a:cubicBezTo>
                    <a:cubicBezTo>
                      <a:pt x="95914" y="1109"/>
                      <a:pt x="95894" y="1151"/>
                      <a:pt x="95873" y="1172"/>
                    </a:cubicBezTo>
                    <a:cubicBezTo>
                      <a:pt x="95852" y="1256"/>
                      <a:pt x="95831" y="1319"/>
                      <a:pt x="95810" y="1402"/>
                    </a:cubicBezTo>
                    <a:cubicBezTo>
                      <a:pt x="95705" y="1674"/>
                      <a:pt x="95559" y="1946"/>
                      <a:pt x="95370" y="2198"/>
                    </a:cubicBezTo>
                    <a:cubicBezTo>
                      <a:pt x="95036" y="2721"/>
                      <a:pt x="94617" y="3160"/>
                      <a:pt x="94178" y="3578"/>
                    </a:cubicBezTo>
                    <a:cubicBezTo>
                      <a:pt x="93299" y="4394"/>
                      <a:pt x="92420" y="5043"/>
                      <a:pt x="91667" y="5587"/>
                    </a:cubicBezTo>
                    <a:cubicBezTo>
                      <a:pt x="90914" y="6110"/>
                      <a:pt x="90286" y="6550"/>
                      <a:pt x="89868" y="6863"/>
                    </a:cubicBezTo>
                    <a:lnTo>
                      <a:pt x="89847" y="6863"/>
                    </a:lnTo>
                    <a:cubicBezTo>
                      <a:pt x="89721" y="6780"/>
                      <a:pt x="89596" y="6675"/>
                      <a:pt x="89470" y="6591"/>
                    </a:cubicBezTo>
                    <a:cubicBezTo>
                      <a:pt x="89470" y="6466"/>
                      <a:pt x="89491" y="6319"/>
                      <a:pt x="89512" y="6131"/>
                    </a:cubicBezTo>
                    <a:cubicBezTo>
                      <a:pt x="89575" y="5629"/>
                      <a:pt x="89763" y="4918"/>
                      <a:pt x="90244" y="4143"/>
                    </a:cubicBezTo>
                    <a:cubicBezTo>
                      <a:pt x="90725" y="3390"/>
                      <a:pt x="91521" y="2616"/>
                      <a:pt x="92546" y="2030"/>
                    </a:cubicBezTo>
                    <a:cubicBezTo>
                      <a:pt x="93069" y="1716"/>
                      <a:pt x="93655" y="1465"/>
                      <a:pt x="94262" y="1298"/>
                    </a:cubicBezTo>
                    <a:cubicBezTo>
                      <a:pt x="94575" y="1214"/>
                      <a:pt x="94889" y="1130"/>
                      <a:pt x="95224" y="1089"/>
                    </a:cubicBezTo>
                    <a:cubicBezTo>
                      <a:pt x="95391" y="1068"/>
                      <a:pt x="95538" y="1068"/>
                      <a:pt x="95705" y="1047"/>
                    </a:cubicBezTo>
                    <a:close/>
                    <a:moveTo>
                      <a:pt x="4206" y="1047"/>
                    </a:moveTo>
                    <a:cubicBezTo>
                      <a:pt x="4374" y="1068"/>
                      <a:pt x="4520" y="1068"/>
                      <a:pt x="4688" y="1089"/>
                    </a:cubicBezTo>
                    <a:cubicBezTo>
                      <a:pt x="5022" y="1130"/>
                      <a:pt x="5336" y="1214"/>
                      <a:pt x="5650" y="1298"/>
                    </a:cubicBezTo>
                    <a:cubicBezTo>
                      <a:pt x="6257" y="1465"/>
                      <a:pt x="6843" y="1737"/>
                      <a:pt x="7366" y="2030"/>
                    </a:cubicBezTo>
                    <a:cubicBezTo>
                      <a:pt x="8391" y="2616"/>
                      <a:pt x="9186" y="3390"/>
                      <a:pt x="9667" y="4164"/>
                    </a:cubicBezTo>
                    <a:cubicBezTo>
                      <a:pt x="10149" y="4918"/>
                      <a:pt x="10337" y="5629"/>
                      <a:pt x="10400" y="6131"/>
                    </a:cubicBezTo>
                    <a:cubicBezTo>
                      <a:pt x="10442" y="6529"/>
                      <a:pt x="10462" y="6780"/>
                      <a:pt x="10483" y="6905"/>
                    </a:cubicBezTo>
                    <a:cubicBezTo>
                      <a:pt x="10421" y="6947"/>
                      <a:pt x="10358" y="7010"/>
                      <a:pt x="10295" y="7073"/>
                    </a:cubicBezTo>
                    <a:cubicBezTo>
                      <a:pt x="10232" y="7010"/>
                      <a:pt x="10149" y="6926"/>
                      <a:pt x="10044" y="6863"/>
                    </a:cubicBezTo>
                    <a:cubicBezTo>
                      <a:pt x="9625" y="6550"/>
                      <a:pt x="8998" y="6110"/>
                      <a:pt x="8245" y="5587"/>
                    </a:cubicBezTo>
                    <a:cubicBezTo>
                      <a:pt x="7491" y="5043"/>
                      <a:pt x="6592" y="4394"/>
                      <a:pt x="5734" y="3578"/>
                    </a:cubicBezTo>
                    <a:cubicBezTo>
                      <a:pt x="5294" y="3160"/>
                      <a:pt x="4876" y="2721"/>
                      <a:pt x="4541" y="2198"/>
                    </a:cubicBezTo>
                    <a:cubicBezTo>
                      <a:pt x="4353" y="1946"/>
                      <a:pt x="4206" y="1674"/>
                      <a:pt x="4102" y="1402"/>
                    </a:cubicBezTo>
                    <a:cubicBezTo>
                      <a:pt x="4081" y="1319"/>
                      <a:pt x="4060" y="1256"/>
                      <a:pt x="4018" y="1172"/>
                    </a:cubicBezTo>
                    <a:cubicBezTo>
                      <a:pt x="4018" y="1151"/>
                      <a:pt x="3997" y="1109"/>
                      <a:pt x="3997" y="1068"/>
                    </a:cubicBezTo>
                    <a:cubicBezTo>
                      <a:pt x="3997" y="1047"/>
                      <a:pt x="3997" y="1047"/>
                      <a:pt x="3997" y="1047"/>
                    </a:cubicBezTo>
                    <a:close/>
                    <a:moveTo>
                      <a:pt x="7136" y="6382"/>
                    </a:moveTo>
                    <a:cubicBezTo>
                      <a:pt x="7701" y="6382"/>
                      <a:pt x="8182" y="6466"/>
                      <a:pt x="8579" y="6591"/>
                    </a:cubicBezTo>
                    <a:cubicBezTo>
                      <a:pt x="9081" y="6863"/>
                      <a:pt x="9500" y="7073"/>
                      <a:pt x="9835" y="7219"/>
                    </a:cubicBezTo>
                    <a:cubicBezTo>
                      <a:pt x="9918" y="7240"/>
                      <a:pt x="9981" y="7261"/>
                      <a:pt x="10044" y="7303"/>
                    </a:cubicBezTo>
                    <a:cubicBezTo>
                      <a:pt x="10002" y="7345"/>
                      <a:pt x="9960" y="7387"/>
                      <a:pt x="9918" y="7449"/>
                    </a:cubicBezTo>
                    <a:cubicBezTo>
                      <a:pt x="9835" y="7470"/>
                      <a:pt x="9730" y="7491"/>
                      <a:pt x="9625" y="7533"/>
                    </a:cubicBezTo>
                    <a:cubicBezTo>
                      <a:pt x="9123" y="7721"/>
                      <a:pt x="8433" y="8014"/>
                      <a:pt x="7554" y="8349"/>
                    </a:cubicBezTo>
                    <a:cubicBezTo>
                      <a:pt x="6696" y="8684"/>
                      <a:pt x="5671" y="9081"/>
                      <a:pt x="4520" y="9353"/>
                    </a:cubicBezTo>
                    <a:cubicBezTo>
                      <a:pt x="3934" y="9500"/>
                      <a:pt x="3327" y="9604"/>
                      <a:pt x="2700" y="9604"/>
                    </a:cubicBezTo>
                    <a:cubicBezTo>
                      <a:pt x="2407" y="9604"/>
                      <a:pt x="2093" y="9584"/>
                      <a:pt x="1800" y="9521"/>
                    </a:cubicBezTo>
                    <a:cubicBezTo>
                      <a:pt x="1716" y="9521"/>
                      <a:pt x="1654" y="9500"/>
                      <a:pt x="1570" y="9479"/>
                    </a:cubicBezTo>
                    <a:cubicBezTo>
                      <a:pt x="1549" y="9458"/>
                      <a:pt x="1507" y="9458"/>
                      <a:pt x="1465" y="9437"/>
                    </a:cubicBezTo>
                    <a:lnTo>
                      <a:pt x="1444" y="9437"/>
                    </a:lnTo>
                    <a:cubicBezTo>
                      <a:pt x="1444" y="9437"/>
                      <a:pt x="1444" y="9437"/>
                      <a:pt x="1465" y="9416"/>
                    </a:cubicBezTo>
                    <a:lnTo>
                      <a:pt x="1570" y="9270"/>
                    </a:lnTo>
                    <a:cubicBezTo>
                      <a:pt x="1654" y="9123"/>
                      <a:pt x="1758" y="8998"/>
                      <a:pt x="1863" y="8872"/>
                    </a:cubicBezTo>
                    <a:cubicBezTo>
                      <a:pt x="2072" y="8621"/>
                      <a:pt x="2302" y="8391"/>
                      <a:pt x="2553" y="8182"/>
                    </a:cubicBezTo>
                    <a:cubicBezTo>
                      <a:pt x="3035" y="7763"/>
                      <a:pt x="3558" y="7428"/>
                      <a:pt x="4102" y="7156"/>
                    </a:cubicBezTo>
                    <a:cubicBezTo>
                      <a:pt x="5169" y="6612"/>
                      <a:pt x="6257" y="6382"/>
                      <a:pt x="7136" y="6382"/>
                    </a:cubicBezTo>
                    <a:close/>
                    <a:moveTo>
                      <a:pt x="92776" y="6382"/>
                    </a:moveTo>
                    <a:cubicBezTo>
                      <a:pt x="93655" y="6382"/>
                      <a:pt x="94743" y="6612"/>
                      <a:pt x="95810" y="7156"/>
                    </a:cubicBezTo>
                    <a:cubicBezTo>
                      <a:pt x="96333" y="7428"/>
                      <a:pt x="96877" y="7763"/>
                      <a:pt x="97358" y="8182"/>
                    </a:cubicBezTo>
                    <a:cubicBezTo>
                      <a:pt x="97609" y="8391"/>
                      <a:pt x="97839" y="8621"/>
                      <a:pt x="98049" y="8872"/>
                    </a:cubicBezTo>
                    <a:cubicBezTo>
                      <a:pt x="98153" y="8998"/>
                      <a:pt x="98258" y="9123"/>
                      <a:pt x="98342" y="9270"/>
                    </a:cubicBezTo>
                    <a:lnTo>
                      <a:pt x="98446" y="9416"/>
                    </a:lnTo>
                    <a:cubicBezTo>
                      <a:pt x="98467" y="9437"/>
                      <a:pt x="98467" y="9437"/>
                      <a:pt x="98467" y="9437"/>
                    </a:cubicBezTo>
                    <a:lnTo>
                      <a:pt x="98446" y="9437"/>
                    </a:lnTo>
                    <a:cubicBezTo>
                      <a:pt x="98404" y="9458"/>
                      <a:pt x="98363" y="9458"/>
                      <a:pt x="98342" y="9479"/>
                    </a:cubicBezTo>
                    <a:cubicBezTo>
                      <a:pt x="98258" y="9500"/>
                      <a:pt x="98195" y="9521"/>
                      <a:pt x="98111" y="9521"/>
                    </a:cubicBezTo>
                    <a:cubicBezTo>
                      <a:pt x="97819" y="9584"/>
                      <a:pt x="97505" y="9604"/>
                      <a:pt x="97212" y="9604"/>
                    </a:cubicBezTo>
                    <a:cubicBezTo>
                      <a:pt x="96584" y="9604"/>
                      <a:pt x="95977" y="9500"/>
                      <a:pt x="95391" y="9353"/>
                    </a:cubicBezTo>
                    <a:cubicBezTo>
                      <a:pt x="94241" y="9081"/>
                      <a:pt x="93215" y="8684"/>
                      <a:pt x="92337" y="8349"/>
                    </a:cubicBezTo>
                    <a:cubicBezTo>
                      <a:pt x="91688" y="8077"/>
                      <a:pt x="91123" y="7847"/>
                      <a:pt x="90684" y="7680"/>
                    </a:cubicBezTo>
                    <a:cubicBezTo>
                      <a:pt x="90516" y="7491"/>
                      <a:pt x="90370" y="7324"/>
                      <a:pt x="90181" y="7156"/>
                    </a:cubicBezTo>
                    <a:cubicBezTo>
                      <a:pt x="90495" y="7010"/>
                      <a:pt x="90893" y="6843"/>
                      <a:pt x="91332" y="6591"/>
                    </a:cubicBezTo>
                    <a:cubicBezTo>
                      <a:pt x="91730" y="6466"/>
                      <a:pt x="92211" y="6382"/>
                      <a:pt x="92776" y="6382"/>
                    </a:cubicBezTo>
                    <a:close/>
                    <a:moveTo>
                      <a:pt x="3892" y="1"/>
                    </a:moveTo>
                    <a:cubicBezTo>
                      <a:pt x="3725" y="1"/>
                      <a:pt x="3537" y="21"/>
                      <a:pt x="3369" y="42"/>
                    </a:cubicBezTo>
                    <a:lnTo>
                      <a:pt x="2825" y="105"/>
                    </a:lnTo>
                    <a:cubicBezTo>
                      <a:pt x="2846" y="440"/>
                      <a:pt x="2846" y="775"/>
                      <a:pt x="2930" y="1109"/>
                    </a:cubicBezTo>
                    <a:cubicBezTo>
                      <a:pt x="2930" y="1151"/>
                      <a:pt x="2951" y="1193"/>
                      <a:pt x="2951" y="1235"/>
                    </a:cubicBezTo>
                    <a:lnTo>
                      <a:pt x="2993" y="1361"/>
                    </a:lnTo>
                    <a:cubicBezTo>
                      <a:pt x="2993" y="1402"/>
                      <a:pt x="3014" y="1444"/>
                      <a:pt x="3035" y="1507"/>
                    </a:cubicBezTo>
                    <a:cubicBezTo>
                      <a:pt x="3055" y="1591"/>
                      <a:pt x="3097" y="1695"/>
                      <a:pt x="3139" y="1779"/>
                    </a:cubicBezTo>
                    <a:cubicBezTo>
                      <a:pt x="3286" y="2156"/>
                      <a:pt x="3474" y="2470"/>
                      <a:pt x="3683" y="2783"/>
                    </a:cubicBezTo>
                    <a:cubicBezTo>
                      <a:pt x="4102" y="3390"/>
                      <a:pt x="4604" y="3871"/>
                      <a:pt x="5085" y="4290"/>
                    </a:cubicBezTo>
                    <a:cubicBezTo>
                      <a:pt x="5692" y="4813"/>
                      <a:pt x="6320" y="5252"/>
                      <a:pt x="6884" y="5608"/>
                    </a:cubicBezTo>
                    <a:cubicBezTo>
                      <a:pt x="6805" y="5605"/>
                      <a:pt x="6724" y="5603"/>
                      <a:pt x="6642" y="5603"/>
                    </a:cubicBezTo>
                    <a:cubicBezTo>
                      <a:pt x="5735" y="5603"/>
                      <a:pt x="4700" y="5817"/>
                      <a:pt x="3683" y="6278"/>
                    </a:cubicBezTo>
                    <a:cubicBezTo>
                      <a:pt x="3076" y="6550"/>
                      <a:pt x="2449" y="6926"/>
                      <a:pt x="1884" y="7387"/>
                    </a:cubicBezTo>
                    <a:cubicBezTo>
                      <a:pt x="1591" y="7638"/>
                      <a:pt x="1319" y="7889"/>
                      <a:pt x="1068" y="8182"/>
                    </a:cubicBezTo>
                    <a:cubicBezTo>
                      <a:pt x="942" y="8328"/>
                      <a:pt x="817" y="8496"/>
                      <a:pt x="712" y="8642"/>
                    </a:cubicBezTo>
                    <a:lnTo>
                      <a:pt x="628" y="8768"/>
                    </a:lnTo>
                    <a:lnTo>
                      <a:pt x="586" y="8830"/>
                    </a:lnTo>
                    <a:lnTo>
                      <a:pt x="503" y="8956"/>
                    </a:lnTo>
                    <a:cubicBezTo>
                      <a:pt x="419" y="9081"/>
                      <a:pt x="335" y="9249"/>
                      <a:pt x="252" y="9395"/>
                    </a:cubicBezTo>
                    <a:lnTo>
                      <a:pt x="1" y="9897"/>
                    </a:lnTo>
                    <a:cubicBezTo>
                      <a:pt x="314" y="10065"/>
                      <a:pt x="586" y="10232"/>
                      <a:pt x="921" y="10358"/>
                    </a:cubicBezTo>
                    <a:cubicBezTo>
                      <a:pt x="963" y="10379"/>
                      <a:pt x="1005" y="10400"/>
                      <a:pt x="1047" y="10400"/>
                    </a:cubicBezTo>
                    <a:lnTo>
                      <a:pt x="1151" y="10441"/>
                    </a:lnTo>
                    <a:cubicBezTo>
                      <a:pt x="1193" y="10462"/>
                      <a:pt x="1256" y="10462"/>
                      <a:pt x="1298" y="10483"/>
                    </a:cubicBezTo>
                    <a:cubicBezTo>
                      <a:pt x="1403" y="10504"/>
                      <a:pt x="1486" y="10525"/>
                      <a:pt x="1591" y="10546"/>
                    </a:cubicBezTo>
                    <a:cubicBezTo>
                      <a:pt x="1895" y="10610"/>
                      <a:pt x="2186" y="10637"/>
                      <a:pt x="2465" y="10637"/>
                    </a:cubicBezTo>
                    <a:cubicBezTo>
                      <a:pt x="2552" y="10637"/>
                      <a:pt x="2637" y="10635"/>
                      <a:pt x="2721" y="10630"/>
                    </a:cubicBezTo>
                    <a:cubicBezTo>
                      <a:pt x="3474" y="10609"/>
                      <a:pt x="4143" y="10462"/>
                      <a:pt x="4750" y="10295"/>
                    </a:cubicBezTo>
                    <a:cubicBezTo>
                      <a:pt x="6006" y="9918"/>
                      <a:pt x="7031" y="9437"/>
                      <a:pt x="7868" y="9019"/>
                    </a:cubicBezTo>
                    <a:cubicBezTo>
                      <a:pt x="8454" y="8705"/>
                      <a:pt x="8935" y="8433"/>
                      <a:pt x="9333" y="8203"/>
                    </a:cubicBezTo>
                    <a:lnTo>
                      <a:pt x="9333" y="8203"/>
                    </a:lnTo>
                    <a:cubicBezTo>
                      <a:pt x="9207" y="8391"/>
                      <a:pt x="9081" y="8600"/>
                      <a:pt x="8998" y="8809"/>
                    </a:cubicBezTo>
                    <a:cubicBezTo>
                      <a:pt x="8789" y="9291"/>
                      <a:pt x="8684" y="9793"/>
                      <a:pt x="8642" y="10295"/>
                    </a:cubicBezTo>
                    <a:cubicBezTo>
                      <a:pt x="8642" y="10421"/>
                      <a:pt x="8642" y="10546"/>
                      <a:pt x="8642" y="10651"/>
                    </a:cubicBezTo>
                    <a:lnTo>
                      <a:pt x="8642" y="10839"/>
                    </a:lnTo>
                    <a:cubicBezTo>
                      <a:pt x="8642" y="10902"/>
                      <a:pt x="8642" y="10944"/>
                      <a:pt x="8663" y="11048"/>
                    </a:cubicBezTo>
                    <a:cubicBezTo>
                      <a:pt x="8684" y="11299"/>
                      <a:pt x="8747" y="11550"/>
                      <a:pt x="8830" y="11781"/>
                    </a:cubicBezTo>
                    <a:cubicBezTo>
                      <a:pt x="9144" y="12722"/>
                      <a:pt x="9814" y="13454"/>
                      <a:pt x="10525" y="13957"/>
                    </a:cubicBezTo>
                    <a:cubicBezTo>
                      <a:pt x="11508" y="14635"/>
                      <a:pt x="12629" y="14947"/>
                      <a:pt x="13687" y="14947"/>
                    </a:cubicBezTo>
                    <a:cubicBezTo>
                      <a:pt x="14227" y="14947"/>
                      <a:pt x="14752" y="14866"/>
                      <a:pt x="15233" y="14710"/>
                    </a:cubicBezTo>
                    <a:cubicBezTo>
                      <a:pt x="15400" y="14647"/>
                      <a:pt x="15610" y="14563"/>
                      <a:pt x="15756" y="14480"/>
                    </a:cubicBezTo>
                    <a:cubicBezTo>
                      <a:pt x="15923" y="14396"/>
                      <a:pt x="16070" y="14312"/>
                      <a:pt x="16237" y="14229"/>
                    </a:cubicBezTo>
                    <a:cubicBezTo>
                      <a:pt x="16530" y="14019"/>
                      <a:pt x="16802" y="13810"/>
                      <a:pt x="17032" y="13559"/>
                    </a:cubicBezTo>
                    <a:cubicBezTo>
                      <a:pt x="17514" y="13057"/>
                      <a:pt x="17828" y="12450"/>
                      <a:pt x="17911" y="11843"/>
                    </a:cubicBezTo>
                    <a:cubicBezTo>
                      <a:pt x="18016" y="11237"/>
                      <a:pt x="17869" y="10588"/>
                      <a:pt x="17514" y="10169"/>
                    </a:cubicBezTo>
                    <a:cubicBezTo>
                      <a:pt x="17325" y="9960"/>
                      <a:pt x="17074" y="9793"/>
                      <a:pt x="16844" y="9730"/>
                    </a:cubicBezTo>
                    <a:cubicBezTo>
                      <a:pt x="16677" y="9674"/>
                      <a:pt x="16519" y="9646"/>
                      <a:pt x="16364" y="9646"/>
                    </a:cubicBezTo>
                    <a:cubicBezTo>
                      <a:pt x="16286" y="9646"/>
                      <a:pt x="16209" y="9653"/>
                      <a:pt x="16133" y="9667"/>
                    </a:cubicBezTo>
                    <a:cubicBezTo>
                      <a:pt x="15714" y="9709"/>
                      <a:pt x="15379" y="9876"/>
                      <a:pt x="15107" y="10023"/>
                    </a:cubicBezTo>
                    <a:cubicBezTo>
                      <a:pt x="14835" y="10190"/>
                      <a:pt x="14626" y="10337"/>
                      <a:pt x="14480" y="10483"/>
                    </a:cubicBezTo>
                    <a:cubicBezTo>
                      <a:pt x="14166" y="10755"/>
                      <a:pt x="14040" y="10944"/>
                      <a:pt x="14061" y="10965"/>
                    </a:cubicBezTo>
                    <a:cubicBezTo>
                      <a:pt x="14063" y="10966"/>
                      <a:pt x="14065" y="10967"/>
                      <a:pt x="14068" y="10967"/>
                    </a:cubicBezTo>
                    <a:cubicBezTo>
                      <a:pt x="14107" y="10967"/>
                      <a:pt x="14275" y="10845"/>
                      <a:pt x="14605" y="10651"/>
                    </a:cubicBezTo>
                    <a:cubicBezTo>
                      <a:pt x="14773" y="10546"/>
                      <a:pt x="14982" y="10421"/>
                      <a:pt x="15254" y="10295"/>
                    </a:cubicBezTo>
                    <a:cubicBezTo>
                      <a:pt x="15505" y="10190"/>
                      <a:pt x="15819" y="10086"/>
                      <a:pt x="16175" y="10065"/>
                    </a:cubicBezTo>
                    <a:cubicBezTo>
                      <a:pt x="16198" y="10063"/>
                      <a:pt x="16222" y="10063"/>
                      <a:pt x="16246" y="10063"/>
                    </a:cubicBezTo>
                    <a:cubicBezTo>
                      <a:pt x="16562" y="10063"/>
                      <a:pt x="16902" y="10192"/>
                      <a:pt x="17116" y="10483"/>
                    </a:cubicBezTo>
                    <a:cubicBezTo>
                      <a:pt x="17346" y="10797"/>
                      <a:pt x="17430" y="11257"/>
                      <a:pt x="17325" y="11739"/>
                    </a:cubicBezTo>
                    <a:cubicBezTo>
                      <a:pt x="17242" y="12220"/>
                      <a:pt x="16970" y="12680"/>
                      <a:pt x="16551" y="13078"/>
                    </a:cubicBezTo>
                    <a:cubicBezTo>
                      <a:pt x="16363" y="13287"/>
                      <a:pt x="16112" y="13454"/>
                      <a:pt x="15861" y="13622"/>
                    </a:cubicBezTo>
                    <a:cubicBezTo>
                      <a:pt x="15735" y="13685"/>
                      <a:pt x="15589" y="13768"/>
                      <a:pt x="15442" y="13831"/>
                    </a:cubicBezTo>
                    <a:cubicBezTo>
                      <a:pt x="15296" y="13894"/>
                      <a:pt x="15170" y="13936"/>
                      <a:pt x="15003" y="13998"/>
                    </a:cubicBezTo>
                    <a:cubicBezTo>
                      <a:pt x="14640" y="14105"/>
                      <a:pt x="14250" y="14159"/>
                      <a:pt x="13848" y="14159"/>
                    </a:cubicBezTo>
                    <a:cubicBezTo>
                      <a:pt x="12905" y="14159"/>
                      <a:pt x="11899" y="13861"/>
                      <a:pt x="11048" y="13245"/>
                    </a:cubicBezTo>
                    <a:cubicBezTo>
                      <a:pt x="10442" y="12827"/>
                      <a:pt x="9939" y="12199"/>
                      <a:pt x="9709" y="11488"/>
                    </a:cubicBezTo>
                    <a:cubicBezTo>
                      <a:pt x="9646" y="11299"/>
                      <a:pt x="9605" y="11132"/>
                      <a:pt x="9584" y="10923"/>
                    </a:cubicBezTo>
                    <a:cubicBezTo>
                      <a:pt x="9584" y="10923"/>
                      <a:pt x="9584" y="10860"/>
                      <a:pt x="9584" y="10818"/>
                    </a:cubicBezTo>
                    <a:lnTo>
                      <a:pt x="9584" y="10672"/>
                    </a:lnTo>
                    <a:cubicBezTo>
                      <a:pt x="9584" y="10567"/>
                      <a:pt x="9584" y="10462"/>
                      <a:pt x="9605" y="10358"/>
                    </a:cubicBezTo>
                    <a:cubicBezTo>
                      <a:pt x="9625" y="9960"/>
                      <a:pt x="9730" y="9584"/>
                      <a:pt x="9897" y="9207"/>
                    </a:cubicBezTo>
                    <a:cubicBezTo>
                      <a:pt x="10211" y="8475"/>
                      <a:pt x="10818" y="7826"/>
                      <a:pt x="11571" y="7345"/>
                    </a:cubicBezTo>
                    <a:cubicBezTo>
                      <a:pt x="12325" y="6863"/>
                      <a:pt x="13203" y="6508"/>
                      <a:pt x="14124" y="6236"/>
                    </a:cubicBezTo>
                    <a:cubicBezTo>
                      <a:pt x="15986" y="5671"/>
                      <a:pt x="18016" y="5441"/>
                      <a:pt x="20108" y="5315"/>
                    </a:cubicBezTo>
                    <a:cubicBezTo>
                      <a:pt x="21154" y="5252"/>
                      <a:pt x="22201" y="5231"/>
                      <a:pt x="23226" y="5231"/>
                    </a:cubicBezTo>
                    <a:cubicBezTo>
                      <a:pt x="24251" y="5231"/>
                      <a:pt x="25276" y="5231"/>
                      <a:pt x="26260" y="5252"/>
                    </a:cubicBezTo>
                    <a:cubicBezTo>
                      <a:pt x="28268" y="5273"/>
                      <a:pt x="30172" y="5357"/>
                      <a:pt x="32014" y="5462"/>
                    </a:cubicBezTo>
                    <a:cubicBezTo>
                      <a:pt x="35654" y="5692"/>
                      <a:pt x="38919" y="6110"/>
                      <a:pt x="41639" y="6633"/>
                    </a:cubicBezTo>
                    <a:cubicBezTo>
                      <a:pt x="46367" y="7533"/>
                      <a:pt x="49359" y="8768"/>
                      <a:pt x="50092" y="8977"/>
                    </a:cubicBezTo>
                    <a:cubicBezTo>
                      <a:pt x="50092" y="8977"/>
                      <a:pt x="50092" y="8977"/>
                      <a:pt x="50092" y="8998"/>
                    </a:cubicBezTo>
                    <a:lnTo>
                      <a:pt x="50280" y="8998"/>
                    </a:lnTo>
                    <a:cubicBezTo>
                      <a:pt x="50280" y="8977"/>
                      <a:pt x="50280" y="8977"/>
                      <a:pt x="50280" y="8977"/>
                    </a:cubicBezTo>
                    <a:cubicBezTo>
                      <a:pt x="51012" y="8768"/>
                      <a:pt x="54004" y="7533"/>
                      <a:pt x="58733" y="6633"/>
                    </a:cubicBezTo>
                    <a:cubicBezTo>
                      <a:pt x="61453" y="6110"/>
                      <a:pt x="64717" y="5692"/>
                      <a:pt x="68379" y="5462"/>
                    </a:cubicBezTo>
                    <a:cubicBezTo>
                      <a:pt x="70199" y="5357"/>
                      <a:pt x="72124" y="5273"/>
                      <a:pt x="74112" y="5252"/>
                    </a:cubicBezTo>
                    <a:cubicBezTo>
                      <a:pt x="75116" y="5231"/>
                      <a:pt x="76121" y="5231"/>
                      <a:pt x="77146" y="5231"/>
                    </a:cubicBezTo>
                    <a:cubicBezTo>
                      <a:pt x="78171" y="5231"/>
                      <a:pt x="79217" y="5252"/>
                      <a:pt x="80264" y="5315"/>
                    </a:cubicBezTo>
                    <a:cubicBezTo>
                      <a:pt x="82356" y="5441"/>
                      <a:pt x="84386" y="5671"/>
                      <a:pt x="86248" y="6236"/>
                    </a:cubicBezTo>
                    <a:cubicBezTo>
                      <a:pt x="87168" y="6508"/>
                      <a:pt x="88047" y="6863"/>
                      <a:pt x="88800" y="7345"/>
                    </a:cubicBezTo>
                    <a:cubicBezTo>
                      <a:pt x="89554" y="7826"/>
                      <a:pt x="90160" y="8475"/>
                      <a:pt x="90495" y="9207"/>
                    </a:cubicBezTo>
                    <a:cubicBezTo>
                      <a:pt x="90642" y="9584"/>
                      <a:pt x="90746" y="9960"/>
                      <a:pt x="90788" y="10358"/>
                    </a:cubicBezTo>
                    <a:cubicBezTo>
                      <a:pt x="90788" y="10462"/>
                      <a:pt x="90788" y="10567"/>
                      <a:pt x="90788" y="10672"/>
                    </a:cubicBezTo>
                    <a:lnTo>
                      <a:pt x="90809" y="10818"/>
                    </a:lnTo>
                    <a:cubicBezTo>
                      <a:pt x="90788" y="10860"/>
                      <a:pt x="90788" y="10923"/>
                      <a:pt x="90788" y="10923"/>
                    </a:cubicBezTo>
                    <a:cubicBezTo>
                      <a:pt x="90767" y="11132"/>
                      <a:pt x="90725" y="11299"/>
                      <a:pt x="90663" y="11488"/>
                    </a:cubicBezTo>
                    <a:cubicBezTo>
                      <a:pt x="90432" y="12199"/>
                      <a:pt x="89930" y="12827"/>
                      <a:pt x="89344" y="13245"/>
                    </a:cubicBezTo>
                    <a:cubicBezTo>
                      <a:pt x="88493" y="13861"/>
                      <a:pt x="87478" y="14159"/>
                      <a:pt x="86529" y="14159"/>
                    </a:cubicBezTo>
                    <a:cubicBezTo>
                      <a:pt x="86124" y="14159"/>
                      <a:pt x="85732" y="14105"/>
                      <a:pt x="85369" y="13998"/>
                    </a:cubicBezTo>
                    <a:cubicBezTo>
                      <a:pt x="85202" y="13936"/>
                      <a:pt x="85076" y="13894"/>
                      <a:pt x="84930" y="13831"/>
                    </a:cubicBezTo>
                    <a:cubicBezTo>
                      <a:pt x="84783" y="13768"/>
                      <a:pt x="84658" y="13685"/>
                      <a:pt x="84511" y="13622"/>
                    </a:cubicBezTo>
                    <a:cubicBezTo>
                      <a:pt x="84260" y="13454"/>
                      <a:pt x="84030" y="13287"/>
                      <a:pt x="83821" y="13078"/>
                    </a:cubicBezTo>
                    <a:cubicBezTo>
                      <a:pt x="83402" y="12680"/>
                      <a:pt x="83151" y="12220"/>
                      <a:pt x="83046" y="11739"/>
                    </a:cubicBezTo>
                    <a:cubicBezTo>
                      <a:pt x="82942" y="11257"/>
                      <a:pt x="83026" y="10797"/>
                      <a:pt x="83256" y="10483"/>
                    </a:cubicBezTo>
                    <a:cubicBezTo>
                      <a:pt x="83470" y="10192"/>
                      <a:pt x="83810" y="10063"/>
                      <a:pt x="84142" y="10063"/>
                    </a:cubicBezTo>
                    <a:cubicBezTo>
                      <a:pt x="84168" y="10063"/>
                      <a:pt x="84193" y="10063"/>
                      <a:pt x="84218" y="10065"/>
                    </a:cubicBezTo>
                    <a:cubicBezTo>
                      <a:pt x="84553" y="10086"/>
                      <a:pt x="84867" y="10190"/>
                      <a:pt x="85139" y="10295"/>
                    </a:cubicBezTo>
                    <a:cubicBezTo>
                      <a:pt x="85390" y="10421"/>
                      <a:pt x="85599" y="10546"/>
                      <a:pt x="85787" y="10651"/>
                    </a:cubicBezTo>
                    <a:cubicBezTo>
                      <a:pt x="86098" y="10845"/>
                      <a:pt x="86264" y="10967"/>
                      <a:pt x="86320" y="10967"/>
                    </a:cubicBezTo>
                    <a:cubicBezTo>
                      <a:pt x="86325" y="10967"/>
                      <a:pt x="86328" y="10966"/>
                      <a:pt x="86331" y="10965"/>
                    </a:cubicBezTo>
                    <a:cubicBezTo>
                      <a:pt x="86352" y="10944"/>
                      <a:pt x="86227" y="10755"/>
                      <a:pt x="85913" y="10483"/>
                    </a:cubicBezTo>
                    <a:cubicBezTo>
                      <a:pt x="85746" y="10337"/>
                      <a:pt x="85536" y="10190"/>
                      <a:pt x="85285" y="10023"/>
                    </a:cubicBezTo>
                    <a:cubicBezTo>
                      <a:pt x="85013" y="9876"/>
                      <a:pt x="84678" y="9709"/>
                      <a:pt x="84239" y="9667"/>
                    </a:cubicBezTo>
                    <a:cubicBezTo>
                      <a:pt x="84169" y="9653"/>
                      <a:pt x="84095" y="9646"/>
                      <a:pt x="84018" y="9646"/>
                    </a:cubicBezTo>
                    <a:cubicBezTo>
                      <a:pt x="83865" y="9646"/>
                      <a:pt x="83702" y="9674"/>
                      <a:pt x="83549" y="9730"/>
                    </a:cubicBezTo>
                    <a:cubicBezTo>
                      <a:pt x="83298" y="9793"/>
                      <a:pt x="83067" y="9960"/>
                      <a:pt x="82879" y="10169"/>
                    </a:cubicBezTo>
                    <a:cubicBezTo>
                      <a:pt x="82502" y="10588"/>
                      <a:pt x="82377" y="11237"/>
                      <a:pt x="82461" y="11843"/>
                    </a:cubicBezTo>
                    <a:cubicBezTo>
                      <a:pt x="82565" y="12450"/>
                      <a:pt x="82858" y="13057"/>
                      <a:pt x="83339" y="13559"/>
                    </a:cubicBezTo>
                    <a:cubicBezTo>
                      <a:pt x="83570" y="13810"/>
                      <a:pt x="83842" y="14019"/>
                      <a:pt x="84155" y="14229"/>
                    </a:cubicBezTo>
                    <a:cubicBezTo>
                      <a:pt x="84302" y="14312"/>
                      <a:pt x="84448" y="14396"/>
                      <a:pt x="84616" y="14480"/>
                    </a:cubicBezTo>
                    <a:cubicBezTo>
                      <a:pt x="84783" y="14563"/>
                      <a:pt x="84971" y="14647"/>
                      <a:pt x="85139" y="14710"/>
                    </a:cubicBezTo>
                    <a:cubicBezTo>
                      <a:pt x="85627" y="14866"/>
                      <a:pt x="86154" y="14947"/>
                      <a:pt x="86694" y="14947"/>
                    </a:cubicBezTo>
                    <a:cubicBezTo>
                      <a:pt x="87752" y="14947"/>
                      <a:pt x="88864" y="14635"/>
                      <a:pt x="89847" y="13957"/>
                    </a:cubicBezTo>
                    <a:cubicBezTo>
                      <a:pt x="90579" y="13454"/>
                      <a:pt x="91228" y="12722"/>
                      <a:pt x="91541" y="11781"/>
                    </a:cubicBezTo>
                    <a:cubicBezTo>
                      <a:pt x="91625" y="11550"/>
                      <a:pt x="91688" y="11299"/>
                      <a:pt x="91730" y="11048"/>
                    </a:cubicBezTo>
                    <a:cubicBezTo>
                      <a:pt x="91730" y="10944"/>
                      <a:pt x="91730" y="10902"/>
                      <a:pt x="91730" y="10839"/>
                    </a:cubicBezTo>
                    <a:lnTo>
                      <a:pt x="91751" y="10651"/>
                    </a:lnTo>
                    <a:cubicBezTo>
                      <a:pt x="91751" y="10546"/>
                      <a:pt x="91730" y="10421"/>
                      <a:pt x="91730" y="10295"/>
                    </a:cubicBezTo>
                    <a:cubicBezTo>
                      <a:pt x="91688" y="9793"/>
                      <a:pt x="91583" y="9291"/>
                      <a:pt x="91374" y="8809"/>
                    </a:cubicBezTo>
                    <a:cubicBezTo>
                      <a:pt x="91353" y="8747"/>
                      <a:pt x="91311" y="8663"/>
                      <a:pt x="91269" y="8600"/>
                    </a:cubicBezTo>
                    <a:lnTo>
                      <a:pt x="91269" y="8600"/>
                    </a:lnTo>
                    <a:cubicBezTo>
                      <a:pt x="91521" y="8726"/>
                      <a:pt x="91772" y="8872"/>
                      <a:pt x="92044" y="9019"/>
                    </a:cubicBezTo>
                    <a:cubicBezTo>
                      <a:pt x="92881" y="9437"/>
                      <a:pt x="93906" y="9918"/>
                      <a:pt x="95161" y="10295"/>
                    </a:cubicBezTo>
                    <a:cubicBezTo>
                      <a:pt x="95768" y="10462"/>
                      <a:pt x="96438" y="10609"/>
                      <a:pt x="97191" y="10630"/>
                    </a:cubicBezTo>
                    <a:cubicBezTo>
                      <a:pt x="97275" y="10635"/>
                      <a:pt x="97360" y="10637"/>
                      <a:pt x="97446" y="10637"/>
                    </a:cubicBezTo>
                    <a:cubicBezTo>
                      <a:pt x="97726" y="10637"/>
                      <a:pt x="98017" y="10610"/>
                      <a:pt x="98321" y="10546"/>
                    </a:cubicBezTo>
                    <a:cubicBezTo>
                      <a:pt x="98425" y="10525"/>
                      <a:pt x="98509" y="10504"/>
                      <a:pt x="98614" y="10483"/>
                    </a:cubicBezTo>
                    <a:cubicBezTo>
                      <a:pt x="98655" y="10462"/>
                      <a:pt x="98718" y="10462"/>
                      <a:pt x="98760" y="10441"/>
                    </a:cubicBezTo>
                    <a:lnTo>
                      <a:pt x="98865" y="10400"/>
                    </a:lnTo>
                    <a:cubicBezTo>
                      <a:pt x="98907" y="10400"/>
                      <a:pt x="98948" y="10379"/>
                      <a:pt x="98990" y="10358"/>
                    </a:cubicBezTo>
                    <a:cubicBezTo>
                      <a:pt x="99325" y="10232"/>
                      <a:pt x="99597" y="10065"/>
                      <a:pt x="99911" y="9897"/>
                    </a:cubicBezTo>
                    <a:lnTo>
                      <a:pt x="99660" y="9395"/>
                    </a:lnTo>
                    <a:cubicBezTo>
                      <a:pt x="99576" y="9249"/>
                      <a:pt x="99492" y="9081"/>
                      <a:pt x="99388" y="8956"/>
                    </a:cubicBezTo>
                    <a:lnTo>
                      <a:pt x="99325" y="8830"/>
                    </a:lnTo>
                    <a:lnTo>
                      <a:pt x="99283" y="8768"/>
                    </a:lnTo>
                    <a:lnTo>
                      <a:pt x="99199" y="8642"/>
                    </a:lnTo>
                    <a:cubicBezTo>
                      <a:pt x="99095" y="8496"/>
                      <a:pt x="98969" y="8328"/>
                      <a:pt x="98844" y="8182"/>
                    </a:cubicBezTo>
                    <a:cubicBezTo>
                      <a:pt x="98593" y="7889"/>
                      <a:pt x="98321" y="7638"/>
                      <a:pt x="98028" y="7387"/>
                    </a:cubicBezTo>
                    <a:cubicBezTo>
                      <a:pt x="97463" y="6926"/>
                      <a:pt x="96835" y="6550"/>
                      <a:pt x="96228" y="6278"/>
                    </a:cubicBezTo>
                    <a:cubicBezTo>
                      <a:pt x="95211" y="5817"/>
                      <a:pt x="94176" y="5603"/>
                      <a:pt x="93269" y="5603"/>
                    </a:cubicBezTo>
                    <a:cubicBezTo>
                      <a:pt x="93187" y="5603"/>
                      <a:pt x="93107" y="5605"/>
                      <a:pt x="93027" y="5608"/>
                    </a:cubicBezTo>
                    <a:cubicBezTo>
                      <a:pt x="93592" y="5252"/>
                      <a:pt x="94220" y="4813"/>
                      <a:pt x="94826" y="4290"/>
                    </a:cubicBezTo>
                    <a:cubicBezTo>
                      <a:pt x="95308" y="3871"/>
                      <a:pt x="95810" y="3390"/>
                      <a:pt x="96228" y="2783"/>
                    </a:cubicBezTo>
                    <a:cubicBezTo>
                      <a:pt x="96438" y="2490"/>
                      <a:pt x="96626" y="2156"/>
                      <a:pt x="96772" y="1779"/>
                    </a:cubicBezTo>
                    <a:cubicBezTo>
                      <a:pt x="96814" y="1695"/>
                      <a:pt x="96856" y="1591"/>
                      <a:pt x="96877" y="1507"/>
                    </a:cubicBezTo>
                    <a:cubicBezTo>
                      <a:pt x="96898" y="1444"/>
                      <a:pt x="96919" y="1402"/>
                      <a:pt x="96919" y="1361"/>
                    </a:cubicBezTo>
                    <a:lnTo>
                      <a:pt x="96961" y="1235"/>
                    </a:lnTo>
                    <a:cubicBezTo>
                      <a:pt x="96961" y="1193"/>
                      <a:pt x="96982" y="1151"/>
                      <a:pt x="96982" y="1109"/>
                    </a:cubicBezTo>
                    <a:cubicBezTo>
                      <a:pt x="97065" y="775"/>
                      <a:pt x="97065" y="440"/>
                      <a:pt x="97086" y="105"/>
                    </a:cubicBezTo>
                    <a:lnTo>
                      <a:pt x="96542" y="42"/>
                    </a:lnTo>
                    <a:cubicBezTo>
                      <a:pt x="96375" y="21"/>
                      <a:pt x="96186" y="1"/>
                      <a:pt x="96019" y="1"/>
                    </a:cubicBezTo>
                    <a:lnTo>
                      <a:pt x="95663" y="1"/>
                    </a:lnTo>
                    <a:cubicBezTo>
                      <a:pt x="95475" y="21"/>
                      <a:pt x="95266" y="21"/>
                      <a:pt x="95078" y="63"/>
                    </a:cubicBezTo>
                    <a:cubicBezTo>
                      <a:pt x="94701" y="105"/>
                      <a:pt x="94324" y="189"/>
                      <a:pt x="93969" y="293"/>
                    </a:cubicBezTo>
                    <a:cubicBezTo>
                      <a:pt x="93257" y="524"/>
                      <a:pt x="92609" y="837"/>
                      <a:pt x="92044" y="1193"/>
                    </a:cubicBezTo>
                    <a:cubicBezTo>
                      <a:pt x="90914" y="1926"/>
                      <a:pt x="90077" y="2867"/>
                      <a:pt x="89596" y="3788"/>
                    </a:cubicBezTo>
                    <a:cubicBezTo>
                      <a:pt x="89135" y="4708"/>
                      <a:pt x="89031" y="5566"/>
                      <a:pt x="89093" y="6131"/>
                    </a:cubicBezTo>
                    <a:cubicBezTo>
                      <a:pt x="89114" y="6215"/>
                      <a:pt x="89114" y="6299"/>
                      <a:pt x="89135" y="6361"/>
                    </a:cubicBezTo>
                    <a:cubicBezTo>
                      <a:pt x="88340" y="5880"/>
                      <a:pt x="87461" y="5524"/>
                      <a:pt x="86562" y="5231"/>
                    </a:cubicBezTo>
                    <a:cubicBezTo>
                      <a:pt x="84574" y="4646"/>
                      <a:pt x="82461" y="4394"/>
                      <a:pt x="80326" y="4269"/>
                    </a:cubicBezTo>
                    <a:cubicBezTo>
                      <a:pt x="79259" y="4206"/>
                      <a:pt x="78192" y="4185"/>
                      <a:pt x="77146" y="4185"/>
                    </a:cubicBezTo>
                    <a:cubicBezTo>
                      <a:pt x="76121" y="4185"/>
                      <a:pt x="75095" y="4185"/>
                      <a:pt x="74091" y="4206"/>
                    </a:cubicBezTo>
                    <a:cubicBezTo>
                      <a:pt x="72082" y="4269"/>
                      <a:pt x="70137" y="4353"/>
                      <a:pt x="68295" y="4499"/>
                    </a:cubicBezTo>
                    <a:cubicBezTo>
                      <a:pt x="64613" y="4792"/>
                      <a:pt x="61307" y="5294"/>
                      <a:pt x="58587" y="5922"/>
                    </a:cubicBezTo>
                    <a:cubicBezTo>
                      <a:pt x="55846" y="6529"/>
                      <a:pt x="53691" y="7261"/>
                      <a:pt x="52247" y="7868"/>
                    </a:cubicBezTo>
                    <a:cubicBezTo>
                      <a:pt x="51138" y="8349"/>
                      <a:pt x="50427" y="8726"/>
                      <a:pt x="50196" y="8893"/>
                    </a:cubicBezTo>
                    <a:cubicBezTo>
                      <a:pt x="49945" y="8726"/>
                      <a:pt x="49255" y="8349"/>
                      <a:pt x="48125" y="7868"/>
                    </a:cubicBezTo>
                    <a:cubicBezTo>
                      <a:pt x="46681" y="7261"/>
                      <a:pt x="44526" y="6529"/>
                      <a:pt x="41785" y="5922"/>
                    </a:cubicBezTo>
                    <a:cubicBezTo>
                      <a:pt x="39065" y="5294"/>
                      <a:pt x="35759" y="4792"/>
                      <a:pt x="32077" y="4499"/>
                    </a:cubicBezTo>
                    <a:cubicBezTo>
                      <a:pt x="30235" y="4353"/>
                      <a:pt x="28289" y="4269"/>
                      <a:pt x="26281" y="4206"/>
                    </a:cubicBezTo>
                    <a:cubicBezTo>
                      <a:pt x="25276" y="4185"/>
                      <a:pt x="24251" y="4185"/>
                      <a:pt x="23226" y="4185"/>
                    </a:cubicBezTo>
                    <a:cubicBezTo>
                      <a:pt x="22180" y="4185"/>
                      <a:pt x="21133" y="4206"/>
                      <a:pt x="20045" y="4269"/>
                    </a:cubicBezTo>
                    <a:cubicBezTo>
                      <a:pt x="17911" y="4394"/>
                      <a:pt x="15798" y="4646"/>
                      <a:pt x="13831" y="5231"/>
                    </a:cubicBezTo>
                    <a:cubicBezTo>
                      <a:pt x="12848" y="5545"/>
                      <a:pt x="11885" y="5943"/>
                      <a:pt x="11027" y="6508"/>
                    </a:cubicBezTo>
                    <a:cubicBezTo>
                      <a:pt x="10902" y="6591"/>
                      <a:pt x="10797" y="6675"/>
                      <a:pt x="10672" y="6759"/>
                    </a:cubicBezTo>
                    <a:cubicBezTo>
                      <a:pt x="10734" y="6612"/>
                      <a:pt x="10776" y="6403"/>
                      <a:pt x="10818" y="6131"/>
                    </a:cubicBezTo>
                    <a:cubicBezTo>
                      <a:pt x="10881" y="5566"/>
                      <a:pt x="10776" y="4708"/>
                      <a:pt x="10316" y="3788"/>
                    </a:cubicBezTo>
                    <a:cubicBezTo>
                      <a:pt x="9835" y="2867"/>
                      <a:pt x="8998" y="1926"/>
                      <a:pt x="7868" y="1193"/>
                    </a:cubicBezTo>
                    <a:cubicBezTo>
                      <a:pt x="7303" y="837"/>
                      <a:pt x="6654" y="524"/>
                      <a:pt x="5943" y="293"/>
                    </a:cubicBezTo>
                    <a:cubicBezTo>
                      <a:pt x="5587" y="189"/>
                      <a:pt x="5211" y="105"/>
                      <a:pt x="4834" y="63"/>
                    </a:cubicBezTo>
                    <a:cubicBezTo>
                      <a:pt x="4646" y="21"/>
                      <a:pt x="4436" y="1"/>
                      <a:pt x="42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8" name="Google Shape;128;p3"/>
            <p:cNvSpPr/>
            <p:nvPr/>
          </p:nvSpPr>
          <p:spPr>
            <a:xfrm rot="5400000" flipH="1">
              <a:off x="3832194" y="-176590"/>
              <a:ext cx="398625" cy="1043900"/>
            </a:xfrm>
            <a:custGeom>
              <a:avLst/>
              <a:gdLst/>
              <a:ahLst/>
              <a:cxnLst/>
              <a:rect l="l" t="t" r="r" b="b"/>
              <a:pathLst>
                <a:path w="15945" h="41756" extrusionOk="0">
                  <a:moveTo>
                    <a:pt x="12071" y="26626"/>
                  </a:moveTo>
                  <a:cubicBezTo>
                    <a:pt x="12368" y="26626"/>
                    <a:pt x="12653" y="26680"/>
                    <a:pt x="12914" y="26788"/>
                  </a:cubicBezTo>
                  <a:lnTo>
                    <a:pt x="12914" y="26788"/>
                  </a:lnTo>
                  <a:cubicBezTo>
                    <a:pt x="12905" y="26970"/>
                    <a:pt x="12883" y="27148"/>
                    <a:pt x="12847" y="27327"/>
                  </a:cubicBezTo>
                  <a:cubicBezTo>
                    <a:pt x="12785" y="27641"/>
                    <a:pt x="12680" y="27933"/>
                    <a:pt x="12492" y="28164"/>
                  </a:cubicBezTo>
                  <a:cubicBezTo>
                    <a:pt x="12324" y="28415"/>
                    <a:pt x="12073" y="28603"/>
                    <a:pt x="11780" y="28729"/>
                  </a:cubicBezTo>
                  <a:cubicBezTo>
                    <a:pt x="11508" y="28854"/>
                    <a:pt x="11174" y="28938"/>
                    <a:pt x="10860" y="28959"/>
                  </a:cubicBezTo>
                  <a:cubicBezTo>
                    <a:pt x="10718" y="28976"/>
                    <a:pt x="10577" y="28983"/>
                    <a:pt x="10434" y="28983"/>
                  </a:cubicBezTo>
                  <a:cubicBezTo>
                    <a:pt x="10238" y="28983"/>
                    <a:pt x="10040" y="28971"/>
                    <a:pt x="9834" y="28959"/>
                  </a:cubicBezTo>
                  <a:cubicBezTo>
                    <a:pt x="9667" y="28938"/>
                    <a:pt x="9500" y="28917"/>
                    <a:pt x="9332" y="28896"/>
                  </a:cubicBezTo>
                  <a:lnTo>
                    <a:pt x="9088" y="28855"/>
                  </a:lnTo>
                  <a:lnTo>
                    <a:pt x="9088" y="28855"/>
                  </a:lnTo>
                  <a:cubicBezTo>
                    <a:pt x="9094" y="28846"/>
                    <a:pt x="9102" y="28825"/>
                    <a:pt x="9102" y="28812"/>
                  </a:cubicBezTo>
                  <a:cubicBezTo>
                    <a:pt x="9144" y="28708"/>
                    <a:pt x="9186" y="28603"/>
                    <a:pt x="9228" y="28519"/>
                  </a:cubicBezTo>
                  <a:cubicBezTo>
                    <a:pt x="9311" y="28310"/>
                    <a:pt x="9416" y="28122"/>
                    <a:pt x="9542" y="27933"/>
                  </a:cubicBezTo>
                  <a:cubicBezTo>
                    <a:pt x="10086" y="27201"/>
                    <a:pt x="10964" y="26699"/>
                    <a:pt x="11843" y="26636"/>
                  </a:cubicBezTo>
                  <a:cubicBezTo>
                    <a:pt x="11920" y="26629"/>
                    <a:pt x="11996" y="26626"/>
                    <a:pt x="12071" y="26626"/>
                  </a:cubicBezTo>
                  <a:close/>
                  <a:moveTo>
                    <a:pt x="6635" y="33248"/>
                  </a:moveTo>
                  <a:cubicBezTo>
                    <a:pt x="7121" y="33248"/>
                    <a:pt x="7586" y="33362"/>
                    <a:pt x="7972" y="33625"/>
                  </a:cubicBezTo>
                  <a:cubicBezTo>
                    <a:pt x="8223" y="33792"/>
                    <a:pt x="8433" y="34022"/>
                    <a:pt x="8621" y="34273"/>
                  </a:cubicBezTo>
                  <a:cubicBezTo>
                    <a:pt x="8650" y="34317"/>
                    <a:pt x="8679" y="34360"/>
                    <a:pt x="8708" y="34403"/>
                  </a:cubicBezTo>
                  <a:lnTo>
                    <a:pt x="8708" y="34403"/>
                  </a:lnTo>
                  <a:cubicBezTo>
                    <a:pt x="8380" y="34517"/>
                    <a:pt x="8050" y="34620"/>
                    <a:pt x="7721" y="34713"/>
                  </a:cubicBezTo>
                  <a:cubicBezTo>
                    <a:pt x="6905" y="34964"/>
                    <a:pt x="6089" y="35152"/>
                    <a:pt x="5294" y="35299"/>
                  </a:cubicBezTo>
                  <a:cubicBezTo>
                    <a:pt x="4876" y="35382"/>
                    <a:pt x="4478" y="35445"/>
                    <a:pt x="4080" y="35487"/>
                  </a:cubicBezTo>
                  <a:cubicBezTo>
                    <a:pt x="3871" y="35529"/>
                    <a:pt x="3683" y="35550"/>
                    <a:pt x="3495" y="35571"/>
                  </a:cubicBezTo>
                  <a:lnTo>
                    <a:pt x="3202" y="35592"/>
                  </a:lnTo>
                  <a:cubicBezTo>
                    <a:pt x="3202" y="35592"/>
                    <a:pt x="3202" y="35571"/>
                    <a:pt x="3202" y="35571"/>
                  </a:cubicBezTo>
                  <a:lnTo>
                    <a:pt x="3202" y="35550"/>
                  </a:lnTo>
                  <a:lnTo>
                    <a:pt x="3223" y="35529"/>
                  </a:lnTo>
                  <a:cubicBezTo>
                    <a:pt x="3244" y="35487"/>
                    <a:pt x="3244" y="35445"/>
                    <a:pt x="3264" y="35403"/>
                  </a:cubicBezTo>
                  <a:cubicBezTo>
                    <a:pt x="3348" y="35236"/>
                    <a:pt x="3432" y="35089"/>
                    <a:pt x="3536" y="34943"/>
                  </a:cubicBezTo>
                  <a:cubicBezTo>
                    <a:pt x="3725" y="34650"/>
                    <a:pt x="3976" y="34378"/>
                    <a:pt x="4248" y="34148"/>
                  </a:cubicBezTo>
                  <a:cubicBezTo>
                    <a:pt x="4813" y="33708"/>
                    <a:pt x="5461" y="33415"/>
                    <a:pt x="6110" y="33290"/>
                  </a:cubicBezTo>
                  <a:cubicBezTo>
                    <a:pt x="6286" y="33262"/>
                    <a:pt x="6462" y="33248"/>
                    <a:pt x="6635" y="33248"/>
                  </a:cubicBezTo>
                  <a:close/>
                  <a:moveTo>
                    <a:pt x="12743" y="0"/>
                  </a:moveTo>
                  <a:cubicBezTo>
                    <a:pt x="12220" y="0"/>
                    <a:pt x="11634" y="42"/>
                    <a:pt x="11006" y="168"/>
                  </a:cubicBezTo>
                  <a:cubicBezTo>
                    <a:pt x="10379" y="272"/>
                    <a:pt x="9709" y="482"/>
                    <a:pt x="9039" y="837"/>
                  </a:cubicBezTo>
                  <a:cubicBezTo>
                    <a:pt x="8370" y="1193"/>
                    <a:pt x="7721" y="1737"/>
                    <a:pt x="7240" y="2449"/>
                  </a:cubicBezTo>
                  <a:cubicBezTo>
                    <a:pt x="6738" y="3139"/>
                    <a:pt x="6382" y="3997"/>
                    <a:pt x="6194" y="4938"/>
                  </a:cubicBezTo>
                  <a:cubicBezTo>
                    <a:pt x="6005" y="5859"/>
                    <a:pt x="5964" y="6863"/>
                    <a:pt x="6047" y="7889"/>
                  </a:cubicBezTo>
                  <a:cubicBezTo>
                    <a:pt x="6110" y="8914"/>
                    <a:pt x="6277" y="9981"/>
                    <a:pt x="6529" y="11048"/>
                  </a:cubicBezTo>
                  <a:cubicBezTo>
                    <a:pt x="6801" y="12115"/>
                    <a:pt x="7135" y="13203"/>
                    <a:pt x="7554" y="14312"/>
                  </a:cubicBezTo>
                  <a:cubicBezTo>
                    <a:pt x="7972" y="15400"/>
                    <a:pt x="8474" y="16509"/>
                    <a:pt x="9060" y="17597"/>
                  </a:cubicBezTo>
                  <a:cubicBezTo>
                    <a:pt x="9207" y="17869"/>
                    <a:pt x="9353" y="18162"/>
                    <a:pt x="9521" y="18434"/>
                  </a:cubicBezTo>
                  <a:lnTo>
                    <a:pt x="9646" y="18622"/>
                  </a:lnTo>
                  <a:cubicBezTo>
                    <a:pt x="9688" y="18685"/>
                    <a:pt x="9709" y="18769"/>
                    <a:pt x="9772" y="18853"/>
                  </a:cubicBezTo>
                  <a:cubicBezTo>
                    <a:pt x="9855" y="18978"/>
                    <a:pt x="9939" y="19104"/>
                    <a:pt x="10023" y="19229"/>
                  </a:cubicBezTo>
                  <a:cubicBezTo>
                    <a:pt x="10379" y="19752"/>
                    <a:pt x="10692" y="20296"/>
                    <a:pt x="10985" y="20861"/>
                  </a:cubicBezTo>
                  <a:cubicBezTo>
                    <a:pt x="11592" y="21991"/>
                    <a:pt x="12157" y="23184"/>
                    <a:pt x="12534" y="24439"/>
                  </a:cubicBezTo>
                  <a:cubicBezTo>
                    <a:pt x="12708" y="25022"/>
                    <a:pt x="12847" y="25622"/>
                    <a:pt x="12900" y="26224"/>
                  </a:cubicBezTo>
                  <a:lnTo>
                    <a:pt x="12900" y="26224"/>
                  </a:lnTo>
                  <a:cubicBezTo>
                    <a:pt x="12629" y="26140"/>
                    <a:pt x="12347" y="26103"/>
                    <a:pt x="12063" y="26103"/>
                  </a:cubicBezTo>
                  <a:cubicBezTo>
                    <a:pt x="11976" y="26103"/>
                    <a:pt x="11888" y="26106"/>
                    <a:pt x="11801" y="26113"/>
                  </a:cubicBezTo>
                  <a:cubicBezTo>
                    <a:pt x="10755" y="26197"/>
                    <a:pt x="9751" y="26762"/>
                    <a:pt x="9123" y="27641"/>
                  </a:cubicBezTo>
                  <a:cubicBezTo>
                    <a:pt x="8977" y="27829"/>
                    <a:pt x="8851" y="28059"/>
                    <a:pt x="8746" y="28289"/>
                  </a:cubicBezTo>
                  <a:cubicBezTo>
                    <a:pt x="8684" y="28415"/>
                    <a:pt x="8642" y="28540"/>
                    <a:pt x="8600" y="28645"/>
                  </a:cubicBezTo>
                  <a:cubicBezTo>
                    <a:pt x="8600" y="28687"/>
                    <a:pt x="8579" y="28708"/>
                    <a:pt x="8558" y="28770"/>
                  </a:cubicBezTo>
                  <a:cubicBezTo>
                    <a:pt x="8558" y="28833"/>
                    <a:pt x="8537" y="28875"/>
                    <a:pt x="8516" y="28938"/>
                  </a:cubicBezTo>
                  <a:lnTo>
                    <a:pt x="8454" y="29273"/>
                  </a:lnTo>
                  <a:cubicBezTo>
                    <a:pt x="8621" y="29314"/>
                    <a:pt x="8788" y="29335"/>
                    <a:pt x="8977" y="29377"/>
                  </a:cubicBezTo>
                  <a:lnTo>
                    <a:pt x="9123" y="29398"/>
                  </a:lnTo>
                  <a:lnTo>
                    <a:pt x="9249" y="29419"/>
                  </a:lnTo>
                  <a:cubicBezTo>
                    <a:pt x="9437" y="29440"/>
                    <a:pt x="9625" y="29461"/>
                    <a:pt x="9793" y="29482"/>
                  </a:cubicBezTo>
                  <a:cubicBezTo>
                    <a:pt x="10010" y="29494"/>
                    <a:pt x="10221" y="29506"/>
                    <a:pt x="10432" y="29506"/>
                  </a:cubicBezTo>
                  <a:cubicBezTo>
                    <a:pt x="10587" y="29506"/>
                    <a:pt x="10742" y="29499"/>
                    <a:pt x="10902" y="29482"/>
                  </a:cubicBezTo>
                  <a:cubicBezTo>
                    <a:pt x="11278" y="29440"/>
                    <a:pt x="11655" y="29356"/>
                    <a:pt x="12011" y="29210"/>
                  </a:cubicBezTo>
                  <a:cubicBezTo>
                    <a:pt x="12366" y="29042"/>
                    <a:pt x="12680" y="28791"/>
                    <a:pt x="12910" y="28477"/>
                  </a:cubicBezTo>
                  <a:cubicBezTo>
                    <a:pt x="13161" y="28164"/>
                    <a:pt x="13287" y="27787"/>
                    <a:pt x="13371" y="27431"/>
                  </a:cubicBezTo>
                  <a:cubicBezTo>
                    <a:pt x="13390" y="27312"/>
                    <a:pt x="13406" y="27195"/>
                    <a:pt x="13418" y="27080"/>
                  </a:cubicBezTo>
                  <a:lnTo>
                    <a:pt x="13418" y="27080"/>
                  </a:lnTo>
                  <a:cubicBezTo>
                    <a:pt x="13652" y="27270"/>
                    <a:pt x="13836" y="27523"/>
                    <a:pt x="13956" y="27808"/>
                  </a:cubicBezTo>
                  <a:cubicBezTo>
                    <a:pt x="14124" y="28205"/>
                    <a:pt x="14187" y="28645"/>
                    <a:pt x="14187" y="29105"/>
                  </a:cubicBezTo>
                  <a:cubicBezTo>
                    <a:pt x="14187" y="29314"/>
                    <a:pt x="14166" y="29545"/>
                    <a:pt x="14145" y="29775"/>
                  </a:cubicBezTo>
                  <a:lnTo>
                    <a:pt x="14145" y="29858"/>
                  </a:lnTo>
                  <a:lnTo>
                    <a:pt x="14124" y="29921"/>
                  </a:lnTo>
                  <a:cubicBezTo>
                    <a:pt x="14103" y="29963"/>
                    <a:pt x="14103" y="30026"/>
                    <a:pt x="14082" y="30089"/>
                  </a:cubicBezTo>
                  <a:cubicBezTo>
                    <a:pt x="14040" y="30193"/>
                    <a:pt x="14019" y="30298"/>
                    <a:pt x="13977" y="30402"/>
                  </a:cubicBezTo>
                  <a:cubicBezTo>
                    <a:pt x="13664" y="31218"/>
                    <a:pt x="13078" y="31909"/>
                    <a:pt x="12387" y="32474"/>
                  </a:cubicBezTo>
                  <a:cubicBezTo>
                    <a:pt x="11718" y="33018"/>
                    <a:pt x="10943" y="33457"/>
                    <a:pt x="10148" y="33834"/>
                  </a:cubicBezTo>
                  <a:cubicBezTo>
                    <a:pt x="9790" y="33994"/>
                    <a:pt x="9427" y="34142"/>
                    <a:pt x="9062" y="34277"/>
                  </a:cubicBezTo>
                  <a:lnTo>
                    <a:pt x="9062" y="34277"/>
                  </a:lnTo>
                  <a:cubicBezTo>
                    <a:pt x="9061" y="34276"/>
                    <a:pt x="9061" y="34274"/>
                    <a:pt x="9060" y="34273"/>
                  </a:cubicBezTo>
                  <a:cubicBezTo>
                    <a:pt x="9018" y="34190"/>
                    <a:pt x="8977" y="34127"/>
                    <a:pt x="8935" y="34043"/>
                  </a:cubicBezTo>
                  <a:cubicBezTo>
                    <a:pt x="8726" y="33771"/>
                    <a:pt x="8474" y="33499"/>
                    <a:pt x="8182" y="33290"/>
                  </a:cubicBezTo>
                  <a:cubicBezTo>
                    <a:pt x="7889" y="33102"/>
                    <a:pt x="7533" y="32955"/>
                    <a:pt x="7156" y="32892"/>
                  </a:cubicBezTo>
                  <a:cubicBezTo>
                    <a:pt x="6978" y="32861"/>
                    <a:pt x="6795" y="32845"/>
                    <a:pt x="6610" y="32845"/>
                  </a:cubicBezTo>
                  <a:cubicBezTo>
                    <a:pt x="6424" y="32845"/>
                    <a:pt x="6236" y="32861"/>
                    <a:pt x="6047" y="32892"/>
                  </a:cubicBezTo>
                  <a:cubicBezTo>
                    <a:pt x="5315" y="32997"/>
                    <a:pt x="4604" y="33332"/>
                    <a:pt x="3976" y="33813"/>
                  </a:cubicBezTo>
                  <a:cubicBezTo>
                    <a:pt x="3683" y="34064"/>
                    <a:pt x="3390" y="34357"/>
                    <a:pt x="3160" y="34692"/>
                  </a:cubicBezTo>
                  <a:cubicBezTo>
                    <a:pt x="3055" y="34859"/>
                    <a:pt x="2951" y="35027"/>
                    <a:pt x="2867" y="35215"/>
                  </a:cubicBezTo>
                  <a:cubicBezTo>
                    <a:pt x="2846" y="35278"/>
                    <a:pt x="2825" y="35320"/>
                    <a:pt x="2804" y="35361"/>
                  </a:cubicBezTo>
                  <a:lnTo>
                    <a:pt x="2783" y="35403"/>
                  </a:lnTo>
                  <a:lnTo>
                    <a:pt x="2762" y="35466"/>
                  </a:lnTo>
                  <a:cubicBezTo>
                    <a:pt x="2741" y="35508"/>
                    <a:pt x="2741" y="35550"/>
                    <a:pt x="2720" y="35592"/>
                  </a:cubicBezTo>
                  <a:cubicBezTo>
                    <a:pt x="2679" y="35759"/>
                    <a:pt x="2658" y="35926"/>
                    <a:pt x="2616" y="36094"/>
                  </a:cubicBezTo>
                  <a:lnTo>
                    <a:pt x="3181" y="36052"/>
                  </a:lnTo>
                  <a:lnTo>
                    <a:pt x="3536" y="36031"/>
                  </a:lnTo>
                  <a:cubicBezTo>
                    <a:pt x="3746" y="36010"/>
                    <a:pt x="3934" y="35989"/>
                    <a:pt x="4143" y="35947"/>
                  </a:cubicBezTo>
                  <a:cubicBezTo>
                    <a:pt x="4541" y="35905"/>
                    <a:pt x="4959" y="35843"/>
                    <a:pt x="5378" y="35759"/>
                  </a:cubicBezTo>
                  <a:cubicBezTo>
                    <a:pt x="6194" y="35612"/>
                    <a:pt x="7031" y="35424"/>
                    <a:pt x="7847" y="35173"/>
                  </a:cubicBezTo>
                  <a:cubicBezTo>
                    <a:pt x="8199" y="35076"/>
                    <a:pt x="8551" y="34968"/>
                    <a:pt x="8903" y="34848"/>
                  </a:cubicBezTo>
                  <a:lnTo>
                    <a:pt x="8903" y="34848"/>
                  </a:lnTo>
                  <a:cubicBezTo>
                    <a:pt x="8927" y="34925"/>
                    <a:pt x="8944" y="35000"/>
                    <a:pt x="8956" y="35068"/>
                  </a:cubicBezTo>
                  <a:cubicBezTo>
                    <a:pt x="9039" y="35361"/>
                    <a:pt x="9039" y="35654"/>
                    <a:pt x="8977" y="35947"/>
                  </a:cubicBezTo>
                  <a:cubicBezTo>
                    <a:pt x="8935" y="36219"/>
                    <a:pt x="8851" y="36491"/>
                    <a:pt x="8726" y="36742"/>
                  </a:cubicBezTo>
                  <a:cubicBezTo>
                    <a:pt x="8474" y="37244"/>
                    <a:pt x="8098" y="37684"/>
                    <a:pt x="7721" y="38060"/>
                  </a:cubicBezTo>
                  <a:cubicBezTo>
                    <a:pt x="6947" y="38814"/>
                    <a:pt x="6110" y="39358"/>
                    <a:pt x="5336" y="39797"/>
                  </a:cubicBezTo>
                  <a:cubicBezTo>
                    <a:pt x="4541" y="40257"/>
                    <a:pt x="3808" y="40592"/>
                    <a:pt x="3160" y="40843"/>
                  </a:cubicBezTo>
                  <a:cubicBezTo>
                    <a:pt x="2490" y="41115"/>
                    <a:pt x="1925" y="41304"/>
                    <a:pt x="1465" y="41429"/>
                  </a:cubicBezTo>
                  <a:cubicBezTo>
                    <a:pt x="523" y="41701"/>
                    <a:pt x="0" y="41722"/>
                    <a:pt x="0" y="41743"/>
                  </a:cubicBezTo>
                  <a:cubicBezTo>
                    <a:pt x="0" y="41749"/>
                    <a:pt x="46" y="41755"/>
                    <a:pt x="133" y="41755"/>
                  </a:cubicBezTo>
                  <a:cubicBezTo>
                    <a:pt x="348" y="41755"/>
                    <a:pt x="816" y="41718"/>
                    <a:pt x="1486" y="41555"/>
                  </a:cubicBezTo>
                  <a:cubicBezTo>
                    <a:pt x="1967" y="41450"/>
                    <a:pt x="2553" y="41283"/>
                    <a:pt x="3223" y="41032"/>
                  </a:cubicBezTo>
                  <a:cubicBezTo>
                    <a:pt x="3892" y="40801"/>
                    <a:pt x="4645" y="40467"/>
                    <a:pt x="5461" y="40048"/>
                  </a:cubicBezTo>
                  <a:cubicBezTo>
                    <a:pt x="5859" y="39818"/>
                    <a:pt x="6277" y="39567"/>
                    <a:pt x="6696" y="39295"/>
                  </a:cubicBezTo>
                  <a:cubicBezTo>
                    <a:pt x="7114" y="39002"/>
                    <a:pt x="7533" y="38667"/>
                    <a:pt x="7951" y="38291"/>
                  </a:cubicBezTo>
                  <a:cubicBezTo>
                    <a:pt x="8349" y="37893"/>
                    <a:pt x="8746" y="37454"/>
                    <a:pt x="9018" y="36889"/>
                  </a:cubicBezTo>
                  <a:cubicBezTo>
                    <a:pt x="9165" y="36617"/>
                    <a:pt x="9270" y="36324"/>
                    <a:pt x="9332" y="35989"/>
                  </a:cubicBezTo>
                  <a:cubicBezTo>
                    <a:pt x="9395" y="35675"/>
                    <a:pt x="9395" y="35340"/>
                    <a:pt x="9332" y="35006"/>
                  </a:cubicBezTo>
                  <a:cubicBezTo>
                    <a:pt x="9309" y="34911"/>
                    <a:pt x="9285" y="34816"/>
                    <a:pt x="9258" y="34722"/>
                  </a:cubicBezTo>
                  <a:lnTo>
                    <a:pt x="9258" y="34722"/>
                  </a:lnTo>
                  <a:cubicBezTo>
                    <a:pt x="9624" y="34587"/>
                    <a:pt x="9991" y="34438"/>
                    <a:pt x="10358" y="34273"/>
                  </a:cubicBezTo>
                  <a:cubicBezTo>
                    <a:pt x="11174" y="33897"/>
                    <a:pt x="11969" y="33457"/>
                    <a:pt x="12722" y="32851"/>
                  </a:cubicBezTo>
                  <a:cubicBezTo>
                    <a:pt x="13078" y="32558"/>
                    <a:pt x="13433" y="32223"/>
                    <a:pt x="13726" y="31846"/>
                  </a:cubicBezTo>
                  <a:cubicBezTo>
                    <a:pt x="14019" y="31470"/>
                    <a:pt x="14291" y="31030"/>
                    <a:pt x="14459" y="30570"/>
                  </a:cubicBezTo>
                  <a:cubicBezTo>
                    <a:pt x="14500" y="30465"/>
                    <a:pt x="14542" y="30340"/>
                    <a:pt x="14584" y="30214"/>
                  </a:cubicBezTo>
                  <a:cubicBezTo>
                    <a:pt x="14584" y="30151"/>
                    <a:pt x="14605" y="30110"/>
                    <a:pt x="14626" y="30047"/>
                  </a:cubicBezTo>
                  <a:lnTo>
                    <a:pt x="14647" y="29942"/>
                  </a:lnTo>
                  <a:lnTo>
                    <a:pt x="14668" y="29838"/>
                  </a:lnTo>
                  <a:cubicBezTo>
                    <a:pt x="14689" y="29586"/>
                    <a:pt x="14710" y="29356"/>
                    <a:pt x="14710" y="29105"/>
                  </a:cubicBezTo>
                  <a:cubicBezTo>
                    <a:pt x="14710" y="28603"/>
                    <a:pt x="14647" y="28080"/>
                    <a:pt x="14417" y="27599"/>
                  </a:cubicBezTo>
                  <a:cubicBezTo>
                    <a:pt x="14237" y="27140"/>
                    <a:pt x="13887" y="26720"/>
                    <a:pt x="13439" y="26464"/>
                  </a:cubicBezTo>
                  <a:lnTo>
                    <a:pt x="13439" y="26464"/>
                  </a:lnTo>
                  <a:cubicBezTo>
                    <a:pt x="13438" y="26424"/>
                    <a:pt x="13436" y="26384"/>
                    <a:pt x="13433" y="26343"/>
                  </a:cubicBezTo>
                  <a:cubicBezTo>
                    <a:pt x="13392" y="25632"/>
                    <a:pt x="13224" y="24941"/>
                    <a:pt x="13036" y="24293"/>
                  </a:cubicBezTo>
                  <a:cubicBezTo>
                    <a:pt x="12617" y="22975"/>
                    <a:pt x="12052" y="21761"/>
                    <a:pt x="11425" y="20631"/>
                  </a:cubicBezTo>
                  <a:cubicBezTo>
                    <a:pt x="11111" y="20045"/>
                    <a:pt x="10797" y="19501"/>
                    <a:pt x="10441" y="18957"/>
                  </a:cubicBezTo>
                  <a:cubicBezTo>
                    <a:pt x="10358" y="18832"/>
                    <a:pt x="10253" y="18685"/>
                    <a:pt x="10169" y="18560"/>
                  </a:cubicBezTo>
                  <a:cubicBezTo>
                    <a:pt x="10127" y="18518"/>
                    <a:pt x="10106" y="18455"/>
                    <a:pt x="10065" y="18371"/>
                  </a:cubicBezTo>
                  <a:lnTo>
                    <a:pt x="9939" y="18183"/>
                  </a:lnTo>
                  <a:cubicBezTo>
                    <a:pt x="9772" y="17911"/>
                    <a:pt x="9625" y="17639"/>
                    <a:pt x="9479" y="17367"/>
                  </a:cubicBezTo>
                  <a:cubicBezTo>
                    <a:pt x="8328" y="15233"/>
                    <a:pt x="7491" y="13036"/>
                    <a:pt x="6947" y="10943"/>
                  </a:cubicBezTo>
                  <a:cubicBezTo>
                    <a:pt x="6696" y="9897"/>
                    <a:pt x="6508" y="8851"/>
                    <a:pt x="6445" y="7868"/>
                  </a:cubicBezTo>
                  <a:cubicBezTo>
                    <a:pt x="6361" y="6863"/>
                    <a:pt x="6403" y="5901"/>
                    <a:pt x="6570" y="5001"/>
                  </a:cubicBezTo>
                  <a:cubicBezTo>
                    <a:pt x="6738" y="4122"/>
                    <a:pt x="7052" y="3285"/>
                    <a:pt x="7512" y="2616"/>
                  </a:cubicBezTo>
                  <a:cubicBezTo>
                    <a:pt x="7951" y="1946"/>
                    <a:pt x="8558" y="1444"/>
                    <a:pt x="9165" y="1088"/>
                  </a:cubicBezTo>
                  <a:cubicBezTo>
                    <a:pt x="9793" y="733"/>
                    <a:pt x="10441" y="524"/>
                    <a:pt x="11048" y="398"/>
                  </a:cubicBezTo>
                  <a:cubicBezTo>
                    <a:pt x="11655" y="272"/>
                    <a:pt x="12241" y="210"/>
                    <a:pt x="12743" y="189"/>
                  </a:cubicBezTo>
                  <a:cubicBezTo>
                    <a:pt x="12880" y="186"/>
                    <a:pt x="13014" y="185"/>
                    <a:pt x="13143" y="185"/>
                  </a:cubicBezTo>
                  <a:cubicBezTo>
                    <a:pt x="13982" y="185"/>
                    <a:pt x="14654" y="239"/>
                    <a:pt x="15107" y="293"/>
                  </a:cubicBezTo>
                  <a:cubicBezTo>
                    <a:pt x="15551" y="328"/>
                    <a:pt x="15828" y="362"/>
                    <a:pt x="15915" y="362"/>
                  </a:cubicBezTo>
                  <a:cubicBezTo>
                    <a:pt x="15934" y="362"/>
                    <a:pt x="15944" y="360"/>
                    <a:pt x="15944" y="356"/>
                  </a:cubicBezTo>
                  <a:cubicBezTo>
                    <a:pt x="15944" y="356"/>
                    <a:pt x="15672" y="272"/>
                    <a:pt x="15128" y="189"/>
                  </a:cubicBezTo>
                  <a:cubicBezTo>
                    <a:pt x="14584" y="105"/>
                    <a:pt x="13789" y="0"/>
                    <a:pt x="127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3"/>
          <p:cNvSpPr txBox="1">
            <a:spLocks noGrp="1"/>
          </p:cNvSpPr>
          <p:nvPr>
            <p:ph type="title" hasCustomPrompt="1"/>
          </p:nvPr>
        </p:nvSpPr>
        <p:spPr>
          <a:xfrm>
            <a:off x="1581950" y="2125625"/>
            <a:ext cx="1590300" cy="1518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80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30" name="Google Shape;130;p3"/>
          <p:cNvSpPr txBox="1">
            <a:spLocks noGrp="1"/>
          </p:cNvSpPr>
          <p:nvPr>
            <p:ph type="subTitle" idx="1"/>
          </p:nvPr>
        </p:nvSpPr>
        <p:spPr>
          <a:xfrm>
            <a:off x="3313000" y="3243427"/>
            <a:ext cx="4123500" cy="5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31" name="Google Shape;131;p3"/>
          <p:cNvSpPr txBox="1">
            <a:spLocks noGrp="1"/>
          </p:cNvSpPr>
          <p:nvPr>
            <p:ph type="title" idx="2"/>
          </p:nvPr>
        </p:nvSpPr>
        <p:spPr>
          <a:xfrm>
            <a:off x="3313000" y="2253725"/>
            <a:ext cx="4123500" cy="9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4"/>
          <p:cNvGrpSpPr/>
          <p:nvPr/>
        </p:nvGrpSpPr>
        <p:grpSpPr>
          <a:xfrm>
            <a:off x="3140025" y="4657500"/>
            <a:ext cx="2863950" cy="315000"/>
            <a:chOff x="2359200" y="702550"/>
            <a:chExt cx="2863950" cy="315000"/>
          </a:xfrm>
        </p:grpSpPr>
        <p:sp>
          <p:nvSpPr>
            <p:cNvPr id="134" name="Google Shape;134;p4"/>
            <p:cNvSpPr/>
            <p:nvPr/>
          </p:nvSpPr>
          <p:spPr>
            <a:xfrm>
              <a:off x="3365625" y="740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3163700" y="9589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2359200" y="702550"/>
              <a:ext cx="1372600" cy="315000"/>
            </a:xfrm>
            <a:custGeom>
              <a:avLst/>
              <a:gdLst/>
              <a:ahLst/>
              <a:cxnLst/>
              <a:rect l="l" t="t" r="r" b="b"/>
              <a:pathLst>
                <a:path w="54904" h="12600" extrusionOk="0">
                  <a:moveTo>
                    <a:pt x="26322" y="3555"/>
                  </a:moveTo>
                  <a:cubicBezTo>
                    <a:pt x="26643" y="3555"/>
                    <a:pt x="26950" y="3592"/>
                    <a:pt x="27243" y="3644"/>
                  </a:cubicBezTo>
                  <a:cubicBezTo>
                    <a:pt x="27933" y="3790"/>
                    <a:pt x="28540" y="4083"/>
                    <a:pt x="28959" y="4418"/>
                  </a:cubicBezTo>
                  <a:cubicBezTo>
                    <a:pt x="29377" y="4753"/>
                    <a:pt x="29628" y="5129"/>
                    <a:pt x="29754" y="5401"/>
                  </a:cubicBezTo>
                  <a:lnTo>
                    <a:pt x="28080" y="5401"/>
                  </a:lnTo>
                  <a:cubicBezTo>
                    <a:pt x="27620" y="5255"/>
                    <a:pt x="27117" y="5088"/>
                    <a:pt x="26594" y="4857"/>
                  </a:cubicBezTo>
                  <a:cubicBezTo>
                    <a:pt x="26280" y="4690"/>
                    <a:pt x="25946" y="4523"/>
                    <a:pt x="25653" y="4293"/>
                  </a:cubicBezTo>
                  <a:cubicBezTo>
                    <a:pt x="25506" y="4188"/>
                    <a:pt x="25360" y="4062"/>
                    <a:pt x="25255" y="3916"/>
                  </a:cubicBezTo>
                  <a:cubicBezTo>
                    <a:pt x="25213" y="3874"/>
                    <a:pt x="25192" y="3832"/>
                    <a:pt x="25171" y="3811"/>
                  </a:cubicBezTo>
                  <a:cubicBezTo>
                    <a:pt x="25151" y="3790"/>
                    <a:pt x="25130" y="3769"/>
                    <a:pt x="25130" y="3748"/>
                  </a:cubicBezTo>
                  <a:cubicBezTo>
                    <a:pt x="25130" y="3748"/>
                    <a:pt x="25109" y="3748"/>
                    <a:pt x="25130" y="3728"/>
                  </a:cubicBezTo>
                  <a:lnTo>
                    <a:pt x="25234" y="3707"/>
                  </a:lnTo>
                  <a:cubicBezTo>
                    <a:pt x="25339" y="3665"/>
                    <a:pt x="25423" y="3644"/>
                    <a:pt x="25527" y="3623"/>
                  </a:cubicBezTo>
                  <a:cubicBezTo>
                    <a:pt x="25715" y="3581"/>
                    <a:pt x="25925" y="3560"/>
                    <a:pt x="26113" y="3560"/>
                  </a:cubicBezTo>
                  <a:cubicBezTo>
                    <a:pt x="26183" y="3556"/>
                    <a:pt x="26253" y="3555"/>
                    <a:pt x="26322" y="3555"/>
                  </a:cubicBezTo>
                  <a:close/>
                  <a:moveTo>
                    <a:pt x="18915" y="4167"/>
                  </a:moveTo>
                  <a:cubicBezTo>
                    <a:pt x="19208" y="4167"/>
                    <a:pt x="19501" y="4188"/>
                    <a:pt x="19773" y="4251"/>
                  </a:cubicBezTo>
                  <a:cubicBezTo>
                    <a:pt x="20338" y="4355"/>
                    <a:pt x="20798" y="4585"/>
                    <a:pt x="21133" y="4837"/>
                  </a:cubicBezTo>
                  <a:cubicBezTo>
                    <a:pt x="21363" y="5025"/>
                    <a:pt x="21531" y="5234"/>
                    <a:pt x="21635" y="5401"/>
                  </a:cubicBezTo>
                  <a:cubicBezTo>
                    <a:pt x="21050" y="5422"/>
                    <a:pt x="20464" y="5422"/>
                    <a:pt x="19899" y="5422"/>
                  </a:cubicBezTo>
                  <a:cubicBezTo>
                    <a:pt x="19689" y="5339"/>
                    <a:pt x="19501" y="5276"/>
                    <a:pt x="19292" y="5171"/>
                  </a:cubicBezTo>
                  <a:cubicBezTo>
                    <a:pt x="19041" y="5067"/>
                    <a:pt x="18790" y="4920"/>
                    <a:pt x="18560" y="4753"/>
                  </a:cubicBezTo>
                  <a:cubicBezTo>
                    <a:pt x="18434" y="4648"/>
                    <a:pt x="18329" y="4565"/>
                    <a:pt x="18246" y="4439"/>
                  </a:cubicBezTo>
                  <a:cubicBezTo>
                    <a:pt x="18225" y="4418"/>
                    <a:pt x="18204" y="4397"/>
                    <a:pt x="18183" y="4355"/>
                  </a:cubicBezTo>
                  <a:cubicBezTo>
                    <a:pt x="18162" y="4355"/>
                    <a:pt x="18162" y="4334"/>
                    <a:pt x="18141" y="4313"/>
                  </a:cubicBezTo>
                  <a:lnTo>
                    <a:pt x="18246" y="4293"/>
                  </a:lnTo>
                  <a:cubicBezTo>
                    <a:pt x="18309" y="4272"/>
                    <a:pt x="18392" y="4251"/>
                    <a:pt x="18455" y="4230"/>
                  </a:cubicBezTo>
                  <a:cubicBezTo>
                    <a:pt x="18601" y="4188"/>
                    <a:pt x="18769" y="4188"/>
                    <a:pt x="18915" y="4167"/>
                  </a:cubicBezTo>
                  <a:close/>
                  <a:moveTo>
                    <a:pt x="33675" y="2320"/>
                  </a:moveTo>
                  <a:cubicBezTo>
                    <a:pt x="34140" y="2320"/>
                    <a:pt x="34591" y="2364"/>
                    <a:pt x="35026" y="2451"/>
                  </a:cubicBezTo>
                  <a:cubicBezTo>
                    <a:pt x="36052" y="2660"/>
                    <a:pt x="36910" y="3100"/>
                    <a:pt x="37516" y="3581"/>
                  </a:cubicBezTo>
                  <a:cubicBezTo>
                    <a:pt x="38144" y="4062"/>
                    <a:pt x="38500" y="4627"/>
                    <a:pt x="38688" y="5025"/>
                  </a:cubicBezTo>
                  <a:cubicBezTo>
                    <a:pt x="38772" y="5192"/>
                    <a:pt x="38835" y="5339"/>
                    <a:pt x="38876" y="5443"/>
                  </a:cubicBezTo>
                  <a:lnTo>
                    <a:pt x="37663" y="5443"/>
                  </a:lnTo>
                  <a:cubicBezTo>
                    <a:pt x="37391" y="5360"/>
                    <a:pt x="37077" y="5255"/>
                    <a:pt x="36742" y="5150"/>
                  </a:cubicBezTo>
                  <a:cubicBezTo>
                    <a:pt x="35968" y="4920"/>
                    <a:pt x="35047" y="4627"/>
                    <a:pt x="34106" y="4209"/>
                  </a:cubicBezTo>
                  <a:cubicBezTo>
                    <a:pt x="33625" y="3979"/>
                    <a:pt x="33143" y="3728"/>
                    <a:pt x="32725" y="3393"/>
                  </a:cubicBezTo>
                  <a:cubicBezTo>
                    <a:pt x="32516" y="3225"/>
                    <a:pt x="32306" y="3037"/>
                    <a:pt x="32139" y="2849"/>
                  </a:cubicBezTo>
                  <a:cubicBezTo>
                    <a:pt x="32097" y="2786"/>
                    <a:pt x="32055" y="2744"/>
                    <a:pt x="32013" y="2681"/>
                  </a:cubicBezTo>
                  <a:cubicBezTo>
                    <a:pt x="31993" y="2660"/>
                    <a:pt x="31972" y="2640"/>
                    <a:pt x="31972" y="2598"/>
                  </a:cubicBezTo>
                  <a:cubicBezTo>
                    <a:pt x="31966" y="2592"/>
                    <a:pt x="31962" y="2590"/>
                    <a:pt x="31960" y="2589"/>
                  </a:cubicBezTo>
                  <a:lnTo>
                    <a:pt x="31960" y="2589"/>
                  </a:lnTo>
                  <a:cubicBezTo>
                    <a:pt x="31962" y="2586"/>
                    <a:pt x="31966" y="2582"/>
                    <a:pt x="31972" y="2577"/>
                  </a:cubicBezTo>
                  <a:lnTo>
                    <a:pt x="32118" y="2535"/>
                  </a:lnTo>
                  <a:cubicBezTo>
                    <a:pt x="32265" y="2493"/>
                    <a:pt x="32411" y="2451"/>
                    <a:pt x="32537" y="2430"/>
                  </a:cubicBezTo>
                  <a:cubicBezTo>
                    <a:pt x="32830" y="2368"/>
                    <a:pt x="33102" y="2347"/>
                    <a:pt x="33394" y="2326"/>
                  </a:cubicBezTo>
                  <a:cubicBezTo>
                    <a:pt x="33489" y="2322"/>
                    <a:pt x="33582" y="2320"/>
                    <a:pt x="33675" y="2320"/>
                  </a:cubicBezTo>
                  <a:close/>
                  <a:moveTo>
                    <a:pt x="12659" y="4481"/>
                  </a:moveTo>
                  <a:cubicBezTo>
                    <a:pt x="12910" y="4481"/>
                    <a:pt x="13161" y="4502"/>
                    <a:pt x="13391" y="4544"/>
                  </a:cubicBezTo>
                  <a:cubicBezTo>
                    <a:pt x="13873" y="4627"/>
                    <a:pt x="14270" y="4837"/>
                    <a:pt x="14542" y="5046"/>
                  </a:cubicBezTo>
                  <a:cubicBezTo>
                    <a:pt x="14710" y="5192"/>
                    <a:pt x="14835" y="5318"/>
                    <a:pt x="14919" y="5443"/>
                  </a:cubicBezTo>
                  <a:cubicBezTo>
                    <a:pt x="14375" y="5464"/>
                    <a:pt x="13810" y="5464"/>
                    <a:pt x="13287" y="5464"/>
                  </a:cubicBezTo>
                  <a:cubicBezTo>
                    <a:pt x="13182" y="5422"/>
                    <a:pt x="13078" y="5381"/>
                    <a:pt x="12994" y="5339"/>
                  </a:cubicBezTo>
                  <a:cubicBezTo>
                    <a:pt x="12764" y="5234"/>
                    <a:pt x="12555" y="5109"/>
                    <a:pt x="12345" y="4962"/>
                  </a:cubicBezTo>
                  <a:cubicBezTo>
                    <a:pt x="12262" y="4899"/>
                    <a:pt x="12157" y="4816"/>
                    <a:pt x="12094" y="4711"/>
                  </a:cubicBezTo>
                  <a:cubicBezTo>
                    <a:pt x="12073" y="4690"/>
                    <a:pt x="12052" y="4669"/>
                    <a:pt x="12031" y="4648"/>
                  </a:cubicBezTo>
                  <a:cubicBezTo>
                    <a:pt x="12031" y="4627"/>
                    <a:pt x="12011" y="4627"/>
                    <a:pt x="12011" y="4606"/>
                  </a:cubicBezTo>
                  <a:lnTo>
                    <a:pt x="12073" y="4585"/>
                  </a:lnTo>
                  <a:cubicBezTo>
                    <a:pt x="12136" y="4565"/>
                    <a:pt x="12199" y="4544"/>
                    <a:pt x="12262" y="4523"/>
                  </a:cubicBezTo>
                  <a:cubicBezTo>
                    <a:pt x="12408" y="4502"/>
                    <a:pt x="12534" y="4481"/>
                    <a:pt x="12659" y="4481"/>
                  </a:cubicBezTo>
                  <a:close/>
                  <a:moveTo>
                    <a:pt x="15107" y="6238"/>
                  </a:moveTo>
                  <a:cubicBezTo>
                    <a:pt x="15065" y="6280"/>
                    <a:pt x="15024" y="6301"/>
                    <a:pt x="14961" y="6343"/>
                  </a:cubicBezTo>
                  <a:cubicBezTo>
                    <a:pt x="14793" y="6469"/>
                    <a:pt x="14563" y="6678"/>
                    <a:pt x="14291" y="6908"/>
                  </a:cubicBezTo>
                  <a:cubicBezTo>
                    <a:pt x="13998" y="7159"/>
                    <a:pt x="13663" y="7431"/>
                    <a:pt x="13266" y="7682"/>
                  </a:cubicBezTo>
                  <a:cubicBezTo>
                    <a:pt x="13057" y="7808"/>
                    <a:pt x="12827" y="7933"/>
                    <a:pt x="12596" y="8017"/>
                  </a:cubicBezTo>
                  <a:cubicBezTo>
                    <a:pt x="12492" y="8059"/>
                    <a:pt x="12366" y="8080"/>
                    <a:pt x="12241" y="8101"/>
                  </a:cubicBezTo>
                  <a:lnTo>
                    <a:pt x="12157" y="8101"/>
                  </a:lnTo>
                  <a:cubicBezTo>
                    <a:pt x="12143" y="8101"/>
                    <a:pt x="12138" y="8110"/>
                    <a:pt x="12131" y="8110"/>
                  </a:cubicBezTo>
                  <a:cubicBezTo>
                    <a:pt x="12127" y="8110"/>
                    <a:pt x="12122" y="8108"/>
                    <a:pt x="12115" y="8101"/>
                  </a:cubicBezTo>
                  <a:lnTo>
                    <a:pt x="12136" y="8038"/>
                  </a:lnTo>
                  <a:cubicBezTo>
                    <a:pt x="12136" y="7975"/>
                    <a:pt x="12157" y="7912"/>
                    <a:pt x="12199" y="7850"/>
                  </a:cubicBezTo>
                  <a:cubicBezTo>
                    <a:pt x="12241" y="7724"/>
                    <a:pt x="12303" y="7598"/>
                    <a:pt x="12366" y="7494"/>
                  </a:cubicBezTo>
                  <a:cubicBezTo>
                    <a:pt x="12492" y="7264"/>
                    <a:pt x="12659" y="7075"/>
                    <a:pt x="12827" y="6908"/>
                  </a:cubicBezTo>
                  <a:cubicBezTo>
                    <a:pt x="13140" y="6573"/>
                    <a:pt x="13517" y="6343"/>
                    <a:pt x="13852" y="6238"/>
                  </a:cubicBezTo>
                  <a:close/>
                  <a:moveTo>
                    <a:pt x="21698" y="6280"/>
                  </a:moveTo>
                  <a:cubicBezTo>
                    <a:pt x="21677" y="6301"/>
                    <a:pt x="21635" y="6322"/>
                    <a:pt x="21614" y="6364"/>
                  </a:cubicBezTo>
                  <a:cubicBezTo>
                    <a:pt x="21426" y="6510"/>
                    <a:pt x="21154" y="6741"/>
                    <a:pt x="20819" y="7013"/>
                  </a:cubicBezTo>
                  <a:cubicBezTo>
                    <a:pt x="20485" y="7306"/>
                    <a:pt x="20087" y="7619"/>
                    <a:pt x="19606" y="7933"/>
                  </a:cubicBezTo>
                  <a:cubicBezTo>
                    <a:pt x="19376" y="8080"/>
                    <a:pt x="19125" y="8205"/>
                    <a:pt x="18853" y="8310"/>
                  </a:cubicBezTo>
                  <a:cubicBezTo>
                    <a:pt x="18706" y="8352"/>
                    <a:pt x="18581" y="8394"/>
                    <a:pt x="18434" y="8414"/>
                  </a:cubicBezTo>
                  <a:lnTo>
                    <a:pt x="18267" y="8414"/>
                  </a:lnTo>
                  <a:lnTo>
                    <a:pt x="18288" y="8331"/>
                  </a:lnTo>
                  <a:cubicBezTo>
                    <a:pt x="18309" y="8247"/>
                    <a:pt x="18329" y="8184"/>
                    <a:pt x="18371" y="8101"/>
                  </a:cubicBezTo>
                  <a:cubicBezTo>
                    <a:pt x="18434" y="7954"/>
                    <a:pt x="18497" y="7829"/>
                    <a:pt x="18560" y="7703"/>
                  </a:cubicBezTo>
                  <a:cubicBezTo>
                    <a:pt x="18727" y="7431"/>
                    <a:pt x="18915" y="7201"/>
                    <a:pt x="19104" y="7013"/>
                  </a:cubicBezTo>
                  <a:cubicBezTo>
                    <a:pt x="19438" y="6657"/>
                    <a:pt x="19815" y="6427"/>
                    <a:pt x="20171" y="6280"/>
                  </a:cubicBezTo>
                  <a:close/>
                  <a:moveTo>
                    <a:pt x="29691" y="6301"/>
                  </a:moveTo>
                  <a:cubicBezTo>
                    <a:pt x="29670" y="6322"/>
                    <a:pt x="29628" y="6343"/>
                    <a:pt x="29586" y="6364"/>
                  </a:cubicBezTo>
                  <a:cubicBezTo>
                    <a:pt x="29335" y="6573"/>
                    <a:pt x="29000" y="6866"/>
                    <a:pt x="28561" y="7222"/>
                  </a:cubicBezTo>
                  <a:cubicBezTo>
                    <a:pt x="28143" y="7578"/>
                    <a:pt x="27620" y="8017"/>
                    <a:pt x="27013" y="8394"/>
                  </a:cubicBezTo>
                  <a:cubicBezTo>
                    <a:pt x="26720" y="8582"/>
                    <a:pt x="26385" y="8770"/>
                    <a:pt x="26029" y="8896"/>
                  </a:cubicBezTo>
                  <a:cubicBezTo>
                    <a:pt x="25862" y="8958"/>
                    <a:pt x="25674" y="9000"/>
                    <a:pt x="25485" y="9021"/>
                  </a:cubicBezTo>
                  <a:lnTo>
                    <a:pt x="25276" y="9021"/>
                  </a:lnTo>
                  <a:lnTo>
                    <a:pt x="25318" y="8917"/>
                  </a:lnTo>
                  <a:cubicBezTo>
                    <a:pt x="25339" y="8812"/>
                    <a:pt x="25381" y="8728"/>
                    <a:pt x="25402" y="8624"/>
                  </a:cubicBezTo>
                  <a:cubicBezTo>
                    <a:pt x="25485" y="8435"/>
                    <a:pt x="25569" y="8268"/>
                    <a:pt x="25674" y="8101"/>
                  </a:cubicBezTo>
                  <a:cubicBezTo>
                    <a:pt x="25862" y="7766"/>
                    <a:pt x="26113" y="7473"/>
                    <a:pt x="26364" y="7201"/>
                  </a:cubicBezTo>
                  <a:cubicBezTo>
                    <a:pt x="26783" y="6782"/>
                    <a:pt x="27243" y="6489"/>
                    <a:pt x="27661" y="6301"/>
                  </a:cubicBezTo>
                  <a:close/>
                  <a:moveTo>
                    <a:pt x="38625" y="6259"/>
                  </a:moveTo>
                  <a:cubicBezTo>
                    <a:pt x="38563" y="6301"/>
                    <a:pt x="38500" y="6343"/>
                    <a:pt x="38437" y="6406"/>
                  </a:cubicBezTo>
                  <a:cubicBezTo>
                    <a:pt x="38060" y="6678"/>
                    <a:pt x="37579" y="7117"/>
                    <a:pt x="36951" y="7640"/>
                  </a:cubicBezTo>
                  <a:cubicBezTo>
                    <a:pt x="36324" y="8163"/>
                    <a:pt x="35591" y="8770"/>
                    <a:pt x="34713" y="9335"/>
                  </a:cubicBezTo>
                  <a:cubicBezTo>
                    <a:pt x="34252" y="9607"/>
                    <a:pt x="33792" y="9879"/>
                    <a:pt x="33269" y="10047"/>
                  </a:cubicBezTo>
                  <a:cubicBezTo>
                    <a:pt x="33018" y="10130"/>
                    <a:pt x="32746" y="10214"/>
                    <a:pt x="32495" y="10235"/>
                  </a:cubicBezTo>
                  <a:cubicBezTo>
                    <a:pt x="32432" y="10235"/>
                    <a:pt x="32369" y="10256"/>
                    <a:pt x="32306" y="10256"/>
                  </a:cubicBezTo>
                  <a:lnTo>
                    <a:pt x="32181" y="10256"/>
                  </a:lnTo>
                  <a:cubicBezTo>
                    <a:pt x="32181" y="10256"/>
                    <a:pt x="32181" y="10256"/>
                    <a:pt x="32181" y="10235"/>
                  </a:cubicBezTo>
                  <a:lnTo>
                    <a:pt x="32223" y="10088"/>
                  </a:lnTo>
                  <a:cubicBezTo>
                    <a:pt x="32265" y="9942"/>
                    <a:pt x="32327" y="9795"/>
                    <a:pt x="32369" y="9670"/>
                  </a:cubicBezTo>
                  <a:cubicBezTo>
                    <a:pt x="32474" y="9398"/>
                    <a:pt x="32599" y="9147"/>
                    <a:pt x="32746" y="8917"/>
                  </a:cubicBezTo>
                  <a:cubicBezTo>
                    <a:pt x="33039" y="8414"/>
                    <a:pt x="33374" y="7996"/>
                    <a:pt x="33750" y="7619"/>
                  </a:cubicBezTo>
                  <a:cubicBezTo>
                    <a:pt x="34357" y="6992"/>
                    <a:pt x="35047" y="6552"/>
                    <a:pt x="35675" y="6280"/>
                  </a:cubicBezTo>
                  <a:cubicBezTo>
                    <a:pt x="36700" y="6259"/>
                    <a:pt x="37663" y="6259"/>
                    <a:pt x="38625" y="6259"/>
                  </a:cubicBezTo>
                  <a:close/>
                  <a:moveTo>
                    <a:pt x="49024" y="6134"/>
                  </a:moveTo>
                  <a:lnTo>
                    <a:pt x="49024" y="6134"/>
                  </a:lnTo>
                  <a:cubicBezTo>
                    <a:pt x="48920" y="6197"/>
                    <a:pt x="48773" y="6301"/>
                    <a:pt x="48606" y="6427"/>
                  </a:cubicBezTo>
                  <a:cubicBezTo>
                    <a:pt x="48146" y="6803"/>
                    <a:pt x="47497" y="7368"/>
                    <a:pt x="46702" y="8038"/>
                  </a:cubicBezTo>
                  <a:cubicBezTo>
                    <a:pt x="45907" y="8707"/>
                    <a:pt x="44944" y="9502"/>
                    <a:pt x="43793" y="10214"/>
                  </a:cubicBezTo>
                  <a:cubicBezTo>
                    <a:pt x="43229" y="10570"/>
                    <a:pt x="42622" y="10904"/>
                    <a:pt x="41952" y="11135"/>
                  </a:cubicBezTo>
                  <a:cubicBezTo>
                    <a:pt x="41617" y="11260"/>
                    <a:pt x="41283" y="11344"/>
                    <a:pt x="40948" y="11386"/>
                  </a:cubicBezTo>
                  <a:cubicBezTo>
                    <a:pt x="40864" y="11386"/>
                    <a:pt x="40780" y="11407"/>
                    <a:pt x="40697" y="11407"/>
                  </a:cubicBezTo>
                  <a:lnTo>
                    <a:pt x="40550" y="11407"/>
                  </a:lnTo>
                  <a:cubicBezTo>
                    <a:pt x="40550" y="11407"/>
                    <a:pt x="40550" y="11407"/>
                    <a:pt x="40550" y="11386"/>
                  </a:cubicBezTo>
                  <a:lnTo>
                    <a:pt x="40613" y="11176"/>
                  </a:lnTo>
                  <a:cubicBezTo>
                    <a:pt x="40655" y="10988"/>
                    <a:pt x="40718" y="10821"/>
                    <a:pt x="40801" y="10653"/>
                  </a:cubicBezTo>
                  <a:cubicBezTo>
                    <a:pt x="40927" y="10319"/>
                    <a:pt x="41094" y="9984"/>
                    <a:pt x="41283" y="9670"/>
                  </a:cubicBezTo>
                  <a:cubicBezTo>
                    <a:pt x="41638" y="9042"/>
                    <a:pt x="42099" y="8477"/>
                    <a:pt x="42559" y="7996"/>
                  </a:cubicBezTo>
                  <a:cubicBezTo>
                    <a:pt x="43417" y="7138"/>
                    <a:pt x="44379" y="6531"/>
                    <a:pt x="45258" y="6197"/>
                  </a:cubicBezTo>
                  <a:cubicBezTo>
                    <a:pt x="46639" y="6176"/>
                    <a:pt x="47895" y="6155"/>
                    <a:pt x="49024" y="6134"/>
                  </a:cubicBezTo>
                  <a:close/>
                  <a:moveTo>
                    <a:pt x="42289" y="1"/>
                  </a:moveTo>
                  <a:cubicBezTo>
                    <a:pt x="42219" y="1"/>
                    <a:pt x="42148" y="1"/>
                    <a:pt x="42078" y="3"/>
                  </a:cubicBezTo>
                  <a:cubicBezTo>
                    <a:pt x="41638" y="24"/>
                    <a:pt x="41220" y="66"/>
                    <a:pt x="40801" y="150"/>
                  </a:cubicBezTo>
                  <a:cubicBezTo>
                    <a:pt x="40571" y="191"/>
                    <a:pt x="40362" y="233"/>
                    <a:pt x="40153" y="296"/>
                  </a:cubicBezTo>
                  <a:lnTo>
                    <a:pt x="39985" y="359"/>
                  </a:lnTo>
                  <a:lnTo>
                    <a:pt x="39902" y="380"/>
                  </a:lnTo>
                  <a:lnTo>
                    <a:pt x="39776" y="422"/>
                  </a:lnTo>
                  <a:cubicBezTo>
                    <a:pt x="39588" y="484"/>
                    <a:pt x="39400" y="568"/>
                    <a:pt x="39211" y="652"/>
                  </a:cubicBezTo>
                  <a:lnTo>
                    <a:pt x="38646" y="903"/>
                  </a:lnTo>
                  <a:cubicBezTo>
                    <a:pt x="38814" y="1280"/>
                    <a:pt x="38939" y="1614"/>
                    <a:pt x="39148" y="1970"/>
                  </a:cubicBezTo>
                  <a:cubicBezTo>
                    <a:pt x="39169" y="2012"/>
                    <a:pt x="39190" y="2054"/>
                    <a:pt x="39211" y="2096"/>
                  </a:cubicBezTo>
                  <a:lnTo>
                    <a:pt x="39274" y="2200"/>
                  </a:lnTo>
                  <a:cubicBezTo>
                    <a:pt x="39316" y="2242"/>
                    <a:pt x="39358" y="2284"/>
                    <a:pt x="39379" y="2347"/>
                  </a:cubicBezTo>
                  <a:cubicBezTo>
                    <a:pt x="39441" y="2430"/>
                    <a:pt x="39525" y="2514"/>
                    <a:pt x="39588" y="2598"/>
                  </a:cubicBezTo>
                  <a:cubicBezTo>
                    <a:pt x="39881" y="2953"/>
                    <a:pt x="40216" y="3225"/>
                    <a:pt x="40550" y="3476"/>
                  </a:cubicBezTo>
                  <a:cubicBezTo>
                    <a:pt x="41220" y="3958"/>
                    <a:pt x="41910" y="4313"/>
                    <a:pt x="42580" y="4585"/>
                  </a:cubicBezTo>
                  <a:cubicBezTo>
                    <a:pt x="43438" y="4941"/>
                    <a:pt x="44254" y="5171"/>
                    <a:pt x="44986" y="5360"/>
                  </a:cubicBezTo>
                  <a:cubicBezTo>
                    <a:pt x="44840" y="5401"/>
                    <a:pt x="44693" y="5443"/>
                    <a:pt x="44547" y="5506"/>
                  </a:cubicBezTo>
                  <a:cubicBezTo>
                    <a:pt x="42894" y="5485"/>
                    <a:pt x="41052" y="5464"/>
                    <a:pt x="39086" y="5443"/>
                  </a:cubicBezTo>
                  <a:cubicBezTo>
                    <a:pt x="39107" y="5318"/>
                    <a:pt x="39086" y="5129"/>
                    <a:pt x="39023" y="4899"/>
                  </a:cubicBezTo>
                  <a:cubicBezTo>
                    <a:pt x="38918" y="4418"/>
                    <a:pt x="38604" y="3728"/>
                    <a:pt x="37956" y="3100"/>
                  </a:cubicBezTo>
                  <a:cubicBezTo>
                    <a:pt x="37307" y="2472"/>
                    <a:pt x="36345" y="1907"/>
                    <a:pt x="35215" y="1635"/>
                  </a:cubicBezTo>
                  <a:cubicBezTo>
                    <a:pt x="34689" y="1504"/>
                    <a:pt x="34129" y="1423"/>
                    <a:pt x="33551" y="1423"/>
                  </a:cubicBezTo>
                  <a:cubicBezTo>
                    <a:pt x="33485" y="1423"/>
                    <a:pt x="33419" y="1424"/>
                    <a:pt x="33353" y="1426"/>
                  </a:cubicBezTo>
                  <a:cubicBezTo>
                    <a:pt x="33039" y="1426"/>
                    <a:pt x="32704" y="1468"/>
                    <a:pt x="32369" y="1531"/>
                  </a:cubicBezTo>
                  <a:cubicBezTo>
                    <a:pt x="32202" y="1572"/>
                    <a:pt x="32034" y="1593"/>
                    <a:pt x="31867" y="1656"/>
                  </a:cubicBezTo>
                  <a:lnTo>
                    <a:pt x="31741" y="1698"/>
                  </a:lnTo>
                  <a:lnTo>
                    <a:pt x="31679" y="1719"/>
                  </a:lnTo>
                  <a:lnTo>
                    <a:pt x="31574" y="1740"/>
                  </a:lnTo>
                  <a:cubicBezTo>
                    <a:pt x="31449" y="1782"/>
                    <a:pt x="31302" y="1865"/>
                    <a:pt x="31156" y="1928"/>
                  </a:cubicBezTo>
                  <a:lnTo>
                    <a:pt x="30716" y="2116"/>
                  </a:lnTo>
                  <a:cubicBezTo>
                    <a:pt x="30842" y="2409"/>
                    <a:pt x="30925" y="2681"/>
                    <a:pt x="31093" y="2932"/>
                  </a:cubicBezTo>
                  <a:cubicBezTo>
                    <a:pt x="31114" y="2974"/>
                    <a:pt x="31135" y="3016"/>
                    <a:pt x="31156" y="3037"/>
                  </a:cubicBezTo>
                  <a:lnTo>
                    <a:pt x="31197" y="3121"/>
                  </a:lnTo>
                  <a:cubicBezTo>
                    <a:pt x="31218" y="3163"/>
                    <a:pt x="31260" y="3184"/>
                    <a:pt x="31281" y="3225"/>
                  </a:cubicBezTo>
                  <a:cubicBezTo>
                    <a:pt x="31323" y="3309"/>
                    <a:pt x="31386" y="3372"/>
                    <a:pt x="31449" y="3435"/>
                  </a:cubicBezTo>
                  <a:cubicBezTo>
                    <a:pt x="31679" y="3707"/>
                    <a:pt x="31930" y="3916"/>
                    <a:pt x="32181" y="4104"/>
                  </a:cubicBezTo>
                  <a:cubicBezTo>
                    <a:pt x="32704" y="4481"/>
                    <a:pt x="33248" y="4753"/>
                    <a:pt x="33771" y="4983"/>
                  </a:cubicBezTo>
                  <a:cubicBezTo>
                    <a:pt x="34210" y="5150"/>
                    <a:pt x="34650" y="5297"/>
                    <a:pt x="35068" y="5422"/>
                  </a:cubicBezTo>
                  <a:cubicBezTo>
                    <a:pt x="33436" y="5422"/>
                    <a:pt x="31741" y="5401"/>
                    <a:pt x="30026" y="5401"/>
                  </a:cubicBezTo>
                  <a:cubicBezTo>
                    <a:pt x="30005" y="5381"/>
                    <a:pt x="30005" y="5360"/>
                    <a:pt x="30005" y="5339"/>
                  </a:cubicBezTo>
                  <a:cubicBezTo>
                    <a:pt x="29921" y="5004"/>
                    <a:pt x="29712" y="4523"/>
                    <a:pt x="29272" y="4083"/>
                  </a:cubicBezTo>
                  <a:cubicBezTo>
                    <a:pt x="28812" y="3644"/>
                    <a:pt x="28164" y="3267"/>
                    <a:pt x="27368" y="3079"/>
                  </a:cubicBezTo>
                  <a:cubicBezTo>
                    <a:pt x="26971" y="2974"/>
                    <a:pt x="26532" y="2932"/>
                    <a:pt x="26092" y="2932"/>
                  </a:cubicBezTo>
                  <a:cubicBezTo>
                    <a:pt x="25862" y="2932"/>
                    <a:pt x="25632" y="2974"/>
                    <a:pt x="25402" y="3016"/>
                  </a:cubicBezTo>
                  <a:cubicBezTo>
                    <a:pt x="25297" y="3037"/>
                    <a:pt x="25171" y="3058"/>
                    <a:pt x="25067" y="3100"/>
                  </a:cubicBezTo>
                  <a:lnTo>
                    <a:pt x="24983" y="3121"/>
                  </a:lnTo>
                  <a:lnTo>
                    <a:pt x="24941" y="3142"/>
                  </a:lnTo>
                  <a:lnTo>
                    <a:pt x="24858" y="3163"/>
                  </a:lnTo>
                  <a:cubicBezTo>
                    <a:pt x="24774" y="3184"/>
                    <a:pt x="24669" y="3225"/>
                    <a:pt x="24565" y="3267"/>
                  </a:cubicBezTo>
                  <a:lnTo>
                    <a:pt x="24272" y="3414"/>
                  </a:lnTo>
                  <a:cubicBezTo>
                    <a:pt x="24355" y="3602"/>
                    <a:pt x="24418" y="3790"/>
                    <a:pt x="24523" y="3979"/>
                  </a:cubicBezTo>
                  <a:cubicBezTo>
                    <a:pt x="24544" y="4000"/>
                    <a:pt x="24544" y="4021"/>
                    <a:pt x="24565" y="4041"/>
                  </a:cubicBezTo>
                  <a:lnTo>
                    <a:pt x="24607" y="4104"/>
                  </a:lnTo>
                  <a:cubicBezTo>
                    <a:pt x="24627" y="4125"/>
                    <a:pt x="24627" y="4146"/>
                    <a:pt x="24648" y="4188"/>
                  </a:cubicBezTo>
                  <a:cubicBezTo>
                    <a:pt x="24690" y="4230"/>
                    <a:pt x="24732" y="4272"/>
                    <a:pt x="24774" y="4313"/>
                  </a:cubicBezTo>
                  <a:cubicBezTo>
                    <a:pt x="24920" y="4502"/>
                    <a:pt x="25109" y="4648"/>
                    <a:pt x="25276" y="4795"/>
                  </a:cubicBezTo>
                  <a:cubicBezTo>
                    <a:pt x="25632" y="5046"/>
                    <a:pt x="26008" y="5234"/>
                    <a:pt x="26364" y="5381"/>
                  </a:cubicBezTo>
                  <a:cubicBezTo>
                    <a:pt x="26385" y="5381"/>
                    <a:pt x="26406" y="5401"/>
                    <a:pt x="26427" y="5401"/>
                  </a:cubicBezTo>
                  <a:lnTo>
                    <a:pt x="21886" y="5401"/>
                  </a:lnTo>
                  <a:cubicBezTo>
                    <a:pt x="21803" y="5171"/>
                    <a:pt x="21656" y="4857"/>
                    <a:pt x="21363" y="4585"/>
                  </a:cubicBezTo>
                  <a:cubicBezTo>
                    <a:pt x="21008" y="4251"/>
                    <a:pt x="20506" y="3958"/>
                    <a:pt x="19878" y="3790"/>
                  </a:cubicBezTo>
                  <a:cubicBezTo>
                    <a:pt x="19585" y="3728"/>
                    <a:pt x="19250" y="3686"/>
                    <a:pt x="18894" y="3686"/>
                  </a:cubicBezTo>
                  <a:cubicBezTo>
                    <a:pt x="18727" y="3686"/>
                    <a:pt x="18539" y="3707"/>
                    <a:pt x="18371" y="3748"/>
                  </a:cubicBezTo>
                  <a:cubicBezTo>
                    <a:pt x="18288" y="3769"/>
                    <a:pt x="18183" y="3790"/>
                    <a:pt x="18099" y="3811"/>
                  </a:cubicBezTo>
                  <a:lnTo>
                    <a:pt x="18037" y="3832"/>
                  </a:lnTo>
                  <a:lnTo>
                    <a:pt x="17995" y="3832"/>
                  </a:lnTo>
                  <a:lnTo>
                    <a:pt x="17953" y="3853"/>
                  </a:lnTo>
                  <a:cubicBezTo>
                    <a:pt x="17869" y="3895"/>
                    <a:pt x="17785" y="3916"/>
                    <a:pt x="17723" y="3958"/>
                  </a:cubicBezTo>
                  <a:lnTo>
                    <a:pt x="17472" y="4062"/>
                  </a:lnTo>
                  <a:cubicBezTo>
                    <a:pt x="17555" y="4209"/>
                    <a:pt x="17597" y="4355"/>
                    <a:pt x="17681" y="4502"/>
                  </a:cubicBezTo>
                  <a:cubicBezTo>
                    <a:pt x="17702" y="4523"/>
                    <a:pt x="17702" y="4544"/>
                    <a:pt x="17723" y="4544"/>
                  </a:cubicBezTo>
                  <a:lnTo>
                    <a:pt x="17744" y="4606"/>
                  </a:lnTo>
                  <a:cubicBezTo>
                    <a:pt x="17765" y="4627"/>
                    <a:pt x="17765" y="4627"/>
                    <a:pt x="17785" y="4648"/>
                  </a:cubicBezTo>
                  <a:cubicBezTo>
                    <a:pt x="17806" y="4690"/>
                    <a:pt x="17848" y="4732"/>
                    <a:pt x="17869" y="4774"/>
                  </a:cubicBezTo>
                  <a:cubicBezTo>
                    <a:pt x="17995" y="4899"/>
                    <a:pt x="18120" y="5025"/>
                    <a:pt x="18267" y="5129"/>
                  </a:cubicBezTo>
                  <a:cubicBezTo>
                    <a:pt x="18434" y="5255"/>
                    <a:pt x="18601" y="5339"/>
                    <a:pt x="18748" y="5422"/>
                  </a:cubicBezTo>
                  <a:cubicBezTo>
                    <a:pt x="17513" y="5422"/>
                    <a:pt x="16321" y="5443"/>
                    <a:pt x="15170" y="5443"/>
                  </a:cubicBezTo>
                  <a:cubicBezTo>
                    <a:pt x="15086" y="5255"/>
                    <a:pt x="14961" y="5046"/>
                    <a:pt x="14752" y="4837"/>
                  </a:cubicBezTo>
                  <a:cubicBezTo>
                    <a:pt x="14459" y="4544"/>
                    <a:pt x="14019" y="4293"/>
                    <a:pt x="13496" y="4167"/>
                  </a:cubicBezTo>
                  <a:cubicBezTo>
                    <a:pt x="13224" y="4104"/>
                    <a:pt x="12952" y="4062"/>
                    <a:pt x="12638" y="4062"/>
                  </a:cubicBezTo>
                  <a:cubicBezTo>
                    <a:pt x="12492" y="4062"/>
                    <a:pt x="12345" y="4083"/>
                    <a:pt x="12199" y="4125"/>
                  </a:cubicBezTo>
                  <a:cubicBezTo>
                    <a:pt x="12115" y="4125"/>
                    <a:pt x="12031" y="4146"/>
                    <a:pt x="11969" y="4167"/>
                  </a:cubicBezTo>
                  <a:lnTo>
                    <a:pt x="11906" y="4188"/>
                  </a:lnTo>
                  <a:lnTo>
                    <a:pt x="11885" y="4188"/>
                  </a:lnTo>
                  <a:lnTo>
                    <a:pt x="11822" y="4209"/>
                  </a:lnTo>
                  <a:cubicBezTo>
                    <a:pt x="11759" y="4230"/>
                    <a:pt x="11697" y="4272"/>
                    <a:pt x="11634" y="4293"/>
                  </a:cubicBezTo>
                  <a:lnTo>
                    <a:pt x="11425" y="4397"/>
                  </a:lnTo>
                  <a:cubicBezTo>
                    <a:pt x="11487" y="4523"/>
                    <a:pt x="11529" y="4648"/>
                    <a:pt x="11613" y="4753"/>
                  </a:cubicBezTo>
                  <a:cubicBezTo>
                    <a:pt x="11613" y="4774"/>
                    <a:pt x="11613" y="4795"/>
                    <a:pt x="11634" y="4816"/>
                  </a:cubicBezTo>
                  <a:lnTo>
                    <a:pt x="11655" y="4837"/>
                  </a:lnTo>
                  <a:cubicBezTo>
                    <a:pt x="11676" y="4857"/>
                    <a:pt x="11676" y="4878"/>
                    <a:pt x="11697" y="4899"/>
                  </a:cubicBezTo>
                  <a:cubicBezTo>
                    <a:pt x="11718" y="4920"/>
                    <a:pt x="11739" y="4962"/>
                    <a:pt x="11759" y="4983"/>
                  </a:cubicBezTo>
                  <a:cubicBezTo>
                    <a:pt x="11864" y="5109"/>
                    <a:pt x="11990" y="5213"/>
                    <a:pt x="12115" y="5297"/>
                  </a:cubicBezTo>
                  <a:cubicBezTo>
                    <a:pt x="12199" y="5360"/>
                    <a:pt x="12283" y="5422"/>
                    <a:pt x="12387" y="5485"/>
                  </a:cubicBezTo>
                  <a:cubicBezTo>
                    <a:pt x="4938" y="5548"/>
                    <a:pt x="0" y="5694"/>
                    <a:pt x="0" y="5841"/>
                  </a:cubicBezTo>
                  <a:cubicBezTo>
                    <a:pt x="0" y="6008"/>
                    <a:pt x="5231" y="6155"/>
                    <a:pt x="13078" y="6238"/>
                  </a:cubicBezTo>
                  <a:cubicBezTo>
                    <a:pt x="12910" y="6343"/>
                    <a:pt x="12722" y="6469"/>
                    <a:pt x="12555" y="6615"/>
                  </a:cubicBezTo>
                  <a:cubicBezTo>
                    <a:pt x="12345" y="6803"/>
                    <a:pt x="12157" y="7034"/>
                    <a:pt x="12011" y="7285"/>
                  </a:cubicBezTo>
                  <a:cubicBezTo>
                    <a:pt x="11927" y="7410"/>
                    <a:pt x="11864" y="7536"/>
                    <a:pt x="11801" y="7682"/>
                  </a:cubicBezTo>
                  <a:cubicBezTo>
                    <a:pt x="11780" y="7766"/>
                    <a:pt x="11739" y="7829"/>
                    <a:pt x="11718" y="7912"/>
                  </a:cubicBezTo>
                  <a:lnTo>
                    <a:pt x="11697" y="7975"/>
                  </a:lnTo>
                  <a:lnTo>
                    <a:pt x="11697" y="7996"/>
                  </a:lnTo>
                  <a:lnTo>
                    <a:pt x="11697" y="8038"/>
                  </a:lnTo>
                  <a:cubicBezTo>
                    <a:pt x="11676" y="8101"/>
                    <a:pt x="11655" y="8184"/>
                    <a:pt x="11655" y="8247"/>
                  </a:cubicBezTo>
                  <a:lnTo>
                    <a:pt x="11613" y="8477"/>
                  </a:lnTo>
                  <a:cubicBezTo>
                    <a:pt x="11759" y="8498"/>
                    <a:pt x="11885" y="8519"/>
                    <a:pt x="12031" y="8519"/>
                  </a:cubicBezTo>
                  <a:cubicBezTo>
                    <a:pt x="12031" y="8540"/>
                    <a:pt x="12052" y="8540"/>
                    <a:pt x="12073" y="8540"/>
                  </a:cubicBezTo>
                  <a:lnTo>
                    <a:pt x="12115" y="8540"/>
                  </a:lnTo>
                  <a:cubicBezTo>
                    <a:pt x="12136" y="8540"/>
                    <a:pt x="12157" y="8540"/>
                    <a:pt x="12178" y="8519"/>
                  </a:cubicBezTo>
                  <a:lnTo>
                    <a:pt x="12303" y="8519"/>
                  </a:lnTo>
                  <a:cubicBezTo>
                    <a:pt x="12450" y="8498"/>
                    <a:pt x="12617" y="8456"/>
                    <a:pt x="12743" y="8394"/>
                  </a:cubicBezTo>
                  <a:cubicBezTo>
                    <a:pt x="13015" y="8289"/>
                    <a:pt x="13266" y="8163"/>
                    <a:pt x="13475" y="8017"/>
                  </a:cubicBezTo>
                  <a:cubicBezTo>
                    <a:pt x="13894" y="7724"/>
                    <a:pt x="14228" y="7410"/>
                    <a:pt x="14480" y="7138"/>
                  </a:cubicBezTo>
                  <a:cubicBezTo>
                    <a:pt x="14752" y="6866"/>
                    <a:pt x="14940" y="6636"/>
                    <a:pt x="15086" y="6469"/>
                  </a:cubicBezTo>
                  <a:cubicBezTo>
                    <a:pt x="15149" y="6364"/>
                    <a:pt x="15212" y="6301"/>
                    <a:pt x="15233" y="6238"/>
                  </a:cubicBezTo>
                  <a:cubicBezTo>
                    <a:pt x="16530" y="6259"/>
                    <a:pt x="17890" y="6259"/>
                    <a:pt x="19313" y="6280"/>
                  </a:cubicBezTo>
                  <a:cubicBezTo>
                    <a:pt x="19125" y="6385"/>
                    <a:pt x="18957" y="6531"/>
                    <a:pt x="18790" y="6678"/>
                  </a:cubicBezTo>
                  <a:cubicBezTo>
                    <a:pt x="18560" y="6887"/>
                    <a:pt x="18329" y="7159"/>
                    <a:pt x="18162" y="7452"/>
                  </a:cubicBezTo>
                  <a:cubicBezTo>
                    <a:pt x="18057" y="7598"/>
                    <a:pt x="17974" y="7745"/>
                    <a:pt x="17911" y="7912"/>
                  </a:cubicBezTo>
                  <a:cubicBezTo>
                    <a:pt x="17869" y="7996"/>
                    <a:pt x="17848" y="8080"/>
                    <a:pt x="17827" y="8184"/>
                  </a:cubicBezTo>
                  <a:lnTo>
                    <a:pt x="17806" y="8247"/>
                  </a:lnTo>
                  <a:lnTo>
                    <a:pt x="17785" y="8289"/>
                  </a:lnTo>
                  <a:lnTo>
                    <a:pt x="17785" y="8331"/>
                  </a:lnTo>
                  <a:cubicBezTo>
                    <a:pt x="17765" y="8414"/>
                    <a:pt x="17744" y="8498"/>
                    <a:pt x="17723" y="8582"/>
                  </a:cubicBezTo>
                  <a:lnTo>
                    <a:pt x="17702" y="8833"/>
                  </a:lnTo>
                  <a:cubicBezTo>
                    <a:pt x="17848" y="8854"/>
                    <a:pt x="17995" y="8896"/>
                    <a:pt x="18162" y="8896"/>
                  </a:cubicBezTo>
                  <a:cubicBezTo>
                    <a:pt x="18183" y="8917"/>
                    <a:pt x="18204" y="8917"/>
                    <a:pt x="18225" y="8917"/>
                  </a:cubicBezTo>
                  <a:lnTo>
                    <a:pt x="18288" y="8917"/>
                  </a:lnTo>
                  <a:cubicBezTo>
                    <a:pt x="18309" y="8917"/>
                    <a:pt x="18329" y="8917"/>
                    <a:pt x="18350" y="8896"/>
                  </a:cubicBezTo>
                  <a:lnTo>
                    <a:pt x="18497" y="8896"/>
                  </a:lnTo>
                  <a:cubicBezTo>
                    <a:pt x="18685" y="8875"/>
                    <a:pt x="18853" y="8812"/>
                    <a:pt x="19020" y="8749"/>
                  </a:cubicBezTo>
                  <a:cubicBezTo>
                    <a:pt x="19334" y="8645"/>
                    <a:pt x="19606" y="8477"/>
                    <a:pt x="19857" y="8310"/>
                  </a:cubicBezTo>
                  <a:cubicBezTo>
                    <a:pt x="20359" y="7954"/>
                    <a:pt x="20736" y="7578"/>
                    <a:pt x="21050" y="7264"/>
                  </a:cubicBezTo>
                  <a:cubicBezTo>
                    <a:pt x="21363" y="6950"/>
                    <a:pt x="21594" y="6678"/>
                    <a:pt x="21740" y="6489"/>
                  </a:cubicBezTo>
                  <a:cubicBezTo>
                    <a:pt x="21803" y="6406"/>
                    <a:pt x="21866" y="6343"/>
                    <a:pt x="21886" y="6280"/>
                  </a:cubicBezTo>
                  <a:cubicBezTo>
                    <a:pt x="23414" y="6280"/>
                    <a:pt x="24983" y="6301"/>
                    <a:pt x="26573" y="6301"/>
                  </a:cubicBezTo>
                  <a:cubicBezTo>
                    <a:pt x="26364" y="6427"/>
                    <a:pt x="26155" y="6594"/>
                    <a:pt x="25946" y="6782"/>
                  </a:cubicBezTo>
                  <a:cubicBezTo>
                    <a:pt x="25653" y="7075"/>
                    <a:pt x="25381" y="7389"/>
                    <a:pt x="25130" y="7787"/>
                  </a:cubicBezTo>
                  <a:cubicBezTo>
                    <a:pt x="25025" y="7975"/>
                    <a:pt x="24920" y="8163"/>
                    <a:pt x="24816" y="8394"/>
                  </a:cubicBezTo>
                  <a:cubicBezTo>
                    <a:pt x="24774" y="8498"/>
                    <a:pt x="24732" y="8603"/>
                    <a:pt x="24711" y="8728"/>
                  </a:cubicBezTo>
                  <a:lnTo>
                    <a:pt x="24669" y="8812"/>
                  </a:lnTo>
                  <a:lnTo>
                    <a:pt x="24669" y="8854"/>
                  </a:lnTo>
                  <a:lnTo>
                    <a:pt x="24648" y="8938"/>
                  </a:lnTo>
                  <a:cubicBezTo>
                    <a:pt x="24627" y="9021"/>
                    <a:pt x="24607" y="9126"/>
                    <a:pt x="24586" y="9230"/>
                  </a:cubicBezTo>
                  <a:lnTo>
                    <a:pt x="24544" y="9565"/>
                  </a:lnTo>
                  <a:cubicBezTo>
                    <a:pt x="24753" y="9607"/>
                    <a:pt x="24941" y="9649"/>
                    <a:pt x="25151" y="9670"/>
                  </a:cubicBezTo>
                  <a:lnTo>
                    <a:pt x="25402" y="9670"/>
                  </a:lnTo>
                  <a:cubicBezTo>
                    <a:pt x="25443" y="9649"/>
                    <a:pt x="25506" y="9649"/>
                    <a:pt x="25569" y="9649"/>
                  </a:cubicBezTo>
                  <a:cubicBezTo>
                    <a:pt x="25820" y="9607"/>
                    <a:pt x="26029" y="9544"/>
                    <a:pt x="26239" y="9461"/>
                  </a:cubicBezTo>
                  <a:cubicBezTo>
                    <a:pt x="26657" y="9314"/>
                    <a:pt x="27013" y="9105"/>
                    <a:pt x="27348" y="8875"/>
                  </a:cubicBezTo>
                  <a:cubicBezTo>
                    <a:pt x="27975" y="8435"/>
                    <a:pt x="28477" y="7954"/>
                    <a:pt x="28875" y="7557"/>
                  </a:cubicBezTo>
                  <a:cubicBezTo>
                    <a:pt x="29272" y="7138"/>
                    <a:pt x="29565" y="6782"/>
                    <a:pt x="29775" y="6531"/>
                  </a:cubicBezTo>
                  <a:cubicBezTo>
                    <a:pt x="29837" y="6448"/>
                    <a:pt x="29900" y="6364"/>
                    <a:pt x="29942" y="6301"/>
                  </a:cubicBezTo>
                  <a:cubicBezTo>
                    <a:pt x="31365" y="6280"/>
                    <a:pt x="32746" y="6280"/>
                    <a:pt x="34085" y="6280"/>
                  </a:cubicBezTo>
                  <a:cubicBezTo>
                    <a:pt x="33771" y="6489"/>
                    <a:pt x="33457" y="6720"/>
                    <a:pt x="33143" y="7013"/>
                  </a:cubicBezTo>
                  <a:cubicBezTo>
                    <a:pt x="32725" y="7410"/>
                    <a:pt x="32306" y="7891"/>
                    <a:pt x="31972" y="8435"/>
                  </a:cubicBezTo>
                  <a:cubicBezTo>
                    <a:pt x="31804" y="8707"/>
                    <a:pt x="31658" y="9021"/>
                    <a:pt x="31511" y="9335"/>
                  </a:cubicBezTo>
                  <a:cubicBezTo>
                    <a:pt x="31449" y="9482"/>
                    <a:pt x="31407" y="9649"/>
                    <a:pt x="31344" y="9816"/>
                  </a:cubicBezTo>
                  <a:lnTo>
                    <a:pt x="31302" y="9942"/>
                  </a:lnTo>
                  <a:lnTo>
                    <a:pt x="31302" y="10005"/>
                  </a:lnTo>
                  <a:lnTo>
                    <a:pt x="31260" y="10109"/>
                  </a:lnTo>
                  <a:cubicBezTo>
                    <a:pt x="31239" y="10256"/>
                    <a:pt x="31197" y="10402"/>
                    <a:pt x="31177" y="10570"/>
                  </a:cubicBezTo>
                  <a:lnTo>
                    <a:pt x="31114" y="11030"/>
                  </a:lnTo>
                  <a:cubicBezTo>
                    <a:pt x="31407" y="11093"/>
                    <a:pt x="31700" y="11155"/>
                    <a:pt x="31993" y="11176"/>
                  </a:cubicBezTo>
                  <a:lnTo>
                    <a:pt x="32348" y="11176"/>
                  </a:lnTo>
                  <a:cubicBezTo>
                    <a:pt x="32432" y="11155"/>
                    <a:pt x="32516" y="11155"/>
                    <a:pt x="32599" y="11135"/>
                  </a:cubicBezTo>
                  <a:cubicBezTo>
                    <a:pt x="32955" y="11093"/>
                    <a:pt x="33269" y="11009"/>
                    <a:pt x="33583" y="10883"/>
                  </a:cubicBezTo>
                  <a:cubicBezTo>
                    <a:pt x="34190" y="10674"/>
                    <a:pt x="34692" y="10360"/>
                    <a:pt x="35173" y="10047"/>
                  </a:cubicBezTo>
                  <a:cubicBezTo>
                    <a:pt x="36094" y="9398"/>
                    <a:pt x="36805" y="8707"/>
                    <a:pt x="37391" y="8122"/>
                  </a:cubicBezTo>
                  <a:cubicBezTo>
                    <a:pt x="37977" y="7515"/>
                    <a:pt x="38395" y="7013"/>
                    <a:pt x="38688" y="6657"/>
                  </a:cubicBezTo>
                  <a:cubicBezTo>
                    <a:pt x="38814" y="6489"/>
                    <a:pt x="38897" y="6364"/>
                    <a:pt x="38981" y="6259"/>
                  </a:cubicBezTo>
                  <a:cubicBezTo>
                    <a:pt x="40425" y="6238"/>
                    <a:pt x="41806" y="6238"/>
                    <a:pt x="43103" y="6217"/>
                  </a:cubicBezTo>
                  <a:lnTo>
                    <a:pt x="43103" y="6217"/>
                  </a:lnTo>
                  <a:cubicBezTo>
                    <a:pt x="42664" y="6489"/>
                    <a:pt x="42224" y="6824"/>
                    <a:pt x="41806" y="7222"/>
                  </a:cubicBezTo>
                  <a:cubicBezTo>
                    <a:pt x="41241" y="7724"/>
                    <a:pt x="40718" y="8352"/>
                    <a:pt x="40278" y="9063"/>
                  </a:cubicBezTo>
                  <a:cubicBezTo>
                    <a:pt x="40069" y="9419"/>
                    <a:pt x="39860" y="9795"/>
                    <a:pt x="39692" y="10214"/>
                  </a:cubicBezTo>
                  <a:cubicBezTo>
                    <a:pt x="39609" y="10402"/>
                    <a:pt x="39546" y="10611"/>
                    <a:pt x="39462" y="10842"/>
                  </a:cubicBezTo>
                  <a:lnTo>
                    <a:pt x="39420" y="10988"/>
                  </a:lnTo>
                  <a:lnTo>
                    <a:pt x="39400" y="11072"/>
                  </a:lnTo>
                  <a:lnTo>
                    <a:pt x="39379" y="11218"/>
                  </a:lnTo>
                  <a:cubicBezTo>
                    <a:pt x="39316" y="11386"/>
                    <a:pt x="39295" y="11595"/>
                    <a:pt x="39253" y="11804"/>
                  </a:cubicBezTo>
                  <a:lnTo>
                    <a:pt x="39169" y="12411"/>
                  </a:lnTo>
                  <a:cubicBezTo>
                    <a:pt x="39567" y="12474"/>
                    <a:pt x="39923" y="12557"/>
                    <a:pt x="40320" y="12578"/>
                  </a:cubicBezTo>
                  <a:cubicBezTo>
                    <a:pt x="40362" y="12578"/>
                    <a:pt x="40404" y="12599"/>
                    <a:pt x="40467" y="12599"/>
                  </a:cubicBezTo>
                  <a:lnTo>
                    <a:pt x="40592" y="12599"/>
                  </a:lnTo>
                  <a:cubicBezTo>
                    <a:pt x="40655" y="12599"/>
                    <a:pt x="40697" y="12578"/>
                    <a:pt x="40760" y="12578"/>
                  </a:cubicBezTo>
                  <a:cubicBezTo>
                    <a:pt x="40885" y="12578"/>
                    <a:pt x="40990" y="12557"/>
                    <a:pt x="41094" y="12557"/>
                  </a:cubicBezTo>
                  <a:cubicBezTo>
                    <a:pt x="41555" y="12495"/>
                    <a:pt x="41952" y="12369"/>
                    <a:pt x="42350" y="12223"/>
                  </a:cubicBezTo>
                  <a:cubicBezTo>
                    <a:pt x="43124" y="11930"/>
                    <a:pt x="43793" y="11532"/>
                    <a:pt x="44400" y="11135"/>
                  </a:cubicBezTo>
                  <a:cubicBezTo>
                    <a:pt x="45593" y="10298"/>
                    <a:pt x="46514" y="9398"/>
                    <a:pt x="47267" y="8645"/>
                  </a:cubicBezTo>
                  <a:cubicBezTo>
                    <a:pt x="48020" y="7870"/>
                    <a:pt x="48564" y="7222"/>
                    <a:pt x="48941" y="6761"/>
                  </a:cubicBezTo>
                  <a:cubicBezTo>
                    <a:pt x="49171" y="6469"/>
                    <a:pt x="49317" y="6259"/>
                    <a:pt x="49380" y="6113"/>
                  </a:cubicBezTo>
                  <a:cubicBezTo>
                    <a:pt x="52853" y="6050"/>
                    <a:pt x="54904" y="5945"/>
                    <a:pt x="54904" y="5841"/>
                  </a:cubicBezTo>
                  <a:cubicBezTo>
                    <a:pt x="54904" y="5736"/>
                    <a:pt x="52644" y="5653"/>
                    <a:pt x="48878" y="5569"/>
                  </a:cubicBezTo>
                  <a:cubicBezTo>
                    <a:pt x="48857" y="5569"/>
                    <a:pt x="48836" y="5569"/>
                    <a:pt x="48836" y="5548"/>
                  </a:cubicBezTo>
                  <a:cubicBezTo>
                    <a:pt x="48271" y="5360"/>
                    <a:pt x="47434" y="5129"/>
                    <a:pt x="46430" y="4837"/>
                  </a:cubicBezTo>
                  <a:cubicBezTo>
                    <a:pt x="45446" y="4523"/>
                    <a:pt x="44254" y="4146"/>
                    <a:pt x="43019" y="3581"/>
                  </a:cubicBezTo>
                  <a:cubicBezTo>
                    <a:pt x="42413" y="3309"/>
                    <a:pt x="41806" y="2974"/>
                    <a:pt x="41241" y="2556"/>
                  </a:cubicBezTo>
                  <a:cubicBezTo>
                    <a:pt x="40969" y="2326"/>
                    <a:pt x="40718" y="2096"/>
                    <a:pt x="40488" y="1844"/>
                  </a:cubicBezTo>
                  <a:cubicBezTo>
                    <a:pt x="40446" y="1782"/>
                    <a:pt x="40383" y="1698"/>
                    <a:pt x="40341" y="1635"/>
                  </a:cubicBezTo>
                  <a:cubicBezTo>
                    <a:pt x="40320" y="1593"/>
                    <a:pt x="40278" y="1572"/>
                    <a:pt x="40257" y="1531"/>
                  </a:cubicBezTo>
                  <a:cubicBezTo>
                    <a:pt x="40257" y="1510"/>
                    <a:pt x="40257" y="1510"/>
                    <a:pt x="40257" y="1510"/>
                  </a:cubicBezTo>
                  <a:lnTo>
                    <a:pt x="40278" y="1510"/>
                  </a:lnTo>
                  <a:lnTo>
                    <a:pt x="40488" y="1447"/>
                  </a:lnTo>
                  <a:cubicBezTo>
                    <a:pt x="40655" y="1384"/>
                    <a:pt x="40843" y="1342"/>
                    <a:pt x="41011" y="1300"/>
                  </a:cubicBezTo>
                  <a:cubicBezTo>
                    <a:pt x="41387" y="1238"/>
                    <a:pt x="41743" y="1196"/>
                    <a:pt x="42120" y="1175"/>
                  </a:cubicBezTo>
                  <a:cubicBezTo>
                    <a:pt x="42246" y="1167"/>
                    <a:pt x="42372" y="1164"/>
                    <a:pt x="42497" y="1164"/>
                  </a:cubicBezTo>
                  <a:cubicBezTo>
                    <a:pt x="43082" y="1164"/>
                    <a:pt x="43661" y="1239"/>
                    <a:pt x="44212" y="1342"/>
                  </a:cubicBezTo>
                  <a:cubicBezTo>
                    <a:pt x="45530" y="1614"/>
                    <a:pt x="46660" y="2158"/>
                    <a:pt x="47434" y="2786"/>
                  </a:cubicBezTo>
                  <a:cubicBezTo>
                    <a:pt x="48229" y="3414"/>
                    <a:pt x="48690" y="4125"/>
                    <a:pt x="48941" y="4648"/>
                  </a:cubicBezTo>
                  <a:cubicBezTo>
                    <a:pt x="49205" y="5156"/>
                    <a:pt x="49291" y="5486"/>
                    <a:pt x="49373" y="5486"/>
                  </a:cubicBezTo>
                  <a:cubicBezTo>
                    <a:pt x="49375" y="5486"/>
                    <a:pt x="49378" y="5486"/>
                    <a:pt x="49380" y="5485"/>
                  </a:cubicBezTo>
                  <a:cubicBezTo>
                    <a:pt x="49464" y="5485"/>
                    <a:pt x="49527" y="5129"/>
                    <a:pt x="49380" y="4502"/>
                  </a:cubicBezTo>
                  <a:cubicBezTo>
                    <a:pt x="49255" y="3874"/>
                    <a:pt x="48836" y="2974"/>
                    <a:pt x="47999" y="2158"/>
                  </a:cubicBezTo>
                  <a:cubicBezTo>
                    <a:pt x="47162" y="1342"/>
                    <a:pt x="45928" y="652"/>
                    <a:pt x="44442" y="275"/>
                  </a:cubicBezTo>
                  <a:cubicBezTo>
                    <a:pt x="43772" y="103"/>
                    <a:pt x="43049" y="1"/>
                    <a:pt x="42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4424350" y="7674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3850525" y="702550"/>
              <a:ext cx="1372625" cy="315000"/>
            </a:xfrm>
            <a:custGeom>
              <a:avLst/>
              <a:gdLst/>
              <a:ahLst/>
              <a:cxnLst/>
              <a:rect l="l" t="t" r="r" b="b"/>
              <a:pathLst>
                <a:path w="54905" h="12600" extrusionOk="0">
                  <a:moveTo>
                    <a:pt x="28582" y="3555"/>
                  </a:moveTo>
                  <a:cubicBezTo>
                    <a:pt x="28651" y="3555"/>
                    <a:pt x="28721" y="3556"/>
                    <a:pt x="28791" y="3560"/>
                  </a:cubicBezTo>
                  <a:cubicBezTo>
                    <a:pt x="28980" y="3560"/>
                    <a:pt x="29189" y="3581"/>
                    <a:pt x="29377" y="3623"/>
                  </a:cubicBezTo>
                  <a:cubicBezTo>
                    <a:pt x="29461" y="3644"/>
                    <a:pt x="29566" y="3665"/>
                    <a:pt x="29670" y="3707"/>
                  </a:cubicBezTo>
                  <a:lnTo>
                    <a:pt x="29775" y="3728"/>
                  </a:lnTo>
                  <a:cubicBezTo>
                    <a:pt x="29796" y="3748"/>
                    <a:pt x="29775" y="3748"/>
                    <a:pt x="29775" y="3748"/>
                  </a:cubicBezTo>
                  <a:cubicBezTo>
                    <a:pt x="29775" y="3769"/>
                    <a:pt x="29754" y="3790"/>
                    <a:pt x="29733" y="3811"/>
                  </a:cubicBezTo>
                  <a:cubicBezTo>
                    <a:pt x="29712" y="3853"/>
                    <a:pt x="29691" y="3874"/>
                    <a:pt x="29649" y="3916"/>
                  </a:cubicBezTo>
                  <a:cubicBezTo>
                    <a:pt x="29545" y="4062"/>
                    <a:pt x="29398" y="4188"/>
                    <a:pt x="29252" y="4293"/>
                  </a:cubicBezTo>
                  <a:cubicBezTo>
                    <a:pt x="28959" y="4523"/>
                    <a:pt x="28624" y="4690"/>
                    <a:pt x="28310" y="4857"/>
                  </a:cubicBezTo>
                  <a:cubicBezTo>
                    <a:pt x="27787" y="5088"/>
                    <a:pt x="27285" y="5255"/>
                    <a:pt x="26825" y="5401"/>
                  </a:cubicBezTo>
                  <a:lnTo>
                    <a:pt x="25151" y="5401"/>
                  </a:lnTo>
                  <a:cubicBezTo>
                    <a:pt x="25276" y="5129"/>
                    <a:pt x="25527" y="4753"/>
                    <a:pt x="25946" y="4418"/>
                  </a:cubicBezTo>
                  <a:cubicBezTo>
                    <a:pt x="26364" y="4083"/>
                    <a:pt x="26950" y="3790"/>
                    <a:pt x="27662" y="3644"/>
                  </a:cubicBezTo>
                  <a:cubicBezTo>
                    <a:pt x="27954" y="3592"/>
                    <a:pt x="28261" y="3555"/>
                    <a:pt x="28582" y="3555"/>
                  </a:cubicBezTo>
                  <a:close/>
                  <a:moveTo>
                    <a:pt x="35989" y="4167"/>
                  </a:moveTo>
                  <a:cubicBezTo>
                    <a:pt x="36136" y="4188"/>
                    <a:pt x="36282" y="4209"/>
                    <a:pt x="36450" y="4230"/>
                  </a:cubicBezTo>
                  <a:cubicBezTo>
                    <a:pt x="36512" y="4251"/>
                    <a:pt x="36596" y="4272"/>
                    <a:pt x="36659" y="4293"/>
                  </a:cubicBezTo>
                  <a:lnTo>
                    <a:pt x="36742" y="4313"/>
                  </a:lnTo>
                  <a:lnTo>
                    <a:pt x="36763" y="4313"/>
                  </a:lnTo>
                  <a:cubicBezTo>
                    <a:pt x="36742" y="4334"/>
                    <a:pt x="36742" y="4355"/>
                    <a:pt x="36722" y="4355"/>
                  </a:cubicBezTo>
                  <a:cubicBezTo>
                    <a:pt x="36701" y="4397"/>
                    <a:pt x="36680" y="4418"/>
                    <a:pt x="36659" y="4439"/>
                  </a:cubicBezTo>
                  <a:cubicBezTo>
                    <a:pt x="36575" y="4565"/>
                    <a:pt x="36470" y="4648"/>
                    <a:pt x="36345" y="4753"/>
                  </a:cubicBezTo>
                  <a:cubicBezTo>
                    <a:pt x="36115" y="4920"/>
                    <a:pt x="35864" y="5067"/>
                    <a:pt x="35613" y="5171"/>
                  </a:cubicBezTo>
                  <a:cubicBezTo>
                    <a:pt x="35403" y="5276"/>
                    <a:pt x="35215" y="5339"/>
                    <a:pt x="35006" y="5422"/>
                  </a:cubicBezTo>
                  <a:lnTo>
                    <a:pt x="33269" y="5422"/>
                  </a:lnTo>
                  <a:cubicBezTo>
                    <a:pt x="33374" y="5234"/>
                    <a:pt x="33541" y="5025"/>
                    <a:pt x="33771" y="4837"/>
                  </a:cubicBezTo>
                  <a:cubicBezTo>
                    <a:pt x="34106" y="4585"/>
                    <a:pt x="34566" y="4355"/>
                    <a:pt x="35110" y="4251"/>
                  </a:cubicBezTo>
                  <a:cubicBezTo>
                    <a:pt x="35403" y="4188"/>
                    <a:pt x="35696" y="4167"/>
                    <a:pt x="35989" y="4167"/>
                  </a:cubicBezTo>
                  <a:close/>
                  <a:moveTo>
                    <a:pt x="21229" y="2320"/>
                  </a:moveTo>
                  <a:cubicBezTo>
                    <a:pt x="21322" y="2320"/>
                    <a:pt x="21416" y="2322"/>
                    <a:pt x="21510" y="2326"/>
                  </a:cubicBezTo>
                  <a:cubicBezTo>
                    <a:pt x="21803" y="2347"/>
                    <a:pt x="22075" y="2368"/>
                    <a:pt x="22368" y="2430"/>
                  </a:cubicBezTo>
                  <a:cubicBezTo>
                    <a:pt x="22493" y="2451"/>
                    <a:pt x="22640" y="2493"/>
                    <a:pt x="22765" y="2535"/>
                  </a:cubicBezTo>
                  <a:lnTo>
                    <a:pt x="22933" y="2577"/>
                  </a:lnTo>
                  <a:cubicBezTo>
                    <a:pt x="22954" y="2598"/>
                    <a:pt x="22954" y="2598"/>
                    <a:pt x="22954" y="2598"/>
                  </a:cubicBezTo>
                  <a:lnTo>
                    <a:pt x="22933" y="2598"/>
                  </a:lnTo>
                  <a:cubicBezTo>
                    <a:pt x="22933" y="2640"/>
                    <a:pt x="22912" y="2660"/>
                    <a:pt x="22891" y="2681"/>
                  </a:cubicBezTo>
                  <a:cubicBezTo>
                    <a:pt x="22849" y="2744"/>
                    <a:pt x="22807" y="2786"/>
                    <a:pt x="22765" y="2849"/>
                  </a:cubicBezTo>
                  <a:cubicBezTo>
                    <a:pt x="22598" y="3037"/>
                    <a:pt x="22389" y="3225"/>
                    <a:pt x="22180" y="3393"/>
                  </a:cubicBezTo>
                  <a:cubicBezTo>
                    <a:pt x="21761" y="3728"/>
                    <a:pt x="21280" y="3979"/>
                    <a:pt x="20799" y="4209"/>
                  </a:cubicBezTo>
                  <a:cubicBezTo>
                    <a:pt x="19857" y="4627"/>
                    <a:pt x="18936" y="4920"/>
                    <a:pt x="18162" y="5150"/>
                  </a:cubicBezTo>
                  <a:cubicBezTo>
                    <a:pt x="17828" y="5255"/>
                    <a:pt x="17514" y="5360"/>
                    <a:pt x="17242" y="5443"/>
                  </a:cubicBezTo>
                  <a:lnTo>
                    <a:pt x="16028" y="5443"/>
                  </a:lnTo>
                  <a:cubicBezTo>
                    <a:pt x="16070" y="5339"/>
                    <a:pt x="16133" y="5192"/>
                    <a:pt x="16216" y="5025"/>
                  </a:cubicBezTo>
                  <a:cubicBezTo>
                    <a:pt x="16405" y="4627"/>
                    <a:pt x="16760" y="4062"/>
                    <a:pt x="17388" y="3581"/>
                  </a:cubicBezTo>
                  <a:cubicBezTo>
                    <a:pt x="17995" y="3100"/>
                    <a:pt x="18853" y="2660"/>
                    <a:pt x="19878" y="2451"/>
                  </a:cubicBezTo>
                  <a:cubicBezTo>
                    <a:pt x="20314" y="2364"/>
                    <a:pt x="20764" y="2320"/>
                    <a:pt x="21229" y="2320"/>
                  </a:cubicBezTo>
                  <a:close/>
                  <a:moveTo>
                    <a:pt x="42107" y="4475"/>
                  </a:moveTo>
                  <a:cubicBezTo>
                    <a:pt x="42153" y="4475"/>
                    <a:pt x="42199" y="4477"/>
                    <a:pt x="42245" y="4481"/>
                  </a:cubicBezTo>
                  <a:cubicBezTo>
                    <a:pt x="42371" y="4481"/>
                    <a:pt x="42496" y="4502"/>
                    <a:pt x="42622" y="4523"/>
                  </a:cubicBezTo>
                  <a:cubicBezTo>
                    <a:pt x="42706" y="4544"/>
                    <a:pt x="42768" y="4565"/>
                    <a:pt x="42831" y="4585"/>
                  </a:cubicBezTo>
                  <a:lnTo>
                    <a:pt x="42894" y="4606"/>
                  </a:lnTo>
                  <a:cubicBezTo>
                    <a:pt x="42894" y="4627"/>
                    <a:pt x="42873" y="4627"/>
                    <a:pt x="42873" y="4648"/>
                  </a:cubicBezTo>
                  <a:cubicBezTo>
                    <a:pt x="42852" y="4669"/>
                    <a:pt x="42831" y="4690"/>
                    <a:pt x="42810" y="4711"/>
                  </a:cubicBezTo>
                  <a:cubicBezTo>
                    <a:pt x="42748" y="4816"/>
                    <a:pt x="42643" y="4899"/>
                    <a:pt x="42559" y="4962"/>
                  </a:cubicBezTo>
                  <a:cubicBezTo>
                    <a:pt x="42350" y="5109"/>
                    <a:pt x="42141" y="5234"/>
                    <a:pt x="41911" y="5339"/>
                  </a:cubicBezTo>
                  <a:cubicBezTo>
                    <a:pt x="41827" y="5381"/>
                    <a:pt x="41722" y="5422"/>
                    <a:pt x="41618" y="5464"/>
                  </a:cubicBezTo>
                  <a:cubicBezTo>
                    <a:pt x="41095" y="5464"/>
                    <a:pt x="40530" y="5464"/>
                    <a:pt x="39986" y="5443"/>
                  </a:cubicBezTo>
                  <a:cubicBezTo>
                    <a:pt x="40069" y="5318"/>
                    <a:pt x="40195" y="5192"/>
                    <a:pt x="40362" y="5046"/>
                  </a:cubicBezTo>
                  <a:cubicBezTo>
                    <a:pt x="40634" y="4837"/>
                    <a:pt x="41032" y="4627"/>
                    <a:pt x="41492" y="4544"/>
                  </a:cubicBezTo>
                  <a:cubicBezTo>
                    <a:pt x="41697" y="4509"/>
                    <a:pt x="41902" y="4475"/>
                    <a:pt x="42107" y="4475"/>
                  </a:cubicBezTo>
                  <a:close/>
                  <a:moveTo>
                    <a:pt x="41053" y="6238"/>
                  </a:moveTo>
                  <a:cubicBezTo>
                    <a:pt x="41387" y="6343"/>
                    <a:pt x="41764" y="6573"/>
                    <a:pt x="42078" y="6908"/>
                  </a:cubicBezTo>
                  <a:cubicBezTo>
                    <a:pt x="42245" y="7075"/>
                    <a:pt x="42413" y="7264"/>
                    <a:pt x="42538" y="7494"/>
                  </a:cubicBezTo>
                  <a:cubicBezTo>
                    <a:pt x="42601" y="7598"/>
                    <a:pt x="42664" y="7724"/>
                    <a:pt x="42706" y="7850"/>
                  </a:cubicBezTo>
                  <a:cubicBezTo>
                    <a:pt x="42727" y="7912"/>
                    <a:pt x="42768" y="7975"/>
                    <a:pt x="42768" y="8038"/>
                  </a:cubicBezTo>
                  <a:lnTo>
                    <a:pt x="42789" y="8101"/>
                  </a:lnTo>
                  <a:lnTo>
                    <a:pt x="42664" y="8101"/>
                  </a:lnTo>
                  <a:cubicBezTo>
                    <a:pt x="42538" y="8080"/>
                    <a:pt x="42413" y="8059"/>
                    <a:pt x="42308" y="8017"/>
                  </a:cubicBezTo>
                  <a:cubicBezTo>
                    <a:pt x="42057" y="7933"/>
                    <a:pt x="41848" y="7808"/>
                    <a:pt x="41639" y="7682"/>
                  </a:cubicBezTo>
                  <a:cubicBezTo>
                    <a:pt x="41241" y="7431"/>
                    <a:pt x="40906" y="7159"/>
                    <a:pt x="40613" y="6908"/>
                  </a:cubicBezTo>
                  <a:cubicBezTo>
                    <a:pt x="40341" y="6678"/>
                    <a:pt x="40111" y="6469"/>
                    <a:pt x="39944" y="6343"/>
                  </a:cubicBezTo>
                  <a:cubicBezTo>
                    <a:pt x="39881" y="6301"/>
                    <a:pt x="39839" y="6280"/>
                    <a:pt x="39797" y="6238"/>
                  </a:cubicBezTo>
                  <a:close/>
                  <a:moveTo>
                    <a:pt x="34734" y="6280"/>
                  </a:moveTo>
                  <a:cubicBezTo>
                    <a:pt x="35089" y="6427"/>
                    <a:pt x="35466" y="6657"/>
                    <a:pt x="35801" y="7013"/>
                  </a:cubicBezTo>
                  <a:cubicBezTo>
                    <a:pt x="35989" y="7201"/>
                    <a:pt x="36178" y="7431"/>
                    <a:pt x="36345" y="7703"/>
                  </a:cubicBezTo>
                  <a:cubicBezTo>
                    <a:pt x="36408" y="7829"/>
                    <a:pt x="36470" y="7954"/>
                    <a:pt x="36533" y="8101"/>
                  </a:cubicBezTo>
                  <a:cubicBezTo>
                    <a:pt x="36554" y="8184"/>
                    <a:pt x="36596" y="8247"/>
                    <a:pt x="36617" y="8331"/>
                  </a:cubicBezTo>
                  <a:lnTo>
                    <a:pt x="36638" y="8414"/>
                  </a:lnTo>
                  <a:lnTo>
                    <a:pt x="36470" y="8414"/>
                  </a:lnTo>
                  <a:cubicBezTo>
                    <a:pt x="36324" y="8394"/>
                    <a:pt x="36198" y="8352"/>
                    <a:pt x="36052" y="8310"/>
                  </a:cubicBezTo>
                  <a:cubicBezTo>
                    <a:pt x="35780" y="8205"/>
                    <a:pt x="35529" y="8080"/>
                    <a:pt x="35299" y="7933"/>
                  </a:cubicBezTo>
                  <a:cubicBezTo>
                    <a:pt x="34817" y="7619"/>
                    <a:pt x="34420" y="7306"/>
                    <a:pt x="34085" y="7013"/>
                  </a:cubicBezTo>
                  <a:cubicBezTo>
                    <a:pt x="33750" y="6741"/>
                    <a:pt x="33478" y="6510"/>
                    <a:pt x="33290" y="6364"/>
                  </a:cubicBezTo>
                  <a:cubicBezTo>
                    <a:pt x="33248" y="6322"/>
                    <a:pt x="33227" y="6301"/>
                    <a:pt x="33206" y="6280"/>
                  </a:cubicBezTo>
                  <a:close/>
                  <a:moveTo>
                    <a:pt x="27243" y="6301"/>
                  </a:moveTo>
                  <a:cubicBezTo>
                    <a:pt x="27662" y="6489"/>
                    <a:pt x="28122" y="6782"/>
                    <a:pt x="28540" y="7201"/>
                  </a:cubicBezTo>
                  <a:cubicBezTo>
                    <a:pt x="28791" y="7473"/>
                    <a:pt x="29043" y="7766"/>
                    <a:pt x="29231" y="8101"/>
                  </a:cubicBezTo>
                  <a:cubicBezTo>
                    <a:pt x="29335" y="8268"/>
                    <a:pt x="29419" y="8435"/>
                    <a:pt x="29503" y="8624"/>
                  </a:cubicBezTo>
                  <a:cubicBezTo>
                    <a:pt x="29524" y="8728"/>
                    <a:pt x="29566" y="8812"/>
                    <a:pt x="29587" y="8917"/>
                  </a:cubicBezTo>
                  <a:lnTo>
                    <a:pt x="29628" y="9021"/>
                  </a:lnTo>
                  <a:lnTo>
                    <a:pt x="29419" y="9021"/>
                  </a:lnTo>
                  <a:cubicBezTo>
                    <a:pt x="29231" y="9000"/>
                    <a:pt x="29043" y="8958"/>
                    <a:pt x="28875" y="8896"/>
                  </a:cubicBezTo>
                  <a:cubicBezTo>
                    <a:pt x="28519" y="8770"/>
                    <a:pt x="28185" y="8582"/>
                    <a:pt x="27892" y="8394"/>
                  </a:cubicBezTo>
                  <a:cubicBezTo>
                    <a:pt x="27285" y="8017"/>
                    <a:pt x="26762" y="7578"/>
                    <a:pt x="26322" y="7222"/>
                  </a:cubicBezTo>
                  <a:cubicBezTo>
                    <a:pt x="25904" y="6866"/>
                    <a:pt x="25569" y="6573"/>
                    <a:pt x="25318" y="6364"/>
                  </a:cubicBezTo>
                  <a:cubicBezTo>
                    <a:pt x="25276" y="6343"/>
                    <a:pt x="25234" y="6322"/>
                    <a:pt x="25214" y="6301"/>
                  </a:cubicBezTo>
                  <a:close/>
                  <a:moveTo>
                    <a:pt x="16279" y="6259"/>
                  </a:moveTo>
                  <a:cubicBezTo>
                    <a:pt x="17242" y="6259"/>
                    <a:pt x="18204" y="6259"/>
                    <a:pt x="19229" y="6280"/>
                  </a:cubicBezTo>
                  <a:cubicBezTo>
                    <a:pt x="19857" y="6552"/>
                    <a:pt x="20548" y="6992"/>
                    <a:pt x="21154" y="7619"/>
                  </a:cubicBezTo>
                  <a:cubicBezTo>
                    <a:pt x="21531" y="7996"/>
                    <a:pt x="21866" y="8414"/>
                    <a:pt x="22159" y="8917"/>
                  </a:cubicBezTo>
                  <a:cubicBezTo>
                    <a:pt x="22305" y="9147"/>
                    <a:pt x="22431" y="9398"/>
                    <a:pt x="22535" y="9670"/>
                  </a:cubicBezTo>
                  <a:cubicBezTo>
                    <a:pt x="22577" y="9795"/>
                    <a:pt x="22640" y="9942"/>
                    <a:pt x="22682" y="10088"/>
                  </a:cubicBezTo>
                  <a:lnTo>
                    <a:pt x="22724" y="10235"/>
                  </a:lnTo>
                  <a:cubicBezTo>
                    <a:pt x="22724" y="10256"/>
                    <a:pt x="22724" y="10256"/>
                    <a:pt x="22724" y="10256"/>
                  </a:cubicBezTo>
                  <a:lnTo>
                    <a:pt x="22598" y="10256"/>
                  </a:lnTo>
                  <a:cubicBezTo>
                    <a:pt x="22535" y="10256"/>
                    <a:pt x="22473" y="10235"/>
                    <a:pt x="22410" y="10235"/>
                  </a:cubicBezTo>
                  <a:cubicBezTo>
                    <a:pt x="22138" y="10214"/>
                    <a:pt x="21887" y="10130"/>
                    <a:pt x="21636" y="10047"/>
                  </a:cubicBezTo>
                  <a:cubicBezTo>
                    <a:pt x="21113" y="9879"/>
                    <a:pt x="20652" y="9607"/>
                    <a:pt x="20192" y="9335"/>
                  </a:cubicBezTo>
                  <a:cubicBezTo>
                    <a:pt x="19313" y="8770"/>
                    <a:pt x="18581" y="8163"/>
                    <a:pt x="17953" y="7640"/>
                  </a:cubicBezTo>
                  <a:cubicBezTo>
                    <a:pt x="17325" y="7117"/>
                    <a:pt x="16823" y="6678"/>
                    <a:pt x="16467" y="6406"/>
                  </a:cubicBezTo>
                  <a:cubicBezTo>
                    <a:pt x="16405" y="6343"/>
                    <a:pt x="16342" y="6301"/>
                    <a:pt x="16279" y="6259"/>
                  </a:cubicBezTo>
                  <a:close/>
                  <a:moveTo>
                    <a:pt x="5880" y="6134"/>
                  </a:moveTo>
                  <a:lnTo>
                    <a:pt x="5880" y="6134"/>
                  </a:lnTo>
                  <a:cubicBezTo>
                    <a:pt x="7010" y="6155"/>
                    <a:pt x="8265" y="6176"/>
                    <a:pt x="9646" y="6197"/>
                  </a:cubicBezTo>
                  <a:cubicBezTo>
                    <a:pt x="10525" y="6531"/>
                    <a:pt x="11488" y="7138"/>
                    <a:pt x="12346" y="7996"/>
                  </a:cubicBezTo>
                  <a:cubicBezTo>
                    <a:pt x="12806" y="8477"/>
                    <a:pt x="13266" y="9042"/>
                    <a:pt x="13622" y="9670"/>
                  </a:cubicBezTo>
                  <a:cubicBezTo>
                    <a:pt x="13810" y="9984"/>
                    <a:pt x="13978" y="10319"/>
                    <a:pt x="14103" y="10653"/>
                  </a:cubicBezTo>
                  <a:cubicBezTo>
                    <a:pt x="14187" y="10821"/>
                    <a:pt x="14250" y="11009"/>
                    <a:pt x="14291" y="11176"/>
                  </a:cubicBezTo>
                  <a:lnTo>
                    <a:pt x="14354" y="11386"/>
                  </a:lnTo>
                  <a:cubicBezTo>
                    <a:pt x="14354" y="11407"/>
                    <a:pt x="14354" y="11407"/>
                    <a:pt x="14354" y="11407"/>
                  </a:cubicBezTo>
                  <a:lnTo>
                    <a:pt x="14208" y="11407"/>
                  </a:lnTo>
                  <a:cubicBezTo>
                    <a:pt x="14124" y="11407"/>
                    <a:pt x="14040" y="11386"/>
                    <a:pt x="13957" y="11386"/>
                  </a:cubicBezTo>
                  <a:cubicBezTo>
                    <a:pt x="13622" y="11344"/>
                    <a:pt x="13287" y="11260"/>
                    <a:pt x="12952" y="11135"/>
                  </a:cubicBezTo>
                  <a:cubicBezTo>
                    <a:pt x="12283" y="10904"/>
                    <a:pt x="11676" y="10570"/>
                    <a:pt x="11111" y="10214"/>
                  </a:cubicBezTo>
                  <a:cubicBezTo>
                    <a:pt x="9960" y="9502"/>
                    <a:pt x="8998" y="8707"/>
                    <a:pt x="8203" y="8038"/>
                  </a:cubicBezTo>
                  <a:cubicBezTo>
                    <a:pt x="7408" y="7368"/>
                    <a:pt x="6759" y="6803"/>
                    <a:pt x="6299" y="6427"/>
                  </a:cubicBezTo>
                  <a:cubicBezTo>
                    <a:pt x="6131" y="6301"/>
                    <a:pt x="5985" y="6197"/>
                    <a:pt x="5880" y="6134"/>
                  </a:cubicBezTo>
                  <a:close/>
                  <a:moveTo>
                    <a:pt x="12615" y="1"/>
                  </a:moveTo>
                  <a:cubicBezTo>
                    <a:pt x="11856" y="1"/>
                    <a:pt x="11133" y="103"/>
                    <a:pt x="10462" y="275"/>
                  </a:cubicBezTo>
                  <a:cubicBezTo>
                    <a:pt x="8977" y="631"/>
                    <a:pt x="7742" y="1342"/>
                    <a:pt x="6905" y="2158"/>
                  </a:cubicBezTo>
                  <a:cubicBezTo>
                    <a:pt x="6068" y="2974"/>
                    <a:pt x="5650" y="3874"/>
                    <a:pt x="5524" y="4502"/>
                  </a:cubicBezTo>
                  <a:cubicBezTo>
                    <a:pt x="5378" y="5129"/>
                    <a:pt x="5441" y="5485"/>
                    <a:pt x="5524" y="5485"/>
                  </a:cubicBezTo>
                  <a:cubicBezTo>
                    <a:pt x="5527" y="5486"/>
                    <a:pt x="5529" y="5486"/>
                    <a:pt x="5532" y="5486"/>
                  </a:cubicBezTo>
                  <a:cubicBezTo>
                    <a:pt x="5613" y="5486"/>
                    <a:pt x="5700" y="5156"/>
                    <a:pt x="5964" y="4648"/>
                  </a:cubicBezTo>
                  <a:cubicBezTo>
                    <a:pt x="6215" y="4125"/>
                    <a:pt x="6675" y="3414"/>
                    <a:pt x="7470" y="2786"/>
                  </a:cubicBezTo>
                  <a:cubicBezTo>
                    <a:pt x="8244" y="2158"/>
                    <a:pt x="9374" y="1614"/>
                    <a:pt x="10693" y="1342"/>
                  </a:cubicBezTo>
                  <a:cubicBezTo>
                    <a:pt x="11244" y="1239"/>
                    <a:pt x="11823" y="1164"/>
                    <a:pt x="12407" y="1164"/>
                  </a:cubicBezTo>
                  <a:cubicBezTo>
                    <a:pt x="12533" y="1164"/>
                    <a:pt x="12659" y="1167"/>
                    <a:pt x="12785" y="1175"/>
                  </a:cubicBezTo>
                  <a:cubicBezTo>
                    <a:pt x="13162" y="1196"/>
                    <a:pt x="13517" y="1238"/>
                    <a:pt x="13894" y="1300"/>
                  </a:cubicBezTo>
                  <a:cubicBezTo>
                    <a:pt x="14061" y="1342"/>
                    <a:pt x="14250" y="1384"/>
                    <a:pt x="14417" y="1447"/>
                  </a:cubicBezTo>
                  <a:lnTo>
                    <a:pt x="14626" y="1510"/>
                  </a:lnTo>
                  <a:lnTo>
                    <a:pt x="14647" y="1510"/>
                  </a:lnTo>
                  <a:cubicBezTo>
                    <a:pt x="14647" y="1510"/>
                    <a:pt x="14647" y="1510"/>
                    <a:pt x="14647" y="1531"/>
                  </a:cubicBezTo>
                  <a:cubicBezTo>
                    <a:pt x="14605" y="1572"/>
                    <a:pt x="14584" y="1593"/>
                    <a:pt x="14563" y="1635"/>
                  </a:cubicBezTo>
                  <a:cubicBezTo>
                    <a:pt x="14522" y="1698"/>
                    <a:pt x="14459" y="1782"/>
                    <a:pt x="14417" y="1844"/>
                  </a:cubicBezTo>
                  <a:cubicBezTo>
                    <a:pt x="14187" y="2096"/>
                    <a:pt x="13936" y="2326"/>
                    <a:pt x="13664" y="2556"/>
                  </a:cubicBezTo>
                  <a:cubicBezTo>
                    <a:pt x="13099" y="2974"/>
                    <a:pt x="12492" y="3309"/>
                    <a:pt x="11885" y="3581"/>
                  </a:cubicBezTo>
                  <a:cubicBezTo>
                    <a:pt x="10651" y="4146"/>
                    <a:pt x="9458" y="4523"/>
                    <a:pt x="8454" y="4837"/>
                  </a:cubicBezTo>
                  <a:cubicBezTo>
                    <a:pt x="7470" y="5129"/>
                    <a:pt x="6633" y="5360"/>
                    <a:pt x="6068" y="5548"/>
                  </a:cubicBezTo>
                  <a:cubicBezTo>
                    <a:pt x="6068" y="5569"/>
                    <a:pt x="6048" y="5569"/>
                    <a:pt x="6027" y="5569"/>
                  </a:cubicBezTo>
                  <a:cubicBezTo>
                    <a:pt x="2260" y="5653"/>
                    <a:pt x="1" y="5736"/>
                    <a:pt x="1" y="5841"/>
                  </a:cubicBezTo>
                  <a:cubicBezTo>
                    <a:pt x="1" y="5945"/>
                    <a:pt x="2051" y="6050"/>
                    <a:pt x="5524" y="6113"/>
                  </a:cubicBezTo>
                  <a:cubicBezTo>
                    <a:pt x="5587" y="6259"/>
                    <a:pt x="5734" y="6469"/>
                    <a:pt x="5964" y="6761"/>
                  </a:cubicBezTo>
                  <a:cubicBezTo>
                    <a:pt x="6340" y="7222"/>
                    <a:pt x="6884" y="7870"/>
                    <a:pt x="7638" y="8645"/>
                  </a:cubicBezTo>
                  <a:cubicBezTo>
                    <a:pt x="8370" y="9398"/>
                    <a:pt x="9312" y="10298"/>
                    <a:pt x="10504" y="11135"/>
                  </a:cubicBezTo>
                  <a:cubicBezTo>
                    <a:pt x="11111" y="11532"/>
                    <a:pt x="11781" y="11930"/>
                    <a:pt x="12555" y="12223"/>
                  </a:cubicBezTo>
                  <a:cubicBezTo>
                    <a:pt x="12931" y="12369"/>
                    <a:pt x="13350" y="12495"/>
                    <a:pt x="13810" y="12557"/>
                  </a:cubicBezTo>
                  <a:cubicBezTo>
                    <a:pt x="13915" y="12557"/>
                    <a:pt x="14019" y="12578"/>
                    <a:pt x="14145" y="12578"/>
                  </a:cubicBezTo>
                  <a:cubicBezTo>
                    <a:pt x="14208" y="12578"/>
                    <a:pt x="14250" y="12599"/>
                    <a:pt x="14312" y="12599"/>
                  </a:cubicBezTo>
                  <a:lnTo>
                    <a:pt x="14438" y="12599"/>
                  </a:lnTo>
                  <a:cubicBezTo>
                    <a:pt x="14480" y="12599"/>
                    <a:pt x="14543" y="12578"/>
                    <a:pt x="14584" y="12578"/>
                  </a:cubicBezTo>
                  <a:cubicBezTo>
                    <a:pt x="14982" y="12557"/>
                    <a:pt x="15338" y="12474"/>
                    <a:pt x="15735" y="12411"/>
                  </a:cubicBezTo>
                  <a:lnTo>
                    <a:pt x="15651" y="11804"/>
                  </a:lnTo>
                  <a:cubicBezTo>
                    <a:pt x="15610" y="11595"/>
                    <a:pt x="15589" y="11386"/>
                    <a:pt x="15526" y="11218"/>
                  </a:cubicBezTo>
                  <a:lnTo>
                    <a:pt x="15505" y="11072"/>
                  </a:lnTo>
                  <a:lnTo>
                    <a:pt x="15484" y="10988"/>
                  </a:lnTo>
                  <a:lnTo>
                    <a:pt x="15421" y="10842"/>
                  </a:lnTo>
                  <a:cubicBezTo>
                    <a:pt x="15359" y="10611"/>
                    <a:pt x="15296" y="10402"/>
                    <a:pt x="15212" y="10214"/>
                  </a:cubicBezTo>
                  <a:cubicBezTo>
                    <a:pt x="15045" y="9795"/>
                    <a:pt x="14835" y="9419"/>
                    <a:pt x="14626" y="9063"/>
                  </a:cubicBezTo>
                  <a:cubicBezTo>
                    <a:pt x="14187" y="8352"/>
                    <a:pt x="13664" y="7724"/>
                    <a:pt x="13099" y="7222"/>
                  </a:cubicBezTo>
                  <a:cubicBezTo>
                    <a:pt x="12680" y="6824"/>
                    <a:pt x="12241" y="6489"/>
                    <a:pt x="11802" y="6217"/>
                  </a:cubicBezTo>
                  <a:lnTo>
                    <a:pt x="11802" y="6217"/>
                  </a:lnTo>
                  <a:cubicBezTo>
                    <a:pt x="13099" y="6238"/>
                    <a:pt x="14480" y="6238"/>
                    <a:pt x="15923" y="6259"/>
                  </a:cubicBezTo>
                  <a:cubicBezTo>
                    <a:pt x="15986" y="6364"/>
                    <a:pt x="16091" y="6489"/>
                    <a:pt x="16216" y="6657"/>
                  </a:cubicBezTo>
                  <a:cubicBezTo>
                    <a:pt x="16509" y="7013"/>
                    <a:pt x="16928" y="7515"/>
                    <a:pt x="17514" y="8122"/>
                  </a:cubicBezTo>
                  <a:cubicBezTo>
                    <a:pt x="18100" y="8707"/>
                    <a:pt x="18811" y="9398"/>
                    <a:pt x="19732" y="10047"/>
                  </a:cubicBezTo>
                  <a:cubicBezTo>
                    <a:pt x="20213" y="10360"/>
                    <a:pt x="20715" y="10674"/>
                    <a:pt x="21322" y="10904"/>
                  </a:cubicBezTo>
                  <a:cubicBezTo>
                    <a:pt x="21636" y="11009"/>
                    <a:pt x="21949" y="11093"/>
                    <a:pt x="22284" y="11135"/>
                  </a:cubicBezTo>
                  <a:cubicBezTo>
                    <a:pt x="22389" y="11155"/>
                    <a:pt x="22473" y="11155"/>
                    <a:pt x="22556" y="11176"/>
                  </a:cubicBezTo>
                  <a:lnTo>
                    <a:pt x="22912" y="11176"/>
                  </a:lnTo>
                  <a:cubicBezTo>
                    <a:pt x="23205" y="11155"/>
                    <a:pt x="23477" y="11093"/>
                    <a:pt x="23791" y="11030"/>
                  </a:cubicBezTo>
                  <a:lnTo>
                    <a:pt x="23728" y="10570"/>
                  </a:lnTo>
                  <a:cubicBezTo>
                    <a:pt x="23686" y="10402"/>
                    <a:pt x="23665" y="10256"/>
                    <a:pt x="23644" y="10109"/>
                  </a:cubicBezTo>
                  <a:lnTo>
                    <a:pt x="23602" y="10005"/>
                  </a:lnTo>
                  <a:lnTo>
                    <a:pt x="23602" y="9942"/>
                  </a:lnTo>
                  <a:lnTo>
                    <a:pt x="23561" y="9816"/>
                  </a:lnTo>
                  <a:cubicBezTo>
                    <a:pt x="23498" y="9649"/>
                    <a:pt x="23456" y="9482"/>
                    <a:pt x="23372" y="9335"/>
                  </a:cubicBezTo>
                  <a:cubicBezTo>
                    <a:pt x="23247" y="9021"/>
                    <a:pt x="23100" y="8728"/>
                    <a:pt x="22933" y="8435"/>
                  </a:cubicBezTo>
                  <a:cubicBezTo>
                    <a:pt x="22598" y="7891"/>
                    <a:pt x="22180" y="7410"/>
                    <a:pt x="21740" y="7013"/>
                  </a:cubicBezTo>
                  <a:cubicBezTo>
                    <a:pt x="21447" y="6720"/>
                    <a:pt x="21133" y="6489"/>
                    <a:pt x="20820" y="6280"/>
                  </a:cubicBezTo>
                  <a:cubicBezTo>
                    <a:pt x="22159" y="6280"/>
                    <a:pt x="23540" y="6301"/>
                    <a:pt x="24962" y="6301"/>
                  </a:cubicBezTo>
                  <a:cubicBezTo>
                    <a:pt x="25004" y="6364"/>
                    <a:pt x="25067" y="6448"/>
                    <a:pt x="25130" y="6552"/>
                  </a:cubicBezTo>
                  <a:cubicBezTo>
                    <a:pt x="25339" y="6782"/>
                    <a:pt x="25632" y="7138"/>
                    <a:pt x="26030" y="7557"/>
                  </a:cubicBezTo>
                  <a:cubicBezTo>
                    <a:pt x="26427" y="7954"/>
                    <a:pt x="26929" y="8435"/>
                    <a:pt x="27557" y="8875"/>
                  </a:cubicBezTo>
                  <a:cubicBezTo>
                    <a:pt x="27892" y="9105"/>
                    <a:pt x="28247" y="9314"/>
                    <a:pt x="28666" y="9461"/>
                  </a:cubicBezTo>
                  <a:cubicBezTo>
                    <a:pt x="28875" y="9544"/>
                    <a:pt x="29084" y="9607"/>
                    <a:pt x="29335" y="9649"/>
                  </a:cubicBezTo>
                  <a:cubicBezTo>
                    <a:pt x="29398" y="9649"/>
                    <a:pt x="29440" y="9649"/>
                    <a:pt x="29503" y="9670"/>
                  </a:cubicBezTo>
                  <a:lnTo>
                    <a:pt x="29754" y="9670"/>
                  </a:lnTo>
                  <a:cubicBezTo>
                    <a:pt x="29963" y="9649"/>
                    <a:pt x="30152" y="9607"/>
                    <a:pt x="30361" y="9565"/>
                  </a:cubicBezTo>
                  <a:lnTo>
                    <a:pt x="30319" y="9251"/>
                  </a:lnTo>
                  <a:cubicBezTo>
                    <a:pt x="30298" y="9126"/>
                    <a:pt x="30277" y="9021"/>
                    <a:pt x="30256" y="8938"/>
                  </a:cubicBezTo>
                  <a:lnTo>
                    <a:pt x="30235" y="8854"/>
                  </a:lnTo>
                  <a:lnTo>
                    <a:pt x="30235" y="8812"/>
                  </a:lnTo>
                  <a:lnTo>
                    <a:pt x="30193" y="8728"/>
                  </a:lnTo>
                  <a:cubicBezTo>
                    <a:pt x="30172" y="8603"/>
                    <a:pt x="30131" y="8498"/>
                    <a:pt x="30089" y="8394"/>
                  </a:cubicBezTo>
                  <a:cubicBezTo>
                    <a:pt x="29984" y="8163"/>
                    <a:pt x="29880" y="7975"/>
                    <a:pt x="29775" y="7787"/>
                  </a:cubicBezTo>
                  <a:cubicBezTo>
                    <a:pt x="29524" y="7389"/>
                    <a:pt x="29252" y="7075"/>
                    <a:pt x="28959" y="6782"/>
                  </a:cubicBezTo>
                  <a:cubicBezTo>
                    <a:pt x="28750" y="6594"/>
                    <a:pt x="28540" y="6427"/>
                    <a:pt x="28331" y="6301"/>
                  </a:cubicBezTo>
                  <a:cubicBezTo>
                    <a:pt x="29921" y="6301"/>
                    <a:pt x="31491" y="6280"/>
                    <a:pt x="33018" y="6280"/>
                  </a:cubicBezTo>
                  <a:cubicBezTo>
                    <a:pt x="33039" y="6343"/>
                    <a:pt x="33102" y="6406"/>
                    <a:pt x="33165" y="6489"/>
                  </a:cubicBezTo>
                  <a:cubicBezTo>
                    <a:pt x="33311" y="6678"/>
                    <a:pt x="33541" y="6950"/>
                    <a:pt x="33855" y="7264"/>
                  </a:cubicBezTo>
                  <a:cubicBezTo>
                    <a:pt x="34169" y="7598"/>
                    <a:pt x="34545" y="7954"/>
                    <a:pt x="35048" y="8310"/>
                  </a:cubicBezTo>
                  <a:cubicBezTo>
                    <a:pt x="35299" y="8477"/>
                    <a:pt x="35571" y="8645"/>
                    <a:pt x="35885" y="8749"/>
                  </a:cubicBezTo>
                  <a:cubicBezTo>
                    <a:pt x="36052" y="8812"/>
                    <a:pt x="36219" y="8875"/>
                    <a:pt x="36408" y="8896"/>
                  </a:cubicBezTo>
                  <a:cubicBezTo>
                    <a:pt x="36450" y="8896"/>
                    <a:pt x="36491" y="8896"/>
                    <a:pt x="36554" y="8917"/>
                  </a:cubicBezTo>
                  <a:lnTo>
                    <a:pt x="36742" y="8917"/>
                  </a:lnTo>
                  <a:cubicBezTo>
                    <a:pt x="36910" y="8896"/>
                    <a:pt x="37056" y="8854"/>
                    <a:pt x="37203" y="8833"/>
                  </a:cubicBezTo>
                  <a:lnTo>
                    <a:pt x="37182" y="8582"/>
                  </a:lnTo>
                  <a:cubicBezTo>
                    <a:pt x="37161" y="8498"/>
                    <a:pt x="37140" y="8414"/>
                    <a:pt x="37119" y="8331"/>
                  </a:cubicBezTo>
                  <a:lnTo>
                    <a:pt x="37119" y="8289"/>
                  </a:lnTo>
                  <a:lnTo>
                    <a:pt x="37098" y="8247"/>
                  </a:lnTo>
                  <a:lnTo>
                    <a:pt x="37077" y="8184"/>
                  </a:lnTo>
                  <a:cubicBezTo>
                    <a:pt x="37056" y="8101"/>
                    <a:pt x="37014" y="7996"/>
                    <a:pt x="36994" y="7912"/>
                  </a:cubicBezTo>
                  <a:cubicBezTo>
                    <a:pt x="36931" y="7745"/>
                    <a:pt x="36847" y="7598"/>
                    <a:pt x="36742" y="7452"/>
                  </a:cubicBezTo>
                  <a:cubicBezTo>
                    <a:pt x="36575" y="7159"/>
                    <a:pt x="36345" y="6887"/>
                    <a:pt x="36115" y="6678"/>
                  </a:cubicBezTo>
                  <a:cubicBezTo>
                    <a:pt x="35947" y="6531"/>
                    <a:pt x="35780" y="6385"/>
                    <a:pt x="35592" y="6280"/>
                  </a:cubicBezTo>
                  <a:cubicBezTo>
                    <a:pt x="37014" y="6259"/>
                    <a:pt x="38374" y="6259"/>
                    <a:pt x="39672" y="6238"/>
                  </a:cubicBezTo>
                  <a:cubicBezTo>
                    <a:pt x="39693" y="6301"/>
                    <a:pt x="39755" y="6364"/>
                    <a:pt x="39818" y="6469"/>
                  </a:cubicBezTo>
                  <a:cubicBezTo>
                    <a:pt x="39944" y="6636"/>
                    <a:pt x="40153" y="6866"/>
                    <a:pt x="40404" y="7138"/>
                  </a:cubicBezTo>
                  <a:cubicBezTo>
                    <a:pt x="40676" y="7410"/>
                    <a:pt x="41011" y="7724"/>
                    <a:pt x="41429" y="8017"/>
                  </a:cubicBezTo>
                  <a:cubicBezTo>
                    <a:pt x="41639" y="8163"/>
                    <a:pt x="41890" y="8289"/>
                    <a:pt x="42162" y="8394"/>
                  </a:cubicBezTo>
                  <a:cubicBezTo>
                    <a:pt x="42287" y="8456"/>
                    <a:pt x="42455" y="8498"/>
                    <a:pt x="42601" y="8519"/>
                  </a:cubicBezTo>
                  <a:lnTo>
                    <a:pt x="42727" y="8519"/>
                  </a:lnTo>
                  <a:cubicBezTo>
                    <a:pt x="42748" y="8540"/>
                    <a:pt x="42768" y="8540"/>
                    <a:pt x="42789" y="8540"/>
                  </a:cubicBezTo>
                  <a:lnTo>
                    <a:pt x="42873" y="8540"/>
                  </a:lnTo>
                  <a:cubicBezTo>
                    <a:pt x="43020" y="8519"/>
                    <a:pt x="43145" y="8498"/>
                    <a:pt x="43292" y="8477"/>
                  </a:cubicBezTo>
                  <a:lnTo>
                    <a:pt x="43250" y="8247"/>
                  </a:lnTo>
                  <a:cubicBezTo>
                    <a:pt x="43250" y="8184"/>
                    <a:pt x="43229" y="8101"/>
                    <a:pt x="43208" y="8038"/>
                  </a:cubicBezTo>
                  <a:lnTo>
                    <a:pt x="43208" y="7996"/>
                  </a:lnTo>
                  <a:lnTo>
                    <a:pt x="43187" y="7975"/>
                  </a:lnTo>
                  <a:lnTo>
                    <a:pt x="43187" y="7912"/>
                  </a:lnTo>
                  <a:cubicBezTo>
                    <a:pt x="43166" y="7829"/>
                    <a:pt x="43124" y="7766"/>
                    <a:pt x="43103" y="7682"/>
                  </a:cubicBezTo>
                  <a:cubicBezTo>
                    <a:pt x="43040" y="7536"/>
                    <a:pt x="42978" y="7410"/>
                    <a:pt x="42894" y="7285"/>
                  </a:cubicBezTo>
                  <a:cubicBezTo>
                    <a:pt x="42727" y="7034"/>
                    <a:pt x="42559" y="6803"/>
                    <a:pt x="42350" y="6615"/>
                  </a:cubicBezTo>
                  <a:cubicBezTo>
                    <a:pt x="42183" y="6469"/>
                    <a:pt x="41994" y="6343"/>
                    <a:pt x="41827" y="6238"/>
                  </a:cubicBezTo>
                  <a:cubicBezTo>
                    <a:pt x="49673" y="6155"/>
                    <a:pt x="54904" y="6008"/>
                    <a:pt x="54904" y="5841"/>
                  </a:cubicBezTo>
                  <a:cubicBezTo>
                    <a:pt x="54904" y="5694"/>
                    <a:pt x="49966" y="5548"/>
                    <a:pt x="42517" y="5485"/>
                  </a:cubicBezTo>
                  <a:cubicBezTo>
                    <a:pt x="42622" y="5422"/>
                    <a:pt x="42706" y="5360"/>
                    <a:pt x="42789" y="5297"/>
                  </a:cubicBezTo>
                  <a:cubicBezTo>
                    <a:pt x="42915" y="5213"/>
                    <a:pt x="43040" y="5109"/>
                    <a:pt x="43145" y="4983"/>
                  </a:cubicBezTo>
                  <a:cubicBezTo>
                    <a:pt x="43166" y="4962"/>
                    <a:pt x="43187" y="4920"/>
                    <a:pt x="43208" y="4899"/>
                  </a:cubicBezTo>
                  <a:cubicBezTo>
                    <a:pt x="43229" y="4878"/>
                    <a:pt x="43229" y="4857"/>
                    <a:pt x="43250" y="4837"/>
                  </a:cubicBezTo>
                  <a:lnTo>
                    <a:pt x="43271" y="4816"/>
                  </a:lnTo>
                  <a:cubicBezTo>
                    <a:pt x="43292" y="4795"/>
                    <a:pt x="43292" y="4774"/>
                    <a:pt x="43292" y="4753"/>
                  </a:cubicBezTo>
                  <a:cubicBezTo>
                    <a:pt x="43375" y="4648"/>
                    <a:pt x="43417" y="4523"/>
                    <a:pt x="43480" y="4397"/>
                  </a:cubicBezTo>
                  <a:lnTo>
                    <a:pt x="43271" y="4293"/>
                  </a:lnTo>
                  <a:cubicBezTo>
                    <a:pt x="43208" y="4272"/>
                    <a:pt x="43145" y="4230"/>
                    <a:pt x="43082" y="4209"/>
                  </a:cubicBezTo>
                  <a:lnTo>
                    <a:pt x="43020" y="4188"/>
                  </a:lnTo>
                  <a:lnTo>
                    <a:pt x="42999" y="4188"/>
                  </a:lnTo>
                  <a:lnTo>
                    <a:pt x="42936" y="4167"/>
                  </a:lnTo>
                  <a:cubicBezTo>
                    <a:pt x="42873" y="4146"/>
                    <a:pt x="42789" y="4125"/>
                    <a:pt x="42706" y="4125"/>
                  </a:cubicBezTo>
                  <a:cubicBezTo>
                    <a:pt x="42559" y="4083"/>
                    <a:pt x="42413" y="4062"/>
                    <a:pt x="42266" y="4062"/>
                  </a:cubicBezTo>
                  <a:cubicBezTo>
                    <a:pt x="41952" y="4062"/>
                    <a:pt x="41680" y="4104"/>
                    <a:pt x="41408" y="4167"/>
                  </a:cubicBezTo>
                  <a:cubicBezTo>
                    <a:pt x="40885" y="4293"/>
                    <a:pt x="40446" y="4544"/>
                    <a:pt x="40153" y="4837"/>
                  </a:cubicBezTo>
                  <a:cubicBezTo>
                    <a:pt x="39944" y="5046"/>
                    <a:pt x="39818" y="5255"/>
                    <a:pt x="39735" y="5443"/>
                  </a:cubicBezTo>
                  <a:cubicBezTo>
                    <a:pt x="38584" y="5443"/>
                    <a:pt x="37391" y="5422"/>
                    <a:pt x="36157" y="5422"/>
                  </a:cubicBezTo>
                  <a:cubicBezTo>
                    <a:pt x="36303" y="5339"/>
                    <a:pt x="36470" y="5234"/>
                    <a:pt x="36638" y="5129"/>
                  </a:cubicBezTo>
                  <a:cubicBezTo>
                    <a:pt x="36784" y="5025"/>
                    <a:pt x="36910" y="4899"/>
                    <a:pt x="37035" y="4774"/>
                  </a:cubicBezTo>
                  <a:cubicBezTo>
                    <a:pt x="37056" y="4732"/>
                    <a:pt x="37098" y="4690"/>
                    <a:pt x="37119" y="4648"/>
                  </a:cubicBezTo>
                  <a:cubicBezTo>
                    <a:pt x="37140" y="4627"/>
                    <a:pt x="37140" y="4627"/>
                    <a:pt x="37161" y="4606"/>
                  </a:cubicBezTo>
                  <a:lnTo>
                    <a:pt x="37182" y="4544"/>
                  </a:lnTo>
                  <a:cubicBezTo>
                    <a:pt x="37203" y="4544"/>
                    <a:pt x="37203" y="4523"/>
                    <a:pt x="37224" y="4502"/>
                  </a:cubicBezTo>
                  <a:cubicBezTo>
                    <a:pt x="37307" y="4355"/>
                    <a:pt x="37349" y="4209"/>
                    <a:pt x="37433" y="4062"/>
                  </a:cubicBezTo>
                  <a:lnTo>
                    <a:pt x="37182" y="3958"/>
                  </a:lnTo>
                  <a:cubicBezTo>
                    <a:pt x="37119" y="3916"/>
                    <a:pt x="37035" y="3895"/>
                    <a:pt x="36952" y="3853"/>
                  </a:cubicBezTo>
                  <a:lnTo>
                    <a:pt x="36910" y="3832"/>
                  </a:lnTo>
                  <a:lnTo>
                    <a:pt x="36868" y="3832"/>
                  </a:lnTo>
                  <a:lnTo>
                    <a:pt x="36805" y="3811"/>
                  </a:lnTo>
                  <a:cubicBezTo>
                    <a:pt x="36722" y="3790"/>
                    <a:pt x="36617" y="3769"/>
                    <a:pt x="36533" y="3748"/>
                  </a:cubicBezTo>
                  <a:cubicBezTo>
                    <a:pt x="36366" y="3707"/>
                    <a:pt x="36178" y="3686"/>
                    <a:pt x="36010" y="3686"/>
                  </a:cubicBezTo>
                  <a:cubicBezTo>
                    <a:pt x="35654" y="3686"/>
                    <a:pt x="35320" y="3728"/>
                    <a:pt x="35027" y="3790"/>
                  </a:cubicBezTo>
                  <a:cubicBezTo>
                    <a:pt x="34399" y="3958"/>
                    <a:pt x="33897" y="4251"/>
                    <a:pt x="33541" y="4585"/>
                  </a:cubicBezTo>
                  <a:cubicBezTo>
                    <a:pt x="33248" y="4857"/>
                    <a:pt x="33102" y="5171"/>
                    <a:pt x="33018" y="5401"/>
                  </a:cubicBezTo>
                  <a:lnTo>
                    <a:pt x="28478" y="5401"/>
                  </a:lnTo>
                  <a:cubicBezTo>
                    <a:pt x="28499" y="5401"/>
                    <a:pt x="28519" y="5381"/>
                    <a:pt x="28540" y="5381"/>
                  </a:cubicBezTo>
                  <a:cubicBezTo>
                    <a:pt x="28896" y="5234"/>
                    <a:pt x="29273" y="5046"/>
                    <a:pt x="29628" y="4795"/>
                  </a:cubicBezTo>
                  <a:cubicBezTo>
                    <a:pt x="29796" y="4648"/>
                    <a:pt x="29984" y="4502"/>
                    <a:pt x="30131" y="4313"/>
                  </a:cubicBezTo>
                  <a:cubicBezTo>
                    <a:pt x="30172" y="4272"/>
                    <a:pt x="30214" y="4230"/>
                    <a:pt x="30256" y="4188"/>
                  </a:cubicBezTo>
                  <a:cubicBezTo>
                    <a:pt x="30256" y="4146"/>
                    <a:pt x="30277" y="4125"/>
                    <a:pt x="30298" y="4104"/>
                  </a:cubicBezTo>
                  <a:lnTo>
                    <a:pt x="30340" y="4041"/>
                  </a:lnTo>
                  <a:cubicBezTo>
                    <a:pt x="30361" y="4021"/>
                    <a:pt x="30361" y="4000"/>
                    <a:pt x="30382" y="3979"/>
                  </a:cubicBezTo>
                  <a:cubicBezTo>
                    <a:pt x="30486" y="3790"/>
                    <a:pt x="30549" y="3602"/>
                    <a:pt x="30633" y="3414"/>
                  </a:cubicBezTo>
                  <a:lnTo>
                    <a:pt x="30340" y="3267"/>
                  </a:lnTo>
                  <a:cubicBezTo>
                    <a:pt x="30235" y="3225"/>
                    <a:pt x="30131" y="3184"/>
                    <a:pt x="30047" y="3163"/>
                  </a:cubicBezTo>
                  <a:lnTo>
                    <a:pt x="29963" y="3142"/>
                  </a:lnTo>
                  <a:lnTo>
                    <a:pt x="29921" y="3121"/>
                  </a:lnTo>
                  <a:lnTo>
                    <a:pt x="29838" y="3100"/>
                  </a:lnTo>
                  <a:cubicBezTo>
                    <a:pt x="29733" y="3058"/>
                    <a:pt x="29608" y="3037"/>
                    <a:pt x="29503" y="3016"/>
                  </a:cubicBezTo>
                  <a:cubicBezTo>
                    <a:pt x="29273" y="2953"/>
                    <a:pt x="29043" y="2932"/>
                    <a:pt x="28812" y="2932"/>
                  </a:cubicBezTo>
                  <a:cubicBezTo>
                    <a:pt x="28373" y="2932"/>
                    <a:pt x="27934" y="2974"/>
                    <a:pt x="27536" y="3079"/>
                  </a:cubicBezTo>
                  <a:cubicBezTo>
                    <a:pt x="26741" y="3267"/>
                    <a:pt x="26092" y="3644"/>
                    <a:pt x="25632" y="4083"/>
                  </a:cubicBezTo>
                  <a:cubicBezTo>
                    <a:pt x="25193" y="4523"/>
                    <a:pt x="24983" y="5004"/>
                    <a:pt x="24900" y="5339"/>
                  </a:cubicBezTo>
                  <a:cubicBezTo>
                    <a:pt x="24900" y="5360"/>
                    <a:pt x="24900" y="5381"/>
                    <a:pt x="24879" y="5401"/>
                  </a:cubicBezTo>
                  <a:cubicBezTo>
                    <a:pt x="23142" y="5401"/>
                    <a:pt x="21468" y="5401"/>
                    <a:pt x="19836" y="5422"/>
                  </a:cubicBezTo>
                  <a:cubicBezTo>
                    <a:pt x="20255" y="5297"/>
                    <a:pt x="20694" y="5150"/>
                    <a:pt x="21133" y="4983"/>
                  </a:cubicBezTo>
                  <a:cubicBezTo>
                    <a:pt x="21657" y="4753"/>
                    <a:pt x="22201" y="4481"/>
                    <a:pt x="22724" y="4104"/>
                  </a:cubicBezTo>
                  <a:cubicBezTo>
                    <a:pt x="22975" y="3916"/>
                    <a:pt x="23226" y="3707"/>
                    <a:pt x="23456" y="3435"/>
                  </a:cubicBezTo>
                  <a:cubicBezTo>
                    <a:pt x="23519" y="3372"/>
                    <a:pt x="23582" y="3309"/>
                    <a:pt x="23623" y="3225"/>
                  </a:cubicBezTo>
                  <a:cubicBezTo>
                    <a:pt x="23644" y="3184"/>
                    <a:pt x="23686" y="3163"/>
                    <a:pt x="23707" y="3121"/>
                  </a:cubicBezTo>
                  <a:lnTo>
                    <a:pt x="23749" y="3037"/>
                  </a:lnTo>
                  <a:cubicBezTo>
                    <a:pt x="23770" y="2995"/>
                    <a:pt x="23791" y="2974"/>
                    <a:pt x="23812" y="2932"/>
                  </a:cubicBezTo>
                  <a:cubicBezTo>
                    <a:pt x="23979" y="2660"/>
                    <a:pt x="24063" y="2409"/>
                    <a:pt x="24188" y="2116"/>
                  </a:cubicBezTo>
                  <a:lnTo>
                    <a:pt x="23749" y="1928"/>
                  </a:lnTo>
                  <a:cubicBezTo>
                    <a:pt x="23602" y="1865"/>
                    <a:pt x="23456" y="1782"/>
                    <a:pt x="23330" y="1740"/>
                  </a:cubicBezTo>
                  <a:lnTo>
                    <a:pt x="23226" y="1719"/>
                  </a:lnTo>
                  <a:lnTo>
                    <a:pt x="23163" y="1698"/>
                  </a:lnTo>
                  <a:lnTo>
                    <a:pt x="23037" y="1656"/>
                  </a:lnTo>
                  <a:cubicBezTo>
                    <a:pt x="22870" y="1593"/>
                    <a:pt x="22703" y="1572"/>
                    <a:pt x="22535" y="1531"/>
                  </a:cubicBezTo>
                  <a:cubicBezTo>
                    <a:pt x="22201" y="1468"/>
                    <a:pt x="21866" y="1426"/>
                    <a:pt x="21552" y="1426"/>
                  </a:cubicBezTo>
                  <a:cubicBezTo>
                    <a:pt x="21486" y="1424"/>
                    <a:pt x="21420" y="1423"/>
                    <a:pt x="21354" y="1423"/>
                  </a:cubicBezTo>
                  <a:cubicBezTo>
                    <a:pt x="20776" y="1423"/>
                    <a:pt x="20216" y="1504"/>
                    <a:pt x="19690" y="1635"/>
                  </a:cubicBezTo>
                  <a:cubicBezTo>
                    <a:pt x="18560" y="1907"/>
                    <a:pt x="17597" y="2451"/>
                    <a:pt x="16949" y="3100"/>
                  </a:cubicBezTo>
                  <a:cubicBezTo>
                    <a:pt x="16300" y="3728"/>
                    <a:pt x="15986" y="4418"/>
                    <a:pt x="15882" y="4899"/>
                  </a:cubicBezTo>
                  <a:cubicBezTo>
                    <a:pt x="15819" y="5129"/>
                    <a:pt x="15798" y="5318"/>
                    <a:pt x="15819" y="5443"/>
                  </a:cubicBezTo>
                  <a:cubicBezTo>
                    <a:pt x="13852" y="5464"/>
                    <a:pt x="12011" y="5485"/>
                    <a:pt x="10358" y="5506"/>
                  </a:cubicBezTo>
                  <a:cubicBezTo>
                    <a:pt x="10211" y="5443"/>
                    <a:pt x="10065" y="5401"/>
                    <a:pt x="9918" y="5360"/>
                  </a:cubicBezTo>
                  <a:cubicBezTo>
                    <a:pt x="10651" y="5171"/>
                    <a:pt x="11467" y="4941"/>
                    <a:pt x="12304" y="4585"/>
                  </a:cubicBezTo>
                  <a:cubicBezTo>
                    <a:pt x="12994" y="4313"/>
                    <a:pt x="13685" y="3958"/>
                    <a:pt x="14354" y="3476"/>
                  </a:cubicBezTo>
                  <a:cubicBezTo>
                    <a:pt x="14689" y="3225"/>
                    <a:pt x="15024" y="2953"/>
                    <a:pt x="15317" y="2598"/>
                  </a:cubicBezTo>
                  <a:cubicBezTo>
                    <a:pt x="15379" y="2514"/>
                    <a:pt x="15463" y="2430"/>
                    <a:pt x="15526" y="2347"/>
                  </a:cubicBezTo>
                  <a:cubicBezTo>
                    <a:pt x="15547" y="2284"/>
                    <a:pt x="15589" y="2242"/>
                    <a:pt x="15631" y="2200"/>
                  </a:cubicBezTo>
                  <a:lnTo>
                    <a:pt x="15693" y="2096"/>
                  </a:lnTo>
                  <a:cubicBezTo>
                    <a:pt x="15714" y="2054"/>
                    <a:pt x="15735" y="2012"/>
                    <a:pt x="15756" y="1970"/>
                  </a:cubicBezTo>
                  <a:cubicBezTo>
                    <a:pt x="15965" y="1614"/>
                    <a:pt x="16091" y="1280"/>
                    <a:pt x="16258" y="903"/>
                  </a:cubicBezTo>
                  <a:lnTo>
                    <a:pt x="15693" y="652"/>
                  </a:lnTo>
                  <a:cubicBezTo>
                    <a:pt x="15505" y="568"/>
                    <a:pt x="15317" y="484"/>
                    <a:pt x="15128" y="422"/>
                  </a:cubicBezTo>
                  <a:lnTo>
                    <a:pt x="15003" y="380"/>
                  </a:lnTo>
                  <a:lnTo>
                    <a:pt x="14919" y="359"/>
                  </a:lnTo>
                  <a:lnTo>
                    <a:pt x="14752" y="296"/>
                  </a:lnTo>
                  <a:cubicBezTo>
                    <a:pt x="14543" y="233"/>
                    <a:pt x="14333" y="191"/>
                    <a:pt x="14103" y="150"/>
                  </a:cubicBezTo>
                  <a:cubicBezTo>
                    <a:pt x="13685" y="66"/>
                    <a:pt x="13245" y="24"/>
                    <a:pt x="12827" y="3"/>
                  </a:cubicBezTo>
                  <a:cubicBezTo>
                    <a:pt x="12756" y="1"/>
                    <a:pt x="12686" y="1"/>
                    <a:pt x="12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3739625" y="716225"/>
              <a:ext cx="22000" cy="242200"/>
            </a:xfrm>
            <a:custGeom>
              <a:avLst/>
              <a:gdLst/>
              <a:ahLst/>
              <a:cxnLst/>
              <a:rect l="l" t="t" r="r" b="b"/>
              <a:pathLst>
                <a:path w="880" h="9688" extrusionOk="0">
                  <a:moveTo>
                    <a:pt x="440" y="0"/>
                  </a:moveTo>
                  <a:cubicBezTo>
                    <a:pt x="189" y="0"/>
                    <a:pt x="1" y="2176"/>
                    <a:pt x="1" y="4854"/>
                  </a:cubicBezTo>
                  <a:cubicBezTo>
                    <a:pt x="1" y="7512"/>
                    <a:pt x="189" y="9688"/>
                    <a:pt x="440" y="9688"/>
                  </a:cubicBezTo>
                  <a:cubicBezTo>
                    <a:pt x="691" y="9688"/>
                    <a:pt x="880" y="7512"/>
                    <a:pt x="880" y="4854"/>
                  </a:cubicBezTo>
                  <a:cubicBezTo>
                    <a:pt x="880" y="2176"/>
                    <a:pt x="691" y="0"/>
                    <a:pt x="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3776775" y="716225"/>
              <a:ext cx="22000" cy="242200"/>
            </a:xfrm>
            <a:custGeom>
              <a:avLst/>
              <a:gdLst/>
              <a:ahLst/>
              <a:cxnLst/>
              <a:rect l="l" t="t" r="r" b="b"/>
              <a:pathLst>
                <a:path w="880" h="9688" extrusionOk="0">
                  <a:moveTo>
                    <a:pt x="440" y="0"/>
                  </a:moveTo>
                  <a:cubicBezTo>
                    <a:pt x="189" y="0"/>
                    <a:pt x="0" y="2176"/>
                    <a:pt x="0" y="4854"/>
                  </a:cubicBezTo>
                  <a:cubicBezTo>
                    <a:pt x="0" y="7512"/>
                    <a:pt x="189" y="9688"/>
                    <a:pt x="440" y="9688"/>
                  </a:cubicBezTo>
                  <a:cubicBezTo>
                    <a:pt x="691" y="9688"/>
                    <a:pt x="879" y="7512"/>
                    <a:pt x="879" y="4854"/>
                  </a:cubicBezTo>
                  <a:cubicBezTo>
                    <a:pt x="879" y="2176"/>
                    <a:pt x="691" y="0"/>
                    <a:pt x="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3816000" y="716225"/>
              <a:ext cx="22000" cy="242200"/>
            </a:xfrm>
            <a:custGeom>
              <a:avLst/>
              <a:gdLst/>
              <a:ahLst/>
              <a:cxnLst/>
              <a:rect l="l" t="t" r="r" b="b"/>
              <a:pathLst>
                <a:path w="880" h="9688" extrusionOk="0">
                  <a:moveTo>
                    <a:pt x="440" y="0"/>
                  </a:moveTo>
                  <a:cubicBezTo>
                    <a:pt x="189" y="0"/>
                    <a:pt x="1" y="2176"/>
                    <a:pt x="1" y="4854"/>
                  </a:cubicBezTo>
                  <a:cubicBezTo>
                    <a:pt x="1" y="7512"/>
                    <a:pt x="189" y="9688"/>
                    <a:pt x="440" y="9688"/>
                  </a:cubicBezTo>
                  <a:cubicBezTo>
                    <a:pt x="691" y="9688"/>
                    <a:pt x="879" y="7512"/>
                    <a:pt x="879" y="4854"/>
                  </a:cubicBezTo>
                  <a:cubicBezTo>
                    <a:pt x="879" y="2176"/>
                    <a:pt x="691" y="0"/>
                    <a:pt x="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" name="Google Shape;142;p4"/>
          <p:cNvGrpSpPr/>
          <p:nvPr/>
        </p:nvGrpSpPr>
        <p:grpSpPr>
          <a:xfrm flipH="1">
            <a:off x="7469934" y="3459914"/>
            <a:ext cx="1514389" cy="1539136"/>
            <a:chOff x="159684" y="3459914"/>
            <a:chExt cx="1514389" cy="1539136"/>
          </a:xfrm>
        </p:grpSpPr>
        <p:grpSp>
          <p:nvGrpSpPr>
            <p:cNvPr id="143" name="Google Shape;143;p4"/>
            <p:cNvGrpSpPr/>
            <p:nvPr/>
          </p:nvGrpSpPr>
          <p:grpSpPr>
            <a:xfrm flipH="1">
              <a:off x="301473" y="4684050"/>
              <a:ext cx="1372600" cy="315000"/>
              <a:chOff x="2359200" y="702550"/>
              <a:chExt cx="1372600" cy="315000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3365625" y="740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3163700" y="9589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2359200" y="702550"/>
                <a:ext cx="1372600" cy="315000"/>
              </a:xfrm>
              <a:custGeom>
                <a:avLst/>
                <a:gdLst/>
                <a:ahLst/>
                <a:cxnLst/>
                <a:rect l="l" t="t" r="r" b="b"/>
                <a:pathLst>
                  <a:path w="54904" h="12600" extrusionOk="0">
                    <a:moveTo>
                      <a:pt x="26322" y="3555"/>
                    </a:moveTo>
                    <a:cubicBezTo>
                      <a:pt x="26643" y="3555"/>
                      <a:pt x="26950" y="3592"/>
                      <a:pt x="27243" y="3644"/>
                    </a:cubicBezTo>
                    <a:cubicBezTo>
                      <a:pt x="27933" y="3790"/>
                      <a:pt x="28540" y="4083"/>
                      <a:pt x="28959" y="4418"/>
                    </a:cubicBezTo>
                    <a:cubicBezTo>
                      <a:pt x="29377" y="4753"/>
                      <a:pt x="29628" y="5129"/>
                      <a:pt x="29754" y="5401"/>
                    </a:cubicBezTo>
                    <a:lnTo>
                      <a:pt x="28080" y="5401"/>
                    </a:lnTo>
                    <a:cubicBezTo>
                      <a:pt x="27620" y="5255"/>
                      <a:pt x="27117" y="5088"/>
                      <a:pt x="26594" y="4857"/>
                    </a:cubicBezTo>
                    <a:cubicBezTo>
                      <a:pt x="26280" y="4690"/>
                      <a:pt x="25946" y="4523"/>
                      <a:pt x="25653" y="4293"/>
                    </a:cubicBezTo>
                    <a:cubicBezTo>
                      <a:pt x="25506" y="4188"/>
                      <a:pt x="25360" y="4062"/>
                      <a:pt x="25255" y="3916"/>
                    </a:cubicBezTo>
                    <a:cubicBezTo>
                      <a:pt x="25213" y="3874"/>
                      <a:pt x="25192" y="3832"/>
                      <a:pt x="25171" y="3811"/>
                    </a:cubicBezTo>
                    <a:cubicBezTo>
                      <a:pt x="25151" y="3790"/>
                      <a:pt x="25130" y="3769"/>
                      <a:pt x="25130" y="3748"/>
                    </a:cubicBezTo>
                    <a:cubicBezTo>
                      <a:pt x="25130" y="3748"/>
                      <a:pt x="25109" y="3748"/>
                      <a:pt x="25130" y="3728"/>
                    </a:cubicBezTo>
                    <a:lnTo>
                      <a:pt x="25234" y="3707"/>
                    </a:lnTo>
                    <a:cubicBezTo>
                      <a:pt x="25339" y="3665"/>
                      <a:pt x="25423" y="3644"/>
                      <a:pt x="25527" y="3623"/>
                    </a:cubicBezTo>
                    <a:cubicBezTo>
                      <a:pt x="25715" y="3581"/>
                      <a:pt x="25925" y="3560"/>
                      <a:pt x="26113" y="3560"/>
                    </a:cubicBezTo>
                    <a:cubicBezTo>
                      <a:pt x="26183" y="3556"/>
                      <a:pt x="26253" y="3555"/>
                      <a:pt x="26322" y="3555"/>
                    </a:cubicBezTo>
                    <a:close/>
                    <a:moveTo>
                      <a:pt x="18915" y="4167"/>
                    </a:moveTo>
                    <a:cubicBezTo>
                      <a:pt x="19208" y="4167"/>
                      <a:pt x="19501" y="4188"/>
                      <a:pt x="19773" y="4251"/>
                    </a:cubicBezTo>
                    <a:cubicBezTo>
                      <a:pt x="20338" y="4355"/>
                      <a:pt x="20798" y="4585"/>
                      <a:pt x="21133" y="4837"/>
                    </a:cubicBezTo>
                    <a:cubicBezTo>
                      <a:pt x="21363" y="5025"/>
                      <a:pt x="21531" y="5234"/>
                      <a:pt x="21635" y="5401"/>
                    </a:cubicBezTo>
                    <a:cubicBezTo>
                      <a:pt x="21050" y="5422"/>
                      <a:pt x="20464" y="5422"/>
                      <a:pt x="19899" y="5422"/>
                    </a:cubicBezTo>
                    <a:cubicBezTo>
                      <a:pt x="19689" y="5339"/>
                      <a:pt x="19501" y="5276"/>
                      <a:pt x="19292" y="5171"/>
                    </a:cubicBezTo>
                    <a:cubicBezTo>
                      <a:pt x="19041" y="5067"/>
                      <a:pt x="18790" y="4920"/>
                      <a:pt x="18560" y="4753"/>
                    </a:cubicBezTo>
                    <a:cubicBezTo>
                      <a:pt x="18434" y="4648"/>
                      <a:pt x="18329" y="4565"/>
                      <a:pt x="18246" y="4439"/>
                    </a:cubicBezTo>
                    <a:cubicBezTo>
                      <a:pt x="18225" y="4418"/>
                      <a:pt x="18204" y="4397"/>
                      <a:pt x="18183" y="4355"/>
                    </a:cubicBezTo>
                    <a:cubicBezTo>
                      <a:pt x="18162" y="4355"/>
                      <a:pt x="18162" y="4334"/>
                      <a:pt x="18141" y="4313"/>
                    </a:cubicBezTo>
                    <a:lnTo>
                      <a:pt x="18246" y="4293"/>
                    </a:lnTo>
                    <a:cubicBezTo>
                      <a:pt x="18309" y="4272"/>
                      <a:pt x="18392" y="4251"/>
                      <a:pt x="18455" y="4230"/>
                    </a:cubicBezTo>
                    <a:cubicBezTo>
                      <a:pt x="18601" y="4188"/>
                      <a:pt x="18769" y="4188"/>
                      <a:pt x="18915" y="4167"/>
                    </a:cubicBezTo>
                    <a:close/>
                    <a:moveTo>
                      <a:pt x="33675" y="2320"/>
                    </a:moveTo>
                    <a:cubicBezTo>
                      <a:pt x="34140" y="2320"/>
                      <a:pt x="34591" y="2364"/>
                      <a:pt x="35026" y="2451"/>
                    </a:cubicBezTo>
                    <a:cubicBezTo>
                      <a:pt x="36052" y="2660"/>
                      <a:pt x="36910" y="3100"/>
                      <a:pt x="37516" y="3581"/>
                    </a:cubicBezTo>
                    <a:cubicBezTo>
                      <a:pt x="38144" y="4062"/>
                      <a:pt x="38500" y="4627"/>
                      <a:pt x="38688" y="5025"/>
                    </a:cubicBezTo>
                    <a:cubicBezTo>
                      <a:pt x="38772" y="5192"/>
                      <a:pt x="38835" y="5339"/>
                      <a:pt x="38876" y="5443"/>
                    </a:cubicBezTo>
                    <a:lnTo>
                      <a:pt x="37663" y="5443"/>
                    </a:lnTo>
                    <a:cubicBezTo>
                      <a:pt x="37391" y="5360"/>
                      <a:pt x="37077" y="5255"/>
                      <a:pt x="36742" y="5150"/>
                    </a:cubicBezTo>
                    <a:cubicBezTo>
                      <a:pt x="35968" y="4920"/>
                      <a:pt x="35047" y="4627"/>
                      <a:pt x="34106" y="4209"/>
                    </a:cubicBezTo>
                    <a:cubicBezTo>
                      <a:pt x="33625" y="3979"/>
                      <a:pt x="33143" y="3728"/>
                      <a:pt x="32725" y="3393"/>
                    </a:cubicBezTo>
                    <a:cubicBezTo>
                      <a:pt x="32516" y="3225"/>
                      <a:pt x="32306" y="3037"/>
                      <a:pt x="32139" y="2849"/>
                    </a:cubicBezTo>
                    <a:cubicBezTo>
                      <a:pt x="32097" y="2786"/>
                      <a:pt x="32055" y="2744"/>
                      <a:pt x="32013" y="2681"/>
                    </a:cubicBezTo>
                    <a:cubicBezTo>
                      <a:pt x="31993" y="2660"/>
                      <a:pt x="31972" y="2640"/>
                      <a:pt x="31972" y="2598"/>
                    </a:cubicBezTo>
                    <a:cubicBezTo>
                      <a:pt x="31966" y="2592"/>
                      <a:pt x="31962" y="2590"/>
                      <a:pt x="31960" y="2589"/>
                    </a:cubicBezTo>
                    <a:lnTo>
                      <a:pt x="31960" y="2589"/>
                    </a:lnTo>
                    <a:cubicBezTo>
                      <a:pt x="31962" y="2586"/>
                      <a:pt x="31966" y="2582"/>
                      <a:pt x="31972" y="2577"/>
                    </a:cubicBezTo>
                    <a:lnTo>
                      <a:pt x="32118" y="2535"/>
                    </a:lnTo>
                    <a:cubicBezTo>
                      <a:pt x="32265" y="2493"/>
                      <a:pt x="32411" y="2451"/>
                      <a:pt x="32537" y="2430"/>
                    </a:cubicBezTo>
                    <a:cubicBezTo>
                      <a:pt x="32830" y="2368"/>
                      <a:pt x="33102" y="2347"/>
                      <a:pt x="33394" y="2326"/>
                    </a:cubicBezTo>
                    <a:cubicBezTo>
                      <a:pt x="33489" y="2322"/>
                      <a:pt x="33582" y="2320"/>
                      <a:pt x="33675" y="2320"/>
                    </a:cubicBezTo>
                    <a:close/>
                    <a:moveTo>
                      <a:pt x="12659" y="4481"/>
                    </a:moveTo>
                    <a:cubicBezTo>
                      <a:pt x="12910" y="4481"/>
                      <a:pt x="13161" y="4502"/>
                      <a:pt x="13391" y="4544"/>
                    </a:cubicBezTo>
                    <a:cubicBezTo>
                      <a:pt x="13873" y="4627"/>
                      <a:pt x="14270" y="4837"/>
                      <a:pt x="14542" y="5046"/>
                    </a:cubicBezTo>
                    <a:cubicBezTo>
                      <a:pt x="14710" y="5192"/>
                      <a:pt x="14835" y="5318"/>
                      <a:pt x="14919" y="5443"/>
                    </a:cubicBezTo>
                    <a:cubicBezTo>
                      <a:pt x="14375" y="5464"/>
                      <a:pt x="13810" y="5464"/>
                      <a:pt x="13287" y="5464"/>
                    </a:cubicBezTo>
                    <a:cubicBezTo>
                      <a:pt x="13182" y="5422"/>
                      <a:pt x="13078" y="5381"/>
                      <a:pt x="12994" y="5339"/>
                    </a:cubicBezTo>
                    <a:cubicBezTo>
                      <a:pt x="12764" y="5234"/>
                      <a:pt x="12555" y="5109"/>
                      <a:pt x="12345" y="4962"/>
                    </a:cubicBezTo>
                    <a:cubicBezTo>
                      <a:pt x="12262" y="4899"/>
                      <a:pt x="12157" y="4816"/>
                      <a:pt x="12094" y="4711"/>
                    </a:cubicBezTo>
                    <a:cubicBezTo>
                      <a:pt x="12073" y="4690"/>
                      <a:pt x="12052" y="4669"/>
                      <a:pt x="12031" y="4648"/>
                    </a:cubicBezTo>
                    <a:cubicBezTo>
                      <a:pt x="12031" y="4627"/>
                      <a:pt x="12011" y="4627"/>
                      <a:pt x="12011" y="4606"/>
                    </a:cubicBezTo>
                    <a:lnTo>
                      <a:pt x="12073" y="4585"/>
                    </a:lnTo>
                    <a:cubicBezTo>
                      <a:pt x="12136" y="4565"/>
                      <a:pt x="12199" y="4544"/>
                      <a:pt x="12262" y="4523"/>
                    </a:cubicBezTo>
                    <a:cubicBezTo>
                      <a:pt x="12408" y="4502"/>
                      <a:pt x="12534" y="4481"/>
                      <a:pt x="12659" y="4481"/>
                    </a:cubicBezTo>
                    <a:close/>
                    <a:moveTo>
                      <a:pt x="15107" y="6238"/>
                    </a:moveTo>
                    <a:cubicBezTo>
                      <a:pt x="15065" y="6280"/>
                      <a:pt x="15024" y="6301"/>
                      <a:pt x="14961" y="6343"/>
                    </a:cubicBezTo>
                    <a:cubicBezTo>
                      <a:pt x="14793" y="6469"/>
                      <a:pt x="14563" y="6678"/>
                      <a:pt x="14291" y="6908"/>
                    </a:cubicBezTo>
                    <a:cubicBezTo>
                      <a:pt x="13998" y="7159"/>
                      <a:pt x="13663" y="7431"/>
                      <a:pt x="13266" y="7682"/>
                    </a:cubicBezTo>
                    <a:cubicBezTo>
                      <a:pt x="13057" y="7808"/>
                      <a:pt x="12827" y="7933"/>
                      <a:pt x="12596" y="8017"/>
                    </a:cubicBezTo>
                    <a:cubicBezTo>
                      <a:pt x="12492" y="8059"/>
                      <a:pt x="12366" y="8080"/>
                      <a:pt x="12241" y="8101"/>
                    </a:cubicBezTo>
                    <a:lnTo>
                      <a:pt x="12157" y="8101"/>
                    </a:lnTo>
                    <a:cubicBezTo>
                      <a:pt x="12143" y="8101"/>
                      <a:pt x="12138" y="8110"/>
                      <a:pt x="12131" y="8110"/>
                    </a:cubicBezTo>
                    <a:cubicBezTo>
                      <a:pt x="12127" y="8110"/>
                      <a:pt x="12122" y="8108"/>
                      <a:pt x="12115" y="8101"/>
                    </a:cubicBezTo>
                    <a:lnTo>
                      <a:pt x="12136" y="8038"/>
                    </a:lnTo>
                    <a:cubicBezTo>
                      <a:pt x="12136" y="7975"/>
                      <a:pt x="12157" y="7912"/>
                      <a:pt x="12199" y="7850"/>
                    </a:cubicBezTo>
                    <a:cubicBezTo>
                      <a:pt x="12241" y="7724"/>
                      <a:pt x="12303" y="7598"/>
                      <a:pt x="12366" y="7494"/>
                    </a:cubicBezTo>
                    <a:cubicBezTo>
                      <a:pt x="12492" y="7264"/>
                      <a:pt x="12659" y="7075"/>
                      <a:pt x="12827" y="6908"/>
                    </a:cubicBezTo>
                    <a:cubicBezTo>
                      <a:pt x="13140" y="6573"/>
                      <a:pt x="13517" y="6343"/>
                      <a:pt x="13852" y="6238"/>
                    </a:cubicBezTo>
                    <a:close/>
                    <a:moveTo>
                      <a:pt x="21698" y="6280"/>
                    </a:moveTo>
                    <a:cubicBezTo>
                      <a:pt x="21677" y="6301"/>
                      <a:pt x="21635" y="6322"/>
                      <a:pt x="21614" y="6364"/>
                    </a:cubicBezTo>
                    <a:cubicBezTo>
                      <a:pt x="21426" y="6510"/>
                      <a:pt x="21154" y="6741"/>
                      <a:pt x="20819" y="7013"/>
                    </a:cubicBezTo>
                    <a:cubicBezTo>
                      <a:pt x="20485" y="7306"/>
                      <a:pt x="20087" y="7619"/>
                      <a:pt x="19606" y="7933"/>
                    </a:cubicBezTo>
                    <a:cubicBezTo>
                      <a:pt x="19376" y="8080"/>
                      <a:pt x="19125" y="8205"/>
                      <a:pt x="18853" y="8310"/>
                    </a:cubicBezTo>
                    <a:cubicBezTo>
                      <a:pt x="18706" y="8352"/>
                      <a:pt x="18581" y="8394"/>
                      <a:pt x="18434" y="8414"/>
                    </a:cubicBezTo>
                    <a:lnTo>
                      <a:pt x="18267" y="8414"/>
                    </a:lnTo>
                    <a:lnTo>
                      <a:pt x="18288" y="8331"/>
                    </a:lnTo>
                    <a:cubicBezTo>
                      <a:pt x="18309" y="8247"/>
                      <a:pt x="18329" y="8184"/>
                      <a:pt x="18371" y="8101"/>
                    </a:cubicBezTo>
                    <a:cubicBezTo>
                      <a:pt x="18434" y="7954"/>
                      <a:pt x="18497" y="7829"/>
                      <a:pt x="18560" y="7703"/>
                    </a:cubicBezTo>
                    <a:cubicBezTo>
                      <a:pt x="18727" y="7431"/>
                      <a:pt x="18915" y="7201"/>
                      <a:pt x="19104" y="7013"/>
                    </a:cubicBezTo>
                    <a:cubicBezTo>
                      <a:pt x="19438" y="6657"/>
                      <a:pt x="19815" y="6427"/>
                      <a:pt x="20171" y="6280"/>
                    </a:cubicBezTo>
                    <a:close/>
                    <a:moveTo>
                      <a:pt x="29691" y="6301"/>
                    </a:moveTo>
                    <a:cubicBezTo>
                      <a:pt x="29670" y="6322"/>
                      <a:pt x="29628" y="6343"/>
                      <a:pt x="29586" y="6364"/>
                    </a:cubicBezTo>
                    <a:cubicBezTo>
                      <a:pt x="29335" y="6573"/>
                      <a:pt x="29000" y="6866"/>
                      <a:pt x="28561" y="7222"/>
                    </a:cubicBezTo>
                    <a:cubicBezTo>
                      <a:pt x="28143" y="7578"/>
                      <a:pt x="27620" y="8017"/>
                      <a:pt x="27013" y="8394"/>
                    </a:cubicBezTo>
                    <a:cubicBezTo>
                      <a:pt x="26720" y="8582"/>
                      <a:pt x="26385" y="8770"/>
                      <a:pt x="26029" y="8896"/>
                    </a:cubicBezTo>
                    <a:cubicBezTo>
                      <a:pt x="25862" y="8958"/>
                      <a:pt x="25674" y="9000"/>
                      <a:pt x="25485" y="9021"/>
                    </a:cubicBezTo>
                    <a:lnTo>
                      <a:pt x="25276" y="9021"/>
                    </a:lnTo>
                    <a:lnTo>
                      <a:pt x="25318" y="8917"/>
                    </a:lnTo>
                    <a:cubicBezTo>
                      <a:pt x="25339" y="8812"/>
                      <a:pt x="25381" y="8728"/>
                      <a:pt x="25402" y="8624"/>
                    </a:cubicBezTo>
                    <a:cubicBezTo>
                      <a:pt x="25485" y="8435"/>
                      <a:pt x="25569" y="8268"/>
                      <a:pt x="25674" y="8101"/>
                    </a:cubicBezTo>
                    <a:cubicBezTo>
                      <a:pt x="25862" y="7766"/>
                      <a:pt x="26113" y="7473"/>
                      <a:pt x="26364" y="7201"/>
                    </a:cubicBezTo>
                    <a:cubicBezTo>
                      <a:pt x="26783" y="6782"/>
                      <a:pt x="27243" y="6489"/>
                      <a:pt x="27661" y="6301"/>
                    </a:cubicBezTo>
                    <a:close/>
                    <a:moveTo>
                      <a:pt x="38625" y="6259"/>
                    </a:moveTo>
                    <a:cubicBezTo>
                      <a:pt x="38563" y="6301"/>
                      <a:pt x="38500" y="6343"/>
                      <a:pt x="38437" y="6406"/>
                    </a:cubicBezTo>
                    <a:cubicBezTo>
                      <a:pt x="38060" y="6678"/>
                      <a:pt x="37579" y="7117"/>
                      <a:pt x="36951" y="7640"/>
                    </a:cubicBezTo>
                    <a:cubicBezTo>
                      <a:pt x="36324" y="8163"/>
                      <a:pt x="35591" y="8770"/>
                      <a:pt x="34713" y="9335"/>
                    </a:cubicBezTo>
                    <a:cubicBezTo>
                      <a:pt x="34252" y="9607"/>
                      <a:pt x="33792" y="9879"/>
                      <a:pt x="33269" y="10047"/>
                    </a:cubicBezTo>
                    <a:cubicBezTo>
                      <a:pt x="33018" y="10130"/>
                      <a:pt x="32746" y="10214"/>
                      <a:pt x="32495" y="10235"/>
                    </a:cubicBezTo>
                    <a:cubicBezTo>
                      <a:pt x="32432" y="10235"/>
                      <a:pt x="32369" y="10256"/>
                      <a:pt x="32306" y="10256"/>
                    </a:cubicBezTo>
                    <a:lnTo>
                      <a:pt x="32181" y="10256"/>
                    </a:lnTo>
                    <a:cubicBezTo>
                      <a:pt x="32181" y="10256"/>
                      <a:pt x="32181" y="10256"/>
                      <a:pt x="32181" y="10235"/>
                    </a:cubicBezTo>
                    <a:lnTo>
                      <a:pt x="32223" y="10088"/>
                    </a:lnTo>
                    <a:cubicBezTo>
                      <a:pt x="32265" y="9942"/>
                      <a:pt x="32327" y="9795"/>
                      <a:pt x="32369" y="9670"/>
                    </a:cubicBezTo>
                    <a:cubicBezTo>
                      <a:pt x="32474" y="9398"/>
                      <a:pt x="32599" y="9147"/>
                      <a:pt x="32746" y="8917"/>
                    </a:cubicBezTo>
                    <a:cubicBezTo>
                      <a:pt x="33039" y="8414"/>
                      <a:pt x="33374" y="7996"/>
                      <a:pt x="33750" y="7619"/>
                    </a:cubicBezTo>
                    <a:cubicBezTo>
                      <a:pt x="34357" y="6992"/>
                      <a:pt x="35047" y="6552"/>
                      <a:pt x="35675" y="6280"/>
                    </a:cubicBezTo>
                    <a:cubicBezTo>
                      <a:pt x="36700" y="6259"/>
                      <a:pt x="37663" y="6259"/>
                      <a:pt x="38625" y="6259"/>
                    </a:cubicBezTo>
                    <a:close/>
                    <a:moveTo>
                      <a:pt x="49024" y="6134"/>
                    </a:moveTo>
                    <a:lnTo>
                      <a:pt x="49024" y="6134"/>
                    </a:lnTo>
                    <a:cubicBezTo>
                      <a:pt x="48920" y="6197"/>
                      <a:pt x="48773" y="6301"/>
                      <a:pt x="48606" y="6427"/>
                    </a:cubicBezTo>
                    <a:cubicBezTo>
                      <a:pt x="48146" y="6803"/>
                      <a:pt x="47497" y="7368"/>
                      <a:pt x="46702" y="8038"/>
                    </a:cubicBezTo>
                    <a:cubicBezTo>
                      <a:pt x="45907" y="8707"/>
                      <a:pt x="44944" y="9502"/>
                      <a:pt x="43793" y="10214"/>
                    </a:cubicBezTo>
                    <a:cubicBezTo>
                      <a:pt x="43229" y="10570"/>
                      <a:pt x="42622" y="10904"/>
                      <a:pt x="41952" y="11135"/>
                    </a:cubicBezTo>
                    <a:cubicBezTo>
                      <a:pt x="41617" y="11260"/>
                      <a:pt x="41283" y="11344"/>
                      <a:pt x="40948" y="11386"/>
                    </a:cubicBezTo>
                    <a:cubicBezTo>
                      <a:pt x="40864" y="11386"/>
                      <a:pt x="40780" y="11407"/>
                      <a:pt x="40697" y="11407"/>
                    </a:cubicBezTo>
                    <a:lnTo>
                      <a:pt x="40550" y="11407"/>
                    </a:lnTo>
                    <a:cubicBezTo>
                      <a:pt x="40550" y="11407"/>
                      <a:pt x="40550" y="11407"/>
                      <a:pt x="40550" y="11386"/>
                    </a:cubicBezTo>
                    <a:lnTo>
                      <a:pt x="40613" y="11176"/>
                    </a:lnTo>
                    <a:cubicBezTo>
                      <a:pt x="40655" y="10988"/>
                      <a:pt x="40718" y="10821"/>
                      <a:pt x="40801" y="10653"/>
                    </a:cubicBezTo>
                    <a:cubicBezTo>
                      <a:pt x="40927" y="10319"/>
                      <a:pt x="41094" y="9984"/>
                      <a:pt x="41283" y="9670"/>
                    </a:cubicBezTo>
                    <a:cubicBezTo>
                      <a:pt x="41638" y="9042"/>
                      <a:pt x="42099" y="8477"/>
                      <a:pt x="42559" y="7996"/>
                    </a:cubicBezTo>
                    <a:cubicBezTo>
                      <a:pt x="43417" y="7138"/>
                      <a:pt x="44379" y="6531"/>
                      <a:pt x="45258" y="6197"/>
                    </a:cubicBezTo>
                    <a:cubicBezTo>
                      <a:pt x="46639" y="6176"/>
                      <a:pt x="47895" y="6155"/>
                      <a:pt x="49024" y="6134"/>
                    </a:cubicBezTo>
                    <a:close/>
                    <a:moveTo>
                      <a:pt x="42289" y="1"/>
                    </a:moveTo>
                    <a:cubicBezTo>
                      <a:pt x="42219" y="1"/>
                      <a:pt x="42148" y="1"/>
                      <a:pt x="42078" y="3"/>
                    </a:cubicBezTo>
                    <a:cubicBezTo>
                      <a:pt x="41638" y="24"/>
                      <a:pt x="41220" y="66"/>
                      <a:pt x="40801" y="150"/>
                    </a:cubicBezTo>
                    <a:cubicBezTo>
                      <a:pt x="40571" y="191"/>
                      <a:pt x="40362" y="233"/>
                      <a:pt x="40153" y="296"/>
                    </a:cubicBezTo>
                    <a:lnTo>
                      <a:pt x="39985" y="359"/>
                    </a:lnTo>
                    <a:lnTo>
                      <a:pt x="39902" y="380"/>
                    </a:lnTo>
                    <a:lnTo>
                      <a:pt x="39776" y="422"/>
                    </a:lnTo>
                    <a:cubicBezTo>
                      <a:pt x="39588" y="484"/>
                      <a:pt x="39400" y="568"/>
                      <a:pt x="39211" y="652"/>
                    </a:cubicBezTo>
                    <a:lnTo>
                      <a:pt x="38646" y="903"/>
                    </a:lnTo>
                    <a:cubicBezTo>
                      <a:pt x="38814" y="1280"/>
                      <a:pt x="38939" y="1614"/>
                      <a:pt x="39148" y="1970"/>
                    </a:cubicBezTo>
                    <a:cubicBezTo>
                      <a:pt x="39169" y="2012"/>
                      <a:pt x="39190" y="2054"/>
                      <a:pt x="39211" y="2096"/>
                    </a:cubicBezTo>
                    <a:lnTo>
                      <a:pt x="39274" y="2200"/>
                    </a:lnTo>
                    <a:cubicBezTo>
                      <a:pt x="39316" y="2242"/>
                      <a:pt x="39358" y="2284"/>
                      <a:pt x="39379" y="2347"/>
                    </a:cubicBezTo>
                    <a:cubicBezTo>
                      <a:pt x="39441" y="2430"/>
                      <a:pt x="39525" y="2514"/>
                      <a:pt x="39588" y="2598"/>
                    </a:cubicBezTo>
                    <a:cubicBezTo>
                      <a:pt x="39881" y="2953"/>
                      <a:pt x="40216" y="3225"/>
                      <a:pt x="40550" y="3476"/>
                    </a:cubicBezTo>
                    <a:cubicBezTo>
                      <a:pt x="41220" y="3958"/>
                      <a:pt x="41910" y="4313"/>
                      <a:pt x="42580" y="4585"/>
                    </a:cubicBezTo>
                    <a:cubicBezTo>
                      <a:pt x="43438" y="4941"/>
                      <a:pt x="44254" y="5171"/>
                      <a:pt x="44986" y="5360"/>
                    </a:cubicBezTo>
                    <a:cubicBezTo>
                      <a:pt x="44840" y="5401"/>
                      <a:pt x="44693" y="5443"/>
                      <a:pt x="44547" y="5506"/>
                    </a:cubicBezTo>
                    <a:cubicBezTo>
                      <a:pt x="42894" y="5485"/>
                      <a:pt x="41052" y="5464"/>
                      <a:pt x="39086" y="5443"/>
                    </a:cubicBezTo>
                    <a:cubicBezTo>
                      <a:pt x="39107" y="5318"/>
                      <a:pt x="39086" y="5129"/>
                      <a:pt x="39023" y="4899"/>
                    </a:cubicBezTo>
                    <a:cubicBezTo>
                      <a:pt x="38918" y="4418"/>
                      <a:pt x="38604" y="3728"/>
                      <a:pt x="37956" y="3100"/>
                    </a:cubicBezTo>
                    <a:cubicBezTo>
                      <a:pt x="37307" y="2472"/>
                      <a:pt x="36345" y="1907"/>
                      <a:pt x="35215" y="1635"/>
                    </a:cubicBezTo>
                    <a:cubicBezTo>
                      <a:pt x="34689" y="1504"/>
                      <a:pt x="34129" y="1423"/>
                      <a:pt x="33551" y="1423"/>
                    </a:cubicBezTo>
                    <a:cubicBezTo>
                      <a:pt x="33485" y="1423"/>
                      <a:pt x="33419" y="1424"/>
                      <a:pt x="33353" y="1426"/>
                    </a:cubicBezTo>
                    <a:cubicBezTo>
                      <a:pt x="33039" y="1426"/>
                      <a:pt x="32704" y="1468"/>
                      <a:pt x="32369" y="1531"/>
                    </a:cubicBezTo>
                    <a:cubicBezTo>
                      <a:pt x="32202" y="1572"/>
                      <a:pt x="32034" y="1593"/>
                      <a:pt x="31867" y="1656"/>
                    </a:cubicBezTo>
                    <a:lnTo>
                      <a:pt x="31741" y="1698"/>
                    </a:lnTo>
                    <a:lnTo>
                      <a:pt x="31679" y="1719"/>
                    </a:lnTo>
                    <a:lnTo>
                      <a:pt x="31574" y="1740"/>
                    </a:lnTo>
                    <a:cubicBezTo>
                      <a:pt x="31449" y="1782"/>
                      <a:pt x="31302" y="1865"/>
                      <a:pt x="31156" y="1928"/>
                    </a:cubicBezTo>
                    <a:lnTo>
                      <a:pt x="30716" y="2116"/>
                    </a:lnTo>
                    <a:cubicBezTo>
                      <a:pt x="30842" y="2409"/>
                      <a:pt x="30925" y="2681"/>
                      <a:pt x="31093" y="2932"/>
                    </a:cubicBezTo>
                    <a:cubicBezTo>
                      <a:pt x="31114" y="2974"/>
                      <a:pt x="31135" y="3016"/>
                      <a:pt x="31156" y="3037"/>
                    </a:cubicBezTo>
                    <a:lnTo>
                      <a:pt x="31197" y="3121"/>
                    </a:lnTo>
                    <a:cubicBezTo>
                      <a:pt x="31218" y="3163"/>
                      <a:pt x="31260" y="3184"/>
                      <a:pt x="31281" y="3225"/>
                    </a:cubicBezTo>
                    <a:cubicBezTo>
                      <a:pt x="31323" y="3309"/>
                      <a:pt x="31386" y="3372"/>
                      <a:pt x="31449" y="3435"/>
                    </a:cubicBezTo>
                    <a:cubicBezTo>
                      <a:pt x="31679" y="3707"/>
                      <a:pt x="31930" y="3916"/>
                      <a:pt x="32181" y="4104"/>
                    </a:cubicBezTo>
                    <a:cubicBezTo>
                      <a:pt x="32704" y="4481"/>
                      <a:pt x="33248" y="4753"/>
                      <a:pt x="33771" y="4983"/>
                    </a:cubicBezTo>
                    <a:cubicBezTo>
                      <a:pt x="34210" y="5150"/>
                      <a:pt x="34650" y="5297"/>
                      <a:pt x="35068" y="5422"/>
                    </a:cubicBezTo>
                    <a:cubicBezTo>
                      <a:pt x="33436" y="5422"/>
                      <a:pt x="31741" y="5401"/>
                      <a:pt x="30026" y="5401"/>
                    </a:cubicBezTo>
                    <a:cubicBezTo>
                      <a:pt x="30005" y="5381"/>
                      <a:pt x="30005" y="5360"/>
                      <a:pt x="30005" y="5339"/>
                    </a:cubicBezTo>
                    <a:cubicBezTo>
                      <a:pt x="29921" y="5004"/>
                      <a:pt x="29712" y="4523"/>
                      <a:pt x="29272" y="4083"/>
                    </a:cubicBezTo>
                    <a:cubicBezTo>
                      <a:pt x="28812" y="3644"/>
                      <a:pt x="28164" y="3267"/>
                      <a:pt x="27368" y="3079"/>
                    </a:cubicBezTo>
                    <a:cubicBezTo>
                      <a:pt x="26971" y="2974"/>
                      <a:pt x="26532" y="2932"/>
                      <a:pt x="26092" y="2932"/>
                    </a:cubicBezTo>
                    <a:cubicBezTo>
                      <a:pt x="25862" y="2932"/>
                      <a:pt x="25632" y="2974"/>
                      <a:pt x="25402" y="3016"/>
                    </a:cubicBezTo>
                    <a:cubicBezTo>
                      <a:pt x="25297" y="3037"/>
                      <a:pt x="25171" y="3058"/>
                      <a:pt x="25067" y="3100"/>
                    </a:cubicBezTo>
                    <a:lnTo>
                      <a:pt x="24983" y="3121"/>
                    </a:lnTo>
                    <a:lnTo>
                      <a:pt x="24941" y="3142"/>
                    </a:lnTo>
                    <a:lnTo>
                      <a:pt x="24858" y="3163"/>
                    </a:lnTo>
                    <a:cubicBezTo>
                      <a:pt x="24774" y="3184"/>
                      <a:pt x="24669" y="3225"/>
                      <a:pt x="24565" y="3267"/>
                    </a:cubicBezTo>
                    <a:lnTo>
                      <a:pt x="24272" y="3414"/>
                    </a:lnTo>
                    <a:cubicBezTo>
                      <a:pt x="24355" y="3602"/>
                      <a:pt x="24418" y="3790"/>
                      <a:pt x="24523" y="3979"/>
                    </a:cubicBezTo>
                    <a:cubicBezTo>
                      <a:pt x="24544" y="4000"/>
                      <a:pt x="24544" y="4021"/>
                      <a:pt x="24565" y="4041"/>
                    </a:cubicBezTo>
                    <a:lnTo>
                      <a:pt x="24607" y="4104"/>
                    </a:lnTo>
                    <a:cubicBezTo>
                      <a:pt x="24627" y="4125"/>
                      <a:pt x="24627" y="4146"/>
                      <a:pt x="24648" y="4188"/>
                    </a:cubicBezTo>
                    <a:cubicBezTo>
                      <a:pt x="24690" y="4230"/>
                      <a:pt x="24732" y="4272"/>
                      <a:pt x="24774" y="4313"/>
                    </a:cubicBezTo>
                    <a:cubicBezTo>
                      <a:pt x="24920" y="4502"/>
                      <a:pt x="25109" y="4648"/>
                      <a:pt x="25276" y="4795"/>
                    </a:cubicBezTo>
                    <a:cubicBezTo>
                      <a:pt x="25632" y="5046"/>
                      <a:pt x="26008" y="5234"/>
                      <a:pt x="26364" y="5381"/>
                    </a:cubicBezTo>
                    <a:cubicBezTo>
                      <a:pt x="26385" y="5381"/>
                      <a:pt x="26406" y="5401"/>
                      <a:pt x="26427" y="5401"/>
                    </a:cubicBezTo>
                    <a:lnTo>
                      <a:pt x="21886" y="5401"/>
                    </a:lnTo>
                    <a:cubicBezTo>
                      <a:pt x="21803" y="5171"/>
                      <a:pt x="21656" y="4857"/>
                      <a:pt x="21363" y="4585"/>
                    </a:cubicBezTo>
                    <a:cubicBezTo>
                      <a:pt x="21008" y="4251"/>
                      <a:pt x="20506" y="3958"/>
                      <a:pt x="19878" y="3790"/>
                    </a:cubicBezTo>
                    <a:cubicBezTo>
                      <a:pt x="19585" y="3728"/>
                      <a:pt x="19250" y="3686"/>
                      <a:pt x="18894" y="3686"/>
                    </a:cubicBezTo>
                    <a:cubicBezTo>
                      <a:pt x="18727" y="3686"/>
                      <a:pt x="18539" y="3707"/>
                      <a:pt x="18371" y="3748"/>
                    </a:cubicBezTo>
                    <a:cubicBezTo>
                      <a:pt x="18288" y="3769"/>
                      <a:pt x="18183" y="3790"/>
                      <a:pt x="18099" y="3811"/>
                    </a:cubicBezTo>
                    <a:lnTo>
                      <a:pt x="18037" y="3832"/>
                    </a:lnTo>
                    <a:lnTo>
                      <a:pt x="17995" y="3832"/>
                    </a:lnTo>
                    <a:lnTo>
                      <a:pt x="17953" y="3853"/>
                    </a:lnTo>
                    <a:cubicBezTo>
                      <a:pt x="17869" y="3895"/>
                      <a:pt x="17785" y="3916"/>
                      <a:pt x="17723" y="3958"/>
                    </a:cubicBezTo>
                    <a:lnTo>
                      <a:pt x="17472" y="4062"/>
                    </a:lnTo>
                    <a:cubicBezTo>
                      <a:pt x="17555" y="4209"/>
                      <a:pt x="17597" y="4355"/>
                      <a:pt x="17681" y="4502"/>
                    </a:cubicBezTo>
                    <a:cubicBezTo>
                      <a:pt x="17702" y="4523"/>
                      <a:pt x="17702" y="4544"/>
                      <a:pt x="17723" y="4544"/>
                    </a:cubicBezTo>
                    <a:lnTo>
                      <a:pt x="17744" y="4606"/>
                    </a:lnTo>
                    <a:cubicBezTo>
                      <a:pt x="17765" y="4627"/>
                      <a:pt x="17765" y="4627"/>
                      <a:pt x="17785" y="4648"/>
                    </a:cubicBezTo>
                    <a:cubicBezTo>
                      <a:pt x="17806" y="4690"/>
                      <a:pt x="17848" y="4732"/>
                      <a:pt x="17869" y="4774"/>
                    </a:cubicBezTo>
                    <a:cubicBezTo>
                      <a:pt x="17995" y="4899"/>
                      <a:pt x="18120" y="5025"/>
                      <a:pt x="18267" y="5129"/>
                    </a:cubicBezTo>
                    <a:cubicBezTo>
                      <a:pt x="18434" y="5255"/>
                      <a:pt x="18601" y="5339"/>
                      <a:pt x="18748" y="5422"/>
                    </a:cubicBezTo>
                    <a:cubicBezTo>
                      <a:pt x="17513" y="5422"/>
                      <a:pt x="16321" y="5443"/>
                      <a:pt x="15170" y="5443"/>
                    </a:cubicBezTo>
                    <a:cubicBezTo>
                      <a:pt x="15086" y="5255"/>
                      <a:pt x="14961" y="5046"/>
                      <a:pt x="14752" y="4837"/>
                    </a:cubicBezTo>
                    <a:cubicBezTo>
                      <a:pt x="14459" y="4544"/>
                      <a:pt x="14019" y="4293"/>
                      <a:pt x="13496" y="4167"/>
                    </a:cubicBezTo>
                    <a:cubicBezTo>
                      <a:pt x="13224" y="4104"/>
                      <a:pt x="12952" y="4062"/>
                      <a:pt x="12638" y="4062"/>
                    </a:cubicBezTo>
                    <a:cubicBezTo>
                      <a:pt x="12492" y="4062"/>
                      <a:pt x="12345" y="4083"/>
                      <a:pt x="12199" y="4125"/>
                    </a:cubicBezTo>
                    <a:cubicBezTo>
                      <a:pt x="12115" y="4125"/>
                      <a:pt x="12031" y="4146"/>
                      <a:pt x="11969" y="4167"/>
                    </a:cubicBezTo>
                    <a:lnTo>
                      <a:pt x="11906" y="4188"/>
                    </a:lnTo>
                    <a:lnTo>
                      <a:pt x="11885" y="4188"/>
                    </a:lnTo>
                    <a:lnTo>
                      <a:pt x="11822" y="4209"/>
                    </a:lnTo>
                    <a:cubicBezTo>
                      <a:pt x="11759" y="4230"/>
                      <a:pt x="11697" y="4272"/>
                      <a:pt x="11634" y="4293"/>
                    </a:cubicBezTo>
                    <a:lnTo>
                      <a:pt x="11425" y="4397"/>
                    </a:lnTo>
                    <a:cubicBezTo>
                      <a:pt x="11487" y="4523"/>
                      <a:pt x="11529" y="4648"/>
                      <a:pt x="11613" y="4753"/>
                    </a:cubicBezTo>
                    <a:cubicBezTo>
                      <a:pt x="11613" y="4774"/>
                      <a:pt x="11613" y="4795"/>
                      <a:pt x="11634" y="4816"/>
                    </a:cubicBezTo>
                    <a:lnTo>
                      <a:pt x="11655" y="4837"/>
                    </a:lnTo>
                    <a:cubicBezTo>
                      <a:pt x="11676" y="4857"/>
                      <a:pt x="11676" y="4878"/>
                      <a:pt x="11697" y="4899"/>
                    </a:cubicBezTo>
                    <a:cubicBezTo>
                      <a:pt x="11718" y="4920"/>
                      <a:pt x="11739" y="4962"/>
                      <a:pt x="11759" y="4983"/>
                    </a:cubicBezTo>
                    <a:cubicBezTo>
                      <a:pt x="11864" y="5109"/>
                      <a:pt x="11990" y="5213"/>
                      <a:pt x="12115" y="5297"/>
                    </a:cubicBezTo>
                    <a:cubicBezTo>
                      <a:pt x="12199" y="5360"/>
                      <a:pt x="12283" y="5422"/>
                      <a:pt x="12387" y="5485"/>
                    </a:cubicBezTo>
                    <a:cubicBezTo>
                      <a:pt x="4938" y="5548"/>
                      <a:pt x="0" y="5694"/>
                      <a:pt x="0" y="5841"/>
                    </a:cubicBezTo>
                    <a:cubicBezTo>
                      <a:pt x="0" y="6008"/>
                      <a:pt x="5231" y="6155"/>
                      <a:pt x="13078" y="6238"/>
                    </a:cubicBezTo>
                    <a:cubicBezTo>
                      <a:pt x="12910" y="6343"/>
                      <a:pt x="12722" y="6469"/>
                      <a:pt x="12555" y="6615"/>
                    </a:cubicBezTo>
                    <a:cubicBezTo>
                      <a:pt x="12345" y="6803"/>
                      <a:pt x="12157" y="7034"/>
                      <a:pt x="12011" y="7285"/>
                    </a:cubicBezTo>
                    <a:cubicBezTo>
                      <a:pt x="11927" y="7410"/>
                      <a:pt x="11864" y="7536"/>
                      <a:pt x="11801" y="7682"/>
                    </a:cubicBezTo>
                    <a:cubicBezTo>
                      <a:pt x="11780" y="7766"/>
                      <a:pt x="11739" y="7829"/>
                      <a:pt x="11718" y="7912"/>
                    </a:cubicBezTo>
                    <a:lnTo>
                      <a:pt x="11697" y="7975"/>
                    </a:lnTo>
                    <a:lnTo>
                      <a:pt x="11697" y="7996"/>
                    </a:lnTo>
                    <a:lnTo>
                      <a:pt x="11697" y="8038"/>
                    </a:lnTo>
                    <a:cubicBezTo>
                      <a:pt x="11676" y="8101"/>
                      <a:pt x="11655" y="8184"/>
                      <a:pt x="11655" y="8247"/>
                    </a:cubicBezTo>
                    <a:lnTo>
                      <a:pt x="11613" y="8477"/>
                    </a:lnTo>
                    <a:cubicBezTo>
                      <a:pt x="11759" y="8498"/>
                      <a:pt x="11885" y="8519"/>
                      <a:pt x="12031" y="8519"/>
                    </a:cubicBezTo>
                    <a:cubicBezTo>
                      <a:pt x="12031" y="8540"/>
                      <a:pt x="12052" y="8540"/>
                      <a:pt x="12073" y="8540"/>
                    </a:cubicBezTo>
                    <a:lnTo>
                      <a:pt x="12115" y="8540"/>
                    </a:lnTo>
                    <a:cubicBezTo>
                      <a:pt x="12136" y="8540"/>
                      <a:pt x="12157" y="8540"/>
                      <a:pt x="12178" y="8519"/>
                    </a:cubicBezTo>
                    <a:lnTo>
                      <a:pt x="12303" y="8519"/>
                    </a:lnTo>
                    <a:cubicBezTo>
                      <a:pt x="12450" y="8498"/>
                      <a:pt x="12617" y="8456"/>
                      <a:pt x="12743" y="8394"/>
                    </a:cubicBezTo>
                    <a:cubicBezTo>
                      <a:pt x="13015" y="8289"/>
                      <a:pt x="13266" y="8163"/>
                      <a:pt x="13475" y="8017"/>
                    </a:cubicBezTo>
                    <a:cubicBezTo>
                      <a:pt x="13894" y="7724"/>
                      <a:pt x="14228" y="7410"/>
                      <a:pt x="14480" y="7138"/>
                    </a:cubicBezTo>
                    <a:cubicBezTo>
                      <a:pt x="14752" y="6866"/>
                      <a:pt x="14940" y="6636"/>
                      <a:pt x="15086" y="6469"/>
                    </a:cubicBezTo>
                    <a:cubicBezTo>
                      <a:pt x="15149" y="6364"/>
                      <a:pt x="15212" y="6301"/>
                      <a:pt x="15233" y="6238"/>
                    </a:cubicBezTo>
                    <a:cubicBezTo>
                      <a:pt x="16530" y="6259"/>
                      <a:pt x="17890" y="6259"/>
                      <a:pt x="19313" y="6280"/>
                    </a:cubicBezTo>
                    <a:cubicBezTo>
                      <a:pt x="19125" y="6385"/>
                      <a:pt x="18957" y="6531"/>
                      <a:pt x="18790" y="6678"/>
                    </a:cubicBezTo>
                    <a:cubicBezTo>
                      <a:pt x="18560" y="6887"/>
                      <a:pt x="18329" y="7159"/>
                      <a:pt x="18162" y="7452"/>
                    </a:cubicBezTo>
                    <a:cubicBezTo>
                      <a:pt x="18057" y="7598"/>
                      <a:pt x="17974" y="7745"/>
                      <a:pt x="17911" y="7912"/>
                    </a:cubicBezTo>
                    <a:cubicBezTo>
                      <a:pt x="17869" y="7996"/>
                      <a:pt x="17848" y="8080"/>
                      <a:pt x="17827" y="8184"/>
                    </a:cubicBezTo>
                    <a:lnTo>
                      <a:pt x="17806" y="8247"/>
                    </a:lnTo>
                    <a:lnTo>
                      <a:pt x="17785" y="8289"/>
                    </a:lnTo>
                    <a:lnTo>
                      <a:pt x="17785" y="8331"/>
                    </a:lnTo>
                    <a:cubicBezTo>
                      <a:pt x="17765" y="8414"/>
                      <a:pt x="17744" y="8498"/>
                      <a:pt x="17723" y="8582"/>
                    </a:cubicBezTo>
                    <a:lnTo>
                      <a:pt x="17702" y="8833"/>
                    </a:lnTo>
                    <a:cubicBezTo>
                      <a:pt x="17848" y="8854"/>
                      <a:pt x="17995" y="8896"/>
                      <a:pt x="18162" y="8896"/>
                    </a:cubicBezTo>
                    <a:cubicBezTo>
                      <a:pt x="18183" y="8917"/>
                      <a:pt x="18204" y="8917"/>
                      <a:pt x="18225" y="8917"/>
                    </a:cubicBezTo>
                    <a:lnTo>
                      <a:pt x="18288" y="8917"/>
                    </a:lnTo>
                    <a:cubicBezTo>
                      <a:pt x="18309" y="8917"/>
                      <a:pt x="18329" y="8917"/>
                      <a:pt x="18350" y="8896"/>
                    </a:cubicBezTo>
                    <a:lnTo>
                      <a:pt x="18497" y="8896"/>
                    </a:lnTo>
                    <a:cubicBezTo>
                      <a:pt x="18685" y="8875"/>
                      <a:pt x="18853" y="8812"/>
                      <a:pt x="19020" y="8749"/>
                    </a:cubicBezTo>
                    <a:cubicBezTo>
                      <a:pt x="19334" y="8645"/>
                      <a:pt x="19606" y="8477"/>
                      <a:pt x="19857" y="8310"/>
                    </a:cubicBezTo>
                    <a:cubicBezTo>
                      <a:pt x="20359" y="7954"/>
                      <a:pt x="20736" y="7578"/>
                      <a:pt x="21050" y="7264"/>
                    </a:cubicBezTo>
                    <a:cubicBezTo>
                      <a:pt x="21363" y="6950"/>
                      <a:pt x="21594" y="6678"/>
                      <a:pt x="21740" y="6489"/>
                    </a:cubicBezTo>
                    <a:cubicBezTo>
                      <a:pt x="21803" y="6406"/>
                      <a:pt x="21866" y="6343"/>
                      <a:pt x="21886" y="6280"/>
                    </a:cubicBezTo>
                    <a:cubicBezTo>
                      <a:pt x="23414" y="6280"/>
                      <a:pt x="24983" y="6301"/>
                      <a:pt x="26573" y="6301"/>
                    </a:cubicBezTo>
                    <a:cubicBezTo>
                      <a:pt x="26364" y="6427"/>
                      <a:pt x="26155" y="6594"/>
                      <a:pt x="25946" y="6782"/>
                    </a:cubicBezTo>
                    <a:cubicBezTo>
                      <a:pt x="25653" y="7075"/>
                      <a:pt x="25381" y="7389"/>
                      <a:pt x="25130" y="7787"/>
                    </a:cubicBezTo>
                    <a:cubicBezTo>
                      <a:pt x="25025" y="7975"/>
                      <a:pt x="24920" y="8163"/>
                      <a:pt x="24816" y="8394"/>
                    </a:cubicBezTo>
                    <a:cubicBezTo>
                      <a:pt x="24774" y="8498"/>
                      <a:pt x="24732" y="8603"/>
                      <a:pt x="24711" y="8728"/>
                    </a:cubicBezTo>
                    <a:lnTo>
                      <a:pt x="24669" y="8812"/>
                    </a:lnTo>
                    <a:lnTo>
                      <a:pt x="24669" y="8854"/>
                    </a:lnTo>
                    <a:lnTo>
                      <a:pt x="24648" y="8938"/>
                    </a:lnTo>
                    <a:cubicBezTo>
                      <a:pt x="24627" y="9021"/>
                      <a:pt x="24607" y="9126"/>
                      <a:pt x="24586" y="9230"/>
                    </a:cubicBezTo>
                    <a:lnTo>
                      <a:pt x="24544" y="9565"/>
                    </a:lnTo>
                    <a:cubicBezTo>
                      <a:pt x="24753" y="9607"/>
                      <a:pt x="24941" y="9649"/>
                      <a:pt x="25151" y="9670"/>
                    </a:cubicBezTo>
                    <a:lnTo>
                      <a:pt x="25402" y="9670"/>
                    </a:lnTo>
                    <a:cubicBezTo>
                      <a:pt x="25443" y="9649"/>
                      <a:pt x="25506" y="9649"/>
                      <a:pt x="25569" y="9649"/>
                    </a:cubicBezTo>
                    <a:cubicBezTo>
                      <a:pt x="25820" y="9607"/>
                      <a:pt x="26029" y="9544"/>
                      <a:pt x="26239" y="9461"/>
                    </a:cubicBezTo>
                    <a:cubicBezTo>
                      <a:pt x="26657" y="9314"/>
                      <a:pt x="27013" y="9105"/>
                      <a:pt x="27348" y="8875"/>
                    </a:cubicBezTo>
                    <a:cubicBezTo>
                      <a:pt x="27975" y="8435"/>
                      <a:pt x="28477" y="7954"/>
                      <a:pt x="28875" y="7557"/>
                    </a:cubicBezTo>
                    <a:cubicBezTo>
                      <a:pt x="29272" y="7138"/>
                      <a:pt x="29565" y="6782"/>
                      <a:pt x="29775" y="6531"/>
                    </a:cubicBezTo>
                    <a:cubicBezTo>
                      <a:pt x="29837" y="6448"/>
                      <a:pt x="29900" y="6364"/>
                      <a:pt x="29942" y="6301"/>
                    </a:cubicBezTo>
                    <a:cubicBezTo>
                      <a:pt x="31365" y="6280"/>
                      <a:pt x="32746" y="6280"/>
                      <a:pt x="34085" y="6280"/>
                    </a:cubicBezTo>
                    <a:cubicBezTo>
                      <a:pt x="33771" y="6489"/>
                      <a:pt x="33457" y="6720"/>
                      <a:pt x="33143" y="7013"/>
                    </a:cubicBezTo>
                    <a:cubicBezTo>
                      <a:pt x="32725" y="7410"/>
                      <a:pt x="32306" y="7891"/>
                      <a:pt x="31972" y="8435"/>
                    </a:cubicBezTo>
                    <a:cubicBezTo>
                      <a:pt x="31804" y="8707"/>
                      <a:pt x="31658" y="9021"/>
                      <a:pt x="31511" y="9335"/>
                    </a:cubicBezTo>
                    <a:cubicBezTo>
                      <a:pt x="31449" y="9482"/>
                      <a:pt x="31407" y="9649"/>
                      <a:pt x="31344" y="9816"/>
                    </a:cubicBezTo>
                    <a:lnTo>
                      <a:pt x="31302" y="9942"/>
                    </a:lnTo>
                    <a:lnTo>
                      <a:pt x="31302" y="10005"/>
                    </a:lnTo>
                    <a:lnTo>
                      <a:pt x="31260" y="10109"/>
                    </a:lnTo>
                    <a:cubicBezTo>
                      <a:pt x="31239" y="10256"/>
                      <a:pt x="31197" y="10402"/>
                      <a:pt x="31177" y="10570"/>
                    </a:cubicBezTo>
                    <a:lnTo>
                      <a:pt x="31114" y="11030"/>
                    </a:lnTo>
                    <a:cubicBezTo>
                      <a:pt x="31407" y="11093"/>
                      <a:pt x="31700" y="11155"/>
                      <a:pt x="31993" y="11176"/>
                    </a:cubicBezTo>
                    <a:lnTo>
                      <a:pt x="32348" y="11176"/>
                    </a:lnTo>
                    <a:cubicBezTo>
                      <a:pt x="32432" y="11155"/>
                      <a:pt x="32516" y="11155"/>
                      <a:pt x="32599" y="11135"/>
                    </a:cubicBezTo>
                    <a:cubicBezTo>
                      <a:pt x="32955" y="11093"/>
                      <a:pt x="33269" y="11009"/>
                      <a:pt x="33583" y="10883"/>
                    </a:cubicBezTo>
                    <a:cubicBezTo>
                      <a:pt x="34190" y="10674"/>
                      <a:pt x="34692" y="10360"/>
                      <a:pt x="35173" y="10047"/>
                    </a:cubicBezTo>
                    <a:cubicBezTo>
                      <a:pt x="36094" y="9398"/>
                      <a:pt x="36805" y="8707"/>
                      <a:pt x="37391" y="8122"/>
                    </a:cubicBezTo>
                    <a:cubicBezTo>
                      <a:pt x="37977" y="7515"/>
                      <a:pt x="38395" y="7013"/>
                      <a:pt x="38688" y="6657"/>
                    </a:cubicBezTo>
                    <a:cubicBezTo>
                      <a:pt x="38814" y="6489"/>
                      <a:pt x="38897" y="6364"/>
                      <a:pt x="38981" y="6259"/>
                    </a:cubicBezTo>
                    <a:cubicBezTo>
                      <a:pt x="40425" y="6238"/>
                      <a:pt x="41806" y="6238"/>
                      <a:pt x="43103" y="6217"/>
                    </a:cubicBezTo>
                    <a:lnTo>
                      <a:pt x="43103" y="6217"/>
                    </a:lnTo>
                    <a:cubicBezTo>
                      <a:pt x="42664" y="6489"/>
                      <a:pt x="42224" y="6824"/>
                      <a:pt x="41806" y="7222"/>
                    </a:cubicBezTo>
                    <a:cubicBezTo>
                      <a:pt x="41241" y="7724"/>
                      <a:pt x="40718" y="8352"/>
                      <a:pt x="40278" y="9063"/>
                    </a:cubicBezTo>
                    <a:cubicBezTo>
                      <a:pt x="40069" y="9419"/>
                      <a:pt x="39860" y="9795"/>
                      <a:pt x="39692" y="10214"/>
                    </a:cubicBezTo>
                    <a:cubicBezTo>
                      <a:pt x="39609" y="10402"/>
                      <a:pt x="39546" y="10611"/>
                      <a:pt x="39462" y="10842"/>
                    </a:cubicBezTo>
                    <a:lnTo>
                      <a:pt x="39420" y="10988"/>
                    </a:lnTo>
                    <a:lnTo>
                      <a:pt x="39400" y="11072"/>
                    </a:lnTo>
                    <a:lnTo>
                      <a:pt x="39379" y="11218"/>
                    </a:lnTo>
                    <a:cubicBezTo>
                      <a:pt x="39316" y="11386"/>
                      <a:pt x="39295" y="11595"/>
                      <a:pt x="39253" y="11804"/>
                    </a:cubicBezTo>
                    <a:lnTo>
                      <a:pt x="39169" y="12411"/>
                    </a:lnTo>
                    <a:cubicBezTo>
                      <a:pt x="39567" y="12474"/>
                      <a:pt x="39923" y="12557"/>
                      <a:pt x="40320" y="12578"/>
                    </a:cubicBezTo>
                    <a:cubicBezTo>
                      <a:pt x="40362" y="12578"/>
                      <a:pt x="40404" y="12599"/>
                      <a:pt x="40467" y="12599"/>
                    </a:cubicBezTo>
                    <a:lnTo>
                      <a:pt x="40592" y="12599"/>
                    </a:lnTo>
                    <a:cubicBezTo>
                      <a:pt x="40655" y="12599"/>
                      <a:pt x="40697" y="12578"/>
                      <a:pt x="40760" y="12578"/>
                    </a:cubicBezTo>
                    <a:cubicBezTo>
                      <a:pt x="40885" y="12578"/>
                      <a:pt x="40990" y="12557"/>
                      <a:pt x="41094" y="12557"/>
                    </a:cubicBezTo>
                    <a:cubicBezTo>
                      <a:pt x="41555" y="12495"/>
                      <a:pt x="41952" y="12369"/>
                      <a:pt x="42350" y="12223"/>
                    </a:cubicBezTo>
                    <a:cubicBezTo>
                      <a:pt x="43124" y="11930"/>
                      <a:pt x="43793" y="11532"/>
                      <a:pt x="44400" y="11135"/>
                    </a:cubicBezTo>
                    <a:cubicBezTo>
                      <a:pt x="45593" y="10298"/>
                      <a:pt x="46514" y="9398"/>
                      <a:pt x="47267" y="8645"/>
                    </a:cubicBezTo>
                    <a:cubicBezTo>
                      <a:pt x="48020" y="7870"/>
                      <a:pt x="48564" y="7222"/>
                      <a:pt x="48941" y="6761"/>
                    </a:cubicBezTo>
                    <a:cubicBezTo>
                      <a:pt x="49171" y="6469"/>
                      <a:pt x="49317" y="6259"/>
                      <a:pt x="49380" y="6113"/>
                    </a:cubicBezTo>
                    <a:cubicBezTo>
                      <a:pt x="52853" y="6050"/>
                      <a:pt x="54904" y="5945"/>
                      <a:pt x="54904" y="5841"/>
                    </a:cubicBezTo>
                    <a:cubicBezTo>
                      <a:pt x="54904" y="5736"/>
                      <a:pt x="52644" y="5653"/>
                      <a:pt x="48878" y="5569"/>
                    </a:cubicBezTo>
                    <a:cubicBezTo>
                      <a:pt x="48857" y="5569"/>
                      <a:pt x="48836" y="5569"/>
                      <a:pt x="48836" y="5548"/>
                    </a:cubicBezTo>
                    <a:cubicBezTo>
                      <a:pt x="48271" y="5360"/>
                      <a:pt x="47434" y="5129"/>
                      <a:pt x="46430" y="4837"/>
                    </a:cubicBezTo>
                    <a:cubicBezTo>
                      <a:pt x="45446" y="4523"/>
                      <a:pt x="44254" y="4146"/>
                      <a:pt x="43019" y="3581"/>
                    </a:cubicBezTo>
                    <a:cubicBezTo>
                      <a:pt x="42413" y="3309"/>
                      <a:pt x="41806" y="2974"/>
                      <a:pt x="41241" y="2556"/>
                    </a:cubicBezTo>
                    <a:cubicBezTo>
                      <a:pt x="40969" y="2326"/>
                      <a:pt x="40718" y="2096"/>
                      <a:pt x="40488" y="1844"/>
                    </a:cubicBezTo>
                    <a:cubicBezTo>
                      <a:pt x="40446" y="1782"/>
                      <a:pt x="40383" y="1698"/>
                      <a:pt x="40341" y="1635"/>
                    </a:cubicBezTo>
                    <a:cubicBezTo>
                      <a:pt x="40320" y="1593"/>
                      <a:pt x="40278" y="1572"/>
                      <a:pt x="40257" y="1531"/>
                    </a:cubicBezTo>
                    <a:cubicBezTo>
                      <a:pt x="40257" y="1510"/>
                      <a:pt x="40257" y="1510"/>
                      <a:pt x="40257" y="1510"/>
                    </a:cubicBezTo>
                    <a:lnTo>
                      <a:pt x="40278" y="1510"/>
                    </a:lnTo>
                    <a:lnTo>
                      <a:pt x="40488" y="1447"/>
                    </a:lnTo>
                    <a:cubicBezTo>
                      <a:pt x="40655" y="1384"/>
                      <a:pt x="40843" y="1342"/>
                      <a:pt x="41011" y="1300"/>
                    </a:cubicBezTo>
                    <a:cubicBezTo>
                      <a:pt x="41387" y="1238"/>
                      <a:pt x="41743" y="1196"/>
                      <a:pt x="42120" y="1175"/>
                    </a:cubicBezTo>
                    <a:cubicBezTo>
                      <a:pt x="42246" y="1167"/>
                      <a:pt x="42372" y="1164"/>
                      <a:pt x="42497" y="1164"/>
                    </a:cubicBezTo>
                    <a:cubicBezTo>
                      <a:pt x="43082" y="1164"/>
                      <a:pt x="43661" y="1239"/>
                      <a:pt x="44212" y="1342"/>
                    </a:cubicBezTo>
                    <a:cubicBezTo>
                      <a:pt x="45530" y="1614"/>
                      <a:pt x="46660" y="2158"/>
                      <a:pt x="47434" y="2786"/>
                    </a:cubicBezTo>
                    <a:cubicBezTo>
                      <a:pt x="48229" y="3414"/>
                      <a:pt x="48690" y="4125"/>
                      <a:pt x="48941" y="4648"/>
                    </a:cubicBezTo>
                    <a:cubicBezTo>
                      <a:pt x="49205" y="5156"/>
                      <a:pt x="49291" y="5486"/>
                      <a:pt x="49373" y="5486"/>
                    </a:cubicBezTo>
                    <a:cubicBezTo>
                      <a:pt x="49375" y="5486"/>
                      <a:pt x="49378" y="5486"/>
                      <a:pt x="49380" y="5485"/>
                    </a:cubicBezTo>
                    <a:cubicBezTo>
                      <a:pt x="49464" y="5485"/>
                      <a:pt x="49527" y="5129"/>
                      <a:pt x="49380" y="4502"/>
                    </a:cubicBezTo>
                    <a:cubicBezTo>
                      <a:pt x="49255" y="3874"/>
                      <a:pt x="48836" y="2974"/>
                      <a:pt x="47999" y="2158"/>
                    </a:cubicBezTo>
                    <a:cubicBezTo>
                      <a:pt x="47162" y="1342"/>
                      <a:pt x="45928" y="652"/>
                      <a:pt x="44442" y="275"/>
                    </a:cubicBezTo>
                    <a:cubicBezTo>
                      <a:pt x="43772" y="103"/>
                      <a:pt x="43049" y="1"/>
                      <a:pt x="4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" name="Google Shape;147;p4"/>
            <p:cNvGrpSpPr/>
            <p:nvPr/>
          </p:nvGrpSpPr>
          <p:grpSpPr>
            <a:xfrm rot="-5400000" flipH="1">
              <a:off x="-369116" y="3988714"/>
              <a:ext cx="1372600" cy="315000"/>
              <a:chOff x="2359200" y="702550"/>
              <a:chExt cx="1372600" cy="315000"/>
            </a:xfrm>
          </p:grpSpPr>
          <p:sp>
            <p:nvSpPr>
              <p:cNvPr id="148" name="Google Shape;148;p4"/>
              <p:cNvSpPr/>
              <p:nvPr/>
            </p:nvSpPr>
            <p:spPr>
              <a:xfrm>
                <a:off x="3365625" y="740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4"/>
              <p:cNvSpPr/>
              <p:nvPr/>
            </p:nvSpPr>
            <p:spPr>
              <a:xfrm>
                <a:off x="3163700" y="9589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2359200" y="702550"/>
                <a:ext cx="1372600" cy="315000"/>
              </a:xfrm>
              <a:custGeom>
                <a:avLst/>
                <a:gdLst/>
                <a:ahLst/>
                <a:cxnLst/>
                <a:rect l="l" t="t" r="r" b="b"/>
                <a:pathLst>
                  <a:path w="54904" h="12600" extrusionOk="0">
                    <a:moveTo>
                      <a:pt x="26322" y="3555"/>
                    </a:moveTo>
                    <a:cubicBezTo>
                      <a:pt x="26643" y="3555"/>
                      <a:pt x="26950" y="3592"/>
                      <a:pt x="27243" y="3644"/>
                    </a:cubicBezTo>
                    <a:cubicBezTo>
                      <a:pt x="27933" y="3790"/>
                      <a:pt x="28540" y="4083"/>
                      <a:pt x="28959" y="4418"/>
                    </a:cubicBezTo>
                    <a:cubicBezTo>
                      <a:pt x="29377" y="4753"/>
                      <a:pt x="29628" y="5129"/>
                      <a:pt x="29754" y="5401"/>
                    </a:cubicBezTo>
                    <a:lnTo>
                      <a:pt x="28080" y="5401"/>
                    </a:lnTo>
                    <a:cubicBezTo>
                      <a:pt x="27620" y="5255"/>
                      <a:pt x="27117" y="5088"/>
                      <a:pt x="26594" y="4857"/>
                    </a:cubicBezTo>
                    <a:cubicBezTo>
                      <a:pt x="26280" y="4690"/>
                      <a:pt x="25946" y="4523"/>
                      <a:pt x="25653" y="4293"/>
                    </a:cubicBezTo>
                    <a:cubicBezTo>
                      <a:pt x="25506" y="4188"/>
                      <a:pt x="25360" y="4062"/>
                      <a:pt x="25255" y="3916"/>
                    </a:cubicBezTo>
                    <a:cubicBezTo>
                      <a:pt x="25213" y="3874"/>
                      <a:pt x="25192" y="3832"/>
                      <a:pt x="25171" y="3811"/>
                    </a:cubicBezTo>
                    <a:cubicBezTo>
                      <a:pt x="25151" y="3790"/>
                      <a:pt x="25130" y="3769"/>
                      <a:pt x="25130" y="3748"/>
                    </a:cubicBezTo>
                    <a:cubicBezTo>
                      <a:pt x="25130" y="3748"/>
                      <a:pt x="25109" y="3748"/>
                      <a:pt x="25130" y="3728"/>
                    </a:cubicBezTo>
                    <a:lnTo>
                      <a:pt x="25234" y="3707"/>
                    </a:lnTo>
                    <a:cubicBezTo>
                      <a:pt x="25339" y="3665"/>
                      <a:pt x="25423" y="3644"/>
                      <a:pt x="25527" y="3623"/>
                    </a:cubicBezTo>
                    <a:cubicBezTo>
                      <a:pt x="25715" y="3581"/>
                      <a:pt x="25925" y="3560"/>
                      <a:pt x="26113" y="3560"/>
                    </a:cubicBezTo>
                    <a:cubicBezTo>
                      <a:pt x="26183" y="3556"/>
                      <a:pt x="26253" y="3555"/>
                      <a:pt x="26322" y="3555"/>
                    </a:cubicBezTo>
                    <a:close/>
                    <a:moveTo>
                      <a:pt x="18915" y="4167"/>
                    </a:moveTo>
                    <a:cubicBezTo>
                      <a:pt x="19208" y="4167"/>
                      <a:pt x="19501" y="4188"/>
                      <a:pt x="19773" y="4251"/>
                    </a:cubicBezTo>
                    <a:cubicBezTo>
                      <a:pt x="20338" y="4355"/>
                      <a:pt x="20798" y="4585"/>
                      <a:pt x="21133" y="4837"/>
                    </a:cubicBezTo>
                    <a:cubicBezTo>
                      <a:pt x="21363" y="5025"/>
                      <a:pt x="21531" y="5234"/>
                      <a:pt x="21635" y="5401"/>
                    </a:cubicBezTo>
                    <a:cubicBezTo>
                      <a:pt x="21050" y="5422"/>
                      <a:pt x="20464" y="5422"/>
                      <a:pt x="19899" y="5422"/>
                    </a:cubicBezTo>
                    <a:cubicBezTo>
                      <a:pt x="19689" y="5339"/>
                      <a:pt x="19501" y="5276"/>
                      <a:pt x="19292" y="5171"/>
                    </a:cubicBezTo>
                    <a:cubicBezTo>
                      <a:pt x="19041" y="5067"/>
                      <a:pt x="18790" y="4920"/>
                      <a:pt x="18560" y="4753"/>
                    </a:cubicBezTo>
                    <a:cubicBezTo>
                      <a:pt x="18434" y="4648"/>
                      <a:pt x="18329" y="4565"/>
                      <a:pt x="18246" y="4439"/>
                    </a:cubicBezTo>
                    <a:cubicBezTo>
                      <a:pt x="18225" y="4418"/>
                      <a:pt x="18204" y="4397"/>
                      <a:pt x="18183" y="4355"/>
                    </a:cubicBezTo>
                    <a:cubicBezTo>
                      <a:pt x="18162" y="4355"/>
                      <a:pt x="18162" y="4334"/>
                      <a:pt x="18141" y="4313"/>
                    </a:cubicBezTo>
                    <a:lnTo>
                      <a:pt x="18246" y="4293"/>
                    </a:lnTo>
                    <a:cubicBezTo>
                      <a:pt x="18309" y="4272"/>
                      <a:pt x="18392" y="4251"/>
                      <a:pt x="18455" y="4230"/>
                    </a:cubicBezTo>
                    <a:cubicBezTo>
                      <a:pt x="18601" y="4188"/>
                      <a:pt x="18769" y="4188"/>
                      <a:pt x="18915" y="4167"/>
                    </a:cubicBezTo>
                    <a:close/>
                    <a:moveTo>
                      <a:pt x="33675" y="2320"/>
                    </a:moveTo>
                    <a:cubicBezTo>
                      <a:pt x="34140" y="2320"/>
                      <a:pt x="34591" y="2364"/>
                      <a:pt x="35026" y="2451"/>
                    </a:cubicBezTo>
                    <a:cubicBezTo>
                      <a:pt x="36052" y="2660"/>
                      <a:pt x="36910" y="3100"/>
                      <a:pt x="37516" y="3581"/>
                    </a:cubicBezTo>
                    <a:cubicBezTo>
                      <a:pt x="38144" y="4062"/>
                      <a:pt x="38500" y="4627"/>
                      <a:pt x="38688" y="5025"/>
                    </a:cubicBezTo>
                    <a:cubicBezTo>
                      <a:pt x="38772" y="5192"/>
                      <a:pt x="38835" y="5339"/>
                      <a:pt x="38876" y="5443"/>
                    </a:cubicBezTo>
                    <a:lnTo>
                      <a:pt x="37663" y="5443"/>
                    </a:lnTo>
                    <a:cubicBezTo>
                      <a:pt x="37391" y="5360"/>
                      <a:pt x="37077" y="5255"/>
                      <a:pt x="36742" y="5150"/>
                    </a:cubicBezTo>
                    <a:cubicBezTo>
                      <a:pt x="35968" y="4920"/>
                      <a:pt x="35047" y="4627"/>
                      <a:pt x="34106" y="4209"/>
                    </a:cubicBezTo>
                    <a:cubicBezTo>
                      <a:pt x="33625" y="3979"/>
                      <a:pt x="33143" y="3728"/>
                      <a:pt x="32725" y="3393"/>
                    </a:cubicBezTo>
                    <a:cubicBezTo>
                      <a:pt x="32516" y="3225"/>
                      <a:pt x="32306" y="3037"/>
                      <a:pt x="32139" y="2849"/>
                    </a:cubicBezTo>
                    <a:cubicBezTo>
                      <a:pt x="32097" y="2786"/>
                      <a:pt x="32055" y="2744"/>
                      <a:pt x="32013" y="2681"/>
                    </a:cubicBezTo>
                    <a:cubicBezTo>
                      <a:pt x="31993" y="2660"/>
                      <a:pt x="31972" y="2640"/>
                      <a:pt x="31972" y="2598"/>
                    </a:cubicBezTo>
                    <a:cubicBezTo>
                      <a:pt x="31966" y="2592"/>
                      <a:pt x="31962" y="2590"/>
                      <a:pt x="31960" y="2589"/>
                    </a:cubicBezTo>
                    <a:lnTo>
                      <a:pt x="31960" y="2589"/>
                    </a:lnTo>
                    <a:cubicBezTo>
                      <a:pt x="31962" y="2586"/>
                      <a:pt x="31966" y="2582"/>
                      <a:pt x="31972" y="2577"/>
                    </a:cubicBezTo>
                    <a:lnTo>
                      <a:pt x="32118" y="2535"/>
                    </a:lnTo>
                    <a:cubicBezTo>
                      <a:pt x="32265" y="2493"/>
                      <a:pt x="32411" y="2451"/>
                      <a:pt x="32537" y="2430"/>
                    </a:cubicBezTo>
                    <a:cubicBezTo>
                      <a:pt x="32830" y="2368"/>
                      <a:pt x="33102" y="2347"/>
                      <a:pt x="33394" y="2326"/>
                    </a:cubicBezTo>
                    <a:cubicBezTo>
                      <a:pt x="33489" y="2322"/>
                      <a:pt x="33582" y="2320"/>
                      <a:pt x="33675" y="2320"/>
                    </a:cubicBezTo>
                    <a:close/>
                    <a:moveTo>
                      <a:pt x="12659" y="4481"/>
                    </a:moveTo>
                    <a:cubicBezTo>
                      <a:pt x="12910" y="4481"/>
                      <a:pt x="13161" y="4502"/>
                      <a:pt x="13391" y="4544"/>
                    </a:cubicBezTo>
                    <a:cubicBezTo>
                      <a:pt x="13873" y="4627"/>
                      <a:pt x="14270" y="4837"/>
                      <a:pt x="14542" y="5046"/>
                    </a:cubicBezTo>
                    <a:cubicBezTo>
                      <a:pt x="14710" y="5192"/>
                      <a:pt x="14835" y="5318"/>
                      <a:pt x="14919" y="5443"/>
                    </a:cubicBezTo>
                    <a:cubicBezTo>
                      <a:pt x="14375" y="5464"/>
                      <a:pt x="13810" y="5464"/>
                      <a:pt x="13287" y="5464"/>
                    </a:cubicBezTo>
                    <a:cubicBezTo>
                      <a:pt x="13182" y="5422"/>
                      <a:pt x="13078" y="5381"/>
                      <a:pt x="12994" y="5339"/>
                    </a:cubicBezTo>
                    <a:cubicBezTo>
                      <a:pt x="12764" y="5234"/>
                      <a:pt x="12555" y="5109"/>
                      <a:pt x="12345" y="4962"/>
                    </a:cubicBezTo>
                    <a:cubicBezTo>
                      <a:pt x="12262" y="4899"/>
                      <a:pt x="12157" y="4816"/>
                      <a:pt x="12094" y="4711"/>
                    </a:cubicBezTo>
                    <a:cubicBezTo>
                      <a:pt x="12073" y="4690"/>
                      <a:pt x="12052" y="4669"/>
                      <a:pt x="12031" y="4648"/>
                    </a:cubicBezTo>
                    <a:cubicBezTo>
                      <a:pt x="12031" y="4627"/>
                      <a:pt x="12011" y="4627"/>
                      <a:pt x="12011" y="4606"/>
                    </a:cubicBezTo>
                    <a:lnTo>
                      <a:pt x="12073" y="4585"/>
                    </a:lnTo>
                    <a:cubicBezTo>
                      <a:pt x="12136" y="4565"/>
                      <a:pt x="12199" y="4544"/>
                      <a:pt x="12262" y="4523"/>
                    </a:cubicBezTo>
                    <a:cubicBezTo>
                      <a:pt x="12408" y="4502"/>
                      <a:pt x="12534" y="4481"/>
                      <a:pt x="12659" y="4481"/>
                    </a:cubicBezTo>
                    <a:close/>
                    <a:moveTo>
                      <a:pt x="15107" y="6238"/>
                    </a:moveTo>
                    <a:cubicBezTo>
                      <a:pt x="15065" y="6280"/>
                      <a:pt x="15024" y="6301"/>
                      <a:pt x="14961" y="6343"/>
                    </a:cubicBezTo>
                    <a:cubicBezTo>
                      <a:pt x="14793" y="6469"/>
                      <a:pt x="14563" y="6678"/>
                      <a:pt x="14291" y="6908"/>
                    </a:cubicBezTo>
                    <a:cubicBezTo>
                      <a:pt x="13998" y="7159"/>
                      <a:pt x="13663" y="7431"/>
                      <a:pt x="13266" y="7682"/>
                    </a:cubicBezTo>
                    <a:cubicBezTo>
                      <a:pt x="13057" y="7808"/>
                      <a:pt x="12827" y="7933"/>
                      <a:pt x="12596" y="8017"/>
                    </a:cubicBezTo>
                    <a:cubicBezTo>
                      <a:pt x="12492" y="8059"/>
                      <a:pt x="12366" y="8080"/>
                      <a:pt x="12241" y="8101"/>
                    </a:cubicBezTo>
                    <a:lnTo>
                      <a:pt x="12157" y="8101"/>
                    </a:lnTo>
                    <a:cubicBezTo>
                      <a:pt x="12143" y="8101"/>
                      <a:pt x="12138" y="8110"/>
                      <a:pt x="12131" y="8110"/>
                    </a:cubicBezTo>
                    <a:cubicBezTo>
                      <a:pt x="12127" y="8110"/>
                      <a:pt x="12122" y="8108"/>
                      <a:pt x="12115" y="8101"/>
                    </a:cubicBezTo>
                    <a:lnTo>
                      <a:pt x="12136" y="8038"/>
                    </a:lnTo>
                    <a:cubicBezTo>
                      <a:pt x="12136" y="7975"/>
                      <a:pt x="12157" y="7912"/>
                      <a:pt x="12199" y="7850"/>
                    </a:cubicBezTo>
                    <a:cubicBezTo>
                      <a:pt x="12241" y="7724"/>
                      <a:pt x="12303" y="7598"/>
                      <a:pt x="12366" y="7494"/>
                    </a:cubicBezTo>
                    <a:cubicBezTo>
                      <a:pt x="12492" y="7264"/>
                      <a:pt x="12659" y="7075"/>
                      <a:pt x="12827" y="6908"/>
                    </a:cubicBezTo>
                    <a:cubicBezTo>
                      <a:pt x="13140" y="6573"/>
                      <a:pt x="13517" y="6343"/>
                      <a:pt x="13852" y="6238"/>
                    </a:cubicBezTo>
                    <a:close/>
                    <a:moveTo>
                      <a:pt x="21698" y="6280"/>
                    </a:moveTo>
                    <a:cubicBezTo>
                      <a:pt x="21677" y="6301"/>
                      <a:pt x="21635" y="6322"/>
                      <a:pt x="21614" y="6364"/>
                    </a:cubicBezTo>
                    <a:cubicBezTo>
                      <a:pt x="21426" y="6510"/>
                      <a:pt x="21154" y="6741"/>
                      <a:pt x="20819" y="7013"/>
                    </a:cubicBezTo>
                    <a:cubicBezTo>
                      <a:pt x="20485" y="7306"/>
                      <a:pt x="20087" y="7619"/>
                      <a:pt x="19606" y="7933"/>
                    </a:cubicBezTo>
                    <a:cubicBezTo>
                      <a:pt x="19376" y="8080"/>
                      <a:pt x="19125" y="8205"/>
                      <a:pt x="18853" y="8310"/>
                    </a:cubicBezTo>
                    <a:cubicBezTo>
                      <a:pt x="18706" y="8352"/>
                      <a:pt x="18581" y="8394"/>
                      <a:pt x="18434" y="8414"/>
                    </a:cubicBezTo>
                    <a:lnTo>
                      <a:pt x="18267" y="8414"/>
                    </a:lnTo>
                    <a:lnTo>
                      <a:pt x="18288" y="8331"/>
                    </a:lnTo>
                    <a:cubicBezTo>
                      <a:pt x="18309" y="8247"/>
                      <a:pt x="18329" y="8184"/>
                      <a:pt x="18371" y="8101"/>
                    </a:cubicBezTo>
                    <a:cubicBezTo>
                      <a:pt x="18434" y="7954"/>
                      <a:pt x="18497" y="7829"/>
                      <a:pt x="18560" y="7703"/>
                    </a:cubicBezTo>
                    <a:cubicBezTo>
                      <a:pt x="18727" y="7431"/>
                      <a:pt x="18915" y="7201"/>
                      <a:pt x="19104" y="7013"/>
                    </a:cubicBezTo>
                    <a:cubicBezTo>
                      <a:pt x="19438" y="6657"/>
                      <a:pt x="19815" y="6427"/>
                      <a:pt x="20171" y="6280"/>
                    </a:cubicBezTo>
                    <a:close/>
                    <a:moveTo>
                      <a:pt x="29691" y="6301"/>
                    </a:moveTo>
                    <a:cubicBezTo>
                      <a:pt x="29670" y="6322"/>
                      <a:pt x="29628" y="6343"/>
                      <a:pt x="29586" y="6364"/>
                    </a:cubicBezTo>
                    <a:cubicBezTo>
                      <a:pt x="29335" y="6573"/>
                      <a:pt x="29000" y="6866"/>
                      <a:pt x="28561" y="7222"/>
                    </a:cubicBezTo>
                    <a:cubicBezTo>
                      <a:pt x="28143" y="7578"/>
                      <a:pt x="27620" y="8017"/>
                      <a:pt x="27013" y="8394"/>
                    </a:cubicBezTo>
                    <a:cubicBezTo>
                      <a:pt x="26720" y="8582"/>
                      <a:pt x="26385" y="8770"/>
                      <a:pt x="26029" y="8896"/>
                    </a:cubicBezTo>
                    <a:cubicBezTo>
                      <a:pt x="25862" y="8958"/>
                      <a:pt x="25674" y="9000"/>
                      <a:pt x="25485" y="9021"/>
                    </a:cubicBezTo>
                    <a:lnTo>
                      <a:pt x="25276" y="9021"/>
                    </a:lnTo>
                    <a:lnTo>
                      <a:pt x="25318" y="8917"/>
                    </a:lnTo>
                    <a:cubicBezTo>
                      <a:pt x="25339" y="8812"/>
                      <a:pt x="25381" y="8728"/>
                      <a:pt x="25402" y="8624"/>
                    </a:cubicBezTo>
                    <a:cubicBezTo>
                      <a:pt x="25485" y="8435"/>
                      <a:pt x="25569" y="8268"/>
                      <a:pt x="25674" y="8101"/>
                    </a:cubicBezTo>
                    <a:cubicBezTo>
                      <a:pt x="25862" y="7766"/>
                      <a:pt x="26113" y="7473"/>
                      <a:pt x="26364" y="7201"/>
                    </a:cubicBezTo>
                    <a:cubicBezTo>
                      <a:pt x="26783" y="6782"/>
                      <a:pt x="27243" y="6489"/>
                      <a:pt x="27661" y="6301"/>
                    </a:cubicBezTo>
                    <a:close/>
                    <a:moveTo>
                      <a:pt x="38625" y="6259"/>
                    </a:moveTo>
                    <a:cubicBezTo>
                      <a:pt x="38563" y="6301"/>
                      <a:pt x="38500" y="6343"/>
                      <a:pt x="38437" y="6406"/>
                    </a:cubicBezTo>
                    <a:cubicBezTo>
                      <a:pt x="38060" y="6678"/>
                      <a:pt x="37579" y="7117"/>
                      <a:pt x="36951" y="7640"/>
                    </a:cubicBezTo>
                    <a:cubicBezTo>
                      <a:pt x="36324" y="8163"/>
                      <a:pt x="35591" y="8770"/>
                      <a:pt x="34713" y="9335"/>
                    </a:cubicBezTo>
                    <a:cubicBezTo>
                      <a:pt x="34252" y="9607"/>
                      <a:pt x="33792" y="9879"/>
                      <a:pt x="33269" y="10047"/>
                    </a:cubicBezTo>
                    <a:cubicBezTo>
                      <a:pt x="33018" y="10130"/>
                      <a:pt x="32746" y="10214"/>
                      <a:pt x="32495" y="10235"/>
                    </a:cubicBezTo>
                    <a:cubicBezTo>
                      <a:pt x="32432" y="10235"/>
                      <a:pt x="32369" y="10256"/>
                      <a:pt x="32306" y="10256"/>
                    </a:cubicBezTo>
                    <a:lnTo>
                      <a:pt x="32181" y="10256"/>
                    </a:lnTo>
                    <a:cubicBezTo>
                      <a:pt x="32181" y="10256"/>
                      <a:pt x="32181" y="10256"/>
                      <a:pt x="32181" y="10235"/>
                    </a:cubicBezTo>
                    <a:lnTo>
                      <a:pt x="32223" y="10088"/>
                    </a:lnTo>
                    <a:cubicBezTo>
                      <a:pt x="32265" y="9942"/>
                      <a:pt x="32327" y="9795"/>
                      <a:pt x="32369" y="9670"/>
                    </a:cubicBezTo>
                    <a:cubicBezTo>
                      <a:pt x="32474" y="9398"/>
                      <a:pt x="32599" y="9147"/>
                      <a:pt x="32746" y="8917"/>
                    </a:cubicBezTo>
                    <a:cubicBezTo>
                      <a:pt x="33039" y="8414"/>
                      <a:pt x="33374" y="7996"/>
                      <a:pt x="33750" y="7619"/>
                    </a:cubicBezTo>
                    <a:cubicBezTo>
                      <a:pt x="34357" y="6992"/>
                      <a:pt x="35047" y="6552"/>
                      <a:pt x="35675" y="6280"/>
                    </a:cubicBezTo>
                    <a:cubicBezTo>
                      <a:pt x="36700" y="6259"/>
                      <a:pt x="37663" y="6259"/>
                      <a:pt x="38625" y="6259"/>
                    </a:cubicBezTo>
                    <a:close/>
                    <a:moveTo>
                      <a:pt x="49024" y="6134"/>
                    </a:moveTo>
                    <a:lnTo>
                      <a:pt x="49024" y="6134"/>
                    </a:lnTo>
                    <a:cubicBezTo>
                      <a:pt x="48920" y="6197"/>
                      <a:pt x="48773" y="6301"/>
                      <a:pt x="48606" y="6427"/>
                    </a:cubicBezTo>
                    <a:cubicBezTo>
                      <a:pt x="48146" y="6803"/>
                      <a:pt x="47497" y="7368"/>
                      <a:pt x="46702" y="8038"/>
                    </a:cubicBezTo>
                    <a:cubicBezTo>
                      <a:pt x="45907" y="8707"/>
                      <a:pt x="44944" y="9502"/>
                      <a:pt x="43793" y="10214"/>
                    </a:cubicBezTo>
                    <a:cubicBezTo>
                      <a:pt x="43229" y="10570"/>
                      <a:pt x="42622" y="10904"/>
                      <a:pt x="41952" y="11135"/>
                    </a:cubicBezTo>
                    <a:cubicBezTo>
                      <a:pt x="41617" y="11260"/>
                      <a:pt x="41283" y="11344"/>
                      <a:pt x="40948" y="11386"/>
                    </a:cubicBezTo>
                    <a:cubicBezTo>
                      <a:pt x="40864" y="11386"/>
                      <a:pt x="40780" y="11407"/>
                      <a:pt x="40697" y="11407"/>
                    </a:cubicBezTo>
                    <a:lnTo>
                      <a:pt x="40550" y="11407"/>
                    </a:lnTo>
                    <a:cubicBezTo>
                      <a:pt x="40550" y="11407"/>
                      <a:pt x="40550" y="11407"/>
                      <a:pt x="40550" y="11386"/>
                    </a:cubicBezTo>
                    <a:lnTo>
                      <a:pt x="40613" y="11176"/>
                    </a:lnTo>
                    <a:cubicBezTo>
                      <a:pt x="40655" y="10988"/>
                      <a:pt x="40718" y="10821"/>
                      <a:pt x="40801" y="10653"/>
                    </a:cubicBezTo>
                    <a:cubicBezTo>
                      <a:pt x="40927" y="10319"/>
                      <a:pt x="41094" y="9984"/>
                      <a:pt x="41283" y="9670"/>
                    </a:cubicBezTo>
                    <a:cubicBezTo>
                      <a:pt x="41638" y="9042"/>
                      <a:pt x="42099" y="8477"/>
                      <a:pt x="42559" y="7996"/>
                    </a:cubicBezTo>
                    <a:cubicBezTo>
                      <a:pt x="43417" y="7138"/>
                      <a:pt x="44379" y="6531"/>
                      <a:pt x="45258" y="6197"/>
                    </a:cubicBezTo>
                    <a:cubicBezTo>
                      <a:pt x="46639" y="6176"/>
                      <a:pt x="47895" y="6155"/>
                      <a:pt x="49024" y="6134"/>
                    </a:cubicBezTo>
                    <a:close/>
                    <a:moveTo>
                      <a:pt x="42289" y="1"/>
                    </a:moveTo>
                    <a:cubicBezTo>
                      <a:pt x="42219" y="1"/>
                      <a:pt x="42148" y="1"/>
                      <a:pt x="42078" y="3"/>
                    </a:cubicBezTo>
                    <a:cubicBezTo>
                      <a:pt x="41638" y="24"/>
                      <a:pt x="41220" y="66"/>
                      <a:pt x="40801" y="150"/>
                    </a:cubicBezTo>
                    <a:cubicBezTo>
                      <a:pt x="40571" y="191"/>
                      <a:pt x="40362" y="233"/>
                      <a:pt x="40153" y="296"/>
                    </a:cubicBezTo>
                    <a:lnTo>
                      <a:pt x="39985" y="359"/>
                    </a:lnTo>
                    <a:lnTo>
                      <a:pt x="39902" y="380"/>
                    </a:lnTo>
                    <a:lnTo>
                      <a:pt x="39776" y="422"/>
                    </a:lnTo>
                    <a:cubicBezTo>
                      <a:pt x="39588" y="484"/>
                      <a:pt x="39400" y="568"/>
                      <a:pt x="39211" y="652"/>
                    </a:cubicBezTo>
                    <a:lnTo>
                      <a:pt x="38646" y="903"/>
                    </a:lnTo>
                    <a:cubicBezTo>
                      <a:pt x="38814" y="1280"/>
                      <a:pt x="38939" y="1614"/>
                      <a:pt x="39148" y="1970"/>
                    </a:cubicBezTo>
                    <a:cubicBezTo>
                      <a:pt x="39169" y="2012"/>
                      <a:pt x="39190" y="2054"/>
                      <a:pt x="39211" y="2096"/>
                    </a:cubicBezTo>
                    <a:lnTo>
                      <a:pt x="39274" y="2200"/>
                    </a:lnTo>
                    <a:cubicBezTo>
                      <a:pt x="39316" y="2242"/>
                      <a:pt x="39358" y="2284"/>
                      <a:pt x="39379" y="2347"/>
                    </a:cubicBezTo>
                    <a:cubicBezTo>
                      <a:pt x="39441" y="2430"/>
                      <a:pt x="39525" y="2514"/>
                      <a:pt x="39588" y="2598"/>
                    </a:cubicBezTo>
                    <a:cubicBezTo>
                      <a:pt x="39881" y="2953"/>
                      <a:pt x="40216" y="3225"/>
                      <a:pt x="40550" y="3476"/>
                    </a:cubicBezTo>
                    <a:cubicBezTo>
                      <a:pt x="41220" y="3958"/>
                      <a:pt x="41910" y="4313"/>
                      <a:pt x="42580" y="4585"/>
                    </a:cubicBezTo>
                    <a:cubicBezTo>
                      <a:pt x="43438" y="4941"/>
                      <a:pt x="44254" y="5171"/>
                      <a:pt x="44986" y="5360"/>
                    </a:cubicBezTo>
                    <a:cubicBezTo>
                      <a:pt x="44840" y="5401"/>
                      <a:pt x="44693" y="5443"/>
                      <a:pt x="44547" y="5506"/>
                    </a:cubicBezTo>
                    <a:cubicBezTo>
                      <a:pt x="42894" y="5485"/>
                      <a:pt x="41052" y="5464"/>
                      <a:pt x="39086" y="5443"/>
                    </a:cubicBezTo>
                    <a:cubicBezTo>
                      <a:pt x="39107" y="5318"/>
                      <a:pt x="39086" y="5129"/>
                      <a:pt x="39023" y="4899"/>
                    </a:cubicBezTo>
                    <a:cubicBezTo>
                      <a:pt x="38918" y="4418"/>
                      <a:pt x="38604" y="3728"/>
                      <a:pt x="37956" y="3100"/>
                    </a:cubicBezTo>
                    <a:cubicBezTo>
                      <a:pt x="37307" y="2472"/>
                      <a:pt x="36345" y="1907"/>
                      <a:pt x="35215" y="1635"/>
                    </a:cubicBezTo>
                    <a:cubicBezTo>
                      <a:pt x="34689" y="1504"/>
                      <a:pt x="34129" y="1423"/>
                      <a:pt x="33551" y="1423"/>
                    </a:cubicBezTo>
                    <a:cubicBezTo>
                      <a:pt x="33485" y="1423"/>
                      <a:pt x="33419" y="1424"/>
                      <a:pt x="33353" y="1426"/>
                    </a:cubicBezTo>
                    <a:cubicBezTo>
                      <a:pt x="33039" y="1426"/>
                      <a:pt x="32704" y="1468"/>
                      <a:pt x="32369" y="1531"/>
                    </a:cubicBezTo>
                    <a:cubicBezTo>
                      <a:pt x="32202" y="1572"/>
                      <a:pt x="32034" y="1593"/>
                      <a:pt x="31867" y="1656"/>
                    </a:cubicBezTo>
                    <a:lnTo>
                      <a:pt x="31741" y="1698"/>
                    </a:lnTo>
                    <a:lnTo>
                      <a:pt x="31679" y="1719"/>
                    </a:lnTo>
                    <a:lnTo>
                      <a:pt x="31574" y="1740"/>
                    </a:lnTo>
                    <a:cubicBezTo>
                      <a:pt x="31449" y="1782"/>
                      <a:pt x="31302" y="1865"/>
                      <a:pt x="31156" y="1928"/>
                    </a:cubicBezTo>
                    <a:lnTo>
                      <a:pt x="30716" y="2116"/>
                    </a:lnTo>
                    <a:cubicBezTo>
                      <a:pt x="30842" y="2409"/>
                      <a:pt x="30925" y="2681"/>
                      <a:pt x="31093" y="2932"/>
                    </a:cubicBezTo>
                    <a:cubicBezTo>
                      <a:pt x="31114" y="2974"/>
                      <a:pt x="31135" y="3016"/>
                      <a:pt x="31156" y="3037"/>
                    </a:cubicBezTo>
                    <a:lnTo>
                      <a:pt x="31197" y="3121"/>
                    </a:lnTo>
                    <a:cubicBezTo>
                      <a:pt x="31218" y="3163"/>
                      <a:pt x="31260" y="3184"/>
                      <a:pt x="31281" y="3225"/>
                    </a:cubicBezTo>
                    <a:cubicBezTo>
                      <a:pt x="31323" y="3309"/>
                      <a:pt x="31386" y="3372"/>
                      <a:pt x="31449" y="3435"/>
                    </a:cubicBezTo>
                    <a:cubicBezTo>
                      <a:pt x="31679" y="3707"/>
                      <a:pt x="31930" y="3916"/>
                      <a:pt x="32181" y="4104"/>
                    </a:cubicBezTo>
                    <a:cubicBezTo>
                      <a:pt x="32704" y="4481"/>
                      <a:pt x="33248" y="4753"/>
                      <a:pt x="33771" y="4983"/>
                    </a:cubicBezTo>
                    <a:cubicBezTo>
                      <a:pt x="34210" y="5150"/>
                      <a:pt x="34650" y="5297"/>
                      <a:pt x="35068" y="5422"/>
                    </a:cubicBezTo>
                    <a:cubicBezTo>
                      <a:pt x="33436" y="5422"/>
                      <a:pt x="31741" y="5401"/>
                      <a:pt x="30026" y="5401"/>
                    </a:cubicBezTo>
                    <a:cubicBezTo>
                      <a:pt x="30005" y="5381"/>
                      <a:pt x="30005" y="5360"/>
                      <a:pt x="30005" y="5339"/>
                    </a:cubicBezTo>
                    <a:cubicBezTo>
                      <a:pt x="29921" y="5004"/>
                      <a:pt x="29712" y="4523"/>
                      <a:pt x="29272" y="4083"/>
                    </a:cubicBezTo>
                    <a:cubicBezTo>
                      <a:pt x="28812" y="3644"/>
                      <a:pt x="28164" y="3267"/>
                      <a:pt x="27368" y="3079"/>
                    </a:cubicBezTo>
                    <a:cubicBezTo>
                      <a:pt x="26971" y="2974"/>
                      <a:pt x="26532" y="2932"/>
                      <a:pt x="26092" y="2932"/>
                    </a:cubicBezTo>
                    <a:cubicBezTo>
                      <a:pt x="25862" y="2932"/>
                      <a:pt x="25632" y="2974"/>
                      <a:pt x="25402" y="3016"/>
                    </a:cubicBezTo>
                    <a:cubicBezTo>
                      <a:pt x="25297" y="3037"/>
                      <a:pt x="25171" y="3058"/>
                      <a:pt x="25067" y="3100"/>
                    </a:cubicBezTo>
                    <a:lnTo>
                      <a:pt x="24983" y="3121"/>
                    </a:lnTo>
                    <a:lnTo>
                      <a:pt x="24941" y="3142"/>
                    </a:lnTo>
                    <a:lnTo>
                      <a:pt x="24858" y="3163"/>
                    </a:lnTo>
                    <a:cubicBezTo>
                      <a:pt x="24774" y="3184"/>
                      <a:pt x="24669" y="3225"/>
                      <a:pt x="24565" y="3267"/>
                    </a:cubicBezTo>
                    <a:lnTo>
                      <a:pt x="24272" y="3414"/>
                    </a:lnTo>
                    <a:cubicBezTo>
                      <a:pt x="24355" y="3602"/>
                      <a:pt x="24418" y="3790"/>
                      <a:pt x="24523" y="3979"/>
                    </a:cubicBezTo>
                    <a:cubicBezTo>
                      <a:pt x="24544" y="4000"/>
                      <a:pt x="24544" y="4021"/>
                      <a:pt x="24565" y="4041"/>
                    </a:cubicBezTo>
                    <a:lnTo>
                      <a:pt x="24607" y="4104"/>
                    </a:lnTo>
                    <a:cubicBezTo>
                      <a:pt x="24627" y="4125"/>
                      <a:pt x="24627" y="4146"/>
                      <a:pt x="24648" y="4188"/>
                    </a:cubicBezTo>
                    <a:cubicBezTo>
                      <a:pt x="24690" y="4230"/>
                      <a:pt x="24732" y="4272"/>
                      <a:pt x="24774" y="4313"/>
                    </a:cubicBezTo>
                    <a:cubicBezTo>
                      <a:pt x="24920" y="4502"/>
                      <a:pt x="25109" y="4648"/>
                      <a:pt x="25276" y="4795"/>
                    </a:cubicBezTo>
                    <a:cubicBezTo>
                      <a:pt x="25632" y="5046"/>
                      <a:pt x="26008" y="5234"/>
                      <a:pt x="26364" y="5381"/>
                    </a:cubicBezTo>
                    <a:cubicBezTo>
                      <a:pt x="26385" y="5381"/>
                      <a:pt x="26406" y="5401"/>
                      <a:pt x="26427" y="5401"/>
                    </a:cubicBezTo>
                    <a:lnTo>
                      <a:pt x="21886" y="5401"/>
                    </a:lnTo>
                    <a:cubicBezTo>
                      <a:pt x="21803" y="5171"/>
                      <a:pt x="21656" y="4857"/>
                      <a:pt x="21363" y="4585"/>
                    </a:cubicBezTo>
                    <a:cubicBezTo>
                      <a:pt x="21008" y="4251"/>
                      <a:pt x="20506" y="3958"/>
                      <a:pt x="19878" y="3790"/>
                    </a:cubicBezTo>
                    <a:cubicBezTo>
                      <a:pt x="19585" y="3728"/>
                      <a:pt x="19250" y="3686"/>
                      <a:pt x="18894" y="3686"/>
                    </a:cubicBezTo>
                    <a:cubicBezTo>
                      <a:pt x="18727" y="3686"/>
                      <a:pt x="18539" y="3707"/>
                      <a:pt x="18371" y="3748"/>
                    </a:cubicBezTo>
                    <a:cubicBezTo>
                      <a:pt x="18288" y="3769"/>
                      <a:pt x="18183" y="3790"/>
                      <a:pt x="18099" y="3811"/>
                    </a:cubicBezTo>
                    <a:lnTo>
                      <a:pt x="18037" y="3832"/>
                    </a:lnTo>
                    <a:lnTo>
                      <a:pt x="17995" y="3832"/>
                    </a:lnTo>
                    <a:lnTo>
                      <a:pt x="17953" y="3853"/>
                    </a:lnTo>
                    <a:cubicBezTo>
                      <a:pt x="17869" y="3895"/>
                      <a:pt x="17785" y="3916"/>
                      <a:pt x="17723" y="3958"/>
                    </a:cubicBezTo>
                    <a:lnTo>
                      <a:pt x="17472" y="4062"/>
                    </a:lnTo>
                    <a:cubicBezTo>
                      <a:pt x="17555" y="4209"/>
                      <a:pt x="17597" y="4355"/>
                      <a:pt x="17681" y="4502"/>
                    </a:cubicBezTo>
                    <a:cubicBezTo>
                      <a:pt x="17702" y="4523"/>
                      <a:pt x="17702" y="4544"/>
                      <a:pt x="17723" y="4544"/>
                    </a:cubicBezTo>
                    <a:lnTo>
                      <a:pt x="17744" y="4606"/>
                    </a:lnTo>
                    <a:cubicBezTo>
                      <a:pt x="17765" y="4627"/>
                      <a:pt x="17765" y="4627"/>
                      <a:pt x="17785" y="4648"/>
                    </a:cubicBezTo>
                    <a:cubicBezTo>
                      <a:pt x="17806" y="4690"/>
                      <a:pt x="17848" y="4732"/>
                      <a:pt x="17869" y="4774"/>
                    </a:cubicBezTo>
                    <a:cubicBezTo>
                      <a:pt x="17995" y="4899"/>
                      <a:pt x="18120" y="5025"/>
                      <a:pt x="18267" y="5129"/>
                    </a:cubicBezTo>
                    <a:cubicBezTo>
                      <a:pt x="18434" y="5255"/>
                      <a:pt x="18601" y="5339"/>
                      <a:pt x="18748" y="5422"/>
                    </a:cubicBezTo>
                    <a:cubicBezTo>
                      <a:pt x="17513" y="5422"/>
                      <a:pt x="16321" y="5443"/>
                      <a:pt x="15170" y="5443"/>
                    </a:cubicBezTo>
                    <a:cubicBezTo>
                      <a:pt x="15086" y="5255"/>
                      <a:pt x="14961" y="5046"/>
                      <a:pt x="14752" y="4837"/>
                    </a:cubicBezTo>
                    <a:cubicBezTo>
                      <a:pt x="14459" y="4544"/>
                      <a:pt x="14019" y="4293"/>
                      <a:pt x="13496" y="4167"/>
                    </a:cubicBezTo>
                    <a:cubicBezTo>
                      <a:pt x="13224" y="4104"/>
                      <a:pt x="12952" y="4062"/>
                      <a:pt x="12638" y="4062"/>
                    </a:cubicBezTo>
                    <a:cubicBezTo>
                      <a:pt x="12492" y="4062"/>
                      <a:pt x="12345" y="4083"/>
                      <a:pt x="12199" y="4125"/>
                    </a:cubicBezTo>
                    <a:cubicBezTo>
                      <a:pt x="12115" y="4125"/>
                      <a:pt x="12031" y="4146"/>
                      <a:pt x="11969" y="4167"/>
                    </a:cubicBezTo>
                    <a:lnTo>
                      <a:pt x="11906" y="4188"/>
                    </a:lnTo>
                    <a:lnTo>
                      <a:pt x="11885" y="4188"/>
                    </a:lnTo>
                    <a:lnTo>
                      <a:pt x="11822" y="4209"/>
                    </a:lnTo>
                    <a:cubicBezTo>
                      <a:pt x="11759" y="4230"/>
                      <a:pt x="11697" y="4272"/>
                      <a:pt x="11634" y="4293"/>
                    </a:cubicBezTo>
                    <a:lnTo>
                      <a:pt x="11425" y="4397"/>
                    </a:lnTo>
                    <a:cubicBezTo>
                      <a:pt x="11487" y="4523"/>
                      <a:pt x="11529" y="4648"/>
                      <a:pt x="11613" y="4753"/>
                    </a:cubicBezTo>
                    <a:cubicBezTo>
                      <a:pt x="11613" y="4774"/>
                      <a:pt x="11613" y="4795"/>
                      <a:pt x="11634" y="4816"/>
                    </a:cubicBezTo>
                    <a:lnTo>
                      <a:pt x="11655" y="4837"/>
                    </a:lnTo>
                    <a:cubicBezTo>
                      <a:pt x="11676" y="4857"/>
                      <a:pt x="11676" y="4878"/>
                      <a:pt x="11697" y="4899"/>
                    </a:cubicBezTo>
                    <a:cubicBezTo>
                      <a:pt x="11718" y="4920"/>
                      <a:pt x="11739" y="4962"/>
                      <a:pt x="11759" y="4983"/>
                    </a:cubicBezTo>
                    <a:cubicBezTo>
                      <a:pt x="11864" y="5109"/>
                      <a:pt x="11990" y="5213"/>
                      <a:pt x="12115" y="5297"/>
                    </a:cubicBezTo>
                    <a:cubicBezTo>
                      <a:pt x="12199" y="5360"/>
                      <a:pt x="12283" y="5422"/>
                      <a:pt x="12387" y="5485"/>
                    </a:cubicBezTo>
                    <a:cubicBezTo>
                      <a:pt x="4938" y="5548"/>
                      <a:pt x="0" y="5694"/>
                      <a:pt x="0" y="5841"/>
                    </a:cubicBezTo>
                    <a:cubicBezTo>
                      <a:pt x="0" y="6008"/>
                      <a:pt x="5231" y="6155"/>
                      <a:pt x="13078" y="6238"/>
                    </a:cubicBezTo>
                    <a:cubicBezTo>
                      <a:pt x="12910" y="6343"/>
                      <a:pt x="12722" y="6469"/>
                      <a:pt x="12555" y="6615"/>
                    </a:cubicBezTo>
                    <a:cubicBezTo>
                      <a:pt x="12345" y="6803"/>
                      <a:pt x="12157" y="7034"/>
                      <a:pt x="12011" y="7285"/>
                    </a:cubicBezTo>
                    <a:cubicBezTo>
                      <a:pt x="11927" y="7410"/>
                      <a:pt x="11864" y="7536"/>
                      <a:pt x="11801" y="7682"/>
                    </a:cubicBezTo>
                    <a:cubicBezTo>
                      <a:pt x="11780" y="7766"/>
                      <a:pt x="11739" y="7829"/>
                      <a:pt x="11718" y="7912"/>
                    </a:cubicBezTo>
                    <a:lnTo>
                      <a:pt x="11697" y="7975"/>
                    </a:lnTo>
                    <a:lnTo>
                      <a:pt x="11697" y="7996"/>
                    </a:lnTo>
                    <a:lnTo>
                      <a:pt x="11697" y="8038"/>
                    </a:lnTo>
                    <a:cubicBezTo>
                      <a:pt x="11676" y="8101"/>
                      <a:pt x="11655" y="8184"/>
                      <a:pt x="11655" y="8247"/>
                    </a:cubicBezTo>
                    <a:lnTo>
                      <a:pt x="11613" y="8477"/>
                    </a:lnTo>
                    <a:cubicBezTo>
                      <a:pt x="11759" y="8498"/>
                      <a:pt x="11885" y="8519"/>
                      <a:pt x="12031" y="8519"/>
                    </a:cubicBezTo>
                    <a:cubicBezTo>
                      <a:pt x="12031" y="8540"/>
                      <a:pt x="12052" y="8540"/>
                      <a:pt x="12073" y="8540"/>
                    </a:cubicBezTo>
                    <a:lnTo>
                      <a:pt x="12115" y="8540"/>
                    </a:lnTo>
                    <a:cubicBezTo>
                      <a:pt x="12136" y="8540"/>
                      <a:pt x="12157" y="8540"/>
                      <a:pt x="12178" y="8519"/>
                    </a:cubicBezTo>
                    <a:lnTo>
                      <a:pt x="12303" y="8519"/>
                    </a:lnTo>
                    <a:cubicBezTo>
                      <a:pt x="12450" y="8498"/>
                      <a:pt x="12617" y="8456"/>
                      <a:pt x="12743" y="8394"/>
                    </a:cubicBezTo>
                    <a:cubicBezTo>
                      <a:pt x="13015" y="8289"/>
                      <a:pt x="13266" y="8163"/>
                      <a:pt x="13475" y="8017"/>
                    </a:cubicBezTo>
                    <a:cubicBezTo>
                      <a:pt x="13894" y="7724"/>
                      <a:pt x="14228" y="7410"/>
                      <a:pt x="14480" y="7138"/>
                    </a:cubicBezTo>
                    <a:cubicBezTo>
                      <a:pt x="14752" y="6866"/>
                      <a:pt x="14940" y="6636"/>
                      <a:pt x="15086" y="6469"/>
                    </a:cubicBezTo>
                    <a:cubicBezTo>
                      <a:pt x="15149" y="6364"/>
                      <a:pt x="15212" y="6301"/>
                      <a:pt x="15233" y="6238"/>
                    </a:cubicBezTo>
                    <a:cubicBezTo>
                      <a:pt x="16530" y="6259"/>
                      <a:pt x="17890" y="6259"/>
                      <a:pt x="19313" y="6280"/>
                    </a:cubicBezTo>
                    <a:cubicBezTo>
                      <a:pt x="19125" y="6385"/>
                      <a:pt x="18957" y="6531"/>
                      <a:pt x="18790" y="6678"/>
                    </a:cubicBezTo>
                    <a:cubicBezTo>
                      <a:pt x="18560" y="6887"/>
                      <a:pt x="18329" y="7159"/>
                      <a:pt x="18162" y="7452"/>
                    </a:cubicBezTo>
                    <a:cubicBezTo>
                      <a:pt x="18057" y="7598"/>
                      <a:pt x="17974" y="7745"/>
                      <a:pt x="17911" y="7912"/>
                    </a:cubicBezTo>
                    <a:cubicBezTo>
                      <a:pt x="17869" y="7996"/>
                      <a:pt x="17848" y="8080"/>
                      <a:pt x="17827" y="8184"/>
                    </a:cubicBezTo>
                    <a:lnTo>
                      <a:pt x="17806" y="8247"/>
                    </a:lnTo>
                    <a:lnTo>
                      <a:pt x="17785" y="8289"/>
                    </a:lnTo>
                    <a:lnTo>
                      <a:pt x="17785" y="8331"/>
                    </a:lnTo>
                    <a:cubicBezTo>
                      <a:pt x="17765" y="8414"/>
                      <a:pt x="17744" y="8498"/>
                      <a:pt x="17723" y="8582"/>
                    </a:cubicBezTo>
                    <a:lnTo>
                      <a:pt x="17702" y="8833"/>
                    </a:lnTo>
                    <a:cubicBezTo>
                      <a:pt x="17848" y="8854"/>
                      <a:pt x="17995" y="8896"/>
                      <a:pt x="18162" y="8896"/>
                    </a:cubicBezTo>
                    <a:cubicBezTo>
                      <a:pt x="18183" y="8917"/>
                      <a:pt x="18204" y="8917"/>
                      <a:pt x="18225" y="8917"/>
                    </a:cubicBezTo>
                    <a:lnTo>
                      <a:pt x="18288" y="8917"/>
                    </a:lnTo>
                    <a:cubicBezTo>
                      <a:pt x="18309" y="8917"/>
                      <a:pt x="18329" y="8917"/>
                      <a:pt x="18350" y="8896"/>
                    </a:cubicBezTo>
                    <a:lnTo>
                      <a:pt x="18497" y="8896"/>
                    </a:lnTo>
                    <a:cubicBezTo>
                      <a:pt x="18685" y="8875"/>
                      <a:pt x="18853" y="8812"/>
                      <a:pt x="19020" y="8749"/>
                    </a:cubicBezTo>
                    <a:cubicBezTo>
                      <a:pt x="19334" y="8645"/>
                      <a:pt x="19606" y="8477"/>
                      <a:pt x="19857" y="8310"/>
                    </a:cubicBezTo>
                    <a:cubicBezTo>
                      <a:pt x="20359" y="7954"/>
                      <a:pt x="20736" y="7578"/>
                      <a:pt x="21050" y="7264"/>
                    </a:cubicBezTo>
                    <a:cubicBezTo>
                      <a:pt x="21363" y="6950"/>
                      <a:pt x="21594" y="6678"/>
                      <a:pt x="21740" y="6489"/>
                    </a:cubicBezTo>
                    <a:cubicBezTo>
                      <a:pt x="21803" y="6406"/>
                      <a:pt x="21866" y="6343"/>
                      <a:pt x="21886" y="6280"/>
                    </a:cubicBezTo>
                    <a:cubicBezTo>
                      <a:pt x="23414" y="6280"/>
                      <a:pt x="24983" y="6301"/>
                      <a:pt x="26573" y="6301"/>
                    </a:cubicBezTo>
                    <a:cubicBezTo>
                      <a:pt x="26364" y="6427"/>
                      <a:pt x="26155" y="6594"/>
                      <a:pt x="25946" y="6782"/>
                    </a:cubicBezTo>
                    <a:cubicBezTo>
                      <a:pt x="25653" y="7075"/>
                      <a:pt x="25381" y="7389"/>
                      <a:pt x="25130" y="7787"/>
                    </a:cubicBezTo>
                    <a:cubicBezTo>
                      <a:pt x="25025" y="7975"/>
                      <a:pt x="24920" y="8163"/>
                      <a:pt x="24816" y="8394"/>
                    </a:cubicBezTo>
                    <a:cubicBezTo>
                      <a:pt x="24774" y="8498"/>
                      <a:pt x="24732" y="8603"/>
                      <a:pt x="24711" y="8728"/>
                    </a:cubicBezTo>
                    <a:lnTo>
                      <a:pt x="24669" y="8812"/>
                    </a:lnTo>
                    <a:lnTo>
                      <a:pt x="24669" y="8854"/>
                    </a:lnTo>
                    <a:lnTo>
                      <a:pt x="24648" y="8938"/>
                    </a:lnTo>
                    <a:cubicBezTo>
                      <a:pt x="24627" y="9021"/>
                      <a:pt x="24607" y="9126"/>
                      <a:pt x="24586" y="9230"/>
                    </a:cubicBezTo>
                    <a:lnTo>
                      <a:pt x="24544" y="9565"/>
                    </a:lnTo>
                    <a:cubicBezTo>
                      <a:pt x="24753" y="9607"/>
                      <a:pt x="24941" y="9649"/>
                      <a:pt x="25151" y="9670"/>
                    </a:cubicBezTo>
                    <a:lnTo>
                      <a:pt x="25402" y="9670"/>
                    </a:lnTo>
                    <a:cubicBezTo>
                      <a:pt x="25443" y="9649"/>
                      <a:pt x="25506" y="9649"/>
                      <a:pt x="25569" y="9649"/>
                    </a:cubicBezTo>
                    <a:cubicBezTo>
                      <a:pt x="25820" y="9607"/>
                      <a:pt x="26029" y="9544"/>
                      <a:pt x="26239" y="9461"/>
                    </a:cubicBezTo>
                    <a:cubicBezTo>
                      <a:pt x="26657" y="9314"/>
                      <a:pt x="27013" y="9105"/>
                      <a:pt x="27348" y="8875"/>
                    </a:cubicBezTo>
                    <a:cubicBezTo>
                      <a:pt x="27975" y="8435"/>
                      <a:pt x="28477" y="7954"/>
                      <a:pt x="28875" y="7557"/>
                    </a:cubicBezTo>
                    <a:cubicBezTo>
                      <a:pt x="29272" y="7138"/>
                      <a:pt x="29565" y="6782"/>
                      <a:pt x="29775" y="6531"/>
                    </a:cubicBezTo>
                    <a:cubicBezTo>
                      <a:pt x="29837" y="6448"/>
                      <a:pt x="29900" y="6364"/>
                      <a:pt x="29942" y="6301"/>
                    </a:cubicBezTo>
                    <a:cubicBezTo>
                      <a:pt x="31365" y="6280"/>
                      <a:pt x="32746" y="6280"/>
                      <a:pt x="34085" y="6280"/>
                    </a:cubicBezTo>
                    <a:cubicBezTo>
                      <a:pt x="33771" y="6489"/>
                      <a:pt x="33457" y="6720"/>
                      <a:pt x="33143" y="7013"/>
                    </a:cubicBezTo>
                    <a:cubicBezTo>
                      <a:pt x="32725" y="7410"/>
                      <a:pt x="32306" y="7891"/>
                      <a:pt x="31972" y="8435"/>
                    </a:cubicBezTo>
                    <a:cubicBezTo>
                      <a:pt x="31804" y="8707"/>
                      <a:pt x="31658" y="9021"/>
                      <a:pt x="31511" y="9335"/>
                    </a:cubicBezTo>
                    <a:cubicBezTo>
                      <a:pt x="31449" y="9482"/>
                      <a:pt x="31407" y="9649"/>
                      <a:pt x="31344" y="9816"/>
                    </a:cubicBezTo>
                    <a:lnTo>
                      <a:pt x="31302" y="9942"/>
                    </a:lnTo>
                    <a:lnTo>
                      <a:pt x="31302" y="10005"/>
                    </a:lnTo>
                    <a:lnTo>
                      <a:pt x="31260" y="10109"/>
                    </a:lnTo>
                    <a:cubicBezTo>
                      <a:pt x="31239" y="10256"/>
                      <a:pt x="31197" y="10402"/>
                      <a:pt x="31177" y="10570"/>
                    </a:cubicBezTo>
                    <a:lnTo>
                      <a:pt x="31114" y="11030"/>
                    </a:lnTo>
                    <a:cubicBezTo>
                      <a:pt x="31407" y="11093"/>
                      <a:pt x="31700" y="11155"/>
                      <a:pt x="31993" y="11176"/>
                    </a:cubicBezTo>
                    <a:lnTo>
                      <a:pt x="32348" y="11176"/>
                    </a:lnTo>
                    <a:cubicBezTo>
                      <a:pt x="32432" y="11155"/>
                      <a:pt x="32516" y="11155"/>
                      <a:pt x="32599" y="11135"/>
                    </a:cubicBezTo>
                    <a:cubicBezTo>
                      <a:pt x="32955" y="11093"/>
                      <a:pt x="33269" y="11009"/>
                      <a:pt x="33583" y="10883"/>
                    </a:cubicBezTo>
                    <a:cubicBezTo>
                      <a:pt x="34190" y="10674"/>
                      <a:pt x="34692" y="10360"/>
                      <a:pt x="35173" y="10047"/>
                    </a:cubicBezTo>
                    <a:cubicBezTo>
                      <a:pt x="36094" y="9398"/>
                      <a:pt x="36805" y="8707"/>
                      <a:pt x="37391" y="8122"/>
                    </a:cubicBezTo>
                    <a:cubicBezTo>
                      <a:pt x="37977" y="7515"/>
                      <a:pt x="38395" y="7013"/>
                      <a:pt x="38688" y="6657"/>
                    </a:cubicBezTo>
                    <a:cubicBezTo>
                      <a:pt x="38814" y="6489"/>
                      <a:pt x="38897" y="6364"/>
                      <a:pt x="38981" y="6259"/>
                    </a:cubicBezTo>
                    <a:cubicBezTo>
                      <a:pt x="40425" y="6238"/>
                      <a:pt x="41806" y="6238"/>
                      <a:pt x="43103" y="6217"/>
                    </a:cubicBezTo>
                    <a:lnTo>
                      <a:pt x="43103" y="6217"/>
                    </a:lnTo>
                    <a:cubicBezTo>
                      <a:pt x="42664" y="6489"/>
                      <a:pt x="42224" y="6824"/>
                      <a:pt x="41806" y="7222"/>
                    </a:cubicBezTo>
                    <a:cubicBezTo>
                      <a:pt x="41241" y="7724"/>
                      <a:pt x="40718" y="8352"/>
                      <a:pt x="40278" y="9063"/>
                    </a:cubicBezTo>
                    <a:cubicBezTo>
                      <a:pt x="40069" y="9419"/>
                      <a:pt x="39860" y="9795"/>
                      <a:pt x="39692" y="10214"/>
                    </a:cubicBezTo>
                    <a:cubicBezTo>
                      <a:pt x="39609" y="10402"/>
                      <a:pt x="39546" y="10611"/>
                      <a:pt x="39462" y="10842"/>
                    </a:cubicBezTo>
                    <a:lnTo>
                      <a:pt x="39420" y="10988"/>
                    </a:lnTo>
                    <a:lnTo>
                      <a:pt x="39400" y="11072"/>
                    </a:lnTo>
                    <a:lnTo>
                      <a:pt x="39379" y="11218"/>
                    </a:lnTo>
                    <a:cubicBezTo>
                      <a:pt x="39316" y="11386"/>
                      <a:pt x="39295" y="11595"/>
                      <a:pt x="39253" y="11804"/>
                    </a:cubicBezTo>
                    <a:lnTo>
                      <a:pt x="39169" y="12411"/>
                    </a:lnTo>
                    <a:cubicBezTo>
                      <a:pt x="39567" y="12474"/>
                      <a:pt x="39923" y="12557"/>
                      <a:pt x="40320" y="12578"/>
                    </a:cubicBezTo>
                    <a:cubicBezTo>
                      <a:pt x="40362" y="12578"/>
                      <a:pt x="40404" y="12599"/>
                      <a:pt x="40467" y="12599"/>
                    </a:cubicBezTo>
                    <a:lnTo>
                      <a:pt x="40592" y="12599"/>
                    </a:lnTo>
                    <a:cubicBezTo>
                      <a:pt x="40655" y="12599"/>
                      <a:pt x="40697" y="12578"/>
                      <a:pt x="40760" y="12578"/>
                    </a:cubicBezTo>
                    <a:cubicBezTo>
                      <a:pt x="40885" y="12578"/>
                      <a:pt x="40990" y="12557"/>
                      <a:pt x="41094" y="12557"/>
                    </a:cubicBezTo>
                    <a:cubicBezTo>
                      <a:pt x="41555" y="12495"/>
                      <a:pt x="41952" y="12369"/>
                      <a:pt x="42350" y="12223"/>
                    </a:cubicBezTo>
                    <a:cubicBezTo>
                      <a:pt x="43124" y="11930"/>
                      <a:pt x="43793" y="11532"/>
                      <a:pt x="44400" y="11135"/>
                    </a:cubicBezTo>
                    <a:cubicBezTo>
                      <a:pt x="45593" y="10298"/>
                      <a:pt x="46514" y="9398"/>
                      <a:pt x="47267" y="8645"/>
                    </a:cubicBezTo>
                    <a:cubicBezTo>
                      <a:pt x="48020" y="7870"/>
                      <a:pt x="48564" y="7222"/>
                      <a:pt x="48941" y="6761"/>
                    </a:cubicBezTo>
                    <a:cubicBezTo>
                      <a:pt x="49171" y="6469"/>
                      <a:pt x="49317" y="6259"/>
                      <a:pt x="49380" y="6113"/>
                    </a:cubicBezTo>
                    <a:cubicBezTo>
                      <a:pt x="52853" y="6050"/>
                      <a:pt x="54904" y="5945"/>
                      <a:pt x="54904" y="5841"/>
                    </a:cubicBezTo>
                    <a:cubicBezTo>
                      <a:pt x="54904" y="5736"/>
                      <a:pt x="52644" y="5653"/>
                      <a:pt x="48878" y="5569"/>
                    </a:cubicBezTo>
                    <a:cubicBezTo>
                      <a:pt x="48857" y="5569"/>
                      <a:pt x="48836" y="5569"/>
                      <a:pt x="48836" y="5548"/>
                    </a:cubicBezTo>
                    <a:cubicBezTo>
                      <a:pt x="48271" y="5360"/>
                      <a:pt x="47434" y="5129"/>
                      <a:pt x="46430" y="4837"/>
                    </a:cubicBezTo>
                    <a:cubicBezTo>
                      <a:pt x="45446" y="4523"/>
                      <a:pt x="44254" y="4146"/>
                      <a:pt x="43019" y="3581"/>
                    </a:cubicBezTo>
                    <a:cubicBezTo>
                      <a:pt x="42413" y="3309"/>
                      <a:pt x="41806" y="2974"/>
                      <a:pt x="41241" y="2556"/>
                    </a:cubicBezTo>
                    <a:cubicBezTo>
                      <a:pt x="40969" y="2326"/>
                      <a:pt x="40718" y="2096"/>
                      <a:pt x="40488" y="1844"/>
                    </a:cubicBezTo>
                    <a:cubicBezTo>
                      <a:pt x="40446" y="1782"/>
                      <a:pt x="40383" y="1698"/>
                      <a:pt x="40341" y="1635"/>
                    </a:cubicBezTo>
                    <a:cubicBezTo>
                      <a:pt x="40320" y="1593"/>
                      <a:pt x="40278" y="1572"/>
                      <a:pt x="40257" y="1531"/>
                    </a:cubicBezTo>
                    <a:cubicBezTo>
                      <a:pt x="40257" y="1510"/>
                      <a:pt x="40257" y="1510"/>
                      <a:pt x="40257" y="1510"/>
                    </a:cubicBezTo>
                    <a:lnTo>
                      <a:pt x="40278" y="1510"/>
                    </a:lnTo>
                    <a:lnTo>
                      <a:pt x="40488" y="1447"/>
                    </a:lnTo>
                    <a:cubicBezTo>
                      <a:pt x="40655" y="1384"/>
                      <a:pt x="40843" y="1342"/>
                      <a:pt x="41011" y="1300"/>
                    </a:cubicBezTo>
                    <a:cubicBezTo>
                      <a:pt x="41387" y="1238"/>
                      <a:pt x="41743" y="1196"/>
                      <a:pt x="42120" y="1175"/>
                    </a:cubicBezTo>
                    <a:cubicBezTo>
                      <a:pt x="42246" y="1167"/>
                      <a:pt x="42372" y="1164"/>
                      <a:pt x="42497" y="1164"/>
                    </a:cubicBezTo>
                    <a:cubicBezTo>
                      <a:pt x="43082" y="1164"/>
                      <a:pt x="43661" y="1239"/>
                      <a:pt x="44212" y="1342"/>
                    </a:cubicBezTo>
                    <a:cubicBezTo>
                      <a:pt x="45530" y="1614"/>
                      <a:pt x="46660" y="2158"/>
                      <a:pt x="47434" y="2786"/>
                    </a:cubicBezTo>
                    <a:cubicBezTo>
                      <a:pt x="48229" y="3414"/>
                      <a:pt x="48690" y="4125"/>
                      <a:pt x="48941" y="4648"/>
                    </a:cubicBezTo>
                    <a:cubicBezTo>
                      <a:pt x="49205" y="5156"/>
                      <a:pt x="49291" y="5486"/>
                      <a:pt x="49373" y="5486"/>
                    </a:cubicBezTo>
                    <a:cubicBezTo>
                      <a:pt x="49375" y="5486"/>
                      <a:pt x="49378" y="5486"/>
                      <a:pt x="49380" y="5485"/>
                    </a:cubicBezTo>
                    <a:cubicBezTo>
                      <a:pt x="49464" y="5485"/>
                      <a:pt x="49527" y="5129"/>
                      <a:pt x="49380" y="4502"/>
                    </a:cubicBezTo>
                    <a:cubicBezTo>
                      <a:pt x="49255" y="3874"/>
                      <a:pt x="48836" y="2974"/>
                      <a:pt x="47999" y="2158"/>
                    </a:cubicBezTo>
                    <a:cubicBezTo>
                      <a:pt x="47162" y="1342"/>
                      <a:pt x="45928" y="652"/>
                      <a:pt x="44442" y="275"/>
                    </a:cubicBezTo>
                    <a:cubicBezTo>
                      <a:pt x="43772" y="103"/>
                      <a:pt x="43049" y="1"/>
                      <a:pt x="4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1" name="Google Shape;151;p4"/>
          <p:cNvGrpSpPr/>
          <p:nvPr/>
        </p:nvGrpSpPr>
        <p:grpSpPr>
          <a:xfrm rot="10800000">
            <a:off x="7469934" y="146039"/>
            <a:ext cx="1514389" cy="1539136"/>
            <a:chOff x="159684" y="3459914"/>
            <a:chExt cx="1514389" cy="1539136"/>
          </a:xfrm>
        </p:grpSpPr>
        <p:grpSp>
          <p:nvGrpSpPr>
            <p:cNvPr id="152" name="Google Shape;152;p4"/>
            <p:cNvGrpSpPr/>
            <p:nvPr/>
          </p:nvGrpSpPr>
          <p:grpSpPr>
            <a:xfrm flipH="1">
              <a:off x="301473" y="4684050"/>
              <a:ext cx="1372600" cy="315000"/>
              <a:chOff x="2359200" y="702550"/>
              <a:chExt cx="1372600" cy="315000"/>
            </a:xfrm>
          </p:grpSpPr>
          <p:sp>
            <p:nvSpPr>
              <p:cNvPr id="153" name="Google Shape;153;p4"/>
              <p:cNvSpPr/>
              <p:nvPr/>
            </p:nvSpPr>
            <p:spPr>
              <a:xfrm>
                <a:off x="3365625" y="740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4"/>
              <p:cNvSpPr/>
              <p:nvPr/>
            </p:nvSpPr>
            <p:spPr>
              <a:xfrm>
                <a:off x="3163700" y="9589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2359200" y="702550"/>
                <a:ext cx="1372600" cy="315000"/>
              </a:xfrm>
              <a:custGeom>
                <a:avLst/>
                <a:gdLst/>
                <a:ahLst/>
                <a:cxnLst/>
                <a:rect l="l" t="t" r="r" b="b"/>
                <a:pathLst>
                  <a:path w="54904" h="12600" extrusionOk="0">
                    <a:moveTo>
                      <a:pt x="26322" y="3555"/>
                    </a:moveTo>
                    <a:cubicBezTo>
                      <a:pt x="26643" y="3555"/>
                      <a:pt x="26950" y="3592"/>
                      <a:pt x="27243" y="3644"/>
                    </a:cubicBezTo>
                    <a:cubicBezTo>
                      <a:pt x="27933" y="3790"/>
                      <a:pt x="28540" y="4083"/>
                      <a:pt x="28959" y="4418"/>
                    </a:cubicBezTo>
                    <a:cubicBezTo>
                      <a:pt x="29377" y="4753"/>
                      <a:pt x="29628" y="5129"/>
                      <a:pt x="29754" y="5401"/>
                    </a:cubicBezTo>
                    <a:lnTo>
                      <a:pt x="28080" y="5401"/>
                    </a:lnTo>
                    <a:cubicBezTo>
                      <a:pt x="27620" y="5255"/>
                      <a:pt x="27117" y="5088"/>
                      <a:pt x="26594" y="4857"/>
                    </a:cubicBezTo>
                    <a:cubicBezTo>
                      <a:pt x="26280" y="4690"/>
                      <a:pt x="25946" y="4523"/>
                      <a:pt x="25653" y="4293"/>
                    </a:cubicBezTo>
                    <a:cubicBezTo>
                      <a:pt x="25506" y="4188"/>
                      <a:pt x="25360" y="4062"/>
                      <a:pt x="25255" y="3916"/>
                    </a:cubicBezTo>
                    <a:cubicBezTo>
                      <a:pt x="25213" y="3874"/>
                      <a:pt x="25192" y="3832"/>
                      <a:pt x="25171" y="3811"/>
                    </a:cubicBezTo>
                    <a:cubicBezTo>
                      <a:pt x="25151" y="3790"/>
                      <a:pt x="25130" y="3769"/>
                      <a:pt x="25130" y="3748"/>
                    </a:cubicBezTo>
                    <a:cubicBezTo>
                      <a:pt x="25130" y="3748"/>
                      <a:pt x="25109" y="3748"/>
                      <a:pt x="25130" y="3728"/>
                    </a:cubicBezTo>
                    <a:lnTo>
                      <a:pt x="25234" y="3707"/>
                    </a:lnTo>
                    <a:cubicBezTo>
                      <a:pt x="25339" y="3665"/>
                      <a:pt x="25423" y="3644"/>
                      <a:pt x="25527" y="3623"/>
                    </a:cubicBezTo>
                    <a:cubicBezTo>
                      <a:pt x="25715" y="3581"/>
                      <a:pt x="25925" y="3560"/>
                      <a:pt x="26113" y="3560"/>
                    </a:cubicBezTo>
                    <a:cubicBezTo>
                      <a:pt x="26183" y="3556"/>
                      <a:pt x="26253" y="3555"/>
                      <a:pt x="26322" y="3555"/>
                    </a:cubicBezTo>
                    <a:close/>
                    <a:moveTo>
                      <a:pt x="18915" y="4167"/>
                    </a:moveTo>
                    <a:cubicBezTo>
                      <a:pt x="19208" y="4167"/>
                      <a:pt x="19501" y="4188"/>
                      <a:pt x="19773" y="4251"/>
                    </a:cubicBezTo>
                    <a:cubicBezTo>
                      <a:pt x="20338" y="4355"/>
                      <a:pt x="20798" y="4585"/>
                      <a:pt x="21133" y="4837"/>
                    </a:cubicBezTo>
                    <a:cubicBezTo>
                      <a:pt x="21363" y="5025"/>
                      <a:pt x="21531" y="5234"/>
                      <a:pt x="21635" y="5401"/>
                    </a:cubicBezTo>
                    <a:cubicBezTo>
                      <a:pt x="21050" y="5422"/>
                      <a:pt x="20464" y="5422"/>
                      <a:pt x="19899" y="5422"/>
                    </a:cubicBezTo>
                    <a:cubicBezTo>
                      <a:pt x="19689" y="5339"/>
                      <a:pt x="19501" y="5276"/>
                      <a:pt x="19292" y="5171"/>
                    </a:cubicBezTo>
                    <a:cubicBezTo>
                      <a:pt x="19041" y="5067"/>
                      <a:pt x="18790" y="4920"/>
                      <a:pt x="18560" y="4753"/>
                    </a:cubicBezTo>
                    <a:cubicBezTo>
                      <a:pt x="18434" y="4648"/>
                      <a:pt x="18329" y="4565"/>
                      <a:pt x="18246" y="4439"/>
                    </a:cubicBezTo>
                    <a:cubicBezTo>
                      <a:pt x="18225" y="4418"/>
                      <a:pt x="18204" y="4397"/>
                      <a:pt x="18183" y="4355"/>
                    </a:cubicBezTo>
                    <a:cubicBezTo>
                      <a:pt x="18162" y="4355"/>
                      <a:pt x="18162" y="4334"/>
                      <a:pt x="18141" y="4313"/>
                    </a:cubicBezTo>
                    <a:lnTo>
                      <a:pt x="18246" y="4293"/>
                    </a:lnTo>
                    <a:cubicBezTo>
                      <a:pt x="18309" y="4272"/>
                      <a:pt x="18392" y="4251"/>
                      <a:pt x="18455" y="4230"/>
                    </a:cubicBezTo>
                    <a:cubicBezTo>
                      <a:pt x="18601" y="4188"/>
                      <a:pt x="18769" y="4188"/>
                      <a:pt x="18915" y="4167"/>
                    </a:cubicBezTo>
                    <a:close/>
                    <a:moveTo>
                      <a:pt x="33675" y="2320"/>
                    </a:moveTo>
                    <a:cubicBezTo>
                      <a:pt x="34140" y="2320"/>
                      <a:pt x="34591" y="2364"/>
                      <a:pt x="35026" y="2451"/>
                    </a:cubicBezTo>
                    <a:cubicBezTo>
                      <a:pt x="36052" y="2660"/>
                      <a:pt x="36910" y="3100"/>
                      <a:pt x="37516" y="3581"/>
                    </a:cubicBezTo>
                    <a:cubicBezTo>
                      <a:pt x="38144" y="4062"/>
                      <a:pt x="38500" y="4627"/>
                      <a:pt x="38688" y="5025"/>
                    </a:cubicBezTo>
                    <a:cubicBezTo>
                      <a:pt x="38772" y="5192"/>
                      <a:pt x="38835" y="5339"/>
                      <a:pt x="38876" y="5443"/>
                    </a:cubicBezTo>
                    <a:lnTo>
                      <a:pt x="37663" y="5443"/>
                    </a:lnTo>
                    <a:cubicBezTo>
                      <a:pt x="37391" y="5360"/>
                      <a:pt x="37077" y="5255"/>
                      <a:pt x="36742" y="5150"/>
                    </a:cubicBezTo>
                    <a:cubicBezTo>
                      <a:pt x="35968" y="4920"/>
                      <a:pt x="35047" y="4627"/>
                      <a:pt x="34106" y="4209"/>
                    </a:cubicBezTo>
                    <a:cubicBezTo>
                      <a:pt x="33625" y="3979"/>
                      <a:pt x="33143" y="3728"/>
                      <a:pt x="32725" y="3393"/>
                    </a:cubicBezTo>
                    <a:cubicBezTo>
                      <a:pt x="32516" y="3225"/>
                      <a:pt x="32306" y="3037"/>
                      <a:pt x="32139" y="2849"/>
                    </a:cubicBezTo>
                    <a:cubicBezTo>
                      <a:pt x="32097" y="2786"/>
                      <a:pt x="32055" y="2744"/>
                      <a:pt x="32013" y="2681"/>
                    </a:cubicBezTo>
                    <a:cubicBezTo>
                      <a:pt x="31993" y="2660"/>
                      <a:pt x="31972" y="2640"/>
                      <a:pt x="31972" y="2598"/>
                    </a:cubicBezTo>
                    <a:cubicBezTo>
                      <a:pt x="31966" y="2592"/>
                      <a:pt x="31962" y="2590"/>
                      <a:pt x="31960" y="2589"/>
                    </a:cubicBezTo>
                    <a:lnTo>
                      <a:pt x="31960" y="2589"/>
                    </a:lnTo>
                    <a:cubicBezTo>
                      <a:pt x="31962" y="2586"/>
                      <a:pt x="31966" y="2582"/>
                      <a:pt x="31972" y="2577"/>
                    </a:cubicBezTo>
                    <a:lnTo>
                      <a:pt x="32118" y="2535"/>
                    </a:lnTo>
                    <a:cubicBezTo>
                      <a:pt x="32265" y="2493"/>
                      <a:pt x="32411" y="2451"/>
                      <a:pt x="32537" y="2430"/>
                    </a:cubicBezTo>
                    <a:cubicBezTo>
                      <a:pt x="32830" y="2368"/>
                      <a:pt x="33102" y="2347"/>
                      <a:pt x="33394" y="2326"/>
                    </a:cubicBezTo>
                    <a:cubicBezTo>
                      <a:pt x="33489" y="2322"/>
                      <a:pt x="33582" y="2320"/>
                      <a:pt x="33675" y="2320"/>
                    </a:cubicBezTo>
                    <a:close/>
                    <a:moveTo>
                      <a:pt x="12659" y="4481"/>
                    </a:moveTo>
                    <a:cubicBezTo>
                      <a:pt x="12910" y="4481"/>
                      <a:pt x="13161" y="4502"/>
                      <a:pt x="13391" y="4544"/>
                    </a:cubicBezTo>
                    <a:cubicBezTo>
                      <a:pt x="13873" y="4627"/>
                      <a:pt x="14270" y="4837"/>
                      <a:pt x="14542" y="5046"/>
                    </a:cubicBezTo>
                    <a:cubicBezTo>
                      <a:pt x="14710" y="5192"/>
                      <a:pt x="14835" y="5318"/>
                      <a:pt x="14919" y="5443"/>
                    </a:cubicBezTo>
                    <a:cubicBezTo>
                      <a:pt x="14375" y="5464"/>
                      <a:pt x="13810" y="5464"/>
                      <a:pt x="13287" y="5464"/>
                    </a:cubicBezTo>
                    <a:cubicBezTo>
                      <a:pt x="13182" y="5422"/>
                      <a:pt x="13078" y="5381"/>
                      <a:pt x="12994" y="5339"/>
                    </a:cubicBezTo>
                    <a:cubicBezTo>
                      <a:pt x="12764" y="5234"/>
                      <a:pt x="12555" y="5109"/>
                      <a:pt x="12345" y="4962"/>
                    </a:cubicBezTo>
                    <a:cubicBezTo>
                      <a:pt x="12262" y="4899"/>
                      <a:pt x="12157" y="4816"/>
                      <a:pt x="12094" y="4711"/>
                    </a:cubicBezTo>
                    <a:cubicBezTo>
                      <a:pt x="12073" y="4690"/>
                      <a:pt x="12052" y="4669"/>
                      <a:pt x="12031" y="4648"/>
                    </a:cubicBezTo>
                    <a:cubicBezTo>
                      <a:pt x="12031" y="4627"/>
                      <a:pt x="12011" y="4627"/>
                      <a:pt x="12011" y="4606"/>
                    </a:cubicBezTo>
                    <a:lnTo>
                      <a:pt x="12073" y="4585"/>
                    </a:lnTo>
                    <a:cubicBezTo>
                      <a:pt x="12136" y="4565"/>
                      <a:pt x="12199" y="4544"/>
                      <a:pt x="12262" y="4523"/>
                    </a:cubicBezTo>
                    <a:cubicBezTo>
                      <a:pt x="12408" y="4502"/>
                      <a:pt x="12534" y="4481"/>
                      <a:pt x="12659" y="4481"/>
                    </a:cubicBezTo>
                    <a:close/>
                    <a:moveTo>
                      <a:pt x="15107" y="6238"/>
                    </a:moveTo>
                    <a:cubicBezTo>
                      <a:pt x="15065" y="6280"/>
                      <a:pt x="15024" y="6301"/>
                      <a:pt x="14961" y="6343"/>
                    </a:cubicBezTo>
                    <a:cubicBezTo>
                      <a:pt x="14793" y="6469"/>
                      <a:pt x="14563" y="6678"/>
                      <a:pt x="14291" y="6908"/>
                    </a:cubicBezTo>
                    <a:cubicBezTo>
                      <a:pt x="13998" y="7159"/>
                      <a:pt x="13663" y="7431"/>
                      <a:pt x="13266" y="7682"/>
                    </a:cubicBezTo>
                    <a:cubicBezTo>
                      <a:pt x="13057" y="7808"/>
                      <a:pt x="12827" y="7933"/>
                      <a:pt x="12596" y="8017"/>
                    </a:cubicBezTo>
                    <a:cubicBezTo>
                      <a:pt x="12492" y="8059"/>
                      <a:pt x="12366" y="8080"/>
                      <a:pt x="12241" y="8101"/>
                    </a:cubicBezTo>
                    <a:lnTo>
                      <a:pt x="12157" y="8101"/>
                    </a:lnTo>
                    <a:cubicBezTo>
                      <a:pt x="12143" y="8101"/>
                      <a:pt x="12138" y="8110"/>
                      <a:pt x="12131" y="8110"/>
                    </a:cubicBezTo>
                    <a:cubicBezTo>
                      <a:pt x="12127" y="8110"/>
                      <a:pt x="12122" y="8108"/>
                      <a:pt x="12115" y="8101"/>
                    </a:cubicBezTo>
                    <a:lnTo>
                      <a:pt x="12136" y="8038"/>
                    </a:lnTo>
                    <a:cubicBezTo>
                      <a:pt x="12136" y="7975"/>
                      <a:pt x="12157" y="7912"/>
                      <a:pt x="12199" y="7850"/>
                    </a:cubicBezTo>
                    <a:cubicBezTo>
                      <a:pt x="12241" y="7724"/>
                      <a:pt x="12303" y="7598"/>
                      <a:pt x="12366" y="7494"/>
                    </a:cubicBezTo>
                    <a:cubicBezTo>
                      <a:pt x="12492" y="7264"/>
                      <a:pt x="12659" y="7075"/>
                      <a:pt x="12827" y="6908"/>
                    </a:cubicBezTo>
                    <a:cubicBezTo>
                      <a:pt x="13140" y="6573"/>
                      <a:pt x="13517" y="6343"/>
                      <a:pt x="13852" y="6238"/>
                    </a:cubicBezTo>
                    <a:close/>
                    <a:moveTo>
                      <a:pt x="21698" y="6280"/>
                    </a:moveTo>
                    <a:cubicBezTo>
                      <a:pt x="21677" y="6301"/>
                      <a:pt x="21635" y="6322"/>
                      <a:pt x="21614" y="6364"/>
                    </a:cubicBezTo>
                    <a:cubicBezTo>
                      <a:pt x="21426" y="6510"/>
                      <a:pt x="21154" y="6741"/>
                      <a:pt x="20819" y="7013"/>
                    </a:cubicBezTo>
                    <a:cubicBezTo>
                      <a:pt x="20485" y="7306"/>
                      <a:pt x="20087" y="7619"/>
                      <a:pt x="19606" y="7933"/>
                    </a:cubicBezTo>
                    <a:cubicBezTo>
                      <a:pt x="19376" y="8080"/>
                      <a:pt x="19125" y="8205"/>
                      <a:pt x="18853" y="8310"/>
                    </a:cubicBezTo>
                    <a:cubicBezTo>
                      <a:pt x="18706" y="8352"/>
                      <a:pt x="18581" y="8394"/>
                      <a:pt x="18434" y="8414"/>
                    </a:cubicBezTo>
                    <a:lnTo>
                      <a:pt x="18267" y="8414"/>
                    </a:lnTo>
                    <a:lnTo>
                      <a:pt x="18288" y="8331"/>
                    </a:lnTo>
                    <a:cubicBezTo>
                      <a:pt x="18309" y="8247"/>
                      <a:pt x="18329" y="8184"/>
                      <a:pt x="18371" y="8101"/>
                    </a:cubicBezTo>
                    <a:cubicBezTo>
                      <a:pt x="18434" y="7954"/>
                      <a:pt x="18497" y="7829"/>
                      <a:pt x="18560" y="7703"/>
                    </a:cubicBezTo>
                    <a:cubicBezTo>
                      <a:pt x="18727" y="7431"/>
                      <a:pt x="18915" y="7201"/>
                      <a:pt x="19104" y="7013"/>
                    </a:cubicBezTo>
                    <a:cubicBezTo>
                      <a:pt x="19438" y="6657"/>
                      <a:pt x="19815" y="6427"/>
                      <a:pt x="20171" y="6280"/>
                    </a:cubicBezTo>
                    <a:close/>
                    <a:moveTo>
                      <a:pt x="29691" y="6301"/>
                    </a:moveTo>
                    <a:cubicBezTo>
                      <a:pt x="29670" y="6322"/>
                      <a:pt x="29628" y="6343"/>
                      <a:pt x="29586" y="6364"/>
                    </a:cubicBezTo>
                    <a:cubicBezTo>
                      <a:pt x="29335" y="6573"/>
                      <a:pt x="29000" y="6866"/>
                      <a:pt x="28561" y="7222"/>
                    </a:cubicBezTo>
                    <a:cubicBezTo>
                      <a:pt x="28143" y="7578"/>
                      <a:pt x="27620" y="8017"/>
                      <a:pt x="27013" y="8394"/>
                    </a:cubicBezTo>
                    <a:cubicBezTo>
                      <a:pt x="26720" y="8582"/>
                      <a:pt x="26385" y="8770"/>
                      <a:pt x="26029" y="8896"/>
                    </a:cubicBezTo>
                    <a:cubicBezTo>
                      <a:pt x="25862" y="8958"/>
                      <a:pt x="25674" y="9000"/>
                      <a:pt x="25485" y="9021"/>
                    </a:cubicBezTo>
                    <a:lnTo>
                      <a:pt x="25276" y="9021"/>
                    </a:lnTo>
                    <a:lnTo>
                      <a:pt x="25318" y="8917"/>
                    </a:lnTo>
                    <a:cubicBezTo>
                      <a:pt x="25339" y="8812"/>
                      <a:pt x="25381" y="8728"/>
                      <a:pt x="25402" y="8624"/>
                    </a:cubicBezTo>
                    <a:cubicBezTo>
                      <a:pt x="25485" y="8435"/>
                      <a:pt x="25569" y="8268"/>
                      <a:pt x="25674" y="8101"/>
                    </a:cubicBezTo>
                    <a:cubicBezTo>
                      <a:pt x="25862" y="7766"/>
                      <a:pt x="26113" y="7473"/>
                      <a:pt x="26364" y="7201"/>
                    </a:cubicBezTo>
                    <a:cubicBezTo>
                      <a:pt x="26783" y="6782"/>
                      <a:pt x="27243" y="6489"/>
                      <a:pt x="27661" y="6301"/>
                    </a:cubicBezTo>
                    <a:close/>
                    <a:moveTo>
                      <a:pt x="38625" y="6259"/>
                    </a:moveTo>
                    <a:cubicBezTo>
                      <a:pt x="38563" y="6301"/>
                      <a:pt x="38500" y="6343"/>
                      <a:pt x="38437" y="6406"/>
                    </a:cubicBezTo>
                    <a:cubicBezTo>
                      <a:pt x="38060" y="6678"/>
                      <a:pt x="37579" y="7117"/>
                      <a:pt x="36951" y="7640"/>
                    </a:cubicBezTo>
                    <a:cubicBezTo>
                      <a:pt x="36324" y="8163"/>
                      <a:pt x="35591" y="8770"/>
                      <a:pt x="34713" y="9335"/>
                    </a:cubicBezTo>
                    <a:cubicBezTo>
                      <a:pt x="34252" y="9607"/>
                      <a:pt x="33792" y="9879"/>
                      <a:pt x="33269" y="10047"/>
                    </a:cubicBezTo>
                    <a:cubicBezTo>
                      <a:pt x="33018" y="10130"/>
                      <a:pt x="32746" y="10214"/>
                      <a:pt x="32495" y="10235"/>
                    </a:cubicBezTo>
                    <a:cubicBezTo>
                      <a:pt x="32432" y="10235"/>
                      <a:pt x="32369" y="10256"/>
                      <a:pt x="32306" y="10256"/>
                    </a:cubicBezTo>
                    <a:lnTo>
                      <a:pt x="32181" y="10256"/>
                    </a:lnTo>
                    <a:cubicBezTo>
                      <a:pt x="32181" y="10256"/>
                      <a:pt x="32181" y="10256"/>
                      <a:pt x="32181" y="10235"/>
                    </a:cubicBezTo>
                    <a:lnTo>
                      <a:pt x="32223" y="10088"/>
                    </a:lnTo>
                    <a:cubicBezTo>
                      <a:pt x="32265" y="9942"/>
                      <a:pt x="32327" y="9795"/>
                      <a:pt x="32369" y="9670"/>
                    </a:cubicBezTo>
                    <a:cubicBezTo>
                      <a:pt x="32474" y="9398"/>
                      <a:pt x="32599" y="9147"/>
                      <a:pt x="32746" y="8917"/>
                    </a:cubicBezTo>
                    <a:cubicBezTo>
                      <a:pt x="33039" y="8414"/>
                      <a:pt x="33374" y="7996"/>
                      <a:pt x="33750" y="7619"/>
                    </a:cubicBezTo>
                    <a:cubicBezTo>
                      <a:pt x="34357" y="6992"/>
                      <a:pt x="35047" y="6552"/>
                      <a:pt x="35675" y="6280"/>
                    </a:cubicBezTo>
                    <a:cubicBezTo>
                      <a:pt x="36700" y="6259"/>
                      <a:pt x="37663" y="6259"/>
                      <a:pt x="38625" y="6259"/>
                    </a:cubicBezTo>
                    <a:close/>
                    <a:moveTo>
                      <a:pt x="49024" y="6134"/>
                    </a:moveTo>
                    <a:lnTo>
                      <a:pt x="49024" y="6134"/>
                    </a:lnTo>
                    <a:cubicBezTo>
                      <a:pt x="48920" y="6197"/>
                      <a:pt x="48773" y="6301"/>
                      <a:pt x="48606" y="6427"/>
                    </a:cubicBezTo>
                    <a:cubicBezTo>
                      <a:pt x="48146" y="6803"/>
                      <a:pt x="47497" y="7368"/>
                      <a:pt x="46702" y="8038"/>
                    </a:cubicBezTo>
                    <a:cubicBezTo>
                      <a:pt x="45907" y="8707"/>
                      <a:pt x="44944" y="9502"/>
                      <a:pt x="43793" y="10214"/>
                    </a:cubicBezTo>
                    <a:cubicBezTo>
                      <a:pt x="43229" y="10570"/>
                      <a:pt x="42622" y="10904"/>
                      <a:pt x="41952" y="11135"/>
                    </a:cubicBezTo>
                    <a:cubicBezTo>
                      <a:pt x="41617" y="11260"/>
                      <a:pt x="41283" y="11344"/>
                      <a:pt x="40948" y="11386"/>
                    </a:cubicBezTo>
                    <a:cubicBezTo>
                      <a:pt x="40864" y="11386"/>
                      <a:pt x="40780" y="11407"/>
                      <a:pt x="40697" y="11407"/>
                    </a:cubicBezTo>
                    <a:lnTo>
                      <a:pt x="40550" y="11407"/>
                    </a:lnTo>
                    <a:cubicBezTo>
                      <a:pt x="40550" y="11407"/>
                      <a:pt x="40550" y="11407"/>
                      <a:pt x="40550" y="11386"/>
                    </a:cubicBezTo>
                    <a:lnTo>
                      <a:pt x="40613" y="11176"/>
                    </a:lnTo>
                    <a:cubicBezTo>
                      <a:pt x="40655" y="10988"/>
                      <a:pt x="40718" y="10821"/>
                      <a:pt x="40801" y="10653"/>
                    </a:cubicBezTo>
                    <a:cubicBezTo>
                      <a:pt x="40927" y="10319"/>
                      <a:pt x="41094" y="9984"/>
                      <a:pt x="41283" y="9670"/>
                    </a:cubicBezTo>
                    <a:cubicBezTo>
                      <a:pt x="41638" y="9042"/>
                      <a:pt x="42099" y="8477"/>
                      <a:pt x="42559" y="7996"/>
                    </a:cubicBezTo>
                    <a:cubicBezTo>
                      <a:pt x="43417" y="7138"/>
                      <a:pt x="44379" y="6531"/>
                      <a:pt x="45258" y="6197"/>
                    </a:cubicBezTo>
                    <a:cubicBezTo>
                      <a:pt x="46639" y="6176"/>
                      <a:pt x="47895" y="6155"/>
                      <a:pt x="49024" y="6134"/>
                    </a:cubicBezTo>
                    <a:close/>
                    <a:moveTo>
                      <a:pt x="42289" y="1"/>
                    </a:moveTo>
                    <a:cubicBezTo>
                      <a:pt x="42219" y="1"/>
                      <a:pt x="42148" y="1"/>
                      <a:pt x="42078" y="3"/>
                    </a:cubicBezTo>
                    <a:cubicBezTo>
                      <a:pt x="41638" y="24"/>
                      <a:pt x="41220" y="66"/>
                      <a:pt x="40801" y="150"/>
                    </a:cubicBezTo>
                    <a:cubicBezTo>
                      <a:pt x="40571" y="191"/>
                      <a:pt x="40362" y="233"/>
                      <a:pt x="40153" y="296"/>
                    </a:cubicBezTo>
                    <a:lnTo>
                      <a:pt x="39985" y="359"/>
                    </a:lnTo>
                    <a:lnTo>
                      <a:pt x="39902" y="380"/>
                    </a:lnTo>
                    <a:lnTo>
                      <a:pt x="39776" y="422"/>
                    </a:lnTo>
                    <a:cubicBezTo>
                      <a:pt x="39588" y="484"/>
                      <a:pt x="39400" y="568"/>
                      <a:pt x="39211" y="652"/>
                    </a:cubicBezTo>
                    <a:lnTo>
                      <a:pt x="38646" y="903"/>
                    </a:lnTo>
                    <a:cubicBezTo>
                      <a:pt x="38814" y="1280"/>
                      <a:pt x="38939" y="1614"/>
                      <a:pt x="39148" y="1970"/>
                    </a:cubicBezTo>
                    <a:cubicBezTo>
                      <a:pt x="39169" y="2012"/>
                      <a:pt x="39190" y="2054"/>
                      <a:pt x="39211" y="2096"/>
                    </a:cubicBezTo>
                    <a:lnTo>
                      <a:pt x="39274" y="2200"/>
                    </a:lnTo>
                    <a:cubicBezTo>
                      <a:pt x="39316" y="2242"/>
                      <a:pt x="39358" y="2284"/>
                      <a:pt x="39379" y="2347"/>
                    </a:cubicBezTo>
                    <a:cubicBezTo>
                      <a:pt x="39441" y="2430"/>
                      <a:pt x="39525" y="2514"/>
                      <a:pt x="39588" y="2598"/>
                    </a:cubicBezTo>
                    <a:cubicBezTo>
                      <a:pt x="39881" y="2953"/>
                      <a:pt x="40216" y="3225"/>
                      <a:pt x="40550" y="3476"/>
                    </a:cubicBezTo>
                    <a:cubicBezTo>
                      <a:pt x="41220" y="3958"/>
                      <a:pt x="41910" y="4313"/>
                      <a:pt x="42580" y="4585"/>
                    </a:cubicBezTo>
                    <a:cubicBezTo>
                      <a:pt x="43438" y="4941"/>
                      <a:pt x="44254" y="5171"/>
                      <a:pt x="44986" y="5360"/>
                    </a:cubicBezTo>
                    <a:cubicBezTo>
                      <a:pt x="44840" y="5401"/>
                      <a:pt x="44693" y="5443"/>
                      <a:pt x="44547" y="5506"/>
                    </a:cubicBezTo>
                    <a:cubicBezTo>
                      <a:pt x="42894" y="5485"/>
                      <a:pt x="41052" y="5464"/>
                      <a:pt x="39086" y="5443"/>
                    </a:cubicBezTo>
                    <a:cubicBezTo>
                      <a:pt x="39107" y="5318"/>
                      <a:pt x="39086" y="5129"/>
                      <a:pt x="39023" y="4899"/>
                    </a:cubicBezTo>
                    <a:cubicBezTo>
                      <a:pt x="38918" y="4418"/>
                      <a:pt x="38604" y="3728"/>
                      <a:pt x="37956" y="3100"/>
                    </a:cubicBezTo>
                    <a:cubicBezTo>
                      <a:pt x="37307" y="2472"/>
                      <a:pt x="36345" y="1907"/>
                      <a:pt x="35215" y="1635"/>
                    </a:cubicBezTo>
                    <a:cubicBezTo>
                      <a:pt x="34689" y="1504"/>
                      <a:pt x="34129" y="1423"/>
                      <a:pt x="33551" y="1423"/>
                    </a:cubicBezTo>
                    <a:cubicBezTo>
                      <a:pt x="33485" y="1423"/>
                      <a:pt x="33419" y="1424"/>
                      <a:pt x="33353" y="1426"/>
                    </a:cubicBezTo>
                    <a:cubicBezTo>
                      <a:pt x="33039" y="1426"/>
                      <a:pt x="32704" y="1468"/>
                      <a:pt x="32369" y="1531"/>
                    </a:cubicBezTo>
                    <a:cubicBezTo>
                      <a:pt x="32202" y="1572"/>
                      <a:pt x="32034" y="1593"/>
                      <a:pt x="31867" y="1656"/>
                    </a:cubicBezTo>
                    <a:lnTo>
                      <a:pt x="31741" y="1698"/>
                    </a:lnTo>
                    <a:lnTo>
                      <a:pt x="31679" y="1719"/>
                    </a:lnTo>
                    <a:lnTo>
                      <a:pt x="31574" y="1740"/>
                    </a:lnTo>
                    <a:cubicBezTo>
                      <a:pt x="31449" y="1782"/>
                      <a:pt x="31302" y="1865"/>
                      <a:pt x="31156" y="1928"/>
                    </a:cubicBezTo>
                    <a:lnTo>
                      <a:pt x="30716" y="2116"/>
                    </a:lnTo>
                    <a:cubicBezTo>
                      <a:pt x="30842" y="2409"/>
                      <a:pt x="30925" y="2681"/>
                      <a:pt x="31093" y="2932"/>
                    </a:cubicBezTo>
                    <a:cubicBezTo>
                      <a:pt x="31114" y="2974"/>
                      <a:pt x="31135" y="3016"/>
                      <a:pt x="31156" y="3037"/>
                    </a:cubicBezTo>
                    <a:lnTo>
                      <a:pt x="31197" y="3121"/>
                    </a:lnTo>
                    <a:cubicBezTo>
                      <a:pt x="31218" y="3163"/>
                      <a:pt x="31260" y="3184"/>
                      <a:pt x="31281" y="3225"/>
                    </a:cubicBezTo>
                    <a:cubicBezTo>
                      <a:pt x="31323" y="3309"/>
                      <a:pt x="31386" y="3372"/>
                      <a:pt x="31449" y="3435"/>
                    </a:cubicBezTo>
                    <a:cubicBezTo>
                      <a:pt x="31679" y="3707"/>
                      <a:pt x="31930" y="3916"/>
                      <a:pt x="32181" y="4104"/>
                    </a:cubicBezTo>
                    <a:cubicBezTo>
                      <a:pt x="32704" y="4481"/>
                      <a:pt x="33248" y="4753"/>
                      <a:pt x="33771" y="4983"/>
                    </a:cubicBezTo>
                    <a:cubicBezTo>
                      <a:pt x="34210" y="5150"/>
                      <a:pt x="34650" y="5297"/>
                      <a:pt x="35068" y="5422"/>
                    </a:cubicBezTo>
                    <a:cubicBezTo>
                      <a:pt x="33436" y="5422"/>
                      <a:pt x="31741" y="5401"/>
                      <a:pt x="30026" y="5401"/>
                    </a:cubicBezTo>
                    <a:cubicBezTo>
                      <a:pt x="30005" y="5381"/>
                      <a:pt x="30005" y="5360"/>
                      <a:pt x="30005" y="5339"/>
                    </a:cubicBezTo>
                    <a:cubicBezTo>
                      <a:pt x="29921" y="5004"/>
                      <a:pt x="29712" y="4523"/>
                      <a:pt x="29272" y="4083"/>
                    </a:cubicBezTo>
                    <a:cubicBezTo>
                      <a:pt x="28812" y="3644"/>
                      <a:pt x="28164" y="3267"/>
                      <a:pt x="27368" y="3079"/>
                    </a:cubicBezTo>
                    <a:cubicBezTo>
                      <a:pt x="26971" y="2974"/>
                      <a:pt x="26532" y="2932"/>
                      <a:pt x="26092" y="2932"/>
                    </a:cubicBezTo>
                    <a:cubicBezTo>
                      <a:pt x="25862" y="2932"/>
                      <a:pt x="25632" y="2974"/>
                      <a:pt x="25402" y="3016"/>
                    </a:cubicBezTo>
                    <a:cubicBezTo>
                      <a:pt x="25297" y="3037"/>
                      <a:pt x="25171" y="3058"/>
                      <a:pt x="25067" y="3100"/>
                    </a:cubicBezTo>
                    <a:lnTo>
                      <a:pt x="24983" y="3121"/>
                    </a:lnTo>
                    <a:lnTo>
                      <a:pt x="24941" y="3142"/>
                    </a:lnTo>
                    <a:lnTo>
                      <a:pt x="24858" y="3163"/>
                    </a:lnTo>
                    <a:cubicBezTo>
                      <a:pt x="24774" y="3184"/>
                      <a:pt x="24669" y="3225"/>
                      <a:pt x="24565" y="3267"/>
                    </a:cubicBezTo>
                    <a:lnTo>
                      <a:pt x="24272" y="3414"/>
                    </a:lnTo>
                    <a:cubicBezTo>
                      <a:pt x="24355" y="3602"/>
                      <a:pt x="24418" y="3790"/>
                      <a:pt x="24523" y="3979"/>
                    </a:cubicBezTo>
                    <a:cubicBezTo>
                      <a:pt x="24544" y="4000"/>
                      <a:pt x="24544" y="4021"/>
                      <a:pt x="24565" y="4041"/>
                    </a:cubicBezTo>
                    <a:lnTo>
                      <a:pt x="24607" y="4104"/>
                    </a:lnTo>
                    <a:cubicBezTo>
                      <a:pt x="24627" y="4125"/>
                      <a:pt x="24627" y="4146"/>
                      <a:pt x="24648" y="4188"/>
                    </a:cubicBezTo>
                    <a:cubicBezTo>
                      <a:pt x="24690" y="4230"/>
                      <a:pt x="24732" y="4272"/>
                      <a:pt x="24774" y="4313"/>
                    </a:cubicBezTo>
                    <a:cubicBezTo>
                      <a:pt x="24920" y="4502"/>
                      <a:pt x="25109" y="4648"/>
                      <a:pt x="25276" y="4795"/>
                    </a:cubicBezTo>
                    <a:cubicBezTo>
                      <a:pt x="25632" y="5046"/>
                      <a:pt x="26008" y="5234"/>
                      <a:pt x="26364" y="5381"/>
                    </a:cubicBezTo>
                    <a:cubicBezTo>
                      <a:pt x="26385" y="5381"/>
                      <a:pt x="26406" y="5401"/>
                      <a:pt x="26427" y="5401"/>
                    </a:cubicBezTo>
                    <a:lnTo>
                      <a:pt x="21886" y="5401"/>
                    </a:lnTo>
                    <a:cubicBezTo>
                      <a:pt x="21803" y="5171"/>
                      <a:pt x="21656" y="4857"/>
                      <a:pt x="21363" y="4585"/>
                    </a:cubicBezTo>
                    <a:cubicBezTo>
                      <a:pt x="21008" y="4251"/>
                      <a:pt x="20506" y="3958"/>
                      <a:pt x="19878" y="3790"/>
                    </a:cubicBezTo>
                    <a:cubicBezTo>
                      <a:pt x="19585" y="3728"/>
                      <a:pt x="19250" y="3686"/>
                      <a:pt x="18894" y="3686"/>
                    </a:cubicBezTo>
                    <a:cubicBezTo>
                      <a:pt x="18727" y="3686"/>
                      <a:pt x="18539" y="3707"/>
                      <a:pt x="18371" y="3748"/>
                    </a:cubicBezTo>
                    <a:cubicBezTo>
                      <a:pt x="18288" y="3769"/>
                      <a:pt x="18183" y="3790"/>
                      <a:pt x="18099" y="3811"/>
                    </a:cubicBezTo>
                    <a:lnTo>
                      <a:pt x="18037" y="3832"/>
                    </a:lnTo>
                    <a:lnTo>
                      <a:pt x="17995" y="3832"/>
                    </a:lnTo>
                    <a:lnTo>
                      <a:pt x="17953" y="3853"/>
                    </a:lnTo>
                    <a:cubicBezTo>
                      <a:pt x="17869" y="3895"/>
                      <a:pt x="17785" y="3916"/>
                      <a:pt x="17723" y="3958"/>
                    </a:cubicBezTo>
                    <a:lnTo>
                      <a:pt x="17472" y="4062"/>
                    </a:lnTo>
                    <a:cubicBezTo>
                      <a:pt x="17555" y="4209"/>
                      <a:pt x="17597" y="4355"/>
                      <a:pt x="17681" y="4502"/>
                    </a:cubicBezTo>
                    <a:cubicBezTo>
                      <a:pt x="17702" y="4523"/>
                      <a:pt x="17702" y="4544"/>
                      <a:pt x="17723" y="4544"/>
                    </a:cubicBezTo>
                    <a:lnTo>
                      <a:pt x="17744" y="4606"/>
                    </a:lnTo>
                    <a:cubicBezTo>
                      <a:pt x="17765" y="4627"/>
                      <a:pt x="17765" y="4627"/>
                      <a:pt x="17785" y="4648"/>
                    </a:cubicBezTo>
                    <a:cubicBezTo>
                      <a:pt x="17806" y="4690"/>
                      <a:pt x="17848" y="4732"/>
                      <a:pt x="17869" y="4774"/>
                    </a:cubicBezTo>
                    <a:cubicBezTo>
                      <a:pt x="17995" y="4899"/>
                      <a:pt x="18120" y="5025"/>
                      <a:pt x="18267" y="5129"/>
                    </a:cubicBezTo>
                    <a:cubicBezTo>
                      <a:pt x="18434" y="5255"/>
                      <a:pt x="18601" y="5339"/>
                      <a:pt x="18748" y="5422"/>
                    </a:cubicBezTo>
                    <a:cubicBezTo>
                      <a:pt x="17513" y="5422"/>
                      <a:pt x="16321" y="5443"/>
                      <a:pt x="15170" y="5443"/>
                    </a:cubicBezTo>
                    <a:cubicBezTo>
                      <a:pt x="15086" y="5255"/>
                      <a:pt x="14961" y="5046"/>
                      <a:pt x="14752" y="4837"/>
                    </a:cubicBezTo>
                    <a:cubicBezTo>
                      <a:pt x="14459" y="4544"/>
                      <a:pt x="14019" y="4293"/>
                      <a:pt x="13496" y="4167"/>
                    </a:cubicBezTo>
                    <a:cubicBezTo>
                      <a:pt x="13224" y="4104"/>
                      <a:pt x="12952" y="4062"/>
                      <a:pt x="12638" y="4062"/>
                    </a:cubicBezTo>
                    <a:cubicBezTo>
                      <a:pt x="12492" y="4062"/>
                      <a:pt x="12345" y="4083"/>
                      <a:pt x="12199" y="4125"/>
                    </a:cubicBezTo>
                    <a:cubicBezTo>
                      <a:pt x="12115" y="4125"/>
                      <a:pt x="12031" y="4146"/>
                      <a:pt x="11969" y="4167"/>
                    </a:cubicBezTo>
                    <a:lnTo>
                      <a:pt x="11906" y="4188"/>
                    </a:lnTo>
                    <a:lnTo>
                      <a:pt x="11885" y="4188"/>
                    </a:lnTo>
                    <a:lnTo>
                      <a:pt x="11822" y="4209"/>
                    </a:lnTo>
                    <a:cubicBezTo>
                      <a:pt x="11759" y="4230"/>
                      <a:pt x="11697" y="4272"/>
                      <a:pt x="11634" y="4293"/>
                    </a:cubicBezTo>
                    <a:lnTo>
                      <a:pt x="11425" y="4397"/>
                    </a:lnTo>
                    <a:cubicBezTo>
                      <a:pt x="11487" y="4523"/>
                      <a:pt x="11529" y="4648"/>
                      <a:pt x="11613" y="4753"/>
                    </a:cubicBezTo>
                    <a:cubicBezTo>
                      <a:pt x="11613" y="4774"/>
                      <a:pt x="11613" y="4795"/>
                      <a:pt x="11634" y="4816"/>
                    </a:cubicBezTo>
                    <a:lnTo>
                      <a:pt x="11655" y="4837"/>
                    </a:lnTo>
                    <a:cubicBezTo>
                      <a:pt x="11676" y="4857"/>
                      <a:pt x="11676" y="4878"/>
                      <a:pt x="11697" y="4899"/>
                    </a:cubicBezTo>
                    <a:cubicBezTo>
                      <a:pt x="11718" y="4920"/>
                      <a:pt x="11739" y="4962"/>
                      <a:pt x="11759" y="4983"/>
                    </a:cubicBezTo>
                    <a:cubicBezTo>
                      <a:pt x="11864" y="5109"/>
                      <a:pt x="11990" y="5213"/>
                      <a:pt x="12115" y="5297"/>
                    </a:cubicBezTo>
                    <a:cubicBezTo>
                      <a:pt x="12199" y="5360"/>
                      <a:pt x="12283" y="5422"/>
                      <a:pt x="12387" y="5485"/>
                    </a:cubicBezTo>
                    <a:cubicBezTo>
                      <a:pt x="4938" y="5548"/>
                      <a:pt x="0" y="5694"/>
                      <a:pt x="0" y="5841"/>
                    </a:cubicBezTo>
                    <a:cubicBezTo>
                      <a:pt x="0" y="6008"/>
                      <a:pt x="5231" y="6155"/>
                      <a:pt x="13078" y="6238"/>
                    </a:cubicBezTo>
                    <a:cubicBezTo>
                      <a:pt x="12910" y="6343"/>
                      <a:pt x="12722" y="6469"/>
                      <a:pt x="12555" y="6615"/>
                    </a:cubicBezTo>
                    <a:cubicBezTo>
                      <a:pt x="12345" y="6803"/>
                      <a:pt x="12157" y="7034"/>
                      <a:pt x="12011" y="7285"/>
                    </a:cubicBezTo>
                    <a:cubicBezTo>
                      <a:pt x="11927" y="7410"/>
                      <a:pt x="11864" y="7536"/>
                      <a:pt x="11801" y="7682"/>
                    </a:cubicBezTo>
                    <a:cubicBezTo>
                      <a:pt x="11780" y="7766"/>
                      <a:pt x="11739" y="7829"/>
                      <a:pt x="11718" y="7912"/>
                    </a:cubicBezTo>
                    <a:lnTo>
                      <a:pt x="11697" y="7975"/>
                    </a:lnTo>
                    <a:lnTo>
                      <a:pt x="11697" y="7996"/>
                    </a:lnTo>
                    <a:lnTo>
                      <a:pt x="11697" y="8038"/>
                    </a:lnTo>
                    <a:cubicBezTo>
                      <a:pt x="11676" y="8101"/>
                      <a:pt x="11655" y="8184"/>
                      <a:pt x="11655" y="8247"/>
                    </a:cubicBezTo>
                    <a:lnTo>
                      <a:pt x="11613" y="8477"/>
                    </a:lnTo>
                    <a:cubicBezTo>
                      <a:pt x="11759" y="8498"/>
                      <a:pt x="11885" y="8519"/>
                      <a:pt x="12031" y="8519"/>
                    </a:cubicBezTo>
                    <a:cubicBezTo>
                      <a:pt x="12031" y="8540"/>
                      <a:pt x="12052" y="8540"/>
                      <a:pt x="12073" y="8540"/>
                    </a:cubicBezTo>
                    <a:lnTo>
                      <a:pt x="12115" y="8540"/>
                    </a:lnTo>
                    <a:cubicBezTo>
                      <a:pt x="12136" y="8540"/>
                      <a:pt x="12157" y="8540"/>
                      <a:pt x="12178" y="8519"/>
                    </a:cubicBezTo>
                    <a:lnTo>
                      <a:pt x="12303" y="8519"/>
                    </a:lnTo>
                    <a:cubicBezTo>
                      <a:pt x="12450" y="8498"/>
                      <a:pt x="12617" y="8456"/>
                      <a:pt x="12743" y="8394"/>
                    </a:cubicBezTo>
                    <a:cubicBezTo>
                      <a:pt x="13015" y="8289"/>
                      <a:pt x="13266" y="8163"/>
                      <a:pt x="13475" y="8017"/>
                    </a:cubicBezTo>
                    <a:cubicBezTo>
                      <a:pt x="13894" y="7724"/>
                      <a:pt x="14228" y="7410"/>
                      <a:pt x="14480" y="7138"/>
                    </a:cubicBezTo>
                    <a:cubicBezTo>
                      <a:pt x="14752" y="6866"/>
                      <a:pt x="14940" y="6636"/>
                      <a:pt x="15086" y="6469"/>
                    </a:cubicBezTo>
                    <a:cubicBezTo>
                      <a:pt x="15149" y="6364"/>
                      <a:pt x="15212" y="6301"/>
                      <a:pt x="15233" y="6238"/>
                    </a:cubicBezTo>
                    <a:cubicBezTo>
                      <a:pt x="16530" y="6259"/>
                      <a:pt x="17890" y="6259"/>
                      <a:pt x="19313" y="6280"/>
                    </a:cubicBezTo>
                    <a:cubicBezTo>
                      <a:pt x="19125" y="6385"/>
                      <a:pt x="18957" y="6531"/>
                      <a:pt x="18790" y="6678"/>
                    </a:cubicBezTo>
                    <a:cubicBezTo>
                      <a:pt x="18560" y="6887"/>
                      <a:pt x="18329" y="7159"/>
                      <a:pt x="18162" y="7452"/>
                    </a:cubicBezTo>
                    <a:cubicBezTo>
                      <a:pt x="18057" y="7598"/>
                      <a:pt x="17974" y="7745"/>
                      <a:pt x="17911" y="7912"/>
                    </a:cubicBezTo>
                    <a:cubicBezTo>
                      <a:pt x="17869" y="7996"/>
                      <a:pt x="17848" y="8080"/>
                      <a:pt x="17827" y="8184"/>
                    </a:cubicBezTo>
                    <a:lnTo>
                      <a:pt x="17806" y="8247"/>
                    </a:lnTo>
                    <a:lnTo>
                      <a:pt x="17785" y="8289"/>
                    </a:lnTo>
                    <a:lnTo>
                      <a:pt x="17785" y="8331"/>
                    </a:lnTo>
                    <a:cubicBezTo>
                      <a:pt x="17765" y="8414"/>
                      <a:pt x="17744" y="8498"/>
                      <a:pt x="17723" y="8582"/>
                    </a:cubicBezTo>
                    <a:lnTo>
                      <a:pt x="17702" y="8833"/>
                    </a:lnTo>
                    <a:cubicBezTo>
                      <a:pt x="17848" y="8854"/>
                      <a:pt x="17995" y="8896"/>
                      <a:pt x="18162" y="8896"/>
                    </a:cubicBezTo>
                    <a:cubicBezTo>
                      <a:pt x="18183" y="8917"/>
                      <a:pt x="18204" y="8917"/>
                      <a:pt x="18225" y="8917"/>
                    </a:cubicBezTo>
                    <a:lnTo>
                      <a:pt x="18288" y="8917"/>
                    </a:lnTo>
                    <a:cubicBezTo>
                      <a:pt x="18309" y="8917"/>
                      <a:pt x="18329" y="8917"/>
                      <a:pt x="18350" y="8896"/>
                    </a:cubicBezTo>
                    <a:lnTo>
                      <a:pt x="18497" y="8896"/>
                    </a:lnTo>
                    <a:cubicBezTo>
                      <a:pt x="18685" y="8875"/>
                      <a:pt x="18853" y="8812"/>
                      <a:pt x="19020" y="8749"/>
                    </a:cubicBezTo>
                    <a:cubicBezTo>
                      <a:pt x="19334" y="8645"/>
                      <a:pt x="19606" y="8477"/>
                      <a:pt x="19857" y="8310"/>
                    </a:cubicBezTo>
                    <a:cubicBezTo>
                      <a:pt x="20359" y="7954"/>
                      <a:pt x="20736" y="7578"/>
                      <a:pt x="21050" y="7264"/>
                    </a:cubicBezTo>
                    <a:cubicBezTo>
                      <a:pt x="21363" y="6950"/>
                      <a:pt x="21594" y="6678"/>
                      <a:pt x="21740" y="6489"/>
                    </a:cubicBezTo>
                    <a:cubicBezTo>
                      <a:pt x="21803" y="6406"/>
                      <a:pt x="21866" y="6343"/>
                      <a:pt x="21886" y="6280"/>
                    </a:cubicBezTo>
                    <a:cubicBezTo>
                      <a:pt x="23414" y="6280"/>
                      <a:pt x="24983" y="6301"/>
                      <a:pt x="26573" y="6301"/>
                    </a:cubicBezTo>
                    <a:cubicBezTo>
                      <a:pt x="26364" y="6427"/>
                      <a:pt x="26155" y="6594"/>
                      <a:pt x="25946" y="6782"/>
                    </a:cubicBezTo>
                    <a:cubicBezTo>
                      <a:pt x="25653" y="7075"/>
                      <a:pt x="25381" y="7389"/>
                      <a:pt x="25130" y="7787"/>
                    </a:cubicBezTo>
                    <a:cubicBezTo>
                      <a:pt x="25025" y="7975"/>
                      <a:pt x="24920" y="8163"/>
                      <a:pt x="24816" y="8394"/>
                    </a:cubicBezTo>
                    <a:cubicBezTo>
                      <a:pt x="24774" y="8498"/>
                      <a:pt x="24732" y="8603"/>
                      <a:pt x="24711" y="8728"/>
                    </a:cubicBezTo>
                    <a:lnTo>
                      <a:pt x="24669" y="8812"/>
                    </a:lnTo>
                    <a:lnTo>
                      <a:pt x="24669" y="8854"/>
                    </a:lnTo>
                    <a:lnTo>
                      <a:pt x="24648" y="8938"/>
                    </a:lnTo>
                    <a:cubicBezTo>
                      <a:pt x="24627" y="9021"/>
                      <a:pt x="24607" y="9126"/>
                      <a:pt x="24586" y="9230"/>
                    </a:cubicBezTo>
                    <a:lnTo>
                      <a:pt x="24544" y="9565"/>
                    </a:lnTo>
                    <a:cubicBezTo>
                      <a:pt x="24753" y="9607"/>
                      <a:pt x="24941" y="9649"/>
                      <a:pt x="25151" y="9670"/>
                    </a:cubicBezTo>
                    <a:lnTo>
                      <a:pt x="25402" y="9670"/>
                    </a:lnTo>
                    <a:cubicBezTo>
                      <a:pt x="25443" y="9649"/>
                      <a:pt x="25506" y="9649"/>
                      <a:pt x="25569" y="9649"/>
                    </a:cubicBezTo>
                    <a:cubicBezTo>
                      <a:pt x="25820" y="9607"/>
                      <a:pt x="26029" y="9544"/>
                      <a:pt x="26239" y="9461"/>
                    </a:cubicBezTo>
                    <a:cubicBezTo>
                      <a:pt x="26657" y="9314"/>
                      <a:pt x="27013" y="9105"/>
                      <a:pt x="27348" y="8875"/>
                    </a:cubicBezTo>
                    <a:cubicBezTo>
                      <a:pt x="27975" y="8435"/>
                      <a:pt x="28477" y="7954"/>
                      <a:pt x="28875" y="7557"/>
                    </a:cubicBezTo>
                    <a:cubicBezTo>
                      <a:pt x="29272" y="7138"/>
                      <a:pt x="29565" y="6782"/>
                      <a:pt x="29775" y="6531"/>
                    </a:cubicBezTo>
                    <a:cubicBezTo>
                      <a:pt x="29837" y="6448"/>
                      <a:pt x="29900" y="6364"/>
                      <a:pt x="29942" y="6301"/>
                    </a:cubicBezTo>
                    <a:cubicBezTo>
                      <a:pt x="31365" y="6280"/>
                      <a:pt x="32746" y="6280"/>
                      <a:pt x="34085" y="6280"/>
                    </a:cubicBezTo>
                    <a:cubicBezTo>
                      <a:pt x="33771" y="6489"/>
                      <a:pt x="33457" y="6720"/>
                      <a:pt x="33143" y="7013"/>
                    </a:cubicBezTo>
                    <a:cubicBezTo>
                      <a:pt x="32725" y="7410"/>
                      <a:pt x="32306" y="7891"/>
                      <a:pt x="31972" y="8435"/>
                    </a:cubicBezTo>
                    <a:cubicBezTo>
                      <a:pt x="31804" y="8707"/>
                      <a:pt x="31658" y="9021"/>
                      <a:pt x="31511" y="9335"/>
                    </a:cubicBezTo>
                    <a:cubicBezTo>
                      <a:pt x="31449" y="9482"/>
                      <a:pt x="31407" y="9649"/>
                      <a:pt x="31344" y="9816"/>
                    </a:cubicBezTo>
                    <a:lnTo>
                      <a:pt x="31302" y="9942"/>
                    </a:lnTo>
                    <a:lnTo>
                      <a:pt x="31302" y="10005"/>
                    </a:lnTo>
                    <a:lnTo>
                      <a:pt x="31260" y="10109"/>
                    </a:lnTo>
                    <a:cubicBezTo>
                      <a:pt x="31239" y="10256"/>
                      <a:pt x="31197" y="10402"/>
                      <a:pt x="31177" y="10570"/>
                    </a:cubicBezTo>
                    <a:lnTo>
                      <a:pt x="31114" y="11030"/>
                    </a:lnTo>
                    <a:cubicBezTo>
                      <a:pt x="31407" y="11093"/>
                      <a:pt x="31700" y="11155"/>
                      <a:pt x="31993" y="11176"/>
                    </a:cubicBezTo>
                    <a:lnTo>
                      <a:pt x="32348" y="11176"/>
                    </a:lnTo>
                    <a:cubicBezTo>
                      <a:pt x="32432" y="11155"/>
                      <a:pt x="32516" y="11155"/>
                      <a:pt x="32599" y="11135"/>
                    </a:cubicBezTo>
                    <a:cubicBezTo>
                      <a:pt x="32955" y="11093"/>
                      <a:pt x="33269" y="11009"/>
                      <a:pt x="33583" y="10883"/>
                    </a:cubicBezTo>
                    <a:cubicBezTo>
                      <a:pt x="34190" y="10674"/>
                      <a:pt x="34692" y="10360"/>
                      <a:pt x="35173" y="10047"/>
                    </a:cubicBezTo>
                    <a:cubicBezTo>
                      <a:pt x="36094" y="9398"/>
                      <a:pt x="36805" y="8707"/>
                      <a:pt x="37391" y="8122"/>
                    </a:cubicBezTo>
                    <a:cubicBezTo>
                      <a:pt x="37977" y="7515"/>
                      <a:pt x="38395" y="7013"/>
                      <a:pt x="38688" y="6657"/>
                    </a:cubicBezTo>
                    <a:cubicBezTo>
                      <a:pt x="38814" y="6489"/>
                      <a:pt x="38897" y="6364"/>
                      <a:pt x="38981" y="6259"/>
                    </a:cubicBezTo>
                    <a:cubicBezTo>
                      <a:pt x="40425" y="6238"/>
                      <a:pt x="41806" y="6238"/>
                      <a:pt x="43103" y="6217"/>
                    </a:cubicBezTo>
                    <a:lnTo>
                      <a:pt x="43103" y="6217"/>
                    </a:lnTo>
                    <a:cubicBezTo>
                      <a:pt x="42664" y="6489"/>
                      <a:pt x="42224" y="6824"/>
                      <a:pt x="41806" y="7222"/>
                    </a:cubicBezTo>
                    <a:cubicBezTo>
                      <a:pt x="41241" y="7724"/>
                      <a:pt x="40718" y="8352"/>
                      <a:pt x="40278" y="9063"/>
                    </a:cubicBezTo>
                    <a:cubicBezTo>
                      <a:pt x="40069" y="9419"/>
                      <a:pt x="39860" y="9795"/>
                      <a:pt x="39692" y="10214"/>
                    </a:cubicBezTo>
                    <a:cubicBezTo>
                      <a:pt x="39609" y="10402"/>
                      <a:pt x="39546" y="10611"/>
                      <a:pt x="39462" y="10842"/>
                    </a:cubicBezTo>
                    <a:lnTo>
                      <a:pt x="39420" y="10988"/>
                    </a:lnTo>
                    <a:lnTo>
                      <a:pt x="39400" y="11072"/>
                    </a:lnTo>
                    <a:lnTo>
                      <a:pt x="39379" y="11218"/>
                    </a:lnTo>
                    <a:cubicBezTo>
                      <a:pt x="39316" y="11386"/>
                      <a:pt x="39295" y="11595"/>
                      <a:pt x="39253" y="11804"/>
                    </a:cubicBezTo>
                    <a:lnTo>
                      <a:pt x="39169" y="12411"/>
                    </a:lnTo>
                    <a:cubicBezTo>
                      <a:pt x="39567" y="12474"/>
                      <a:pt x="39923" y="12557"/>
                      <a:pt x="40320" y="12578"/>
                    </a:cubicBezTo>
                    <a:cubicBezTo>
                      <a:pt x="40362" y="12578"/>
                      <a:pt x="40404" y="12599"/>
                      <a:pt x="40467" y="12599"/>
                    </a:cubicBezTo>
                    <a:lnTo>
                      <a:pt x="40592" y="12599"/>
                    </a:lnTo>
                    <a:cubicBezTo>
                      <a:pt x="40655" y="12599"/>
                      <a:pt x="40697" y="12578"/>
                      <a:pt x="40760" y="12578"/>
                    </a:cubicBezTo>
                    <a:cubicBezTo>
                      <a:pt x="40885" y="12578"/>
                      <a:pt x="40990" y="12557"/>
                      <a:pt x="41094" y="12557"/>
                    </a:cubicBezTo>
                    <a:cubicBezTo>
                      <a:pt x="41555" y="12495"/>
                      <a:pt x="41952" y="12369"/>
                      <a:pt x="42350" y="12223"/>
                    </a:cubicBezTo>
                    <a:cubicBezTo>
                      <a:pt x="43124" y="11930"/>
                      <a:pt x="43793" y="11532"/>
                      <a:pt x="44400" y="11135"/>
                    </a:cubicBezTo>
                    <a:cubicBezTo>
                      <a:pt x="45593" y="10298"/>
                      <a:pt x="46514" y="9398"/>
                      <a:pt x="47267" y="8645"/>
                    </a:cubicBezTo>
                    <a:cubicBezTo>
                      <a:pt x="48020" y="7870"/>
                      <a:pt x="48564" y="7222"/>
                      <a:pt x="48941" y="6761"/>
                    </a:cubicBezTo>
                    <a:cubicBezTo>
                      <a:pt x="49171" y="6469"/>
                      <a:pt x="49317" y="6259"/>
                      <a:pt x="49380" y="6113"/>
                    </a:cubicBezTo>
                    <a:cubicBezTo>
                      <a:pt x="52853" y="6050"/>
                      <a:pt x="54904" y="5945"/>
                      <a:pt x="54904" y="5841"/>
                    </a:cubicBezTo>
                    <a:cubicBezTo>
                      <a:pt x="54904" y="5736"/>
                      <a:pt x="52644" y="5653"/>
                      <a:pt x="48878" y="5569"/>
                    </a:cubicBezTo>
                    <a:cubicBezTo>
                      <a:pt x="48857" y="5569"/>
                      <a:pt x="48836" y="5569"/>
                      <a:pt x="48836" y="5548"/>
                    </a:cubicBezTo>
                    <a:cubicBezTo>
                      <a:pt x="48271" y="5360"/>
                      <a:pt x="47434" y="5129"/>
                      <a:pt x="46430" y="4837"/>
                    </a:cubicBezTo>
                    <a:cubicBezTo>
                      <a:pt x="45446" y="4523"/>
                      <a:pt x="44254" y="4146"/>
                      <a:pt x="43019" y="3581"/>
                    </a:cubicBezTo>
                    <a:cubicBezTo>
                      <a:pt x="42413" y="3309"/>
                      <a:pt x="41806" y="2974"/>
                      <a:pt x="41241" y="2556"/>
                    </a:cubicBezTo>
                    <a:cubicBezTo>
                      <a:pt x="40969" y="2326"/>
                      <a:pt x="40718" y="2096"/>
                      <a:pt x="40488" y="1844"/>
                    </a:cubicBezTo>
                    <a:cubicBezTo>
                      <a:pt x="40446" y="1782"/>
                      <a:pt x="40383" y="1698"/>
                      <a:pt x="40341" y="1635"/>
                    </a:cubicBezTo>
                    <a:cubicBezTo>
                      <a:pt x="40320" y="1593"/>
                      <a:pt x="40278" y="1572"/>
                      <a:pt x="40257" y="1531"/>
                    </a:cubicBezTo>
                    <a:cubicBezTo>
                      <a:pt x="40257" y="1510"/>
                      <a:pt x="40257" y="1510"/>
                      <a:pt x="40257" y="1510"/>
                    </a:cubicBezTo>
                    <a:lnTo>
                      <a:pt x="40278" y="1510"/>
                    </a:lnTo>
                    <a:lnTo>
                      <a:pt x="40488" y="1447"/>
                    </a:lnTo>
                    <a:cubicBezTo>
                      <a:pt x="40655" y="1384"/>
                      <a:pt x="40843" y="1342"/>
                      <a:pt x="41011" y="1300"/>
                    </a:cubicBezTo>
                    <a:cubicBezTo>
                      <a:pt x="41387" y="1238"/>
                      <a:pt x="41743" y="1196"/>
                      <a:pt x="42120" y="1175"/>
                    </a:cubicBezTo>
                    <a:cubicBezTo>
                      <a:pt x="42246" y="1167"/>
                      <a:pt x="42372" y="1164"/>
                      <a:pt x="42497" y="1164"/>
                    </a:cubicBezTo>
                    <a:cubicBezTo>
                      <a:pt x="43082" y="1164"/>
                      <a:pt x="43661" y="1239"/>
                      <a:pt x="44212" y="1342"/>
                    </a:cubicBezTo>
                    <a:cubicBezTo>
                      <a:pt x="45530" y="1614"/>
                      <a:pt x="46660" y="2158"/>
                      <a:pt x="47434" y="2786"/>
                    </a:cubicBezTo>
                    <a:cubicBezTo>
                      <a:pt x="48229" y="3414"/>
                      <a:pt x="48690" y="4125"/>
                      <a:pt x="48941" y="4648"/>
                    </a:cubicBezTo>
                    <a:cubicBezTo>
                      <a:pt x="49205" y="5156"/>
                      <a:pt x="49291" y="5486"/>
                      <a:pt x="49373" y="5486"/>
                    </a:cubicBezTo>
                    <a:cubicBezTo>
                      <a:pt x="49375" y="5486"/>
                      <a:pt x="49378" y="5486"/>
                      <a:pt x="49380" y="5485"/>
                    </a:cubicBezTo>
                    <a:cubicBezTo>
                      <a:pt x="49464" y="5485"/>
                      <a:pt x="49527" y="5129"/>
                      <a:pt x="49380" y="4502"/>
                    </a:cubicBezTo>
                    <a:cubicBezTo>
                      <a:pt x="49255" y="3874"/>
                      <a:pt x="48836" y="2974"/>
                      <a:pt x="47999" y="2158"/>
                    </a:cubicBezTo>
                    <a:cubicBezTo>
                      <a:pt x="47162" y="1342"/>
                      <a:pt x="45928" y="652"/>
                      <a:pt x="44442" y="275"/>
                    </a:cubicBezTo>
                    <a:cubicBezTo>
                      <a:pt x="43772" y="103"/>
                      <a:pt x="43049" y="1"/>
                      <a:pt x="4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4"/>
            <p:cNvGrpSpPr/>
            <p:nvPr/>
          </p:nvGrpSpPr>
          <p:grpSpPr>
            <a:xfrm rot="-5400000" flipH="1">
              <a:off x="-369116" y="3988714"/>
              <a:ext cx="1372600" cy="315000"/>
              <a:chOff x="2359200" y="702550"/>
              <a:chExt cx="1372600" cy="315000"/>
            </a:xfrm>
          </p:grpSpPr>
          <p:sp>
            <p:nvSpPr>
              <p:cNvPr id="157" name="Google Shape;157;p4"/>
              <p:cNvSpPr/>
              <p:nvPr/>
            </p:nvSpPr>
            <p:spPr>
              <a:xfrm>
                <a:off x="3365625" y="740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4"/>
              <p:cNvSpPr/>
              <p:nvPr/>
            </p:nvSpPr>
            <p:spPr>
              <a:xfrm>
                <a:off x="3163700" y="9589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2359200" y="702550"/>
                <a:ext cx="1372600" cy="315000"/>
              </a:xfrm>
              <a:custGeom>
                <a:avLst/>
                <a:gdLst/>
                <a:ahLst/>
                <a:cxnLst/>
                <a:rect l="l" t="t" r="r" b="b"/>
                <a:pathLst>
                  <a:path w="54904" h="12600" extrusionOk="0">
                    <a:moveTo>
                      <a:pt x="26322" y="3555"/>
                    </a:moveTo>
                    <a:cubicBezTo>
                      <a:pt x="26643" y="3555"/>
                      <a:pt x="26950" y="3592"/>
                      <a:pt x="27243" y="3644"/>
                    </a:cubicBezTo>
                    <a:cubicBezTo>
                      <a:pt x="27933" y="3790"/>
                      <a:pt x="28540" y="4083"/>
                      <a:pt x="28959" y="4418"/>
                    </a:cubicBezTo>
                    <a:cubicBezTo>
                      <a:pt x="29377" y="4753"/>
                      <a:pt x="29628" y="5129"/>
                      <a:pt x="29754" y="5401"/>
                    </a:cubicBezTo>
                    <a:lnTo>
                      <a:pt x="28080" y="5401"/>
                    </a:lnTo>
                    <a:cubicBezTo>
                      <a:pt x="27620" y="5255"/>
                      <a:pt x="27117" y="5088"/>
                      <a:pt x="26594" y="4857"/>
                    </a:cubicBezTo>
                    <a:cubicBezTo>
                      <a:pt x="26280" y="4690"/>
                      <a:pt x="25946" y="4523"/>
                      <a:pt x="25653" y="4293"/>
                    </a:cubicBezTo>
                    <a:cubicBezTo>
                      <a:pt x="25506" y="4188"/>
                      <a:pt x="25360" y="4062"/>
                      <a:pt x="25255" y="3916"/>
                    </a:cubicBezTo>
                    <a:cubicBezTo>
                      <a:pt x="25213" y="3874"/>
                      <a:pt x="25192" y="3832"/>
                      <a:pt x="25171" y="3811"/>
                    </a:cubicBezTo>
                    <a:cubicBezTo>
                      <a:pt x="25151" y="3790"/>
                      <a:pt x="25130" y="3769"/>
                      <a:pt x="25130" y="3748"/>
                    </a:cubicBezTo>
                    <a:cubicBezTo>
                      <a:pt x="25130" y="3748"/>
                      <a:pt x="25109" y="3748"/>
                      <a:pt x="25130" y="3728"/>
                    </a:cubicBezTo>
                    <a:lnTo>
                      <a:pt x="25234" y="3707"/>
                    </a:lnTo>
                    <a:cubicBezTo>
                      <a:pt x="25339" y="3665"/>
                      <a:pt x="25423" y="3644"/>
                      <a:pt x="25527" y="3623"/>
                    </a:cubicBezTo>
                    <a:cubicBezTo>
                      <a:pt x="25715" y="3581"/>
                      <a:pt x="25925" y="3560"/>
                      <a:pt x="26113" y="3560"/>
                    </a:cubicBezTo>
                    <a:cubicBezTo>
                      <a:pt x="26183" y="3556"/>
                      <a:pt x="26253" y="3555"/>
                      <a:pt x="26322" y="3555"/>
                    </a:cubicBezTo>
                    <a:close/>
                    <a:moveTo>
                      <a:pt x="18915" y="4167"/>
                    </a:moveTo>
                    <a:cubicBezTo>
                      <a:pt x="19208" y="4167"/>
                      <a:pt x="19501" y="4188"/>
                      <a:pt x="19773" y="4251"/>
                    </a:cubicBezTo>
                    <a:cubicBezTo>
                      <a:pt x="20338" y="4355"/>
                      <a:pt x="20798" y="4585"/>
                      <a:pt x="21133" y="4837"/>
                    </a:cubicBezTo>
                    <a:cubicBezTo>
                      <a:pt x="21363" y="5025"/>
                      <a:pt x="21531" y="5234"/>
                      <a:pt x="21635" y="5401"/>
                    </a:cubicBezTo>
                    <a:cubicBezTo>
                      <a:pt x="21050" y="5422"/>
                      <a:pt x="20464" y="5422"/>
                      <a:pt x="19899" y="5422"/>
                    </a:cubicBezTo>
                    <a:cubicBezTo>
                      <a:pt x="19689" y="5339"/>
                      <a:pt x="19501" y="5276"/>
                      <a:pt x="19292" y="5171"/>
                    </a:cubicBezTo>
                    <a:cubicBezTo>
                      <a:pt x="19041" y="5067"/>
                      <a:pt x="18790" y="4920"/>
                      <a:pt x="18560" y="4753"/>
                    </a:cubicBezTo>
                    <a:cubicBezTo>
                      <a:pt x="18434" y="4648"/>
                      <a:pt x="18329" y="4565"/>
                      <a:pt x="18246" y="4439"/>
                    </a:cubicBezTo>
                    <a:cubicBezTo>
                      <a:pt x="18225" y="4418"/>
                      <a:pt x="18204" y="4397"/>
                      <a:pt x="18183" y="4355"/>
                    </a:cubicBezTo>
                    <a:cubicBezTo>
                      <a:pt x="18162" y="4355"/>
                      <a:pt x="18162" y="4334"/>
                      <a:pt x="18141" y="4313"/>
                    </a:cubicBezTo>
                    <a:lnTo>
                      <a:pt x="18246" y="4293"/>
                    </a:lnTo>
                    <a:cubicBezTo>
                      <a:pt x="18309" y="4272"/>
                      <a:pt x="18392" y="4251"/>
                      <a:pt x="18455" y="4230"/>
                    </a:cubicBezTo>
                    <a:cubicBezTo>
                      <a:pt x="18601" y="4188"/>
                      <a:pt x="18769" y="4188"/>
                      <a:pt x="18915" y="4167"/>
                    </a:cubicBezTo>
                    <a:close/>
                    <a:moveTo>
                      <a:pt x="33675" y="2320"/>
                    </a:moveTo>
                    <a:cubicBezTo>
                      <a:pt x="34140" y="2320"/>
                      <a:pt x="34591" y="2364"/>
                      <a:pt x="35026" y="2451"/>
                    </a:cubicBezTo>
                    <a:cubicBezTo>
                      <a:pt x="36052" y="2660"/>
                      <a:pt x="36910" y="3100"/>
                      <a:pt x="37516" y="3581"/>
                    </a:cubicBezTo>
                    <a:cubicBezTo>
                      <a:pt x="38144" y="4062"/>
                      <a:pt x="38500" y="4627"/>
                      <a:pt x="38688" y="5025"/>
                    </a:cubicBezTo>
                    <a:cubicBezTo>
                      <a:pt x="38772" y="5192"/>
                      <a:pt x="38835" y="5339"/>
                      <a:pt x="38876" y="5443"/>
                    </a:cubicBezTo>
                    <a:lnTo>
                      <a:pt x="37663" y="5443"/>
                    </a:lnTo>
                    <a:cubicBezTo>
                      <a:pt x="37391" y="5360"/>
                      <a:pt x="37077" y="5255"/>
                      <a:pt x="36742" y="5150"/>
                    </a:cubicBezTo>
                    <a:cubicBezTo>
                      <a:pt x="35968" y="4920"/>
                      <a:pt x="35047" y="4627"/>
                      <a:pt x="34106" y="4209"/>
                    </a:cubicBezTo>
                    <a:cubicBezTo>
                      <a:pt x="33625" y="3979"/>
                      <a:pt x="33143" y="3728"/>
                      <a:pt x="32725" y="3393"/>
                    </a:cubicBezTo>
                    <a:cubicBezTo>
                      <a:pt x="32516" y="3225"/>
                      <a:pt x="32306" y="3037"/>
                      <a:pt x="32139" y="2849"/>
                    </a:cubicBezTo>
                    <a:cubicBezTo>
                      <a:pt x="32097" y="2786"/>
                      <a:pt x="32055" y="2744"/>
                      <a:pt x="32013" y="2681"/>
                    </a:cubicBezTo>
                    <a:cubicBezTo>
                      <a:pt x="31993" y="2660"/>
                      <a:pt x="31972" y="2640"/>
                      <a:pt x="31972" y="2598"/>
                    </a:cubicBezTo>
                    <a:cubicBezTo>
                      <a:pt x="31966" y="2592"/>
                      <a:pt x="31962" y="2590"/>
                      <a:pt x="31960" y="2589"/>
                    </a:cubicBezTo>
                    <a:lnTo>
                      <a:pt x="31960" y="2589"/>
                    </a:lnTo>
                    <a:cubicBezTo>
                      <a:pt x="31962" y="2586"/>
                      <a:pt x="31966" y="2582"/>
                      <a:pt x="31972" y="2577"/>
                    </a:cubicBezTo>
                    <a:lnTo>
                      <a:pt x="32118" y="2535"/>
                    </a:lnTo>
                    <a:cubicBezTo>
                      <a:pt x="32265" y="2493"/>
                      <a:pt x="32411" y="2451"/>
                      <a:pt x="32537" y="2430"/>
                    </a:cubicBezTo>
                    <a:cubicBezTo>
                      <a:pt x="32830" y="2368"/>
                      <a:pt x="33102" y="2347"/>
                      <a:pt x="33394" y="2326"/>
                    </a:cubicBezTo>
                    <a:cubicBezTo>
                      <a:pt x="33489" y="2322"/>
                      <a:pt x="33582" y="2320"/>
                      <a:pt x="33675" y="2320"/>
                    </a:cubicBezTo>
                    <a:close/>
                    <a:moveTo>
                      <a:pt x="12659" y="4481"/>
                    </a:moveTo>
                    <a:cubicBezTo>
                      <a:pt x="12910" y="4481"/>
                      <a:pt x="13161" y="4502"/>
                      <a:pt x="13391" y="4544"/>
                    </a:cubicBezTo>
                    <a:cubicBezTo>
                      <a:pt x="13873" y="4627"/>
                      <a:pt x="14270" y="4837"/>
                      <a:pt x="14542" y="5046"/>
                    </a:cubicBezTo>
                    <a:cubicBezTo>
                      <a:pt x="14710" y="5192"/>
                      <a:pt x="14835" y="5318"/>
                      <a:pt x="14919" y="5443"/>
                    </a:cubicBezTo>
                    <a:cubicBezTo>
                      <a:pt x="14375" y="5464"/>
                      <a:pt x="13810" y="5464"/>
                      <a:pt x="13287" y="5464"/>
                    </a:cubicBezTo>
                    <a:cubicBezTo>
                      <a:pt x="13182" y="5422"/>
                      <a:pt x="13078" y="5381"/>
                      <a:pt x="12994" y="5339"/>
                    </a:cubicBezTo>
                    <a:cubicBezTo>
                      <a:pt x="12764" y="5234"/>
                      <a:pt x="12555" y="5109"/>
                      <a:pt x="12345" y="4962"/>
                    </a:cubicBezTo>
                    <a:cubicBezTo>
                      <a:pt x="12262" y="4899"/>
                      <a:pt x="12157" y="4816"/>
                      <a:pt x="12094" y="4711"/>
                    </a:cubicBezTo>
                    <a:cubicBezTo>
                      <a:pt x="12073" y="4690"/>
                      <a:pt x="12052" y="4669"/>
                      <a:pt x="12031" y="4648"/>
                    </a:cubicBezTo>
                    <a:cubicBezTo>
                      <a:pt x="12031" y="4627"/>
                      <a:pt x="12011" y="4627"/>
                      <a:pt x="12011" y="4606"/>
                    </a:cubicBezTo>
                    <a:lnTo>
                      <a:pt x="12073" y="4585"/>
                    </a:lnTo>
                    <a:cubicBezTo>
                      <a:pt x="12136" y="4565"/>
                      <a:pt x="12199" y="4544"/>
                      <a:pt x="12262" y="4523"/>
                    </a:cubicBezTo>
                    <a:cubicBezTo>
                      <a:pt x="12408" y="4502"/>
                      <a:pt x="12534" y="4481"/>
                      <a:pt x="12659" y="4481"/>
                    </a:cubicBezTo>
                    <a:close/>
                    <a:moveTo>
                      <a:pt x="15107" y="6238"/>
                    </a:moveTo>
                    <a:cubicBezTo>
                      <a:pt x="15065" y="6280"/>
                      <a:pt x="15024" y="6301"/>
                      <a:pt x="14961" y="6343"/>
                    </a:cubicBezTo>
                    <a:cubicBezTo>
                      <a:pt x="14793" y="6469"/>
                      <a:pt x="14563" y="6678"/>
                      <a:pt x="14291" y="6908"/>
                    </a:cubicBezTo>
                    <a:cubicBezTo>
                      <a:pt x="13998" y="7159"/>
                      <a:pt x="13663" y="7431"/>
                      <a:pt x="13266" y="7682"/>
                    </a:cubicBezTo>
                    <a:cubicBezTo>
                      <a:pt x="13057" y="7808"/>
                      <a:pt x="12827" y="7933"/>
                      <a:pt x="12596" y="8017"/>
                    </a:cubicBezTo>
                    <a:cubicBezTo>
                      <a:pt x="12492" y="8059"/>
                      <a:pt x="12366" y="8080"/>
                      <a:pt x="12241" y="8101"/>
                    </a:cubicBezTo>
                    <a:lnTo>
                      <a:pt x="12157" y="8101"/>
                    </a:lnTo>
                    <a:cubicBezTo>
                      <a:pt x="12143" y="8101"/>
                      <a:pt x="12138" y="8110"/>
                      <a:pt x="12131" y="8110"/>
                    </a:cubicBezTo>
                    <a:cubicBezTo>
                      <a:pt x="12127" y="8110"/>
                      <a:pt x="12122" y="8108"/>
                      <a:pt x="12115" y="8101"/>
                    </a:cubicBezTo>
                    <a:lnTo>
                      <a:pt x="12136" y="8038"/>
                    </a:lnTo>
                    <a:cubicBezTo>
                      <a:pt x="12136" y="7975"/>
                      <a:pt x="12157" y="7912"/>
                      <a:pt x="12199" y="7850"/>
                    </a:cubicBezTo>
                    <a:cubicBezTo>
                      <a:pt x="12241" y="7724"/>
                      <a:pt x="12303" y="7598"/>
                      <a:pt x="12366" y="7494"/>
                    </a:cubicBezTo>
                    <a:cubicBezTo>
                      <a:pt x="12492" y="7264"/>
                      <a:pt x="12659" y="7075"/>
                      <a:pt x="12827" y="6908"/>
                    </a:cubicBezTo>
                    <a:cubicBezTo>
                      <a:pt x="13140" y="6573"/>
                      <a:pt x="13517" y="6343"/>
                      <a:pt x="13852" y="6238"/>
                    </a:cubicBezTo>
                    <a:close/>
                    <a:moveTo>
                      <a:pt x="21698" y="6280"/>
                    </a:moveTo>
                    <a:cubicBezTo>
                      <a:pt x="21677" y="6301"/>
                      <a:pt x="21635" y="6322"/>
                      <a:pt x="21614" y="6364"/>
                    </a:cubicBezTo>
                    <a:cubicBezTo>
                      <a:pt x="21426" y="6510"/>
                      <a:pt x="21154" y="6741"/>
                      <a:pt x="20819" y="7013"/>
                    </a:cubicBezTo>
                    <a:cubicBezTo>
                      <a:pt x="20485" y="7306"/>
                      <a:pt x="20087" y="7619"/>
                      <a:pt x="19606" y="7933"/>
                    </a:cubicBezTo>
                    <a:cubicBezTo>
                      <a:pt x="19376" y="8080"/>
                      <a:pt x="19125" y="8205"/>
                      <a:pt x="18853" y="8310"/>
                    </a:cubicBezTo>
                    <a:cubicBezTo>
                      <a:pt x="18706" y="8352"/>
                      <a:pt x="18581" y="8394"/>
                      <a:pt x="18434" y="8414"/>
                    </a:cubicBezTo>
                    <a:lnTo>
                      <a:pt x="18267" y="8414"/>
                    </a:lnTo>
                    <a:lnTo>
                      <a:pt x="18288" y="8331"/>
                    </a:lnTo>
                    <a:cubicBezTo>
                      <a:pt x="18309" y="8247"/>
                      <a:pt x="18329" y="8184"/>
                      <a:pt x="18371" y="8101"/>
                    </a:cubicBezTo>
                    <a:cubicBezTo>
                      <a:pt x="18434" y="7954"/>
                      <a:pt x="18497" y="7829"/>
                      <a:pt x="18560" y="7703"/>
                    </a:cubicBezTo>
                    <a:cubicBezTo>
                      <a:pt x="18727" y="7431"/>
                      <a:pt x="18915" y="7201"/>
                      <a:pt x="19104" y="7013"/>
                    </a:cubicBezTo>
                    <a:cubicBezTo>
                      <a:pt x="19438" y="6657"/>
                      <a:pt x="19815" y="6427"/>
                      <a:pt x="20171" y="6280"/>
                    </a:cubicBezTo>
                    <a:close/>
                    <a:moveTo>
                      <a:pt x="29691" y="6301"/>
                    </a:moveTo>
                    <a:cubicBezTo>
                      <a:pt x="29670" y="6322"/>
                      <a:pt x="29628" y="6343"/>
                      <a:pt x="29586" y="6364"/>
                    </a:cubicBezTo>
                    <a:cubicBezTo>
                      <a:pt x="29335" y="6573"/>
                      <a:pt x="29000" y="6866"/>
                      <a:pt x="28561" y="7222"/>
                    </a:cubicBezTo>
                    <a:cubicBezTo>
                      <a:pt x="28143" y="7578"/>
                      <a:pt x="27620" y="8017"/>
                      <a:pt x="27013" y="8394"/>
                    </a:cubicBezTo>
                    <a:cubicBezTo>
                      <a:pt x="26720" y="8582"/>
                      <a:pt x="26385" y="8770"/>
                      <a:pt x="26029" y="8896"/>
                    </a:cubicBezTo>
                    <a:cubicBezTo>
                      <a:pt x="25862" y="8958"/>
                      <a:pt x="25674" y="9000"/>
                      <a:pt x="25485" y="9021"/>
                    </a:cubicBezTo>
                    <a:lnTo>
                      <a:pt x="25276" y="9021"/>
                    </a:lnTo>
                    <a:lnTo>
                      <a:pt x="25318" y="8917"/>
                    </a:lnTo>
                    <a:cubicBezTo>
                      <a:pt x="25339" y="8812"/>
                      <a:pt x="25381" y="8728"/>
                      <a:pt x="25402" y="8624"/>
                    </a:cubicBezTo>
                    <a:cubicBezTo>
                      <a:pt x="25485" y="8435"/>
                      <a:pt x="25569" y="8268"/>
                      <a:pt x="25674" y="8101"/>
                    </a:cubicBezTo>
                    <a:cubicBezTo>
                      <a:pt x="25862" y="7766"/>
                      <a:pt x="26113" y="7473"/>
                      <a:pt x="26364" y="7201"/>
                    </a:cubicBezTo>
                    <a:cubicBezTo>
                      <a:pt x="26783" y="6782"/>
                      <a:pt x="27243" y="6489"/>
                      <a:pt x="27661" y="6301"/>
                    </a:cubicBezTo>
                    <a:close/>
                    <a:moveTo>
                      <a:pt x="38625" y="6259"/>
                    </a:moveTo>
                    <a:cubicBezTo>
                      <a:pt x="38563" y="6301"/>
                      <a:pt x="38500" y="6343"/>
                      <a:pt x="38437" y="6406"/>
                    </a:cubicBezTo>
                    <a:cubicBezTo>
                      <a:pt x="38060" y="6678"/>
                      <a:pt x="37579" y="7117"/>
                      <a:pt x="36951" y="7640"/>
                    </a:cubicBezTo>
                    <a:cubicBezTo>
                      <a:pt x="36324" y="8163"/>
                      <a:pt x="35591" y="8770"/>
                      <a:pt x="34713" y="9335"/>
                    </a:cubicBezTo>
                    <a:cubicBezTo>
                      <a:pt x="34252" y="9607"/>
                      <a:pt x="33792" y="9879"/>
                      <a:pt x="33269" y="10047"/>
                    </a:cubicBezTo>
                    <a:cubicBezTo>
                      <a:pt x="33018" y="10130"/>
                      <a:pt x="32746" y="10214"/>
                      <a:pt x="32495" y="10235"/>
                    </a:cubicBezTo>
                    <a:cubicBezTo>
                      <a:pt x="32432" y="10235"/>
                      <a:pt x="32369" y="10256"/>
                      <a:pt x="32306" y="10256"/>
                    </a:cubicBezTo>
                    <a:lnTo>
                      <a:pt x="32181" y="10256"/>
                    </a:lnTo>
                    <a:cubicBezTo>
                      <a:pt x="32181" y="10256"/>
                      <a:pt x="32181" y="10256"/>
                      <a:pt x="32181" y="10235"/>
                    </a:cubicBezTo>
                    <a:lnTo>
                      <a:pt x="32223" y="10088"/>
                    </a:lnTo>
                    <a:cubicBezTo>
                      <a:pt x="32265" y="9942"/>
                      <a:pt x="32327" y="9795"/>
                      <a:pt x="32369" y="9670"/>
                    </a:cubicBezTo>
                    <a:cubicBezTo>
                      <a:pt x="32474" y="9398"/>
                      <a:pt x="32599" y="9147"/>
                      <a:pt x="32746" y="8917"/>
                    </a:cubicBezTo>
                    <a:cubicBezTo>
                      <a:pt x="33039" y="8414"/>
                      <a:pt x="33374" y="7996"/>
                      <a:pt x="33750" y="7619"/>
                    </a:cubicBezTo>
                    <a:cubicBezTo>
                      <a:pt x="34357" y="6992"/>
                      <a:pt x="35047" y="6552"/>
                      <a:pt x="35675" y="6280"/>
                    </a:cubicBezTo>
                    <a:cubicBezTo>
                      <a:pt x="36700" y="6259"/>
                      <a:pt x="37663" y="6259"/>
                      <a:pt x="38625" y="6259"/>
                    </a:cubicBezTo>
                    <a:close/>
                    <a:moveTo>
                      <a:pt x="49024" y="6134"/>
                    </a:moveTo>
                    <a:lnTo>
                      <a:pt x="49024" y="6134"/>
                    </a:lnTo>
                    <a:cubicBezTo>
                      <a:pt x="48920" y="6197"/>
                      <a:pt x="48773" y="6301"/>
                      <a:pt x="48606" y="6427"/>
                    </a:cubicBezTo>
                    <a:cubicBezTo>
                      <a:pt x="48146" y="6803"/>
                      <a:pt x="47497" y="7368"/>
                      <a:pt x="46702" y="8038"/>
                    </a:cubicBezTo>
                    <a:cubicBezTo>
                      <a:pt x="45907" y="8707"/>
                      <a:pt x="44944" y="9502"/>
                      <a:pt x="43793" y="10214"/>
                    </a:cubicBezTo>
                    <a:cubicBezTo>
                      <a:pt x="43229" y="10570"/>
                      <a:pt x="42622" y="10904"/>
                      <a:pt x="41952" y="11135"/>
                    </a:cubicBezTo>
                    <a:cubicBezTo>
                      <a:pt x="41617" y="11260"/>
                      <a:pt x="41283" y="11344"/>
                      <a:pt x="40948" y="11386"/>
                    </a:cubicBezTo>
                    <a:cubicBezTo>
                      <a:pt x="40864" y="11386"/>
                      <a:pt x="40780" y="11407"/>
                      <a:pt x="40697" y="11407"/>
                    </a:cubicBezTo>
                    <a:lnTo>
                      <a:pt x="40550" y="11407"/>
                    </a:lnTo>
                    <a:cubicBezTo>
                      <a:pt x="40550" y="11407"/>
                      <a:pt x="40550" y="11407"/>
                      <a:pt x="40550" y="11386"/>
                    </a:cubicBezTo>
                    <a:lnTo>
                      <a:pt x="40613" y="11176"/>
                    </a:lnTo>
                    <a:cubicBezTo>
                      <a:pt x="40655" y="10988"/>
                      <a:pt x="40718" y="10821"/>
                      <a:pt x="40801" y="10653"/>
                    </a:cubicBezTo>
                    <a:cubicBezTo>
                      <a:pt x="40927" y="10319"/>
                      <a:pt x="41094" y="9984"/>
                      <a:pt x="41283" y="9670"/>
                    </a:cubicBezTo>
                    <a:cubicBezTo>
                      <a:pt x="41638" y="9042"/>
                      <a:pt x="42099" y="8477"/>
                      <a:pt x="42559" y="7996"/>
                    </a:cubicBezTo>
                    <a:cubicBezTo>
                      <a:pt x="43417" y="7138"/>
                      <a:pt x="44379" y="6531"/>
                      <a:pt x="45258" y="6197"/>
                    </a:cubicBezTo>
                    <a:cubicBezTo>
                      <a:pt x="46639" y="6176"/>
                      <a:pt x="47895" y="6155"/>
                      <a:pt x="49024" y="6134"/>
                    </a:cubicBezTo>
                    <a:close/>
                    <a:moveTo>
                      <a:pt x="42289" y="1"/>
                    </a:moveTo>
                    <a:cubicBezTo>
                      <a:pt x="42219" y="1"/>
                      <a:pt x="42148" y="1"/>
                      <a:pt x="42078" y="3"/>
                    </a:cubicBezTo>
                    <a:cubicBezTo>
                      <a:pt x="41638" y="24"/>
                      <a:pt x="41220" y="66"/>
                      <a:pt x="40801" y="150"/>
                    </a:cubicBezTo>
                    <a:cubicBezTo>
                      <a:pt x="40571" y="191"/>
                      <a:pt x="40362" y="233"/>
                      <a:pt x="40153" y="296"/>
                    </a:cubicBezTo>
                    <a:lnTo>
                      <a:pt x="39985" y="359"/>
                    </a:lnTo>
                    <a:lnTo>
                      <a:pt x="39902" y="380"/>
                    </a:lnTo>
                    <a:lnTo>
                      <a:pt x="39776" y="422"/>
                    </a:lnTo>
                    <a:cubicBezTo>
                      <a:pt x="39588" y="484"/>
                      <a:pt x="39400" y="568"/>
                      <a:pt x="39211" y="652"/>
                    </a:cubicBezTo>
                    <a:lnTo>
                      <a:pt x="38646" y="903"/>
                    </a:lnTo>
                    <a:cubicBezTo>
                      <a:pt x="38814" y="1280"/>
                      <a:pt x="38939" y="1614"/>
                      <a:pt x="39148" y="1970"/>
                    </a:cubicBezTo>
                    <a:cubicBezTo>
                      <a:pt x="39169" y="2012"/>
                      <a:pt x="39190" y="2054"/>
                      <a:pt x="39211" y="2096"/>
                    </a:cubicBezTo>
                    <a:lnTo>
                      <a:pt x="39274" y="2200"/>
                    </a:lnTo>
                    <a:cubicBezTo>
                      <a:pt x="39316" y="2242"/>
                      <a:pt x="39358" y="2284"/>
                      <a:pt x="39379" y="2347"/>
                    </a:cubicBezTo>
                    <a:cubicBezTo>
                      <a:pt x="39441" y="2430"/>
                      <a:pt x="39525" y="2514"/>
                      <a:pt x="39588" y="2598"/>
                    </a:cubicBezTo>
                    <a:cubicBezTo>
                      <a:pt x="39881" y="2953"/>
                      <a:pt x="40216" y="3225"/>
                      <a:pt x="40550" y="3476"/>
                    </a:cubicBezTo>
                    <a:cubicBezTo>
                      <a:pt x="41220" y="3958"/>
                      <a:pt x="41910" y="4313"/>
                      <a:pt x="42580" y="4585"/>
                    </a:cubicBezTo>
                    <a:cubicBezTo>
                      <a:pt x="43438" y="4941"/>
                      <a:pt x="44254" y="5171"/>
                      <a:pt x="44986" y="5360"/>
                    </a:cubicBezTo>
                    <a:cubicBezTo>
                      <a:pt x="44840" y="5401"/>
                      <a:pt x="44693" y="5443"/>
                      <a:pt x="44547" y="5506"/>
                    </a:cubicBezTo>
                    <a:cubicBezTo>
                      <a:pt x="42894" y="5485"/>
                      <a:pt x="41052" y="5464"/>
                      <a:pt x="39086" y="5443"/>
                    </a:cubicBezTo>
                    <a:cubicBezTo>
                      <a:pt x="39107" y="5318"/>
                      <a:pt x="39086" y="5129"/>
                      <a:pt x="39023" y="4899"/>
                    </a:cubicBezTo>
                    <a:cubicBezTo>
                      <a:pt x="38918" y="4418"/>
                      <a:pt x="38604" y="3728"/>
                      <a:pt x="37956" y="3100"/>
                    </a:cubicBezTo>
                    <a:cubicBezTo>
                      <a:pt x="37307" y="2472"/>
                      <a:pt x="36345" y="1907"/>
                      <a:pt x="35215" y="1635"/>
                    </a:cubicBezTo>
                    <a:cubicBezTo>
                      <a:pt x="34689" y="1504"/>
                      <a:pt x="34129" y="1423"/>
                      <a:pt x="33551" y="1423"/>
                    </a:cubicBezTo>
                    <a:cubicBezTo>
                      <a:pt x="33485" y="1423"/>
                      <a:pt x="33419" y="1424"/>
                      <a:pt x="33353" y="1426"/>
                    </a:cubicBezTo>
                    <a:cubicBezTo>
                      <a:pt x="33039" y="1426"/>
                      <a:pt x="32704" y="1468"/>
                      <a:pt x="32369" y="1531"/>
                    </a:cubicBezTo>
                    <a:cubicBezTo>
                      <a:pt x="32202" y="1572"/>
                      <a:pt x="32034" y="1593"/>
                      <a:pt x="31867" y="1656"/>
                    </a:cubicBezTo>
                    <a:lnTo>
                      <a:pt x="31741" y="1698"/>
                    </a:lnTo>
                    <a:lnTo>
                      <a:pt x="31679" y="1719"/>
                    </a:lnTo>
                    <a:lnTo>
                      <a:pt x="31574" y="1740"/>
                    </a:lnTo>
                    <a:cubicBezTo>
                      <a:pt x="31449" y="1782"/>
                      <a:pt x="31302" y="1865"/>
                      <a:pt x="31156" y="1928"/>
                    </a:cubicBezTo>
                    <a:lnTo>
                      <a:pt x="30716" y="2116"/>
                    </a:lnTo>
                    <a:cubicBezTo>
                      <a:pt x="30842" y="2409"/>
                      <a:pt x="30925" y="2681"/>
                      <a:pt x="31093" y="2932"/>
                    </a:cubicBezTo>
                    <a:cubicBezTo>
                      <a:pt x="31114" y="2974"/>
                      <a:pt x="31135" y="3016"/>
                      <a:pt x="31156" y="3037"/>
                    </a:cubicBezTo>
                    <a:lnTo>
                      <a:pt x="31197" y="3121"/>
                    </a:lnTo>
                    <a:cubicBezTo>
                      <a:pt x="31218" y="3163"/>
                      <a:pt x="31260" y="3184"/>
                      <a:pt x="31281" y="3225"/>
                    </a:cubicBezTo>
                    <a:cubicBezTo>
                      <a:pt x="31323" y="3309"/>
                      <a:pt x="31386" y="3372"/>
                      <a:pt x="31449" y="3435"/>
                    </a:cubicBezTo>
                    <a:cubicBezTo>
                      <a:pt x="31679" y="3707"/>
                      <a:pt x="31930" y="3916"/>
                      <a:pt x="32181" y="4104"/>
                    </a:cubicBezTo>
                    <a:cubicBezTo>
                      <a:pt x="32704" y="4481"/>
                      <a:pt x="33248" y="4753"/>
                      <a:pt x="33771" y="4983"/>
                    </a:cubicBezTo>
                    <a:cubicBezTo>
                      <a:pt x="34210" y="5150"/>
                      <a:pt x="34650" y="5297"/>
                      <a:pt x="35068" y="5422"/>
                    </a:cubicBezTo>
                    <a:cubicBezTo>
                      <a:pt x="33436" y="5422"/>
                      <a:pt x="31741" y="5401"/>
                      <a:pt x="30026" y="5401"/>
                    </a:cubicBezTo>
                    <a:cubicBezTo>
                      <a:pt x="30005" y="5381"/>
                      <a:pt x="30005" y="5360"/>
                      <a:pt x="30005" y="5339"/>
                    </a:cubicBezTo>
                    <a:cubicBezTo>
                      <a:pt x="29921" y="5004"/>
                      <a:pt x="29712" y="4523"/>
                      <a:pt x="29272" y="4083"/>
                    </a:cubicBezTo>
                    <a:cubicBezTo>
                      <a:pt x="28812" y="3644"/>
                      <a:pt x="28164" y="3267"/>
                      <a:pt x="27368" y="3079"/>
                    </a:cubicBezTo>
                    <a:cubicBezTo>
                      <a:pt x="26971" y="2974"/>
                      <a:pt x="26532" y="2932"/>
                      <a:pt x="26092" y="2932"/>
                    </a:cubicBezTo>
                    <a:cubicBezTo>
                      <a:pt x="25862" y="2932"/>
                      <a:pt x="25632" y="2974"/>
                      <a:pt x="25402" y="3016"/>
                    </a:cubicBezTo>
                    <a:cubicBezTo>
                      <a:pt x="25297" y="3037"/>
                      <a:pt x="25171" y="3058"/>
                      <a:pt x="25067" y="3100"/>
                    </a:cubicBezTo>
                    <a:lnTo>
                      <a:pt x="24983" y="3121"/>
                    </a:lnTo>
                    <a:lnTo>
                      <a:pt x="24941" y="3142"/>
                    </a:lnTo>
                    <a:lnTo>
                      <a:pt x="24858" y="3163"/>
                    </a:lnTo>
                    <a:cubicBezTo>
                      <a:pt x="24774" y="3184"/>
                      <a:pt x="24669" y="3225"/>
                      <a:pt x="24565" y="3267"/>
                    </a:cubicBezTo>
                    <a:lnTo>
                      <a:pt x="24272" y="3414"/>
                    </a:lnTo>
                    <a:cubicBezTo>
                      <a:pt x="24355" y="3602"/>
                      <a:pt x="24418" y="3790"/>
                      <a:pt x="24523" y="3979"/>
                    </a:cubicBezTo>
                    <a:cubicBezTo>
                      <a:pt x="24544" y="4000"/>
                      <a:pt x="24544" y="4021"/>
                      <a:pt x="24565" y="4041"/>
                    </a:cubicBezTo>
                    <a:lnTo>
                      <a:pt x="24607" y="4104"/>
                    </a:lnTo>
                    <a:cubicBezTo>
                      <a:pt x="24627" y="4125"/>
                      <a:pt x="24627" y="4146"/>
                      <a:pt x="24648" y="4188"/>
                    </a:cubicBezTo>
                    <a:cubicBezTo>
                      <a:pt x="24690" y="4230"/>
                      <a:pt x="24732" y="4272"/>
                      <a:pt x="24774" y="4313"/>
                    </a:cubicBezTo>
                    <a:cubicBezTo>
                      <a:pt x="24920" y="4502"/>
                      <a:pt x="25109" y="4648"/>
                      <a:pt x="25276" y="4795"/>
                    </a:cubicBezTo>
                    <a:cubicBezTo>
                      <a:pt x="25632" y="5046"/>
                      <a:pt x="26008" y="5234"/>
                      <a:pt x="26364" y="5381"/>
                    </a:cubicBezTo>
                    <a:cubicBezTo>
                      <a:pt x="26385" y="5381"/>
                      <a:pt x="26406" y="5401"/>
                      <a:pt x="26427" y="5401"/>
                    </a:cubicBezTo>
                    <a:lnTo>
                      <a:pt x="21886" y="5401"/>
                    </a:lnTo>
                    <a:cubicBezTo>
                      <a:pt x="21803" y="5171"/>
                      <a:pt x="21656" y="4857"/>
                      <a:pt x="21363" y="4585"/>
                    </a:cubicBezTo>
                    <a:cubicBezTo>
                      <a:pt x="21008" y="4251"/>
                      <a:pt x="20506" y="3958"/>
                      <a:pt x="19878" y="3790"/>
                    </a:cubicBezTo>
                    <a:cubicBezTo>
                      <a:pt x="19585" y="3728"/>
                      <a:pt x="19250" y="3686"/>
                      <a:pt x="18894" y="3686"/>
                    </a:cubicBezTo>
                    <a:cubicBezTo>
                      <a:pt x="18727" y="3686"/>
                      <a:pt x="18539" y="3707"/>
                      <a:pt x="18371" y="3748"/>
                    </a:cubicBezTo>
                    <a:cubicBezTo>
                      <a:pt x="18288" y="3769"/>
                      <a:pt x="18183" y="3790"/>
                      <a:pt x="18099" y="3811"/>
                    </a:cubicBezTo>
                    <a:lnTo>
                      <a:pt x="18037" y="3832"/>
                    </a:lnTo>
                    <a:lnTo>
                      <a:pt x="17995" y="3832"/>
                    </a:lnTo>
                    <a:lnTo>
                      <a:pt x="17953" y="3853"/>
                    </a:lnTo>
                    <a:cubicBezTo>
                      <a:pt x="17869" y="3895"/>
                      <a:pt x="17785" y="3916"/>
                      <a:pt x="17723" y="3958"/>
                    </a:cubicBezTo>
                    <a:lnTo>
                      <a:pt x="17472" y="4062"/>
                    </a:lnTo>
                    <a:cubicBezTo>
                      <a:pt x="17555" y="4209"/>
                      <a:pt x="17597" y="4355"/>
                      <a:pt x="17681" y="4502"/>
                    </a:cubicBezTo>
                    <a:cubicBezTo>
                      <a:pt x="17702" y="4523"/>
                      <a:pt x="17702" y="4544"/>
                      <a:pt x="17723" y="4544"/>
                    </a:cubicBezTo>
                    <a:lnTo>
                      <a:pt x="17744" y="4606"/>
                    </a:lnTo>
                    <a:cubicBezTo>
                      <a:pt x="17765" y="4627"/>
                      <a:pt x="17765" y="4627"/>
                      <a:pt x="17785" y="4648"/>
                    </a:cubicBezTo>
                    <a:cubicBezTo>
                      <a:pt x="17806" y="4690"/>
                      <a:pt x="17848" y="4732"/>
                      <a:pt x="17869" y="4774"/>
                    </a:cubicBezTo>
                    <a:cubicBezTo>
                      <a:pt x="17995" y="4899"/>
                      <a:pt x="18120" y="5025"/>
                      <a:pt x="18267" y="5129"/>
                    </a:cubicBezTo>
                    <a:cubicBezTo>
                      <a:pt x="18434" y="5255"/>
                      <a:pt x="18601" y="5339"/>
                      <a:pt x="18748" y="5422"/>
                    </a:cubicBezTo>
                    <a:cubicBezTo>
                      <a:pt x="17513" y="5422"/>
                      <a:pt x="16321" y="5443"/>
                      <a:pt x="15170" y="5443"/>
                    </a:cubicBezTo>
                    <a:cubicBezTo>
                      <a:pt x="15086" y="5255"/>
                      <a:pt x="14961" y="5046"/>
                      <a:pt x="14752" y="4837"/>
                    </a:cubicBezTo>
                    <a:cubicBezTo>
                      <a:pt x="14459" y="4544"/>
                      <a:pt x="14019" y="4293"/>
                      <a:pt x="13496" y="4167"/>
                    </a:cubicBezTo>
                    <a:cubicBezTo>
                      <a:pt x="13224" y="4104"/>
                      <a:pt x="12952" y="4062"/>
                      <a:pt x="12638" y="4062"/>
                    </a:cubicBezTo>
                    <a:cubicBezTo>
                      <a:pt x="12492" y="4062"/>
                      <a:pt x="12345" y="4083"/>
                      <a:pt x="12199" y="4125"/>
                    </a:cubicBezTo>
                    <a:cubicBezTo>
                      <a:pt x="12115" y="4125"/>
                      <a:pt x="12031" y="4146"/>
                      <a:pt x="11969" y="4167"/>
                    </a:cubicBezTo>
                    <a:lnTo>
                      <a:pt x="11906" y="4188"/>
                    </a:lnTo>
                    <a:lnTo>
                      <a:pt x="11885" y="4188"/>
                    </a:lnTo>
                    <a:lnTo>
                      <a:pt x="11822" y="4209"/>
                    </a:lnTo>
                    <a:cubicBezTo>
                      <a:pt x="11759" y="4230"/>
                      <a:pt x="11697" y="4272"/>
                      <a:pt x="11634" y="4293"/>
                    </a:cubicBezTo>
                    <a:lnTo>
                      <a:pt x="11425" y="4397"/>
                    </a:lnTo>
                    <a:cubicBezTo>
                      <a:pt x="11487" y="4523"/>
                      <a:pt x="11529" y="4648"/>
                      <a:pt x="11613" y="4753"/>
                    </a:cubicBezTo>
                    <a:cubicBezTo>
                      <a:pt x="11613" y="4774"/>
                      <a:pt x="11613" y="4795"/>
                      <a:pt x="11634" y="4816"/>
                    </a:cubicBezTo>
                    <a:lnTo>
                      <a:pt x="11655" y="4837"/>
                    </a:lnTo>
                    <a:cubicBezTo>
                      <a:pt x="11676" y="4857"/>
                      <a:pt x="11676" y="4878"/>
                      <a:pt x="11697" y="4899"/>
                    </a:cubicBezTo>
                    <a:cubicBezTo>
                      <a:pt x="11718" y="4920"/>
                      <a:pt x="11739" y="4962"/>
                      <a:pt x="11759" y="4983"/>
                    </a:cubicBezTo>
                    <a:cubicBezTo>
                      <a:pt x="11864" y="5109"/>
                      <a:pt x="11990" y="5213"/>
                      <a:pt x="12115" y="5297"/>
                    </a:cubicBezTo>
                    <a:cubicBezTo>
                      <a:pt x="12199" y="5360"/>
                      <a:pt x="12283" y="5422"/>
                      <a:pt x="12387" y="5485"/>
                    </a:cubicBezTo>
                    <a:cubicBezTo>
                      <a:pt x="4938" y="5548"/>
                      <a:pt x="0" y="5694"/>
                      <a:pt x="0" y="5841"/>
                    </a:cubicBezTo>
                    <a:cubicBezTo>
                      <a:pt x="0" y="6008"/>
                      <a:pt x="5231" y="6155"/>
                      <a:pt x="13078" y="6238"/>
                    </a:cubicBezTo>
                    <a:cubicBezTo>
                      <a:pt x="12910" y="6343"/>
                      <a:pt x="12722" y="6469"/>
                      <a:pt x="12555" y="6615"/>
                    </a:cubicBezTo>
                    <a:cubicBezTo>
                      <a:pt x="12345" y="6803"/>
                      <a:pt x="12157" y="7034"/>
                      <a:pt x="12011" y="7285"/>
                    </a:cubicBezTo>
                    <a:cubicBezTo>
                      <a:pt x="11927" y="7410"/>
                      <a:pt x="11864" y="7536"/>
                      <a:pt x="11801" y="7682"/>
                    </a:cubicBezTo>
                    <a:cubicBezTo>
                      <a:pt x="11780" y="7766"/>
                      <a:pt x="11739" y="7829"/>
                      <a:pt x="11718" y="7912"/>
                    </a:cubicBezTo>
                    <a:lnTo>
                      <a:pt x="11697" y="7975"/>
                    </a:lnTo>
                    <a:lnTo>
                      <a:pt x="11697" y="7996"/>
                    </a:lnTo>
                    <a:lnTo>
                      <a:pt x="11697" y="8038"/>
                    </a:lnTo>
                    <a:cubicBezTo>
                      <a:pt x="11676" y="8101"/>
                      <a:pt x="11655" y="8184"/>
                      <a:pt x="11655" y="8247"/>
                    </a:cubicBezTo>
                    <a:lnTo>
                      <a:pt x="11613" y="8477"/>
                    </a:lnTo>
                    <a:cubicBezTo>
                      <a:pt x="11759" y="8498"/>
                      <a:pt x="11885" y="8519"/>
                      <a:pt x="12031" y="8519"/>
                    </a:cubicBezTo>
                    <a:cubicBezTo>
                      <a:pt x="12031" y="8540"/>
                      <a:pt x="12052" y="8540"/>
                      <a:pt x="12073" y="8540"/>
                    </a:cubicBezTo>
                    <a:lnTo>
                      <a:pt x="12115" y="8540"/>
                    </a:lnTo>
                    <a:cubicBezTo>
                      <a:pt x="12136" y="8540"/>
                      <a:pt x="12157" y="8540"/>
                      <a:pt x="12178" y="8519"/>
                    </a:cubicBezTo>
                    <a:lnTo>
                      <a:pt x="12303" y="8519"/>
                    </a:lnTo>
                    <a:cubicBezTo>
                      <a:pt x="12450" y="8498"/>
                      <a:pt x="12617" y="8456"/>
                      <a:pt x="12743" y="8394"/>
                    </a:cubicBezTo>
                    <a:cubicBezTo>
                      <a:pt x="13015" y="8289"/>
                      <a:pt x="13266" y="8163"/>
                      <a:pt x="13475" y="8017"/>
                    </a:cubicBezTo>
                    <a:cubicBezTo>
                      <a:pt x="13894" y="7724"/>
                      <a:pt x="14228" y="7410"/>
                      <a:pt x="14480" y="7138"/>
                    </a:cubicBezTo>
                    <a:cubicBezTo>
                      <a:pt x="14752" y="6866"/>
                      <a:pt x="14940" y="6636"/>
                      <a:pt x="15086" y="6469"/>
                    </a:cubicBezTo>
                    <a:cubicBezTo>
                      <a:pt x="15149" y="6364"/>
                      <a:pt x="15212" y="6301"/>
                      <a:pt x="15233" y="6238"/>
                    </a:cubicBezTo>
                    <a:cubicBezTo>
                      <a:pt x="16530" y="6259"/>
                      <a:pt x="17890" y="6259"/>
                      <a:pt x="19313" y="6280"/>
                    </a:cubicBezTo>
                    <a:cubicBezTo>
                      <a:pt x="19125" y="6385"/>
                      <a:pt x="18957" y="6531"/>
                      <a:pt x="18790" y="6678"/>
                    </a:cubicBezTo>
                    <a:cubicBezTo>
                      <a:pt x="18560" y="6887"/>
                      <a:pt x="18329" y="7159"/>
                      <a:pt x="18162" y="7452"/>
                    </a:cubicBezTo>
                    <a:cubicBezTo>
                      <a:pt x="18057" y="7598"/>
                      <a:pt x="17974" y="7745"/>
                      <a:pt x="17911" y="7912"/>
                    </a:cubicBezTo>
                    <a:cubicBezTo>
                      <a:pt x="17869" y="7996"/>
                      <a:pt x="17848" y="8080"/>
                      <a:pt x="17827" y="8184"/>
                    </a:cubicBezTo>
                    <a:lnTo>
                      <a:pt x="17806" y="8247"/>
                    </a:lnTo>
                    <a:lnTo>
                      <a:pt x="17785" y="8289"/>
                    </a:lnTo>
                    <a:lnTo>
                      <a:pt x="17785" y="8331"/>
                    </a:lnTo>
                    <a:cubicBezTo>
                      <a:pt x="17765" y="8414"/>
                      <a:pt x="17744" y="8498"/>
                      <a:pt x="17723" y="8582"/>
                    </a:cubicBezTo>
                    <a:lnTo>
                      <a:pt x="17702" y="8833"/>
                    </a:lnTo>
                    <a:cubicBezTo>
                      <a:pt x="17848" y="8854"/>
                      <a:pt x="17995" y="8896"/>
                      <a:pt x="18162" y="8896"/>
                    </a:cubicBezTo>
                    <a:cubicBezTo>
                      <a:pt x="18183" y="8917"/>
                      <a:pt x="18204" y="8917"/>
                      <a:pt x="18225" y="8917"/>
                    </a:cubicBezTo>
                    <a:lnTo>
                      <a:pt x="18288" y="8917"/>
                    </a:lnTo>
                    <a:cubicBezTo>
                      <a:pt x="18309" y="8917"/>
                      <a:pt x="18329" y="8917"/>
                      <a:pt x="18350" y="8896"/>
                    </a:cubicBezTo>
                    <a:lnTo>
                      <a:pt x="18497" y="8896"/>
                    </a:lnTo>
                    <a:cubicBezTo>
                      <a:pt x="18685" y="8875"/>
                      <a:pt x="18853" y="8812"/>
                      <a:pt x="19020" y="8749"/>
                    </a:cubicBezTo>
                    <a:cubicBezTo>
                      <a:pt x="19334" y="8645"/>
                      <a:pt x="19606" y="8477"/>
                      <a:pt x="19857" y="8310"/>
                    </a:cubicBezTo>
                    <a:cubicBezTo>
                      <a:pt x="20359" y="7954"/>
                      <a:pt x="20736" y="7578"/>
                      <a:pt x="21050" y="7264"/>
                    </a:cubicBezTo>
                    <a:cubicBezTo>
                      <a:pt x="21363" y="6950"/>
                      <a:pt x="21594" y="6678"/>
                      <a:pt x="21740" y="6489"/>
                    </a:cubicBezTo>
                    <a:cubicBezTo>
                      <a:pt x="21803" y="6406"/>
                      <a:pt x="21866" y="6343"/>
                      <a:pt x="21886" y="6280"/>
                    </a:cubicBezTo>
                    <a:cubicBezTo>
                      <a:pt x="23414" y="6280"/>
                      <a:pt x="24983" y="6301"/>
                      <a:pt x="26573" y="6301"/>
                    </a:cubicBezTo>
                    <a:cubicBezTo>
                      <a:pt x="26364" y="6427"/>
                      <a:pt x="26155" y="6594"/>
                      <a:pt x="25946" y="6782"/>
                    </a:cubicBezTo>
                    <a:cubicBezTo>
                      <a:pt x="25653" y="7075"/>
                      <a:pt x="25381" y="7389"/>
                      <a:pt x="25130" y="7787"/>
                    </a:cubicBezTo>
                    <a:cubicBezTo>
                      <a:pt x="25025" y="7975"/>
                      <a:pt x="24920" y="8163"/>
                      <a:pt x="24816" y="8394"/>
                    </a:cubicBezTo>
                    <a:cubicBezTo>
                      <a:pt x="24774" y="8498"/>
                      <a:pt x="24732" y="8603"/>
                      <a:pt x="24711" y="8728"/>
                    </a:cubicBezTo>
                    <a:lnTo>
                      <a:pt x="24669" y="8812"/>
                    </a:lnTo>
                    <a:lnTo>
                      <a:pt x="24669" y="8854"/>
                    </a:lnTo>
                    <a:lnTo>
                      <a:pt x="24648" y="8938"/>
                    </a:lnTo>
                    <a:cubicBezTo>
                      <a:pt x="24627" y="9021"/>
                      <a:pt x="24607" y="9126"/>
                      <a:pt x="24586" y="9230"/>
                    </a:cubicBezTo>
                    <a:lnTo>
                      <a:pt x="24544" y="9565"/>
                    </a:lnTo>
                    <a:cubicBezTo>
                      <a:pt x="24753" y="9607"/>
                      <a:pt x="24941" y="9649"/>
                      <a:pt x="25151" y="9670"/>
                    </a:cubicBezTo>
                    <a:lnTo>
                      <a:pt x="25402" y="9670"/>
                    </a:lnTo>
                    <a:cubicBezTo>
                      <a:pt x="25443" y="9649"/>
                      <a:pt x="25506" y="9649"/>
                      <a:pt x="25569" y="9649"/>
                    </a:cubicBezTo>
                    <a:cubicBezTo>
                      <a:pt x="25820" y="9607"/>
                      <a:pt x="26029" y="9544"/>
                      <a:pt x="26239" y="9461"/>
                    </a:cubicBezTo>
                    <a:cubicBezTo>
                      <a:pt x="26657" y="9314"/>
                      <a:pt x="27013" y="9105"/>
                      <a:pt x="27348" y="8875"/>
                    </a:cubicBezTo>
                    <a:cubicBezTo>
                      <a:pt x="27975" y="8435"/>
                      <a:pt x="28477" y="7954"/>
                      <a:pt x="28875" y="7557"/>
                    </a:cubicBezTo>
                    <a:cubicBezTo>
                      <a:pt x="29272" y="7138"/>
                      <a:pt x="29565" y="6782"/>
                      <a:pt x="29775" y="6531"/>
                    </a:cubicBezTo>
                    <a:cubicBezTo>
                      <a:pt x="29837" y="6448"/>
                      <a:pt x="29900" y="6364"/>
                      <a:pt x="29942" y="6301"/>
                    </a:cubicBezTo>
                    <a:cubicBezTo>
                      <a:pt x="31365" y="6280"/>
                      <a:pt x="32746" y="6280"/>
                      <a:pt x="34085" y="6280"/>
                    </a:cubicBezTo>
                    <a:cubicBezTo>
                      <a:pt x="33771" y="6489"/>
                      <a:pt x="33457" y="6720"/>
                      <a:pt x="33143" y="7013"/>
                    </a:cubicBezTo>
                    <a:cubicBezTo>
                      <a:pt x="32725" y="7410"/>
                      <a:pt x="32306" y="7891"/>
                      <a:pt x="31972" y="8435"/>
                    </a:cubicBezTo>
                    <a:cubicBezTo>
                      <a:pt x="31804" y="8707"/>
                      <a:pt x="31658" y="9021"/>
                      <a:pt x="31511" y="9335"/>
                    </a:cubicBezTo>
                    <a:cubicBezTo>
                      <a:pt x="31449" y="9482"/>
                      <a:pt x="31407" y="9649"/>
                      <a:pt x="31344" y="9816"/>
                    </a:cubicBezTo>
                    <a:lnTo>
                      <a:pt x="31302" y="9942"/>
                    </a:lnTo>
                    <a:lnTo>
                      <a:pt x="31302" y="10005"/>
                    </a:lnTo>
                    <a:lnTo>
                      <a:pt x="31260" y="10109"/>
                    </a:lnTo>
                    <a:cubicBezTo>
                      <a:pt x="31239" y="10256"/>
                      <a:pt x="31197" y="10402"/>
                      <a:pt x="31177" y="10570"/>
                    </a:cubicBezTo>
                    <a:lnTo>
                      <a:pt x="31114" y="11030"/>
                    </a:lnTo>
                    <a:cubicBezTo>
                      <a:pt x="31407" y="11093"/>
                      <a:pt x="31700" y="11155"/>
                      <a:pt x="31993" y="11176"/>
                    </a:cubicBezTo>
                    <a:lnTo>
                      <a:pt x="32348" y="11176"/>
                    </a:lnTo>
                    <a:cubicBezTo>
                      <a:pt x="32432" y="11155"/>
                      <a:pt x="32516" y="11155"/>
                      <a:pt x="32599" y="11135"/>
                    </a:cubicBezTo>
                    <a:cubicBezTo>
                      <a:pt x="32955" y="11093"/>
                      <a:pt x="33269" y="11009"/>
                      <a:pt x="33583" y="10883"/>
                    </a:cubicBezTo>
                    <a:cubicBezTo>
                      <a:pt x="34190" y="10674"/>
                      <a:pt x="34692" y="10360"/>
                      <a:pt x="35173" y="10047"/>
                    </a:cubicBezTo>
                    <a:cubicBezTo>
                      <a:pt x="36094" y="9398"/>
                      <a:pt x="36805" y="8707"/>
                      <a:pt x="37391" y="8122"/>
                    </a:cubicBezTo>
                    <a:cubicBezTo>
                      <a:pt x="37977" y="7515"/>
                      <a:pt x="38395" y="7013"/>
                      <a:pt x="38688" y="6657"/>
                    </a:cubicBezTo>
                    <a:cubicBezTo>
                      <a:pt x="38814" y="6489"/>
                      <a:pt x="38897" y="6364"/>
                      <a:pt x="38981" y="6259"/>
                    </a:cubicBezTo>
                    <a:cubicBezTo>
                      <a:pt x="40425" y="6238"/>
                      <a:pt x="41806" y="6238"/>
                      <a:pt x="43103" y="6217"/>
                    </a:cubicBezTo>
                    <a:lnTo>
                      <a:pt x="43103" y="6217"/>
                    </a:lnTo>
                    <a:cubicBezTo>
                      <a:pt x="42664" y="6489"/>
                      <a:pt x="42224" y="6824"/>
                      <a:pt x="41806" y="7222"/>
                    </a:cubicBezTo>
                    <a:cubicBezTo>
                      <a:pt x="41241" y="7724"/>
                      <a:pt x="40718" y="8352"/>
                      <a:pt x="40278" y="9063"/>
                    </a:cubicBezTo>
                    <a:cubicBezTo>
                      <a:pt x="40069" y="9419"/>
                      <a:pt x="39860" y="9795"/>
                      <a:pt x="39692" y="10214"/>
                    </a:cubicBezTo>
                    <a:cubicBezTo>
                      <a:pt x="39609" y="10402"/>
                      <a:pt x="39546" y="10611"/>
                      <a:pt x="39462" y="10842"/>
                    </a:cubicBezTo>
                    <a:lnTo>
                      <a:pt x="39420" y="10988"/>
                    </a:lnTo>
                    <a:lnTo>
                      <a:pt x="39400" y="11072"/>
                    </a:lnTo>
                    <a:lnTo>
                      <a:pt x="39379" y="11218"/>
                    </a:lnTo>
                    <a:cubicBezTo>
                      <a:pt x="39316" y="11386"/>
                      <a:pt x="39295" y="11595"/>
                      <a:pt x="39253" y="11804"/>
                    </a:cubicBezTo>
                    <a:lnTo>
                      <a:pt x="39169" y="12411"/>
                    </a:lnTo>
                    <a:cubicBezTo>
                      <a:pt x="39567" y="12474"/>
                      <a:pt x="39923" y="12557"/>
                      <a:pt x="40320" y="12578"/>
                    </a:cubicBezTo>
                    <a:cubicBezTo>
                      <a:pt x="40362" y="12578"/>
                      <a:pt x="40404" y="12599"/>
                      <a:pt x="40467" y="12599"/>
                    </a:cubicBezTo>
                    <a:lnTo>
                      <a:pt x="40592" y="12599"/>
                    </a:lnTo>
                    <a:cubicBezTo>
                      <a:pt x="40655" y="12599"/>
                      <a:pt x="40697" y="12578"/>
                      <a:pt x="40760" y="12578"/>
                    </a:cubicBezTo>
                    <a:cubicBezTo>
                      <a:pt x="40885" y="12578"/>
                      <a:pt x="40990" y="12557"/>
                      <a:pt x="41094" y="12557"/>
                    </a:cubicBezTo>
                    <a:cubicBezTo>
                      <a:pt x="41555" y="12495"/>
                      <a:pt x="41952" y="12369"/>
                      <a:pt x="42350" y="12223"/>
                    </a:cubicBezTo>
                    <a:cubicBezTo>
                      <a:pt x="43124" y="11930"/>
                      <a:pt x="43793" y="11532"/>
                      <a:pt x="44400" y="11135"/>
                    </a:cubicBezTo>
                    <a:cubicBezTo>
                      <a:pt x="45593" y="10298"/>
                      <a:pt x="46514" y="9398"/>
                      <a:pt x="47267" y="8645"/>
                    </a:cubicBezTo>
                    <a:cubicBezTo>
                      <a:pt x="48020" y="7870"/>
                      <a:pt x="48564" y="7222"/>
                      <a:pt x="48941" y="6761"/>
                    </a:cubicBezTo>
                    <a:cubicBezTo>
                      <a:pt x="49171" y="6469"/>
                      <a:pt x="49317" y="6259"/>
                      <a:pt x="49380" y="6113"/>
                    </a:cubicBezTo>
                    <a:cubicBezTo>
                      <a:pt x="52853" y="6050"/>
                      <a:pt x="54904" y="5945"/>
                      <a:pt x="54904" y="5841"/>
                    </a:cubicBezTo>
                    <a:cubicBezTo>
                      <a:pt x="54904" y="5736"/>
                      <a:pt x="52644" y="5653"/>
                      <a:pt x="48878" y="5569"/>
                    </a:cubicBezTo>
                    <a:cubicBezTo>
                      <a:pt x="48857" y="5569"/>
                      <a:pt x="48836" y="5569"/>
                      <a:pt x="48836" y="5548"/>
                    </a:cubicBezTo>
                    <a:cubicBezTo>
                      <a:pt x="48271" y="5360"/>
                      <a:pt x="47434" y="5129"/>
                      <a:pt x="46430" y="4837"/>
                    </a:cubicBezTo>
                    <a:cubicBezTo>
                      <a:pt x="45446" y="4523"/>
                      <a:pt x="44254" y="4146"/>
                      <a:pt x="43019" y="3581"/>
                    </a:cubicBezTo>
                    <a:cubicBezTo>
                      <a:pt x="42413" y="3309"/>
                      <a:pt x="41806" y="2974"/>
                      <a:pt x="41241" y="2556"/>
                    </a:cubicBezTo>
                    <a:cubicBezTo>
                      <a:pt x="40969" y="2326"/>
                      <a:pt x="40718" y="2096"/>
                      <a:pt x="40488" y="1844"/>
                    </a:cubicBezTo>
                    <a:cubicBezTo>
                      <a:pt x="40446" y="1782"/>
                      <a:pt x="40383" y="1698"/>
                      <a:pt x="40341" y="1635"/>
                    </a:cubicBezTo>
                    <a:cubicBezTo>
                      <a:pt x="40320" y="1593"/>
                      <a:pt x="40278" y="1572"/>
                      <a:pt x="40257" y="1531"/>
                    </a:cubicBezTo>
                    <a:cubicBezTo>
                      <a:pt x="40257" y="1510"/>
                      <a:pt x="40257" y="1510"/>
                      <a:pt x="40257" y="1510"/>
                    </a:cubicBezTo>
                    <a:lnTo>
                      <a:pt x="40278" y="1510"/>
                    </a:lnTo>
                    <a:lnTo>
                      <a:pt x="40488" y="1447"/>
                    </a:lnTo>
                    <a:cubicBezTo>
                      <a:pt x="40655" y="1384"/>
                      <a:pt x="40843" y="1342"/>
                      <a:pt x="41011" y="1300"/>
                    </a:cubicBezTo>
                    <a:cubicBezTo>
                      <a:pt x="41387" y="1238"/>
                      <a:pt x="41743" y="1196"/>
                      <a:pt x="42120" y="1175"/>
                    </a:cubicBezTo>
                    <a:cubicBezTo>
                      <a:pt x="42246" y="1167"/>
                      <a:pt x="42372" y="1164"/>
                      <a:pt x="42497" y="1164"/>
                    </a:cubicBezTo>
                    <a:cubicBezTo>
                      <a:pt x="43082" y="1164"/>
                      <a:pt x="43661" y="1239"/>
                      <a:pt x="44212" y="1342"/>
                    </a:cubicBezTo>
                    <a:cubicBezTo>
                      <a:pt x="45530" y="1614"/>
                      <a:pt x="46660" y="2158"/>
                      <a:pt x="47434" y="2786"/>
                    </a:cubicBezTo>
                    <a:cubicBezTo>
                      <a:pt x="48229" y="3414"/>
                      <a:pt x="48690" y="4125"/>
                      <a:pt x="48941" y="4648"/>
                    </a:cubicBezTo>
                    <a:cubicBezTo>
                      <a:pt x="49205" y="5156"/>
                      <a:pt x="49291" y="5486"/>
                      <a:pt x="49373" y="5486"/>
                    </a:cubicBezTo>
                    <a:cubicBezTo>
                      <a:pt x="49375" y="5486"/>
                      <a:pt x="49378" y="5486"/>
                      <a:pt x="49380" y="5485"/>
                    </a:cubicBezTo>
                    <a:cubicBezTo>
                      <a:pt x="49464" y="5485"/>
                      <a:pt x="49527" y="5129"/>
                      <a:pt x="49380" y="4502"/>
                    </a:cubicBezTo>
                    <a:cubicBezTo>
                      <a:pt x="49255" y="3874"/>
                      <a:pt x="48836" y="2974"/>
                      <a:pt x="47999" y="2158"/>
                    </a:cubicBezTo>
                    <a:cubicBezTo>
                      <a:pt x="47162" y="1342"/>
                      <a:pt x="45928" y="652"/>
                      <a:pt x="44442" y="275"/>
                    </a:cubicBezTo>
                    <a:cubicBezTo>
                      <a:pt x="43772" y="103"/>
                      <a:pt x="43049" y="1"/>
                      <a:pt x="4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0" name="Google Shape;160;p4"/>
          <p:cNvSpPr txBox="1">
            <a:spLocks noGrp="1"/>
          </p:cNvSpPr>
          <p:nvPr>
            <p:ph type="subTitle" idx="1"/>
          </p:nvPr>
        </p:nvSpPr>
        <p:spPr>
          <a:xfrm>
            <a:off x="713225" y="1956825"/>
            <a:ext cx="7717500" cy="24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61" name="Google Shape;161;p4"/>
          <p:cNvSpPr txBox="1">
            <a:spLocks noGrp="1"/>
          </p:cNvSpPr>
          <p:nvPr>
            <p:ph type="title"/>
          </p:nvPr>
        </p:nvSpPr>
        <p:spPr>
          <a:xfrm>
            <a:off x="713225" y="722376"/>
            <a:ext cx="7717500" cy="10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5"/>
          <p:cNvGrpSpPr/>
          <p:nvPr/>
        </p:nvGrpSpPr>
        <p:grpSpPr>
          <a:xfrm>
            <a:off x="159684" y="146039"/>
            <a:ext cx="8824639" cy="4853011"/>
            <a:chOff x="159684" y="146039"/>
            <a:chExt cx="8824639" cy="4853011"/>
          </a:xfrm>
        </p:grpSpPr>
        <p:grpSp>
          <p:nvGrpSpPr>
            <p:cNvPr id="164" name="Google Shape;164;p5"/>
            <p:cNvGrpSpPr/>
            <p:nvPr/>
          </p:nvGrpSpPr>
          <p:grpSpPr>
            <a:xfrm>
              <a:off x="3140025" y="4657500"/>
              <a:ext cx="2863950" cy="315000"/>
              <a:chOff x="2359200" y="702550"/>
              <a:chExt cx="2863950" cy="315000"/>
            </a:xfrm>
          </p:grpSpPr>
          <p:sp>
            <p:nvSpPr>
              <p:cNvPr id="165" name="Google Shape;165;p5"/>
              <p:cNvSpPr/>
              <p:nvPr/>
            </p:nvSpPr>
            <p:spPr>
              <a:xfrm>
                <a:off x="3365625" y="740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5"/>
              <p:cNvSpPr/>
              <p:nvPr/>
            </p:nvSpPr>
            <p:spPr>
              <a:xfrm>
                <a:off x="3163700" y="9589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5"/>
              <p:cNvSpPr/>
              <p:nvPr/>
            </p:nvSpPr>
            <p:spPr>
              <a:xfrm>
                <a:off x="2359200" y="702550"/>
                <a:ext cx="1372600" cy="315000"/>
              </a:xfrm>
              <a:custGeom>
                <a:avLst/>
                <a:gdLst/>
                <a:ahLst/>
                <a:cxnLst/>
                <a:rect l="l" t="t" r="r" b="b"/>
                <a:pathLst>
                  <a:path w="54904" h="12600" extrusionOk="0">
                    <a:moveTo>
                      <a:pt x="26322" y="3555"/>
                    </a:moveTo>
                    <a:cubicBezTo>
                      <a:pt x="26643" y="3555"/>
                      <a:pt x="26950" y="3592"/>
                      <a:pt x="27243" y="3644"/>
                    </a:cubicBezTo>
                    <a:cubicBezTo>
                      <a:pt x="27933" y="3790"/>
                      <a:pt x="28540" y="4083"/>
                      <a:pt x="28959" y="4418"/>
                    </a:cubicBezTo>
                    <a:cubicBezTo>
                      <a:pt x="29377" y="4753"/>
                      <a:pt x="29628" y="5129"/>
                      <a:pt x="29754" y="5401"/>
                    </a:cubicBezTo>
                    <a:lnTo>
                      <a:pt x="28080" y="5401"/>
                    </a:lnTo>
                    <a:cubicBezTo>
                      <a:pt x="27620" y="5255"/>
                      <a:pt x="27117" y="5088"/>
                      <a:pt x="26594" y="4857"/>
                    </a:cubicBezTo>
                    <a:cubicBezTo>
                      <a:pt x="26280" y="4690"/>
                      <a:pt x="25946" y="4523"/>
                      <a:pt x="25653" y="4293"/>
                    </a:cubicBezTo>
                    <a:cubicBezTo>
                      <a:pt x="25506" y="4188"/>
                      <a:pt x="25360" y="4062"/>
                      <a:pt x="25255" y="3916"/>
                    </a:cubicBezTo>
                    <a:cubicBezTo>
                      <a:pt x="25213" y="3874"/>
                      <a:pt x="25192" y="3832"/>
                      <a:pt x="25171" y="3811"/>
                    </a:cubicBezTo>
                    <a:cubicBezTo>
                      <a:pt x="25151" y="3790"/>
                      <a:pt x="25130" y="3769"/>
                      <a:pt x="25130" y="3748"/>
                    </a:cubicBezTo>
                    <a:cubicBezTo>
                      <a:pt x="25130" y="3748"/>
                      <a:pt x="25109" y="3748"/>
                      <a:pt x="25130" y="3728"/>
                    </a:cubicBezTo>
                    <a:lnTo>
                      <a:pt x="25234" y="3707"/>
                    </a:lnTo>
                    <a:cubicBezTo>
                      <a:pt x="25339" y="3665"/>
                      <a:pt x="25423" y="3644"/>
                      <a:pt x="25527" y="3623"/>
                    </a:cubicBezTo>
                    <a:cubicBezTo>
                      <a:pt x="25715" y="3581"/>
                      <a:pt x="25925" y="3560"/>
                      <a:pt x="26113" y="3560"/>
                    </a:cubicBezTo>
                    <a:cubicBezTo>
                      <a:pt x="26183" y="3556"/>
                      <a:pt x="26253" y="3555"/>
                      <a:pt x="26322" y="3555"/>
                    </a:cubicBezTo>
                    <a:close/>
                    <a:moveTo>
                      <a:pt x="18915" y="4167"/>
                    </a:moveTo>
                    <a:cubicBezTo>
                      <a:pt x="19208" y="4167"/>
                      <a:pt x="19501" y="4188"/>
                      <a:pt x="19773" y="4251"/>
                    </a:cubicBezTo>
                    <a:cubicBezTo>
                      <a:pt x="20338" y="4355"/>
                      <a:pt x="20798" y="4585"/>
                      <a:pt x="21133" y="4837"/>
                    </a:cubicBezTo>
                    <a:cubicBezTo>
                      <a:pt x="21363" y="5025"/>
                      <a:pt x="21531" y="5234"/>
                      <a:pt x="21635" y="5401"/>
                    </a:cubicBezTo>
                    <a:cubicBezTo>
                      <a:pt x="21050" y="5422"/>
                      <a:pt x="20464" y="5422"/>
                      <a:pt x="19899" y="5422"/>
                    </a:cubicBezTo>
                    <a:cubicBezTo>
                      <a:pt x="19689" y="5339"/>
                      <a:pt x="19501" y="5276"/>
                      <a:pt x="19292" y="5171"/>
                    </a:cubicBezTo>
                    <a:cubicBezTo>
                      <a:pt x="19041" y="5067"/>
                      <a:pt x="18790" y="4920"/>
                      <a:pt x="18560" y="4753"/>
                    </a:cubicBezTo>
                    <a:cubicBezTo>
                      <a:pt x="18434" y="4648"/>
                      <a:pt x="18329" y="4565"/>
                      <a:pt x="18246" y="4439"/>
                    </a:cubicBezTo>
                    <a:cubicBezTo>
                      <a:pt x="18225" y="4418"/>
                      <a:pt x="18204" y="4397"/>
                      <a:pt x="18183" y="4355"/>
                    </a:cubicBezTo>
                    <a:cubicBezTo>
                      <a:pt x="18162" y="4355"/>
                      <a:pt x="18162" y="4334"/>
                      <a:pt x="18141" y="4313"/>
                    </a:cubicBezTo>
                    <a:lnTo>
                      <a:pt x="18246" y="4293"/>
                    </a:lnTo>
                    <a:cubicBezTo>
                      <a:pt x="18309" y="4272"/>
                      <a:pt x="18392" y="4251"/>
                      <a:pt x="18455" y="4230"/>
                    </a:cubicBezTo>
                    <a:cubicBezTo>
                      <a:pt x="18601" y="4188"/>
                      <a:pt x="18769" y="4188"/>
                      <a:pt x="18915" y="4167"/>
                    </a:cubicBezTo>
                    <a:close/>
                    <a:moveTo>
                      <a:pt x="33675" y="2320"/>
                    </a:moveTo>
                    <a:cubicBezTo>
                      <a:pt x="34140" y="2320"/>
                      <a:pt x="34591" y="2364"/>
                      <a:pt x="35026" y="2451"/>
                    </a:cubicBezTo>
                    <a:cubicBezTo>
                      <a:pt x="36052" y="2660"/>
                      <a:pt x="36910" y="3100"/>
                      <a:pt x="37516" y="3581"/>
                    </a:cubicBezTo>
                    <a:cubicBezTo>
                      <a:pt x="38144" y="4062"/>
                      <a:pt x="38500" y="4627"/>
                      <a:pt x="38688" y="5025"/>
                    </a:cubicBezTo>
                    <a:cubicBezTo>
                      <a:pt x="38772" y="5192"/>
                      <a:pt x="38835" y="5339"/>
                      <a:pt x="38876" y="5443"/>
                    </a:cubicBezTo>
                    <a:lnTo>
                      <a:pt x="37663" y="5443"/>
                    </a:lnTo>
                    <a:cubicBezTo>
                      <a:pt x="37391" y="5360"/>
                      <a:pt x="37077" y="5255"/>
                      <a:pt x="36742" y="5150"/>
                    </a:cubicBezTo>
                    <a:cubicBezTo>
                      <a:pt x="35968" y="4920"/>
                      <a:pt x="35047" y="4627"/>
                      <a:pt x="34106" y="4209"/>
                    </a:cubicBezTo>
                    <a:cubicBezTo>
                      <a:pt x="33625" y="3979"/>
                      <a:pt x="33143" y="3728"/>
                      <a:pt x="32725" y="3393"/>
                    </a:cubicBezTo>
                    <a:cubicBezTo>
                      <a:pt x="32516" y="3225"/>
                      <a:pt x="32306" y="3037"/>
                      <a:pt x="32139" y="2849"/>
                    </a:cubicBezTo>
                    <a:cubicBezTo>
                      <a:pt x="32097" y="2786"/>
                      <a:pt x="32055" y="2744"/>
                      <a:pt x="32013" y="2681"/>
                    </a:cubicBezTo>
                    <a:cubicBezTo>
                      <a:pt x="31993" y="2660"/>
                      <a:pt x="31972" y="2640"/>
                      <a:pt x="31972" y="2598"/>
                    </a:cubicBezTo>
                    <a:cubicBezTo>
                      <a:pt x="31966" y="2592"/>
                      <a:pt x="31962" y="2590"/>
                      <a:pt x="31960" y="2589"/>
                    </a:cubicBezTo>
                    <a:lnTo>
                      <a:pt x="31960" y="2589"/>
                    </a:lnTo>
                    <a:cubicBezTo>
                      <a:pt x="31962" y="2586"/>
                      <a:pt x="31966" y="2582"/>
                      <a:pt x="31972" y="2577"/>
                    </a:cubicBezTo>
                    <a:lnTo>
                      <a:pt x="32118" y="2535"/>
                    </a:lnTo>
                    <a:cubicBezTo>
                      <a:pt x="32265" y="2493"/>
                      <a:pt x="32411" y="2451"/>
                      <a:pt x="32537" y="2430"/>
                    </a:cubicBezTo>
                    <a:cubicBezTo>
                      <a:pt x="32830" y="2368"/>
                      <a:pt x="33102" y="2347"/>
                      <a:pt x="33394" y="2326"/>
                    </a:cubicBezTo>
                    <a:cubicBezTo>
                      <a:pt x="33489" y="2322"/>
                      <a:pt x="33582" y="2320"/>
                      <a:pt x="33675" y="2320"/>
                    </a:cubicBezTo>
                    <a:close/>
                    <a:moveTo>
                      <a:pt x="12659" y="4481"/>
                    </a:moveTo>
                    <a:cubicBezTo>
                      <a:pt x="12910" y="4481"/>
                      <a:pt x="13161" y="4502"/>
                      <a:pt x="13391" y="4544"/>
                    </a:cubicBezTo>
                    <a:cubicBezTo>
                      <a:pt x="13873" y="4627"/>
                      <a:pt x="14270" y="4837"/>
                      <a:pt x="14542" y="5046"/>
                    </a:cubicBezTo>
                    <a:cubicBezTo>
                      <a:pt x="14710" y="5192"/>
                      <a:pt x="14835" y="5318"/>
                      <a:pt x="14919" y="5443"/>
                    </a:cubicBezTo>
                    <a:cubicBezTo>
                      <a:pt x="14375" y="5464"/>
                      <a:pt x="13810" y="5464"/>
                      <a:pt x="13287" y="5464"/>
                    </a:cubicBezTo>
                    <a:cubicBezTo>
                      <a:pt x="13182" y="5422"/>
                      <a:pt x="13078" y="5381"/>
                      <a:pt x="12994" y="5339"/>
                    </a:cubicBezTo>
                    <a:cubicBezTo>
                      <a:pt x="12764" y="5234"/>
                      <a:pt x="12555" y="5109"/>
                      <a:pt x="12345" y="4962"/>
                    </a:cubicBezTo>
                    <a:cubicBezTo>
                      <a:pt x="12262" y="4899"/>
                      <a:pt x="12157" y="4816"/>
                      <a:pt x="12094" y="4711"/>
                    </a:cubicBezTo>
                    <a:cubicBezTo>
                      <a:pt x="12073" y="4690"/>
                      <a:pt x="12052" y="4669"/>
                      <a:pt x="12031" y="4648"/>
                    </a:cubicBezTo>
                    <a:cubicBezTo>
                      <a:pt x="12031" y="4627"/>
                      <a:pt x="12011" y="4627"/>
                      <a:pt x="12011" y="4606"/>
                    </a:cubicBezTo>
                    <a:lnTo>
                      <a:pt x="12073" y="4585"/>
                    </a:lnTo>
                    <a:cubicBezTo>
                      <a:pt x="12136" y="4565"/>
                      <a:pt x="12199" y="4544"/>
                      <a:pt x="12262" y="4523"/>
                    </a:cubicBezTo>
                    <a:cubicBezTo>
                      <a:pt x="12408" y="4502"/>
                      <a:pt x="12534" y="4481"/>
                      <a:pt x="12659" y="4481"/>
                    </a:cubicBezTo>
                    <a:close/>
                    <a:moveTo>
                      <a:pt x="15107" y="6238"/>
                    </a:moveTo>
                    <a:cubicBezTo>
                      <a:pt x="15065" y="6280"/>
                      <a:pt x="15024" y="6301"/>
                      <a:pt x="14961" y="6343"/>
                    </a:cubicBezTo>
                    <a:cubicBezTo>
                      <a:pt x="14793" y="6469"/>
                      <a:pt x="14563" y="6678"/>
                      <a:pt x="14291" y="6908"/>
                    </a:cubicBezTo>
                    <a:cubicBezTo>
                      <a:pt x="13998" y="7159"/>
                      <a:pt x="13663" y="7431"/>
                      <a:pt x="13266" y="7682"/>
                    </a:cubicBezTo>
                    <a:cubicBezTo>
                      <a:pt x="13057" y="7808"/>
                      <a:pt x="12827" y="7933"/>
                      <a:pt x="12596" y="8017"/>
                    </a:cubicBezTo>
                    <a:cubicBezTo>
                      <a:pt x="12492" y="8059"/>
                      <a:pt x="12366" y="8080"/>
                      <a:pt x="12241" y="8101"/>
                    </a:cubicBezTo>
                    <a:lnTo>
                      <a:pt x="12157" y="8101"/>
                    </a:lnTo>
                    <a:cubicBezTo>
                      <a:pt x="12143" y="8101"/>
                      <a:pt x="12138" y="8110"/>
                      <a:pt x="12131" y="8110"/>
                    </a:cubicBezTo>
                    <a:cubicBezTo>
                      <a:pt x="12127" y="8110"/>
                      <a:pt x="12122" y="8108"/>
                      <a:pt x="12115" y="8101"/>
                    </a:cubicBezTo>
                    <a:lnTo>
                      <a:pt x="12136" y="8038"/>
                    </a:lnTo>
                    <a:cubicBezTo>
                      <a:pt x="12136" y="7975"/>
                      <a:pt x="12157" y="7912"/>
                      <a:pt x="12199" y="7850"/>
                    </a:cubicBezTo>
                    <a:cubicBezTo>
                      <a:pt x="12241" y="7724"/>
                      <a:pt x="12303" y="7598"/>
                      <a:pt x="12366" y="7494"/>
                    </a:cubicBezTo>
                    <a:cubicBezTo>
                      <a:pt x="12492" y="7264"/>
                      <a:pt x="12659" y="7075"/>
                      <a:pt x="12827" y="6908"/>
                    </a:cubicBezTo>
                    <a:cubicBezTo>
                      <a:pt x="13140" y="6573"/>
                      <a:pt x="13517" y="6343"/>
                      <a:pt x="13852" y="6238"/>
                    </a:cubicBezTo>
                    <a:close/>
                    <a:moveTo>
                      <a:pt x="21698" y="6280"/>
                    </a:moveTo>
                    <a:cubicBezTo>
                      <a:pt x="21677" y="6301"/>
                      <a:pt x="21635" y="6322"/>
                      <a:pt x="21614" y="6364"/>
                    </a:cubicBezTo>
                    <a:cubicBezTo>
                      <a:pt x="21426" y="6510"/>
                      <a:pt x="21154" y="6741"/>
                      <a:pt x="20819" y="7013"/>
                    </a:cubicBezTo>
                    <a:cubicBezTo>
                      <a:pt x="20485" y="7306"/>
                      <a:pt x="20087" y="7619"/>
                      <a:pt x="19606" y="7933"/>
                    </a:cubicBezTo>
                    <a:cubicBezTo>
                      <a:pt x="19376" y="8080"/>
                      <a:pt x="19125" y="8205"/>
                      <a:pt x="18853" y="8310"/>
                    </a:cubicBezTo>
                    <a:cubicBezTo>
                      <a:pt x="18706" y="8352"/>
                      <a:pt x="18581" y="8394"/>
                      <a:pt x="18434" y="8414"/>
                    </a:cubicBezTo>
                    <a:lnTo>
                      <a:pt x="18267" y="8414"/>
                    </a:lnTo>
                    <a:lnTo>
                      <a:pt x="18288" y="8331"/>
                    </a:lnTo>
                    <a:cubicBezTo>
                      <a:pt x="18309" y="8247"/>
                      <a:pt x="18329" y="8184"/>
                      <a:pt x="18371" y="8101"/>
                    </a:cubicBezTo>
                    <a:cubicBezTo>
                      <a:pt x="18434" y="7954"/>
                      <a:pt x="18497" y="7829"/>
                      <a:pt x="18560" y="7703"/>
                    </a:cubicBezTo>
                    <a:cubicBezTo>
                      <a:pt x="18727" y="7431"/>
                      <a:pt x="18915" y="7201"/>
                      <a:pt x="19104" y="7013"/>
                    </a:cubicBezTo>
                    <a:cubicBezTo>
                      <a:pt x="19438" y="6657"/>
                      <a:pt x="19815" y="6427"/>
                      <a:pt x="20171" y="6280"/>
                    </a:cubicBezTo>
                    <a:close/>
                    <a:moveTo>
                      <a:pt x="29691" y="6301"/>
                    </a:moveTo>
                    <a:cubicBezTo>
                      <a:pt x="29670" y="6322"/>
                      <a:pt x="29628" y="6343"/>
                      <a:pt x="29586" y="6364"/>
                    </a:cubicBezTo>
                    <a:cubicBezTo>
                      <a:pt x="29335" y="6573"/>
                      <a:pt x="29000" y="6866"/>
                      <a:pt x="28561" y="7222"/>
                    </a:cubicBezTo>
                    <a:cubicBezTo>
                      <a:pt x="28143" y="7578"/>
                      <a:pt x="27620" y="8017"/>
                      <a:pt x="27013" y="8394"/>
                    </a:cubicBezTo>
                    <a:cubicBezTo>
                      <a:pt x="26720" y="8582"/>
                      <a:pt x="26385" y="8770"/>
                      <a:pt x="26029" y="8896"/>
                    </a:cubicBezTo>
                    <a:cubicBezTo>
                      <a:pt x="25862" y="8958"/>
                      <a:pt x="25674" y="9000"/>
                      <a:pt x="25485" y="9021"/>
                    </a:cubicBezTo>
                    <a:lnTo>
                      <a:pt x="25276" y="9021"/>
                    </a:lnTo>
                    <a:lnTo>
                      <a:pt x="25318" y="8917"/>
                    </a:lnTo>
                    <a:cubicBezTo>
                      <a:pt x="25339" y="8812"/>
                      <a:pt x="25381" y="8728"/>
                      <a:pt x="25402" y="8624"/>
                    </a:cubicBezTo>
                    <a:cubicBezTo>
                      <a:pt x="25485" y="8435"/>
                      <a:pt x="25569" y="8268"/>
                      <a:pt x="25674" y="8101"/>
                    </a:cubicBezTo>
                    <a:cubicBezTo>
                      <a:pt x="25862" y="7766"/>
                      <a:pt x="26113" y="7473"/>
                      <a:pt x="26364" y="7201"/>
                    </a:cubicBezTo>
                    <a:cubicBezTo>
                      <a:pt x="26783" y="6782"/>
                      <a:pt x="27243" y="6489"/>
                      <a:pt x="27661" y="6301"/>
                    </a:cubicBezTo>
                    <a:close/>
                    <a:moveTo>
                      <a:pt x="38625" y="6259"/>
                    </a:moveTo>
                    <a:cubicBezTo>
                      <a:pt x="38563" y="6301"/>
                      <a:pt x="38500" y="6343"/>
                      <a:pt x="38437" y="6406"/>
                    </a:cubicBezTo>
                    <a:cubicBezTo>
                      <a:pt x="38060" y="6678"/>
                      <a:pt x="37579" y="7117"/>
                      <a:pt x="36951" y="7640"/>
                    </a:cubicBezTo>
                    <a:cubicBezTo>
                      <a:pt x="36324" y="8163"/>
                      <a:pt x="35591" y="8770"/>
                      <a:pt x="34713" y="9335"/>
                    </a:cubicBezTo>
                    <a:cubicBezTo>
                      <a:pt x="34252" y="9607"/>
                      <a:pt x="33792" y="9879"/>
                      <a:pt x="33269" y="10047"/>
                    </a:cubicBezTo>
                    <a:cubicBezTo>
                      <a:pt x="33018" y="10130"/>
                      <a:pt x="32746" y="10214"/>
                      <a:pt x="32495" y="10235"/>
                    </a:cubicBezTo>
                    <a:cubicBezTo>
                      <a:pt x="32432" y="10235"/>
                      <a:pt x="32369" y="10256"/>
                      <a:pt x="32306" y="10256"/>
                    </a:cubicBezTo>
                    <a:lnTo>
                      <a:pt x="32181" y="10256"/>
                    </a:lnTo>
                    <a:cubicBezTo>
                      <a:pt x="32181" y="10256"/>
                      <a:pt x="32181" y="10256"/>
                      <a:pt x="32181" y="10235"/>
                    </a:cubicBezTo>
                    <a:lnTo>
                      <a:pt x="32223" y="10088"/>
                    </a:lnTo>
                    <a:cubicBezTo>
                      <a:pt x="32265" y="9942"/>
                      <a:pt x="32327" y="9795"/>
                      <a:pt x="32369" y="9670"/>
                    </a:cubicBezTo>
                    <a:cubicBezTo>
                      <a:pt x="32474" y="9398"/>
                      <a:pt x="32599" y="9147"/>
                      <a:pt x="32746" y="8917"/>
                    </a:cubicBezTo>
                    <a:cubicBezTo>
                      <a:pt x="33039" y="8414"/>
                      <a:pt x="33374" y="7996"/>
                      <a:pt x="33750" y="7619"/>
                    </a:cubicBezTo>
                    <a:cubicBezTo>
                      <a:pt x="34357" y="6992"/>
                      <a:pt x="35047" y="6552"/>
                      <a:pt x="35675" y="6280"/>
                    </a:cubicBezTo>
                    <a:cubicBezTo>
                      <a:pt x="36700" y="6259"/>
                      <a:pt x="37663" y="6259"/>
                      <a:pt x="38625" y="6259"/>
                    </a:cubicBezTo>
                    <a:close/>
                    <a:moveTo>
                      <a:pt x="49024" y="6134"/>
                    </a:moveTo>
                    <a:lnTo>
                      <a:pt x="49024" y="6134"/>
                    </a:lnTo>
                    <a:cubicBezTo>
                      <a:pt x="48920" y="6197"/>
                      <a:pt x="48773" y="6301"/>
                      <a:pt x="48606" y="6427"/>
                    </a:cubicBezTo>
                    <a:cubicBezTo>
                      <a:pt x="48146" y="6803"/>
                      <a:pt x="47497" y="7368"/>
                      <a:pt x="46702" y="8038"/>
                    </a:cubicBezTo>
                    <a:cubicBezTo>
                      <a:pt x="45907" y="8707"/>
                      <a:pt x="44944" y="9502"/>
                      <a:pt x="43793" y="10214"/>
                    </a:cubicBezTo>
                    <a:cubicBezTo>
                      <a:pt x="43229" y="10570"/>
                      <a:pt x="42622" y="10904"/>
                      <a:pt x="41952" y="11135"/>
                    </a:cubicBezTo>
                    <a:cubicBezTo>
                      <a:pt x="41617" y="11260"/>
                      <a:pt x="41283" y="11344"/>
                      <a:pt x="40948" y="11386"/>
                    </a:cubicBezTo>
                    <a:cubicBezTo>
                      <a:pt x="40864" y="11386"/>
                      <a:pt x="40780" y="11407"/>
                      <a:pt x="40697" y="11407"/>
                    </a:cubicBezTo>
                    <a:lnTo>
                      <a:pt x="40550" y="11407"/>
                    </a:lnTo>
                    <a:cubicBezTo>
                      <a:pt x="40550" y="11407"/>
                      <a:pt x="40550" y="11407"/>
                      <a:pt x="40550" y="11386"/>
                    </a:cubicBezTo>
                    <a:lnTo>
                      <a:pt x="40613" y="11176"/>
                    </a:lnTo>
                    <a:cubicBezTo>
                      <a:pt x="40655" y="10988"/>
                      <a:pt x="40718" y="10821"/>
                      <a:pt x="40801" y="10653"/>
                    </a:cubicBezTo>
                    <a:cubicBezTo>
                      <a:pt x="40927" y="10319"/>
                      <a:pt x="41094" y="9984"/>
                      <a:pt x="41283" y="9670"/>
                    </a:cubicBezTo>
                    <a:cubicBezTo>
                      <a:pt x="41638" y="9042"/>
                      <a:pt x="42099" y="8477"/>
                      <a:pt x="42559" y="7996"/>
                    </a:cubicBezTo>
                    <a:cubicBezTo>
                      <a:pt x="43417" y="7138"/>
                      <a:pt x="44379" y="6531"/>
                      <a:pt x="45258" y="6197"/>
                    </a:cubicBezTo>
                    <a:cubicBezTo>
                      <a:pt x="46639" y="6176"/>
                      <a:pt x="47895" y="6155"/>
                      <a:pt x="49024" y="6134"/>
                    </a:cubicBezTo>
                    <a:close/>
                    <a:moveTo>
                      <a:pt x="42289" y="1"/>
                    </a:moveTo>
                    <a:cubicBezTo>
                      <a:pt x="42219" y="1"/>
                      <a:pt x="42148" y="1"/>
                      <a:pt x="42078" y="3"/>
                    </a:cubicBezTo>
                    <a:cubicBezTo>
                      <a:pt x="41638" y="24"/>
                      <a:pt x="41220" y="66"/>
                      <a:pt x="40801" y="150"/>
                    </a:cubicBezTo>
                    <a:cubicBezTo>
                      <a:pt x="40571" y="191"/>
                      <a:pt x="40362" y="233"/>
                      <a:pt x="40153" y="296"/>
                    </a:cubicBezTo>
                    <a:lnTo>
                      <a:pt x="39985" y="359"/>
                    </a:lnTo>
                    <a:lnTo>
                      <a:pt x="39902" y="380"/>
                    </a:lnTo>
                    <a:lnTo>
                      <a:pt x="39776" y="422"/>
                    </a:lnTo>
                    <a:cubicBezTo>
                      <a:pt x="39588" y="484"/>
                      <a:pt x="39400" y="568"/>
                      <a:pt x="39211" y="652"/>
                    </a:cubicBezTo>
                    <a:lnTo>
                      <a:pt x="38646" y="903"/>
                    </a:lnTo>
                    <a:cubicBezTo>
                      <a:pt x="38814" y="1280"/>
                      <a:pt x="38939" y="1614"/>
                      <a:pt x="39148" y="1970"/>
                    </a:cubicBezTo>
                    <a:cubicBezTo>
                      <a:pt x="39169" y="2012"/>
                      <a:pt x="39190" y="2054"/>
                      <a:pt x="39211" y="2096"/>
                    </a:cubicBezTo>
                    <a:lnTo>
                      <a:pt x="39274" y="2200"/>
                    </a:lnTo>
                    <a:cubicBezTo>
                      <a:pt x="39316" y="2242"/>
                      <a:pt x="39358" y="2284"/>
                      <a:pt x="39379" y="2347"/>
                    </a:cubicBezTo>
                    <a:cubicBezTo>
                      <a:pt x="39441" y="2430"/>
                      <a:pt x="39525" y="2514"/>
                      <a:pt x="39588" y="2598"/>
                    </a:cubicBezTo>
                    <a:cubicBezTo>
                      <a:pt x="39881" y="2953"/>
                      <a:pt x="40216" y="3225"/>
                      <a:pt x="40550" y="3476"/>
                    </a:cubicBezTo>
                    <a:cubicBezTo>
                      <a:pt x="41220" y="3958"/>
                      <a:pt x="41910" y="4313"/>
                      <a:pt x="42580" y="4585"/>
                    </a:cubicBezTo>
                    <a:cubicBezTo>
                      <a:pt x="43438" y="4941"/>
                      <a:pt x="44254" y="5171"/>
                      <a:pt x="44986" y="5360"/>
                    </a:cubicBezTo>
                    <a:cubicBezTo>
                      <a:pt x="44840" y="5401"/>
                      <a:pt x="44693" y="5443"/>
                      <a:pt x="44547" y="5506"/>
                    </a:cubicBezTo>
                    <a:cubicBezTo>
                      <a:pt x="42894" y="5485"/>
                      <a:pt x="41052" y="5464"/>
                      <a:pt x="39086" y="5443"/>
                    </a:cubicBezTo>
                    <a:cubicBezTo>
                      <a:pt x="39107" y="5318"/>
                      <a:pt x="39086" y="5129"/>
                      <a:pt x="39023" y="4899"/>
                    </a:cubicBezTo>
                    <a:cubicBezTo>
                      <a:pt x="38918" y="4418"/>
                      <a:pt x="38604" y="3728"/>
                      <a:pt x="37956" y="3100"/>
                    </a:cubicBezTo>
                    <a:cubicBezTo>
                      <a:pt x="37307" y="2472"/>
                      <a:pt x="36345" y="1907"/>
                      <a:pt x="35215" y="1635"/>
                    </a:cubicBezTo>
                    <a:cubicBezTo>
                      <a:pt x="34689" y="1504"/>
                      <a:pt x="34129" y="1423"/>
                      <a:pt x="33551" y="1423"/>
                    </a:cubicBezTo>
                    <a:cubicBezTo>
                      <a:pt x="33485" y="1423"/>
                      <a:pt x="33419" y="1424"/>
                      <a:pt x="33353" y="1426"/>
                    </a:cubicBezTo>
                    <a:cubicBezTo>
                      <a:pt x="33039" y="1426"/>
                      <a:pt x="32704" y="1468"/>
                      <a:pt x="32369" y="1531"/>
                    </a:cubicBezTo>
                    <a:cubicBezTo>
                      <a:pt x="32202" y="1572"/>
                      <a:pt x="32034" y="1593"/>
                      <a:pt x="31867" y="1656"/>
                    </a:cubicBezTo>
                    <a:lnTo>
                      <a:pt x="31741" y="1698"/>
                    </a:lnTo>
                    <a:lnTo>
                      <a:pt x="31679" y="1719"/>
                    </a:lnTo>
                    <a:lnTo>
                      <a:pt x="31574" y="1740"/>
                    </a:lnTo>
                    <a:cubicBezTo>
                      <a:pt x="31449" y="1782"/>
                      <a:pt x="31302" y="1865"/>
                      <a:pt x="31156" y="1928"/>
                    </a:cubicBezTo>
                    <a:lnTo>
                      <a:pt x="30716" y="2116"/>
                    </a:lnTo>
                    <a:cubicBezTo>
                      <a:pt x="30842" y="2409"/>
                      <a:pt x="30925" y="2681"/>
                      <a:pt x="31093" y="2932"/>
                    </a:cubicBezTo>
                    <a:cubicBezTo>
                      <a:pt x="31114" y="2974"/>
                      <a:pt x="31135" y="3016"/>
                      <a:pt x="31156" y="3037"/>
                    </a:cubicBezTo>
                    <a:lnTo>
                      <a:pt x="31197" y="3121"/>
                    </a:lnTo>
                    <a:cubicBezTo>
                      <a:pt x="31218" y="3163"/>
                      <a:pt x="31260" y="3184"/>
                      <a:pt x="31281" y="3225"/>
                    </a:cubicBezTo>
                    <a:cubicBezTo>
                      <a:pt x="31323" y="3309"/>
                      <a:pt x="31386" y="3372"/>
                      <a:pt x="31449" y="3435"/>
                    </a:cubicBezTo>
                    <a:cubicBezTo>
                      <a:pt x="31679" y="3707"/>
                      <a:pt x="31930" y="3916"/>
                      <a:pt x="32181" y="4104"/>
                    </a:cubicBezTo>
                    <a:cubicBezTo>
                      <a:pt x="32704" y="4481"/>
                      <a:pt x="33248" y="4753"/>
                      <a:pt x="33771" y="4983"/>
                    </a:cubicBezTo>
                    <a:cubicBezTo>
                      <a:pt x="34210" y="5150"/>
                      <a:pt x="34650" y="5297"/>
                      <a:pt x="35068" y="5422"/>
                    </a:cubicBezTo>
                    <a:cubicBezTo>
                      <a:pt x="33436" y="5422"/>
                      <a:pt x="31741" y="5401"/>
                      <a:pt x="30026" y="5401"/>
                    </a:cubicBezTo>
                    <a:cubicBezTo>
                      <a:pt x="30005" y="5381"/>
                      <a:pt x="30005" y="5360"/>
                      <a:pt x="30005" y="5339"/>
                    </a:cubicBezTo>
                    <a:cubicBezTo>
                      <a:pt x="29921" y="5004"/>
                      <a:pt x="29712" y="4523"/>
                      <a:pt x="29272" y="4083"/>
                    </a:cubicBezTo>
                    <a:cubicBezTo>
                      <a:pt x="28812" y="3644"/>
                      <a:pt x="28164" y="3267"/>
                      <a:pt x="27368" y="3079"/>
                    </a:cubicBezTo>
                    <a:cubicBezTo>
                      <a:pt x="26971" y="2974"/>
                      <a:pt x="26532" y="2932"/>
                      <a:pt x="26092" y="2932"/>
                    </a:cubicBezTo>
                    <a:cubicBezTo>
                      <a:pt x="25862" y="2932"/>
                      <a:pt x="25632" y="2974"/>
                      <a:pt x="25402" y="3016"/>
                    </a:cubicBezTo>
                    <a:cubicBezTo>
                      <a:pt x="25297" y="3037"/>
                      <a:pt x="25171" y="3058"/>
                      <a:pt x="25067" y="3100"/>
                    </a:cubicBezTo>
                    <a:lnTo>
                      <a:pt x="24983" y="3121"/>
                    </a:lnTo>
                    <a:lnTo>
                      <a:pt x="24941" y="3142"/>
                    </a:lnTo>
                    <a:lnTo>
                      <a:pt x="24858" y="3163"/>
                    </a:lnTo>
                    <a:cubicBezTo>
                      <a:pt x="24774" y="3184"/>
                      <a:pt x="24669" y="3225"/>
                      <a:pt x="24565" y="3267"/>
                    </a:cubicBezTo>
                    <a:lnTo>
                      <a:pt x="24272" y="3414"/>
                    </a:lnTo>
                    <a:cubicBezTo>
                      <a:pt x="24355" y="3602"/>
                      <a:pt x="24418" y="3790"/>
                      <a:pt x="24523" y="3979"/>
                    </a:cubicBezTo>
                    <a:cubicBezTo>
                      <a:pt x="24544" y="4000"/>
                      <a:pt x="24544" y="4021"/>
                      <a:pt x="24565" y="4041"/>
                    </a:cubicBezTo>
                    <a:lnTo>
                      <a:pt x="24607" y="4104"/>
                    </a:lnTo>
                    <a:cubicBezTo>
                      <a:pt x="24627" y="4125"/>
                      <a:pt x="24627" y="4146"/>
                      <a:pt x="24648" y="4188"/>
                    </a:cubicBezTo>
                    <a:cubicBezTo>
                      <a:pt x="24690" y="4230"/>
                      <a:pt x="24732" y="4272"/>
                      <a:pt x="24774" y="4313"/>
                    </a:cubicBezTo>
                    <a:cubicBezTo>
                      <a:pt x="24920" y="4502"/>
                      <a:pt x="25109" y="4648"/>
                      <a:pt x="25276" y="4795"/>
                    </a:cubicBezTo>
                    <a:cubicBezTo>
                      <a:pt x="25632" y="5046"/>
                      <a:pt x="26008" y="5234"/>
                      <a:pt x="26364" y="5381"/>
                    </a:cubicBezTo>
                    <a:cubicBezTo>
                      <a:pt x="26385" y="5381"/>
                      <a:pt x="26406" y="5401"/>
                      <a:pt x="26427" y="5401"/>
                    </a:cubicBezTo>
                    <a:lnTo>
                      <a:pt x="21886" y="5401"/>
                    </a:lnTo>
                    <a:cubicBezTo>
                      <a:pt x="21803" y="5171"/>
                      <a:pt x="21656" y="4857"/>
                      <a:pt x="21363" y="4585"/>
                    </a:cubicBezTo>
                    <a:cubicBezTo>
                      <a:pt x="21008" y="4251"/>
                      <a:pt x="20506" y="3958"/>
                      <a:pt x="19878" y="3790"/>
                    </a:cubicBezTo>
                    <a:cubicBezTo>
                      <a:pt x="19585" y="3728"/>
                      <a:pt x="19250" y="3686"/>
                      <a:pt x="18894" y="3686"/>
                    </a:cubicBezTo>
                    <a:cubicBezTo>
                      <a:pt x="18727" y="3686"/>
                      <a:pt x="18539" y="3707"/>
                      <a:pt x="18371" y="3748"/>
                    </a:cubicBezTo>
                    <a:cubicBezTo>
                      <a:pt x="18288" y="3769"/>
                      <a:pt x="18183" y="3790"/>
                      <a:pt x="18099" y="3811"/>
                    </a:cubicBezTo>
                    <a:lnTo>
                      <a:pt x="18037" y="3832"/>
                    </a:lnTo>
                    <a:lnTo>
                      <a:pt x="17995" y="3832"/>
                    </a:lnTo>
                    <a:lnTo>
                      <a:pt x="17953" y="3853"/>
                    </a:lnTo>
                    <a:cubicBezTo>
                      <a:pt x="17869" y="3895"/>
                      <a:pt x="17785" y="3916"/>
                      <a:pt x="17723" y="3958"/>
                    </a:cubicBezTo>
                    <a:lnTo>
                      <a:pt x="17472" y="4062"/>
                    </a:lnTo>
                    <a:cubicBezTo>
                      <a:pt x="17555" y="4209"/>
                      <a:pt x="17597" y="4355"/>
                      <a:pt x="17681" y="4502"/>
                    </a:cubicBezTo>
                    <a:cubicBezTo>
                      <a:pt x="17702" y="4523"/>
                      <a:pt x="17702" y="4544"/>
                      <a:pt x="17723" y="4544"/>
                    </a:cubicBezTo>
                    <a:lnTo>
                      <a:pt x="17744" y="4606"/>
                    </a:lnTo>
                    <a:cubicBezTo>
                      <a:pt x="17765" y="4627"/>
                      <a:pt x="17765" y="4627"/>
                      <a:pt x="17785" y="4648"/>
                    </a:cubicBezTo>
                    <a:cubicBezTo>
                      <a:pt x="17806" y="4690"/>
                      <a:pt x="17848" y="4732"/>
                      <a:pt x="17869" y="4774"/>
                    </a:cubicBezTo>
                    <a:cubicBezTo>
                      <a:pt x="17995" y="4899"/>
                      <a:pt x="18120" y="5025"/>
                      <a:pt x="18267" y="5129"/>
                    </a:cubicBezTo>
                    <a:cubicBezTo>
                      <a:pt x="18434" y="5255"/>
                      <a:pt x="18601" y="5339"/>
                      <a:pt x="18748" y="5422"/>
                    </a:cubicBezTo>
                    <a:cubicBezTo>
                      <a:pt x="17513" y="5422"/>
                      <a:pt x="16321" y="5443"/>
                      <a:pt x="15170" y="5443"/>
                    </a:cubicBezTo>
                    <a:cubicBezTo>
                      <a:pt x="15086" y="5255"/>
                      <a:pt x="14961" y="5046"/>
                      <a:pt x="14752" y="4837"/>
                    </a:cubicBezTo>
                    <a:cubicBezTo>
                      <a:pt x="14459" y="4544"/>
                      <a:pt x="14019" y="4293"/>
                      <a:pt x="13496" y="4167"/>
                    </a:cubicBezTo>
                    <a:cubicBezTo>
                      <a:pt x="13224" y="4104"/>
                      <a:pt x="12952" y="4062"/>
                      <a:pt x="12638" y="4062"/>
                    </a:cubicBezTo>
                    <a:cubicBezTo>
                      <a:pt x="12492" y="4062"/>
                      <a:pt x="12345" y="4083"/>
                      <a:pt x="12199" y="4125"/>
                    </a:cubicBezTo>
                    <a:cubicBezTo>
                      <a:pt x="12115" y="4125"/>
                      <a:pt x="12031" y="4146"/>
                      <a:pt x="11969" y="4167"/>
                    </a:cubicBezTo>
                    <a:lnTo>
                      <a:pt x="11906" y="4188"/>
                    </a:lnTo>
                    <a:lnTo>
                      <a:pt x="11885" y="4188"/>
                    </a:lnTo>
                    <a:lnTo>
                      <a:pt x="11822" y="4209"/>
                    </a:lnTo>
                    <a:cubicBezTo>
                      <a:pt x="11759" y="4230"/>
                      <a:pt x="11697" y="4272"/>
                      <a:pt x="11634" y="4293"/>
                    </a:cubicBezTo>
                    <a:lnTo>
                      <a:pt x="11425" y="4397"/>
                    </a:lnTo>
                    <a:cubicBezTo>
                      <a:pt x="11487" y="4523"/>
                      <a:pt x="11529" y="4648"/>
                      <a:pt x="11613" y="4753"/>
                    </a:cubicBezTo>
                    <a:cubicBezTo>
                      <a:pt x="11613" y="4774"/>
                      <a:pt x="11613" y="4795"/>
                      <a:pt x="11634" y="4816"/>
                    </a:cubicBezTo>
                    <a:lnTo>
                      <a:pt x="11655" y="4837"/>
                    </a:lnTo>
                    <a:cubicBezTo>
                      <a:pt x="11676" y="4857"/>
                      <a:pt x="11676" y="4878"/>
                      <a:pt x="11697" y="4899"/>
                    </a:cubicBezTo>
                    <a:cubicBezTo>
                      <a:pt x="11718" y="4920"/>
                      <a:pt x="11739" y="4962"/>
                      <a:pt x="11759" y="4983"/>
                    </a:cubicBezTo>
                    <a:cubicBezTo>
                      <a:pt x="11864" y="5109"/>
                      <a:pt x="11990" y="5213"/>
                      <a:pt x="12115" y="5297"/>
                    </a:cubicBezTo>
                    <a:cubicBezTo>
                      <a:pt x="12199" y="5360"/>
                      <a:pt x="12283" y="5422"/>
                      <a:pt x="12387" y="5485"/>
                    </a:cubicBezTo>
                    <a:cubicBezTo>
                      <a:pt x="4938" y="5548"/>
                      <a:pt x="0" y="5694"/>
                      <a:pt x="0" y="5841"/>
                    </a:cubicBezTo>
                    <a:cubicBezTo>
                      <a:pt x="0" y="6008"/>
                      <a:pt x="5231" y="6155"/>
                      <a:pt x="13078" y="6238"/>
                    </a:cubicBezTo>
                    <a:cubicBezTo>
                      <a:pt x="12910" y="6343"/>
                      <a:pt x="12722" y="6469"/>
                      <a:pt x="12555" y="6615"/>
                    </a:cubicBezTo>
                    <a:cubicBezTo>
                      <a:pt x="12345" y="6803"/>
                      <a:pt x="12157" y="7034"/>
                      <a:pt x="12011" y="7285"/>
                    </a:cubicBezTo>
                    <a:cubicBezTo>
                      <a:pt x="11927" y="7410"/>
                      <a:pt x="11864" y="7536"/>
                      <a:pt x="11801" y="7682"/>
                    </a:cubicBezTo>
                    <a:cubicBezTo>
                      <a:pt x="11780" y="7766"/>
                      <a:pt x="11739" y="7829"/>
                      <a:pt x="11718" y="7912"/>
                    </a:cubicBezTo>
                    <a:lnTo>
                      <a:pt x="11697" y="7975"/>
                    </a:lnTo>
                    <a:lnTo>
                      <a:pt x="11697" y="7996"/>
                    </a:lnTo>
                    <a:lnTo>
                      <a:pt x="11697" y="8038"/>
                    </a:lnTo>
                    <a:cubicBezTo>
                      <a:pt x="11676" y="8101"/>
                      <a:pt x="11655" y="8184"/>
                      <a:pt x="11655" y="8247"/>
                    </a:cubicBezTo>
                    <a:lnTo>
                      <a:pt x="11613" y="8477"/>
                    </a:lnTo>
                    <a:cubicBezTo>
                      <a:pt x="11759" y="8498"/>
                      <a:pt x="11885" y="8519"/>
                      <a:pt x="12031" y="8519"/>
                    </a:cubicBezTo>
                    <a:cubicBezTo>
                      <a:pt x="12031" y="8540"/>
                      <a:pt x="12052" y="8540"/>
                      <a:pt x="12073" y="8540"/>
                    </a:cubicBezTo>
                    <a:lnTo>
                      <a:pt x="12115" y="8540"/>
                    </a:lnTo>
                    <a:cubicBezTo>
                      <a:pt x="12136" y="8540"/>
                      <a:pt x="12157" y="8540"/>
                      <a:pt x="12178" y="8519"/>
                    </a:cubicBezTo>
                    <a:lnTo>
                      <a:pt x="12303" y="8519"/>
                    </a:lnTo>
                    <a:cubicBezTo>
                      <a:pt x="12450" y="8498"/>
                      <a:pt x="12617" y="8456"/>
                      <a:pt x="12743" y="8394"/>
                    </a:cubicBezTo>
                    <a:cubicBezTo>
                      <a:pt x="13015" y="8289"/>
                      <a:pt x="13266" y="8163"/>
                      <a:pt x="13475" y="8017"/>
                    </a:cubicBezTo>
                    <a:cubicBezTo>
                      <a:pt x="13894" y="7724"/>
                      <a:pt x="14228" y="7410"/>
                      <a:pt x="14480" y="7138"/>
                    </a:cubicBezTo>
                    <a:cubicBezTo>
                      <a:pt x="14752" y="6866"/>
                      <a:pt x="14940" y="6636"/>
                      <a:pt x="15086" y="6469"/>
                    </a:cubicBezTo>
                    <a:cubicBezTo>
                      <a:pt x="15149" y="6364"/>
                      <a:pt x="15212" y="6301"/>
                      <a:pt x="15233" y="6238"/>
                    </a:cubicBezTo>
                    <a:cubicBezTo>
                      <a:pt x="16530" y="6259"/>
                      <a:pt x="17890" y="6259"/>
                      <a:pt x="19313" y="6280"/>
                    </a:cubicBezTo>
                    <a:cubicBezTo>
                      <a:pt x="19125" y="6385"/>
                      <a:pt x="18957" y="6531"/>
                      <a:pt x="18790" y="6678"/>
                    </a:cubicBezTo>
                    <a:cubicBezTo>
                      <a:pt x="18560" y="6887"/>
                      <a:pt x="18329" y="7159"/>
                      <a:pt x="18162" y="7452"/>
                    </a:cubicBezTo>
                    <a:cubicBezTo>
                      <a:pt x="18057" y="7598"/>
                      <a:pt x="17974" y="7745"/>
                      <a:pt x="17911" y="7912"/>
                    </a:cubicBezTo>
                    <a:cubicBezTo>
                      <a:pt x="17869" y="7996"/>
                      <a:pt x="17848" y="8080"/>
                      <a:pt x="17827" y="8184"/>
                    </a:cubicBezTo>
                    <a:lnTo>
                      <a:pt x="17806" y="8247"/>
                    </a:lnTo>
                    <a:lnTo>
                      <a:pt x="17785" y="8289"/>
                    </a:lnTo>
                    <a:lnTo>
                      <a:pt x="17785" y="8331"/>
                    </a:lnTo>
                    <a:cubicBezTo>
                      <a:pt x="17765" y="8414"/>
                      <a:pt x="17744" y="8498"/>
                      <a:pt x="17723" y="8582"/>
                    </a:cubicBezTo>
                    <a:lnTo>
                      <a:pt x="17702" y="8833"/>
                    </a:lnTo>
                    <a:cubicBezTo>
                      <a:pt x="17848" y="8854"/>
                      <a:pt x="17995" y="8896"/>
                      <a:pt x="18162" y="8896"/>
                    </a:cubicBezTo>
                    <a:cubicBezTo>
                      <a:pt x="18183" y="8917"/>
                      <a:pt x="18204" y="8917"/>
                      <a:pt x="18225" y="8917"/>
                    </a:cubicBezTo>
                    <a:lnTo>
                      <a:pt x="18288" y="8917"/>
                    </a:lnTo>
                    <a:cubicBezTo>
                      <a:pt x="18309" y="8917"/>
                      <a:pt x="18329" y="8917"/>
                      <a:pt x="18350" y="8896"/>
                    </a:cubicBezTo>
                    <a:lnTo>
                      <a:pt x="18497" y="8896"/>
                    </a:lnTo>
                    <a:cubicBezTo>
                      <a:pt x="18685" y="8875"/>
                      <a:pt x="18853" y="8812"/>
                      <a:pt x="19020" y="8749"/>
                    </a:cubicBezTo>
                    <a:cubicBezTo>
                      <a:pt x="19334" y="8645"/>
                      <a:pt x="19606" y="8477"/>
                      <a:pt x="19857" y="8310"/>
                    </a:cubicBezTo>
                    <a:cubicBezTo>
                      <a:pt x="20359" y="7954"/>
                      <a:pt x="20736" y="7578"/>
                      <a:pt x="21050" y="7264"/>
                    </a:cubicBezTo>
                    <a:cubicBezTo>
                      <a:pt x="21363" y="6950"/>
                      <a:pt x="21594" y="6678"/>
                      <a:pt x="21740" y="6489"/>
                    </a:cubicBezTo>
                    <a:cubicBezTo>
                      <a:pt x="21803" y="6406"/>
                      <a:pt x="21866" y="6343"/>
                      <a:pt x="21886" y="6280"/>
                    </a:cubicBezTo>
                    <a:cubicBezTo>
                      <a:pt x="23414" y="6280"/>
                      <a:pt x="24983" y="6301"/>
                      <a:pt x="26573" y="6301"/>
                    </a:cubicBezTo>
                    <a:cubicBezTo>
                      <a:pt x="26364" y="6427"/>
                      <a:pt x="26155" y="6594"/>
                      <a:pt x="25946" y="6782"/>
                    </a:cubicBezTo>
                    <a:cubicBezTo>
                      <a:pt x="25653" y="7075"/>
                      <a:pt x="25381" y="7389"/>
                      <a:pt x="25130" y="7787"/>
                    </a:cubicBezTo>
                    <a:cubicBezTo>
                      <a:pt x="25025" y="7975"/>
                      <a:pt x="24920" y="8163"/>
                      <a:pt x="24816" y="8394"/>
                    </a:cubicBezTo>
                    <a:cubicBezTo>
                      <a:pt x="24774" y="8498"/>
                      <a:pt x="24732" y="8603"/>
                      <a:pt x="24711" y="8728"/>
                    </a:cubicBezTo>
                    <a:lnTo>
                      <a:pt x="24669" y="8812"/>
                    </a:lnTo>
                    <a:lnTo>
                      <a:pt x="24669" y="8854"/>
                    </a:lnTo>
                    <a:lnTo>
                      <a:pt x="24648" y="8938"/>
                    </a:lnTo>
                    <a:cubicBezTo>
                      <a:pt x="24627" y="9021"/>
                      <a:pt x="24607" y="9126"/>
                      <a:pt x="24586" y="9230"/>
                    </a:cubicBezTo>
                    <a:lnTo>
                      <a:pt x="24544" y="9565"/>
                    </a:lnTo>
                    <a:cubicBezTo>
                      <a:pt x="24753" y="9607"/>
                      <a:pt x="24941" y="9649"/>
                      <a:pt x="25151" y="9670"/>
                    </a:cubicBezTo>
                    <a:lnTo>
                      <a:pt x="25402" y="9670"/>
                    </a:lnTo>
                    <a:cubicBezTo>
                      <a:pt x="25443" y="9649"/>
                      <a:pt x="25506" y="9649"/>
                      <a:pt x="25569" y="9649"/>
                    </a:cubicBezTo>
                    <a:cubicBezTo>
                      <a:pt x="25820" y="9607"/>
                      <a:pt x="26029" y="9544"/>
                      <a:pt x="26239" y="9461"/>
                    </a:cubicBezTo>
                    <a:cubicBezTo>
                      <a:pt x="26657" y="9314"/>
                      <a:pt x="27013" y="9105"/>
                      <a:pt x="27348" y="8875"/>
                    </a:cubicBezTo>
                    <a:cubicBezTo>
                      <a:pt x="27975" y="8435"/>
                      <a:pt x="28477" y="7954"/>
                      <a:pt x="28875" y="7557"/>
                    </a:cubicBezTo>
                    <a:cubicBezTo>
                      <a:pt x="29272" y="7138"/>
                      <a:pt x="29565" y="6782"/>
                      <a:pt x="29775" y="6531"/>
                    </a:cubicBezTo>
                    <a:cubicBezTo>
                      <a:pt x="29837" y="6448"/>
                      <a:pt x="29900" y="6364"/>
                      <a:pt x="29942" y="6301"/>
                    </a:cubicBezTo>
                    <a:cubicBezTo>
                      <a:pt x="31365" y="6280"/>
                      <a:pt x="32746" y="6280"/>
                      <a:pt x="34085" y="6280"/>
                    </a:cubicBezTo>
                    <a:cubicBezTo>
                      <a:pt x="33771" y="6489"/>
                      <a:pt x="33457" y="6720"/>
                      <a:pt x="33143" y="7013"/>
                    </a:cubicBezTo>
                    <a:cubicBezTo>
                      <a:pt x="32725" y="7410"/>
                      <a:pt x="32306" y="7891"/>
                      <a:pt x="31972" y="8435"/>
                    </a:cubicBezTo>
                    <a:cubicBezTo>
                      <a:pt x="31804" y="8707"/>
                      <a:pt x="31658" y="9021"/>
                      <a:pt x="31511" y="9335"/>
                    </a:cubicBezTo>
                    <a:cubicBezTo>
                      <a:pt x="31449" y="9482"/>
                      <a:pt x="31407" y="9649"/>
                      <a:pt x="31344" y="9816"/>
                    </a:cubicBezTo>
                    <a:lnTo>
                      <a:pt x="31302" y="9942"/>
                    </a:lnTo>
                    <a:lnTo>
                      <a:pt x="31302" y="10005"/>
                    </a:lnTo>
                    <a:lnTo>
                      <a:pt x="31260" y="10109"/>
                    </a:lnTo>
                    <a:cubicBezTo>
                      <a:pt x="31239" y="10256"/>
                      <a:pt x="31197" y="10402"/>
                      <a:pt x="31177" y="10570"/>
                    </a:cubicBezTo>
                    <a:lnTo>
                      <a:pt x="31114" y="11030"/>
                    </a:lnTo>
                    <a:cubicBezTo>
                      <a:pt x="31407" y="11093"/>
                      <a:pt x="31700" y="11155"/>
                      <a:pt x="31993" y="11176"/>
                    </a:cubicBezTo>
                    <a:lnTo>
                      <a:pt x="32348" y="11176"/>
                    </a:lnTo>
                    <a:cubicBezTo>
                      <a:pt x="32432" y="11155"/>
                      <a:pt x="32516" y="11155"/>
                      <a:pt x="32599" y="11135"/>
                    </a:cubicBezTo>
                    <a:cubicBezTo>
                      <a:pt x="32955" y="11093"/>
                      <a:pt x="33269" y="11009"/>
                      <a:pt x="33583" y="10883"/>
                    </a:cubicBezTo>
                    <a:cubicBezTo>
                      <a:pt x="34190" y="10674"/>
                      <a:pt x="34692" y="10360"/>
                      <a:pt x="35173" y="10047"/>
                    </a:cubicBezTo>
                    <a:cubicBezTo>
                      <a:pt x="36094" y="9398"/>
                      <a:pt x="36805" y="8707"/>
                      <a:pt x="37391" y="8122"/>
                    </a:cubicBezTo>
                    <a:cubicBezTo>
                      <a:pt x="37977" y="7515"/>
                      <a:pt x="38395" y="7013"/>
                      <a:pt x="38688" y="6657"/>
                    </a:cubicBezTo>
                    <a:cubicBezTo>
                      <a:pt x="38814" y="6489"/>
                      <a:pt x="38897" y="6364"/>
                      <a:pt x="38981" y="6259"/>
                    </a:cubicBezTo>
                    <a:cubicBezTo>
                      <a:pt x="40425" y="6238"/>
                      <a:pt x="41806" y="6238"/>
                      <a:pt x="43103" y="6217"/>
                    </a:cubicBezTo>
                    <a:lnTo>
                      <a:pt x="43103" y="6217"/>
                    </a:lnTo>
                    <a:cubicBezTo>
                      <a:pt x="42664" y="6489"/>
                      <a:pt x="42224" y="6824"/>
                      <a:pt x="41806" y="7222"/>
                    </a:cubicBezTo>
                    <a:cubicBezTo>
                      <a:pt x="41241" y="7724"/>
                      <a:pt x="40718" y="8352"/>
                      <a:pt x="40278" y="9063"/>
                    </a:cubicBezTo>
                    <a:cubicBezTo>
                      <a:pt x="40069" y="9419"/>
                      <a:pt x="39860" y="9795"/>
                      <a:pt x="39692" y="10214"/>
                    </a:cubicBezTo>
                    <a:cubicBezTo>
                      <a:pt x="39609" y="10402"/>
                      <a:pt x="39546" y="10611"/>
                      <a:pt x="39462" y="10842"/>
                    </a:cubicBezTo>
                    <a:lnTo>
                      <a:pt x="39420" y="10988"/>
                    </a:lnTo>
                    <a:lnTo>
                      <a:pt x="39400" y="11072"/>
                    </a:lnTo>
                    <a:lnTo>
                      <a:pt x="39379" y="11218"/>
                    </a:lnTo>
                    <a:cubicBezTo>
                      <a:pt x="39316" y="11386"/>
                      <a:pt x="39295" y="11595"/>
                      <a:pt x="39253" y="11804"/>
                    </a:cubicBezTo>
                    <a:lnTo>
                      <a:pt x="39169" y="12411"/>
                    </a:lnTo>
                    <a:cubicBezTo>
                      <a:pt x="39567" y="12474"/>
                      <a:pt x="39923" y="12557"/>
                      <a:pt x="40320" y="12578"/>
                    </a:cubicBezTo>
                    <a:cubicBezTo>
                      <a:pt x="40362" y="12578"/>
                      <a:pt x="40404" y="12599"/>
                      <a:pt x="40467" y="12599"/>
                    </a:cubicBezTo>
                    <a:lnTo>
                      <a:pt x="40592" y="12599"/>
                    </a:lnTo>
                    <a:cubicBezTo>
                      <a:pt x="40655" y="12599"/>
                      <a:pt x="40697" y="12578"/>
                      <a:pt x="40760" y="12578"/>
                    </a:cubicBezTo>
                    <a:cubicBezTo>
                      <a:pt x="40885" y="12578"/>
                      <a:pt x="40990" y="12557"/>
                      <a:pt x="41094" y="12557"/>
                    </a:cubicBezTo>
                    <a:cubicBezTo>
                      <a:pt x="41555" y="12495"/>
                      <a:pt x="41952" y="12369"/>
                      <a:pt x="42350" y="12223"/>
                    </a:cubicBezTo>
                    <a:cubicBezTo>
                      <a:pt x="43124" y="11930"/>
                      <a:pt x="43793" y="11532"/>
                      <a:pt x="44400" y="11135"/>
                    </a:cubicBezTo>
                    <a:cubicBezTo>
                      <a:pt x="45593" y="10298"/>
                      <a:pt x="46514" y="9398"/>
                      <a:pt x="47267" y="8645"/>
                    </a:cubicBezTo>
                    <a:cubicBezTo>
                      <a:pt x="48020" y="7870"/>
                      <a:pt x="48564" y="7222"/>
                      <a:pt x="48941" y="6761"/>
                    </a:cubicBezTo>
                    <a:cubicBezTo>
                      <a:pt x="49171" y="6469"/>
                      <a:pt x="49317" y="6259"/>
                      <a:pt x="49380" y="6113"/>
                    </a:cubicBezTo>
                    <a:cubicBezTo>
                      <a:pt x="52853" y="6050"/>
                      <a:pt x="54904" y="5945"/>
                      <a:pt x="54904" y="5841"/>
                    </a:cubicBezTo>
                    <a:cubicBezTo>
                      <a:pt x="54904" y="5736"/>
                      <a:pt x="52644" y="5653"/>
                      <a:pt x="48878" y="5569"/>
                    </a:cubicBezTo>
                    <a:cubicBezTo>
                      <a:pt x="48857" y="5569"/>
                      <a:pt x="48836" y="5569"/>
                      <a:pt x="48836" y="5548"/>
                    </a:cubicBezTo>
                    <a:cubicBezTo>
                      <a:pt x="48271" y="5360"/>
                      <a:pt x="47434" y="5129"/>
                      <a:pt x="46430" y="4837"/>
                    </a:cubicBezTo>
                    <a:cubicBezTo>
                      <a:pt x="45446" y="4523"/>
                      <a:pt x="44254" y="4146"/>
                      <a:pt x="43019" y="3581"/>
                    </a:cubicBezTo>
                    <a:cubicBezTo>
                      <a:pt x="42413" y="3309"/>
                      <a:pt x="41806" y="2974"/>
                      <a:pt x="41241" y="2556"/>
                    </a:cubicBezTo>
                    <a:cubicBezTo>
                      <a:pt x="40969" y="2326"/>
                      <a:pt x="40718" y="2096"/>
                      <a:pt x="40488" y="1844"/>
                    </a:cubicBezTo>
                    <a:cubicBezTo>
                      <a:pt x="40446" y="1782"/>
                      <a:pt x="40383" y="1698"/>
                      <a:pt x="40341" y="1635"/>
                    </a:cubicBezTo>
                    <a:cubicBezTo>
                      <a:pt x="40320" y="1593"/>
                      <a:pt x="40278" y="1572"/>
                      <a:pt x="40257" y="1531"/>
                    </a:cubicBezTo>
                    <a:cubicBezTo>
                      <a:pt x="40257" y="1510"/>
                      <a:pt x="40257" y="1510"/>
                      <a:pt x="40257" y="1510"/>
                    </a:cubicBezTo>
                    <a:lnTo>
                      <a:pt x="40278" y="1510"/>
                    </a:lnTo>
                    <a:lnTo>
                      <a:pt x="40488" y="1447"/>
                    </a:lnTo>
                    <a:cubicBezTo>
                      <a:pt x="40655" y="1384"/>
                      <a:pt x="40843" y="1342"/>
                      <a:pt x="41011" y="1300"/>
                    </a:cubicBezTo>
                    <a:cubicBezTo>
                      <a:pt x="41387" y="1238"/>
                      <a:pt x="41743" y="1196"/>
                      <a:pt x="42120" y="1175"/>
                    </a:cubicBezTo>
                    <a:cubicBezTo>
                      <a:pt x="42246" y="1167"/>
                      <a:pt x="42372" y="1164"/>
                      <a:pt x="42497" y="1164"/>
                    </a:cubicBezTo>
                    <a:cubicBezTo>
                      <a:pt x="43082" y="1164"/>
                      <a:pt x="43661" y="1239"/>
                      <a:pt x="44212" y="1342"/>
                    </a:cubicBezTo>
                    <a:cubicBezTo>
                      <a:pt x="45530" y="1614"/>
                      <a:pt x="46660" y="2158"/>
                      <a:pt x="47434" y="2786"/>
                    </a:cubicBezTo>
                    <a:cubicBezTo>
                      <a:pt x="48229" y="3414"/>
                      <a:pt x="48690" y="4125"/>
                      <a:pt x="48941" y="4648"/>
                    </a:cubicBezTo>
                    <a:cubicBezTo>
                      <a:pt x="49205" y="5156"/>
                      <a:pt x="49291" y="5486"/>
                      <a:pt x="49373" y="5486"/>
                    </a:cubicBezTo>
                    <a:cubicBezTo>
                      <a:pt x="49375" y="5486"/>
                      <a:pt x="49378" y="5486"/>
                      <a:pt x="49380" y="5485"/>
                    </a:cubicBezTo>
                    <a:cubicBezTo>
                      <a:pt x="49464" y="5485"/>
                      <a:pt x="49527" y="5129"/>
                      <a:pt x="49380" y="4502"/>
                    </a:cubicBezTo>
                    <a:cubicBezTo>
                      <a:pt x="49255" y="3874"/>
                      <a:pt x="48836" y="2974"/>
                      <a:pt x="47999" y="2158"/>
                    </a:cubicBezTo>
                    <a:cubicBezTo>
                      <a:pt x="47162" y="1342"/>
                      <a:pt x="45928" y="652"/>
                      <a:pt x="44442" y="275"/>
                    </a:cubicBezTo>
                    <a:cubicBezTo>
                      <a:pt x="43772" y="103"/>
                      <a:pt x="43049" y="1"/>
                      <a:pt x="42289" y="1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5"/>
              <p:cNvSpPr/>
              <p:nvPr/>
            </p:nvSpPr>
            <p:spPr>
              <a:xfrm>
                <a:off x="4424350" y="7674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>
                <a:off x="3850525" y="702550"/>
                <a:ext cx="1372625" cy="315000"/>
              </a:xfrm>
              <a:custGeom>
                <a:avLst/>
                <a:gdLst/>
                <a:ahLst/>
                <a:cxnLst/>
                <a:rect l="l" t="t" r="r" b="b"/>
                <a:pathLst>
                  <a:path w="54905" h="12600" extrusionOk="0">
                    <a:moveTo>
                      <a:pt x="28582" y="3555"/>
                    </a:moveTo>
                    <a:cubicBezTo>
                      <a:pt x="28651" y="3555"/>
                      <a:pt x="28721" y="3556"/>
                      <a:pt x="28791" y="3560"/>
                    </a:cubicBezTo>
                    <a:cubicBezTo>
                      <a:pt x="28980" y="3560"/>
                      <a:pt x="29189" y="3581"/>
                      <a:pt x="29377" y="3623"/>
                    </a:cubicBezTo>
                    <a:cubicBezTo>
                      <a:pt x="29461" y="3644"/>
                      <a:pt x="29566" y="3665"/>
                      <a:pt x="29670" y="3707"/>
                    </a:cubicBezTo>
                    <a:lnTo>
                      <a:pt x="29775" y="3728"/>
                    </a:lnTo>
                    <a:cubicBezTo>
                      <a:pt x="29796" y="3748"/>
                      <a:pt x="29775" y="3748"/>
                      <a:pt x="29775" y="3748"/>
                    </a:cubicBezTo>
                    <a:cubicBezTo>
                      <a:pt x="29775" y="3769"/>
                      <a:pt x="29754" y="3790"/>
                      <a:pt x="29733" y="3811"/>
                    </a:cubicBezTo>
                    <a:cubicBezTo>
                      <a:pt x="29712" y="3853"/>
                      <a:pt x="29691" y="3874"/>
                      <a:pt x="29649" y="3916"/>
                    </a:cubicBezTo>
                    <a:cubicBezTo>
                      <a:pt x="29545" y="4062"/>
                      <a:pt x="29398" y="4188"/>
                      <a:pt x="29252" y="4293"/>
                    </a:cubicBezTo>
                    <a:cubicBezTo>
                      <a:pt x="28959" y="4523"/>
                      <a:pt x="28624" y="4690"/>
                      <a:pt x="28310" y="4857"/>
                    </a:cubicBezTo>
                    <a:cubicBezTo>
                      <a:pt x="27787" y="5088"/>
                      <a:pt x="27285" y="5255"/>
                      <a:pt x="26825" y="5401"/>
                    </a:cubicBezTo>
                    <a:lnTo>
                      <a:pt x="25151" y="5401"/>
                    </a:lnTo>
                    <a:cubicBezTo>
                      <a:pt x="25276" y="5129"/>
                      <a:pt x="25527" y="4753"/>
                      <a:pt x="25946" y="4418"/>
                    </a:cubicBezTo>
                    <a:cubicBezTo>
                      <a:pt x="26364" y="4083"/>
                      <a:pt x="26950" y="3790"/>
                      <a:pt x="27662" y="3644"/>
                    </a:cubicBezTo>
                    <a:cubicBezTo>
                      <a:pt x="27954" y="3592"/>
                      <a:pt x="28261" y="3555"/>
                      <a:pt x="28582" y="3555"/>
                    </a:cubicBezTo>
                    <a:close/>
                    <a:moveTo>
                      <a:pt x="35989" y="4167"/>
                    </a:moveTo>
                    <a:cubicBezTo>
                      <a:pt x="36136" y="4188"/>
                      <a:pt x="36282" y="4209"/>
                      <a:pt x="36450" y="4230"/>
                    </a:cubicBezTo>
                    <a:cubicBezTo>
                      <a:pt x="36512" y="4251"/>
                      <a:pt x="36596" y="4272"/>
                      <a:pt x="36659" y="4293"/>
                    </a:cubicBezTo>
                    <a:lnTo>
                      <a:pt x="36742" y="4313"/>
                    </a:lnTo>
                    <a:lnTo>
                      <a:pt x="36763" y="4313"/>
                    </a:lnTo>
                    <a:cubicBezTo>
                      <a:pt x="36742" y="4334"/>
                      <a:pt x="36742" y="4355"/>
                      <a:pt x="36722" y="4355"/>
                    </a:cubicBezTo>
                    <a:cubicBezTo>
                      <a:pt x="36701" y="4397"/>
                      <a:pt x="36680" y="4418"/>
                      <a:pt x="36659" y="4439"/>
                    </a:cubicBezTo>
                    <a:cubicBezTo>
                      <a:pt x="36575" y="4565"/>
                      <a:pt x="36470" y="4648"/>
                      <a:pt x="36345" y="4753"/>
                    </a:cubicBezTo>
                    <a:cubicBezTo>
                      <a:pt x="36115" y="4920"/>
                      <a:pt x="35864" y="5067"/>
                      <a:pt x="35613" y="5171"/>
                    </a:cubicBezTo>
                    <a:cubicBezTo>
                      <a:pt x="35403" y="5276"/>
                      <a:pt x="35215" y="5339"/>
                      <a:pt x="35006" y="5422"/>
                    </a:cubicBezTo>
                    <a:lnTo>
                      <a:pt x="33269" y="5422"/>
                    </a:lnTo>
                    <a:cubicBezTo>
                      <a:pt x="33374" y="5234"/>
                      <a:pt x="33541" y="5025"/>
                      <a:pt x="33771" y="4837"/>
                    </a:cubicBezTo>
                    <a:cubicBezTo>
                      <a:pt x="34106" y="4585"/>
                      <a:pt x="34566" y="4355"/>
                      <a:pt x="35110" y="4251"/>
                    </a:cubicBezTo>
                    <a:cubicBezTo>
                      <a:pt x="35403" y="4188"/>
                      <a:pt x="35696" y="4167"/>
                      <a:pt x="35989" y="4167"/>
                    </a:cubicBezTo>
                    <a:close/>
                    <a:moveTo>
                      <a:pt x="21229" y="2320"/>
                    </a:moveTo>
                    <a:cubicBezTo>
                      <a:pt x="21322" y="2320"/>
                      <a:pt x="21416" y="2322"/>
                      <a:pt x="21510" y="2326"/>
                    </a:cubicBezTo>
                    <a:cubicBezTo>
                      <a:pt x="21803" y="2347"/>
                      <a:pt x="22075" y="2368"/>
                      <a:pt x="22368" y="2430"/>
                    </a:cubicBezTo>
                    <a:cubicBezTo>
                      <a:pt x="22493" y="2451"/>
                      <a:pt x="22640" y="2493"/>
                      <a:pt x="22765" y="2535"/>
                    </a:cubicBezTo>
                    <a:lnTo>
                      <a:pt x="22933" y="2577"/>
                    </a:lnTo>
                    <a:cubicBezTo>
                      <a:pt x="22954" y="2598"/>
                      <a:pt x="22954" y="2598"/>
                      <a:pt x="22954" y="2598"/>
                    </a:cubicBezTo>
                    <a:lnTo>
                      <a:pt x="22933" y="2598"/>
                    </a:lnTo>
                    <a:cubicBezTo>
                      <a:pt x="22933" y="2640"/>
                      <a:pt x="22912" y="2660"/>
                      <a:pt x="22891" y="2681"/>
                    </a:cubicBezTo>
                    <a:cubicBezTo>
                      <a:pt x="22849" y="2744"/>
                      <a:pt x="22807" y="2786"/>
                      <a:pt x="22765" y="2849"/>
                    </a:cubicBezTo>
                    <a:cubicBezTo>
                      <a:pt x="22598" y="3037"/>
                      <a:pt x="22389" y="3225"/>
                      <a:pt x="22180" y="3393"/>
                    </a:cubicBezTo>
                    <a:cubicBezTo>
                      <a:pt x="21761" y="3728"/>
                      <a:pt x="21280" y="3979"/>
                      <a:pt x="20799" y="4209"/>
                    </a:cubicBezTo>
                    <a:cubicBezTo>
                      <a:pt x="19857" y="4627"/>
                      <a:pt x="18936" y="4920"/>
                      <a:pt x="18162" y="5150"/>
                    </a:cubicBezTo>
                    <a:cubicBezTo>
                      <a:pt x="17828" y="5255"/>
                      <a:pt x="17514" y="5360"/>
                      <a:pt x="17242" y="5443"/>
                    </a:cubicBezTo>
                    <a:lnTo>
                      <a:pt x="16028" y="5443"/>
                    </a:lnTo>
                    <a:cubicBezTo>
                      <a:pt x="16070" y="5339"/>
                      <a:pt x="16133" y="5192"/>
                      <a:pt x="16216" y="5025"/>
                    </a:cubicBezTo>
                    <a:cubicBezTo>
                      <a:pt x="16405" y="4627"/>
                      <a:pt x="16760" y="4062"/>
                      <a:pt x="17388" y="3581"/>
                    </a:cubicBezTo>
                    <a:cubicBezTo>
                      <a:pt x="17995" y="3100"/>
                      <a:pt x="18853" y="2660"/>
                      <a:pt x="19878" y="2451"/>
                    </a:cubicBezTo>
                    <a:cubicBezTo>
                      <a:pt x="20314" y="2364"/>
                      <a:pt x="20764" y="2320"/>
                      <a:pt x="21229" y="2320"/>
                    </a:cubicBezTo>
                    <a:close/>
                    <a:moveTo>
                      <a:pt x="42107" y="4475"/>
                    </a:moveTo>
                    <a:cubicBezTo>
                      <a:pt x="42153" y="4475"/>
                      <a:pt x="42199" y="4477"/>
                      <a:pt x="42245" y="4481"/>
                    </a:cubicBezTo>
                    <a:cubicBezTo>
                      <a:pt x="42371" y="4481"/>
                      <a:pt x="42496" y="4502"/>
                      <a:pt x="42622" y="4523"/>
                    </a:cubicBezTo>
                    <a:cubicBezTo>
                      <a:pt x="42706" y="4544"/>
                      <a:pt x="42768" y="4565"/>
                      <a:pt x="42831" y="4585"/>
                    </a:cubicBezTo>
                    <a:lnTo>
                      <a:pt x="42894" y="4606"/>
                    </a:lnTo>
                    <a:cubicBezTo>
                      <a:pt x="42894" y="4627"/>
                      <a:pt x="42873" y="4627"/>
                      <a:pt x="42873" y="4648"/>
                    </a:cubicBezTo>
                    <a:cubicBezTo>
                      <a:pt x="42852" y="4669"/>
                      <a:pt x="42831" y="4690"/>
                      <a:pt x="42810" y="4711"/>
                    </a:cubicBezTo>
                    <a:cubicBezTo>
                      <a:pt x="42748" y="4816"/>
                      <a:pt x="42643" y="4899"/>
                      <a:pt x="42559" y="4962"/>
                    </a:cubicBezTo>
                    <a:cubicBezTo>
                      <a:pt x="42350" y="5109"/>
                      <a:pt x="42141" y="5234"/>
                      <a:pt x="41911" y="5339"/>
                    </a:cubicBezTo>
                    <a:cubicBezTo>
                      <a:pt x="41827" y="5381"/>
                      <a:pt x="41722" y="5422"/>
                      <a:pt x="41618" y="5464"/>
                    </a:cubicBezTo>
                    <a:cubicBezTo>
                      <a:pt x="41095" y="5464"/>
                      <a:pt x="40530" y="5464"/>
                      <a:pt x="39986" y="5443"/>
                    </a:cubicBezTo>
                    <a:cubicBezTo>
                      <a:pt x="40069" y="5318"/>
                      <a:pt x="40195" y="5192"/>
                      <a:pt x="40362" y="5046"/>
                    </a:cubicBezTo>
                    <a:cubicBezTo>
                      <a:pt x="40634" y="4837"/>
                      <a:pt x="41032" y="4627"/>
                      <a:pt x="41492" y="4544"/>
                    </a:cubicBezTo>
                    <a:cubicBezTo>
                      <a:pt x="41697" y="4509"/>
                      <a:pt x="41902" y="4475"/>
                      <a:pt x="42107" y="4475"/>
                    </a:cubicBezTo>
                    <a:close/>
                    <a:moveTo>
                      <a:pt x="41053" y="6238"/>
                    </a:moveTo>
                    <a:cubicBezTo>
                      <a:pt x="41387" y="6343"/>
                      <a:pt x="41764" y="6573"/>
                      <a:pt x="42078" y="6908"/>
                    </a:cubicBezTo>
                    <a:cubicBezTo>
                      <a:pt x="42245" y="7075"/>
                      <a:pt x="42413" y="7264"/>
                      <a:pt x="42538" y="7494"/>
                    </a:cubicBezTo>
                    <a:cubicBezTo>
                      <a:pt x="42601" y="7598"/>
                      <a:pt x="42664" y="7724"/>
                      <a:pt x="42706" y="7850"/>
                    </a:cubicBezTo>
                    <a:cubicBezTo>
                      <a:pt x="42727" y="7912"/>
                      <a:pt x="42768" y="7975"/>
                      <a:pt x="42768" y="8038"/>
                    </a:cubicBezTo>
                    <a:lnTo>
                      <a:pt x="42789" y="8101"/>
                    </a:lnTo>
                    <a:lnTo>
                      <a:pt x="42664" y="8101"/>
                    </a:lnTo>
                    <a:cubicBezTo>
                      <a:pt x="42538" y="8080"/>
                      <a:pt x="42413" y="8059"/>
                      <a:pt x="42308" y="8017"/>
                    </a:cubicBezTo>
                    <a:cubicBezTo>
                      <a:pt x="42057" y="7933"/>
                      <a:pt x="41848" y="7808"/>
                      <a:pt x="41639" y="7682"/>
                    </a:cubicBezTo>
                    <a:cubicBezTo>
                      <a:pt x="41241" y="7431"/>
                      <a:pt x="40906" y="7159"/>
                      <a:pt x="40613" y="6908"/>
                    </a:cubicBezTo>
                    <a:cubicBezTo>
                      <a:pt x="40341" y="6678"/>
                      <a:pt x="40111" y="6469"/>
                      <a:pt x="39944" y="6343"/>
                    </a:cubicBezTo>
                    <a:cubicBezTo>
                      <a:pt x="39881" y="6301"/>
                      <a:pt x="39839" y="6280"/>
                      <a:pt x="39797" y="6238"/>
                    </a:cubicBezTo>
                    <a:close/>
                    <a:moveTo>
                      <a:pt x="34734" y="6280"/>
                    </a:moveTo>
                    <a:cubicBezTo>
                      <a:pt x="35089" y="6427"/>
                      <a:pt x="35466" y="6657"/>
                      <a:pt x="35801" y="7013"/>
                    </a:cubicBezTo>
                    <a:cubicBezTo>
                      <a:pt x="35989" y="7201"/>
                      <a:pt x="36178" y="7431"/>
                      <a:pt x="36345" y="7703"/>
                    </a:cubicBezTo>
                    <a:cubicBezTo>
                      <a:pt x="36408" y="7829"/>
                      <a:pt x="36470" y="7954"/>
                      <a:pt x="36533" y="8101"/>
                    </a:cubicBezTo>
                    <a:cubicBezTo>
                      <a:pt x="36554" y="8184"/>
                      <a:pt x="36596" y="8247"/>
                      <a:pt x="36617" y="8331"/>
                    </a:cubicBezTo>
                    <a:lnTo>
                      <a:pt x="36638" y="8414"/>
                    </a:lnTo>
                    <a:lnTo>
                      <a:pt x="36470" y="8414"/>
                    </a:lnTo>
                    <a:cubicBezTo>
                      <a:pt x="36324" y="8394"/>
                      <a:pt x="36198" y="8352"/>
                      <a:pt x="36052" y="8310"/>
                    </a:cubicBezTo>
                    <a:cubicBezTo>
                      <a:pt x="35780" y="8205"/>
                      <a:pt x="35529" y="8080"/>
                      <a:pt x="35299" y="7933"/>
                    </a:cubicBezTo>
                    <a:cubicBezTo>
                      <a:pt x="34817" y="7619"/>
                      <a:pt x="34420" y="7306"/>
                      <a:pt x="34085" y="7013"/>
                    </a:cubicBezTo>
                    <a:cubicBezTo>
                      <a:pt x="33750" y="6741"/>
                      <a:pt x="33478" y="6510"/>
                      <a:pt x="33290" y="6364"/>
                    </a:cubicBezTo>
                    <a:cubicBezTo>
                      <a:pt x="33248" y="6322"/>
                      <a:pt x="33227" y="6301"/>
                      <a:pt x="33206" y="6280"/>
                    </a:cubicBezTo>
                    <a:close/>
                    <a:moveTo>
                      <a:pt x="27243" y="6301"/>
                    </a:moveTo>
                    <a:cubicBezTo>
                      <a:pt x="27662" y="6489"/>
                      <a:pt x="28122" y="6782"/>
                      <a:pt x="28540" y="7201"/>
                    </a:cubicBezTo>
                    <a:cubicBezTo>
                      <a:pt x="28791" y="7473"/>
                      <a:pt x="29043" y="7766"/>
                      <a:pt x="29231" y="8101"/>
                    </a:cubicBezTo>
                    <a:cubicBezTo>
                      <a:pt x="29335" y="8268"/>
                      <a:pt x="29419" y="8435"/>
                      <a:pt x="29503" y="8624"/>
                    </a:cubicBezTo>
                    <a:cubicBezTo>
                      <a:pt x="29524" y="8728"/>
                      <a:pt x="29566" y="8812"/>
                      <a:pt x="29587" y="8917"/>
                    </a:cubicBezTo>
                    <a:lnTo>
                      <a:pt x="29628" y="9021"/>
                    </a:lnTo>
                    <a:lnTo>
                      <a:pt x="29419" y="9021"/>
                    </a:lnTo>
                    <a:cubicBezTo>
                      <a:pt x="29231" y="9000"/>
                      <a:pt x="29043" y="8958"/>
                      <a:pt x="28875" y="8896"/>
                    </a:cubicBezTo>
                    <a:cubicBezTo>
                      <a:pt x="28519" y="8770"/>
                      <a:pt x="28185" y="8582"/>
                      <a:pt x="27892" y="8394"/>
                    </a:cubicBezTo>
                    <a:cubicBezTo>
                      <a:pt x="27285" y="8017"/>
                      <a:pt x="26762" y="7578"/>
                      <a:pt x="26322" y="7222"/>
                    </a:cubicBezTo>
                    <a:cubicBezTo>
                      <a:pt x="25904" y="6866"/>
                      <a:pt x="25569" y="6573"/>
                      <a:pt x="25318" y="6364"/>
                    </a:cubicBezTo>
                    <a:cubicBezTo>
                      <a:pt x="25276" y="6343"/>
                      <a:pt x="25234" y="6322"/>
                      <a:pt x="25214" y="6301"/>
                    </a:cubicBezTo>
                    <a:close/>
                    <a:moveTo>
                      <a:pt x="16279" y="6259"/>
                    </a:moveTo>
                    <a:cubicBezTo>
                      <a:pt x="17242" y="6259"/>
                      <a:pt x="18204" y="6259"/>
                      <a:pt x="19229" y="6280"/>
                    </a:cubicBezTo>
                    <a:cubicBezTo>
                      <a:pt x="19857" y="6552"/>
                      <a:pt x="20548" y="6992"/>
                      <a:pt x="21154" y="7619"/>
                    </a:cubicBezTo>
                    <a:cubicBezTo>
                      <a:pt x="21531" y="7996"/>
                      <a:pt x="21866" y="8414"/>
                      <a:pt x="22159" y="8917"/>
                    </a:cubicBezTo>
                    <a:cubicBezTo>
                      <a:pt x="22305" y="9147"/>
                      <a:pt x="22431" y="9398"/>
                      <a:pt x="22535" y="9670"/>
                    </a:cubicBezTo>
                    <a:cubicBezTo>
                      <a:pt x="22577" y="9795"/>
                      <a:pt x="22640" y="9942"/>
                      <a:pt x="22682" y="10088"/>
                    </a:cubicBezTo>
                    <a:lnTo>
                      <a:pt x="22724" y="10235"/>
                    </a:lnTo>
                    <a:cubicBezTo>
                      <a:pt x="22724" y="10256"/>
                      <a:pt x="22724" y="10256"/>
                      <a:pt x="22724" y="10256"/>
                    </a:cubicBezTo>
                    <a:lnTo>
                      <a:pt x="22598" y="10256"/>
                    </a:lnTo>
                    <a:cubicBezTo>
                      <a:pt x="22535" y="10256"/>
                      <a:pt x="22473" y="10235"/>
                      <a:pt x="22410" y="10235"/>
                    </a:cubicBezTo>
                    <a:cubicBezTo>
                      <a:pt x="22138" y="10214"/>
                      <a:pt x="21887" y="10130"/>
                      <a:pt x="21636" y="10047"/>
                    </a:cubicBezTo>
                    <a:cubicBezTo>
                      <a:pt x="21113" y="9879"/>
                      <a:pt x="20652" y="9607"/>
                      <a:pt x="20192" y="9335"/>
                    </a:cubicBezTo>
                    <a:cubicBezTo>
                      <a:pt x="19313" y="8770"/>
                      <a:pt x="18581" y="8163"/>
                      <a:pt x="17953" y="7640"/>
                    </a:cubicBezTo>
                    <a:cubicBezTo>
                      <a:pt x="17325" y="7117"/>
                      <a:pt x="16823" y="6678"/>
                      <a:pt x="16467" y="6406"/>
                    </a:cubicBezTo>
                    <a:cubicBezTo>
                      <a:pt x="16405" y="6343"/>
                      <a:pt x="16342" y="6301"/>
                      <a:pt x="16279" y="6259"/>
                    </a:cubicBezTo>
                    <a:close/>
                    <a:moveTo>
                      <a:pt x="5880" y="6134"/>
                    </a:moveTo>
                    <a:lnTo>
                      <a:pt x="5880" y="6134"/>
                    </a:lnTo>
                    <a:cubicBezTo>
                      <a:pt x="7010" y="6155"/>
                      <a:pt x="8265" y="6176"/>
                      <a:pt x="9646" y="6197"/>
                    </a:cubicBezTo>
                    <a:cubicBezTo>
                      <a:pt x="10525" y="6531"/>
                      <a:pt x="11488" y="7138"/>
                      <a:pt x="12346" y="7996"/>
                    </a:cubicBezTo>
                    <a:cubicBezTo>
                      <a:pt x="12806" y="8477"/>
                      <a:pt x="13266" y="9042"/>
                      <a:pt x="13622" y="9670"/>
                    </a:cubicBezTo>
                    <a:cubicBezTo>
                      <a:pt x="13810" y="9984"/>
                      <a:pt x="13978" y="10319"/>
                      <a:pt x="14103" y="10653"/>
                    </a:cubicBezTo>
                    <a:cubicBezTo>
                      <a:pt x="14187" y="10821"/>
                      <a:pt x="14250" y="11009"/>
                      <a:pt x="14291" y="11176"/>
                    </a:cubicBezTo>
                    <a:lnTo>
                      <a:pt x="14354" y="11386"/>
                    </a:lnTo>
                    <a:cubicBezTo>
                      <a:pt x="14354" y="11407"/>
                      <a:pt x="14354" y="11407"/>
                      <a:pt x="14354" y="11407"/>
                    </a:cubicBezTo>
                    <a:lnTo>
                      <a:pt x="14208" y="11407"/>
                    </a:lnTo>
                    <a:cubicBezTo>
                      <a:pt x="14124" y="11407"/>
                      <a:pt x="14040" y="11386"/>
                      <a:pt x="13957" y="11386"/>
                    </a:cubicBezTo>
                    <a:cubicBezTo>
                      <a:pt x="13622" y="11344"/>
                      <a:pt x="13287" y="11260"/>
                      <a:pt x="12952" y="11135"/>
                    </a:cubicBezTo>
                    <a:cubicBezTo>
                      <a:pt x="12283" y="10904"/>
                      <a:pt x="11676" y="10570"/>
                      <a:pt x="11111" y="10214"/>
                    </a:cubicBezTo>
                    <a:cubicBezTo>
                      <a:pt x="9960" y="9502"/>
                      <a:pt x="8998" y="8707"/>
                      <a:pt x="8203" y="8038"/>
                    </a:cubicBezTo>
                    <a:cubicBezTo>
                      <a:pt x="7408" y="7368"/>
                      <a:pt x="6759" y="6803"/>
                      <a:pt x="6299" y="6427"/>
                    </a:cubicBezTo>
                    <a:cubicBezTo>
                      <a:pt x="6131" y="6301"/>
                      <a:pt x="5985" y="6197"/>
                      <a:pt x="5880" y="6134"/>
                    </a:cubicBezTo>
                    <a:close/>
                    <a:moveTo>
                      <a:pt x="12615" y="1"/>
                    </a:moveTo>
                    <a:cubicBezTo>
                      <a:pt x="11856" y="1"/>
                      <a:pt x="11133" y="103"/>
                      <a:pt x="10462" y="275"/>
                    </a:cubicBezTo>
                    <a:cubicBezTo>
                      <a:pt x="8977" y="631"/>
                      <a:pt x="7742" y="1342"/>
                      <a:pt x="6905" y="2158"/>
                    </a:cubicBezTo>
                    <a:cubicBezTo>
                      <a:pt x="6068" y="2974"/>
                      <a:pt x="5650" y="3874"/>
                      <a:pt x="5524" y="4502"/>
                    </a:cubicBezTo>
                    <a:cubicBezTo>
                      <a:pt x="5378" y="5129"/>
                      <a:pt x="5441" y="5485"/>
                      <a:pt x="5524" y="5485"/>
                    </a:cubicBezTo>
                    <a:cubicBezTo>
                      <a:pt x="5527" y="5486"/>
                      <a:pt x="5529" y="5486"/>
                      <a:pt x="5532" y="5486"/>
                    </a:cubicBezTo>
                    <a:cubicBezTo>
                      <a:pt x="5613" y="5486"/>
                      <a:pt x="5700" y="5156"/>
                      <a:pt x="5964" y="4648"/>
                    </a:cubicBezTo>
                    <a:cubicBezTo>
                      <a:pt x="6215" y="4125"/>
                      <a:pt x="6675" y="3414"/>
                      <a:pt x="7470" y="2786"/>
                    </a:cubicBezTo>
                    <a:cubicBezTo>
                      <a:pt x="8244" y="2158"/>
                      <a:pt x="9374" y="1614"/>
                      <a:pt x="10693" y="1342"/>
                    </a:cubicBezTo>
                    <a:cubicBezTo>
                      <a:pt x="11244" y="1239"/>
                      <a:pt x="11823" y="1164"/>
                      <a:pt x="12407" y="1164"/>
                    </a:cubicBezTo>
                    <a:cubicBezTo>
                      <a:pt x="12533" y="1164"/>
                      <a:pt x="12659" y="1167"/>
                      <a:pt x="12785" y="1175"/>
                    </a:cubicBezTo>
                    <a:cubicBezTo>
                      <a:pt x="13162" y="1196"/>
                      <a:pt x="13517" y="1238"/>
                      <a:pt x="13894" y="1300"/>
                    </a:cubicBezTo>
                    <a:cubicBezTo>
                      <a:pt x="14061" y="1342"/>
                      <a:pt x="14250" y="1384"/>
                      <a:pt x="14417" y="1447"/>
                    </a:cubicBezTo>
                    <a:lnTo>
                      <a:pt x="14626" y="1510"/>
                    </a:lnTo>
                    <a:lnTo>
                      <a:pt x="14647" y="1510"/>
                    </a:lnTo>
                    <a:cubicBezTo>
                      <a:pt x="14647" y="1510"/>
                      <a:pt x="14647" y="1510"/>
                      <a:pt x="14647" y="1531"/>
                    </a:cubicBezTo>
                    <a:cubicBezTo>
                      <a:pt x="14605" y="1572"/>
                      <a:pt x="14584" y="1593"/>
                      <a:pt x="14563" y="1635"/>
                    </a:cubicBezTo>
                    <a:cubicBezTo>
                      <a:pt x="14522" y="1698"/>
                      <a:pt x="14459" y="1782"/>
                      <a:pt x="14417" y="1844"/>
                    </a:cubicBezTo>
                    <a:cubicBezTo>
                      <a:pt x="14187" y="2096"/>
                      <a:pt x="13936" y="2326"/>
                      <a:pt x="13664" y="2556"/>
                    </a:cubicBezTo>
                    <a:cubicBezTo>
                      <a:pt x="13099" y="2974"/>
                      <a:pt x="12492" y="3309"/>
                      <a:pt x="11885" y="3581"/>
                    </a:cubicBezTo>
                    <a:cubicBezTo>
                      <a:pt x="10651" y="4146"/>
                      <a:pt x="9458" y="4523"/>
                      <a:pt x="8454" y="4837"/>
                    </a:cubicBezTo>
                    <a:cubicBezTo>
                      <a:pt x="7470" y="5129"/>
                      <a:pt x="6633" y="5360"/>
                      <a:pt x="6068" y="5548"/>
                    </a:cubicBezTo>
                    <a:cubicBezTo>
                      <a:pt x="6068" y="5569"/>
                      <a:pt x="6048" y="5569"/>
                      <a:pt x="6027" y="5569"/>
                    </a:cubicBezTo>
                    <a:cubicBezTo>
                      <a:pt x="2260" y="5653"/>
                      <a:pt x="1" y="5736"/>
                      <a:pt x="1" y="5841"/>
                    </a:cubicBezTo>
                    <a:cubicBezTo>
                      <a:pt x="1" y="5945"/>
                      <a:pt x="2051" y="6050"/>
                      <a:pt x="5524" y="6113"/>
                    </a:cubicBezTo>
                    <a:cubicBezTo>
                      <a:pt x="5587" y="6259"/>
                      <a:pt x="5734" y="6469"/>
                      <a:pt x="5964" y="6761"/>
                    </a:cubicBezTo>
                    <a:cubicBezTo>
                      <a:pt x="6340" y="7222"/>
                      <a:pt x="6884" y="7870"/>
                      <a:pt x="7638" y="8645"/>
                    </a:cubicBezTo>
                    <a:cubicBezTo>
                      <a:pt x="8370" y="9398"/>
                      <a:pt x="9312" y="10298"/>
                      <a:pt x="10504" y="11135"/>
                    </a:cubicBezTo>
                    <a:cubicBezTo>
                      <a:pt x="11111" y="11532"/>
                      <a:pt x="11781" y="11930"/>
                      <a:pt x="12555" y="12223"/>
                    </a:cubicBezTo>
                    <a:cubicBezTo>
                      <a:pt x="12931" y="12369"/>
                      <a:pt x="13350" y="12495"/>
                      <a:pt x="13810" y="12557"/>
                    </a:cubicBezTo>
                    <a:cubicBezTo>
                      <a:pt x="13915" y="12557"/>
                      <a:pt x="14019" y="12578"/>
                      <a:pt x="14145" y="12578"/>
                    </a:cubicBezTo>
                    <a:cubicBezTo>
                      <a:pt x="14208" y="12578"/>
                      <a:pt x="14250" y="12599"/>
                      <a:pt x="14312" y="12599"/>
                    </a:cubicBezTo>
                    <a:lnTo>
                      <a:pt x="14438" y="12599"/>
                    </a:lnTo>
                    <a:cubicBezTo>
                      <a:pt x="14480" y="12599"/>
                      <a:pt x="14543" y="12578"/>
                      <a:pt x="14584" y="12578"/>
                    </a:cubicBezTo>
                    <a:cubicBezTo>
                      <a:pt x="14982" y="12557"/>
                      <a:pt x="15338" y="12474"/>
                      <a:pt x="15735" y="12411"/>
                    </a:cubicBezTo>
                    <a:lnTo>
                      <a:pt x="15651" y="11804"/>
                    </a:lnTo>
                    <a:cubicBezTo>
                      <a:pt x="15610" y="11595"/>
                      <a:pt x="15589" y="11386"/>
                      <a:pt x="15526" y="11218"/>
                    </a:cubicBezTo>
                    <a:lnTo>
                      <a:pt x="15505" y="11072"/>
                    </a:lnTo>
                    <a:lnTo>
                      <a:pt x="15484" y="10988"/>
                    </a:lnTo>
                    <a:lnTo>
                      <a:pt x="15421" y="10842"/>
                    </a:lnTo>
                    <a:cubicBezTo>
                      <a:pt x="15359" y="10611"/>
                      <a:pt x="15296" y="10402"/>
                      <a:pt x="15212" y="10214"/>
                    </a:cubicBezTo>
                    <a:cubicBezTo>
                      <a:pt x="15045" y="9795"/>
                      <a:pt x="14835" y="9419"/>
                      <a:pt x="14626" y="9063"/>
                    </a:cubicBezTo>
                    <a:cubicBezTo>
                      <a:pt x="14187" y="8352"/>
                      <a:pt x="13664" y="7724"/>
                      <a:pt x="13099" y="7222"/>
                    </a:cubicBezTo>
                    <a:cubicBezTo>
                      <a:pt x="12680" y="6824"/>
                      <a:pt x="12241" y="6489"/>
                      <a:pt x="11802" y="6217"/>
                    </a:cubicBezTo>
                    <a:lnTo>
                      <a:pt x="11802" y="6217"/>
                    </a:lnTo>
                    <a:cubicBezTo>
                      <a:pt x="13099" y="6238"/>
                      <a:pt x="14480" y="6238"/>
                      <a:pt x="15923" y="6259"/>
                    </a:cubicBezTo>
                    <a:cubicBezTo>
                      <a:pt x="15986" y="6364"/>
                      <a:pt x="16091" y="6489"/>
                      <a:pt x="16216" y="6657"/>
                    </a:cubicBezTo>
                    <a:cubicBezTo>
                      <a:pt x="16509" y="7013"/>
                      <a:pt x="16928" y="7515"/>
                      <a:pt x="17514" y="8122"/>
                    </a:cubicBezTo>
                    <a:cubicBezTo>
                      <a:pt x="18100" y="8707"/>
                      <a:pt x="18811" y="9398"/>
                      <a:pt x="19732" y="10047"/>
                    </a:cubicBezTo>
                    <a:cubicBezTo>
                      <a:pt x="20213" y="10360"/>
                      <a:pt x="20715" y="10674"/>
                      <a:pt x="21322" y="10904"/>
                    </a:cubicBezTo>
                    <a:cubicBezTo>
                      <a:pt x="21636" y="11009"/>
                      <a:pt x="21949" y="11093"/>
                      <a:pt x="22284" y="11135"/>
                    </a:cubicBezTo>
                    <a:cubicBezTo>
                      <a:pt x="22389" y="11155"/>
                      <a:pt x="22473" y="11155"/>
                      <a:pt x="22556" y="11176"/>
                    </a:cubicBezTo>
                    <a:lnTo>
                      <a:pt x="22912" y="11176"/>
                    </a:lnTo>
                    <a:cubicBezTo>
                      <a:pt x="23205" y="11155"/>
                      <a:pt x="23477" y="11093"/>
                      <a:pt x="23791" y="11030"/>
                    </a:cubicBezTo>
                    <a:lnTo>
                      <a:pt x="23728" y="10570"/>
                    </a:lnTo>
                    <a:cubicBezTo>
                      <a:pt x="23686" y="10402"/>
                      <a:pt x="23665" y="10256"/>
                      <a:pt x="23644" y="10109"/>
                    </a:cubicBezTo>
                    <a:lnTo>
                      <a:pt x="23602" y="10005"/>
                    </a:lnTo>
                    <a:lnTo>
                      <a:pt x="23602" y="9942"/>
                    </a:lnTo>
                    <a:lnTo>
                      <a:pt x="23561" y="9816"/>
                    </a:lnTo>
                    <a:cubicBezTo>
                      <a:pt x="23498" y="9649"/>
                      <a:pt x="23456" y="9482"/>
                      <a:pt x="23372" y="9335"/>
                    </a:cubicBezTo>
                    <a:cubicBezTo>
                      <a:pt x="23247" y="9021"/>
                      <a:pt x="23100" y="8728"/>
                      <a:pt x="22933" y="8435"/>
                    </a:cubicBezTo>
                    <a:cubicBezTo>
                      <a:pt x="22598" y="7891"/>
                      <a:pt x="22180" y="7410"/>
                      <a:pt x="21740" y="7013"/>
                    </a:cubicBezTo>
                    <a:cubicBezTo>
                      <a:pt x="21447" y="6720"/>
                      <a:pt x="21133" y="6489"/>
                      <a:pt x="20820" y="6280"/>
                    </a:cubicBezTo>
                    <a:cubicBezTo>
                      <a:pt x="22159" y="6280"/>
                      <a:pt x="23540" y="6301"/>
                      <a:pt x="24962" y="6301"/>
                    </a:cubicBezTo>
                    <a:cubicBezTo>
                      <a:pt x="25004" y="6364"/>
                      <a:pt x="25067" y="6448"/>
                      <a:pt x="25130" y="6552"/>
                    </a:cubicBezTo>
                    <a:cubicBezTo>
                      <a:pt x="25339" y="6782"/>
                      <a:pt x="25632" y="7138"/>
                      <a:pt x="26030" y="7557"/>
                    </a:cubicBezTo>
                    <a:cubicBezTo>
                      <a:pt x="26427" y="7954"/>
                      <a:pt x="26929" y="8435"/>
                      <a:pt x="27557" y="8875"/>
                    </a:cubicBezTo>
                    <a:cubicBezTo>
                      <a:pt x="27892" y="9105"/>
                      <a:pt x="28247" y="9314"/>
                      <a:pt x="28666" y="9461"/>
                    </a:cubicBezTo>
                    <a:cubicBezTo>
                      <a:pt x="28875" y="9544"/>
                      <a:pt x="29084" y="9607"/>
                      <a:pt x="29335" y="9649"/>
                    </a:cubicBezTo>
                    <a:cubicBezTo>
                      <a:pt x="29398" y="9649"/>
                      <a:pt x="29440" y="9649"/>
                      <a:pt x="29503" y="9670"/>
                    </a:cubicBezTo>
                    <a:lnTo>
                      <a:pt x="29754" y="9670"/>
                    </a:lnTo>
                    <a:cubicBezTo>
                      <a:pt x="29963" y="9649"/>
                      <a:pt x="30152" y="9607"/>
                      <a:pt x="30361" y="9565"/>
                    </a:cubicBezTo>
                    <a:lnTo>
                      <a:pt x="30319" y="9251"/>
                    </a:lnTo>
                    <a:cubicBezTo>
                      <a:pt x="30298" y="9126"/>
                      <a:pt x="30277" y="9021"/>
                      <a:pt x="30256" y="8938"/>
                    </a:cubicBezTo>
                    <a:lnTo>
                      <a:pt x="30235" y="8854"/>
                    </a:lnTo>
                    <a:lnTo>
                      <a:pt x="30235" y="8812"/>
                    </a:lnTo>
                    <a:lnTo>
                      <a:pt x="30193" y="8728"/>
                    </a:lnTo>
                    <a:cubicBezTo>
                      <a:pt x="30172" y="8603"/>
                      <a:pt x="30131" y="8498"/>
                      <a:pt x="30089" y="8394"/>
                    </a:cubicBezTo>
                    <a:cubicBezTo>
                      <a:pt x="29984" y="8163"/>
                      <a:pt x="29880" y="7975"/>
                      <a:pt x="29775" y="7787"/>
                    </a:cubicBezTo>
                    <a:cubicBezTo>
                      <a:pt x="29524" y="7389"/>
                      <a:pt x="29252" y="7075"/>
                      <a:pt x="28959" y="6782"/>
                    </a:cubicBezTo>
                    <a:cubicBezTo>
                      <a:pt x="28750" y="6594"/>
                      <a:pt x="28540" y="6427"/>
                      <a:pt x="28331" y="6301"/>
                    </a:cubicBezTo>
                    <a:cubicBezTo>
                      <a:pt x="29921" y="6301"/>
                      <a:pt x="31491" y="6280"/>
                      <a:pt x="33018" y="6280"/>
                    </a:cubicBezTo>
                    <a:cubicBezTo>
                      <a:pt x="33039" y="6343"/>
                      <a:pt x="33102" y="6406"/>
                      <a:pt x="33165" y="6489"/>
                    </a:cubicBezTo>
                    <a:cubicBezTo>
                      <a:pt x="33311" y="6678"/>
                      <a:pt x="33541" y="6950"/>
                      <a:pt x="33855" y="7264"/>
                    </a:cubicBezTo>
                    <a:cubicBezTo>
                      <a:pt x="34169" y="7598"/>
                      <a:pt x="34545" y="7954"/>
                      <a:pt x="35048" y="8310"/>
                    </a:cubicBezTo>
                    <a:cubicBezTo>
                      <a:pt x="35299" y="8477"/>
                      <a:pt x="35571" y="8645"/>
                      <a:pt x="35885" y="8749"/>
                    </a:cubicBezTo>
                    <a:cubicBezTo>
                      <a:pt x="36052" y="8812"/>
                      <a:pt x="36219" y="8875"/>
                      <a:pt x="36408" y="8896"/>
                    </a:cubicBezTo>
                    <a:cubicBezTo>
                      <a:pt x="36450" y="8896"/>
                      <a:pt x="36491" y="8896"/>
                      <a:pt x="36554" y="8917"/>
                    </a:cubicBezTo>
                    <a:lnTo>
                      <a:pt x="36742" y="8917"/>
                    </a:lnTo>
                    <a:cubicBezTo>
                      <a:pt x="36910" y="8896"/>
                      <a:pt x="37056" y="8854"/>
                      <a:pt x="37203" y="8833"/>
                    </a:cubicBezTo>
                    <a:lnTo>
                      <a:pt x="37182" y="8582"/>
                    </a:lnTo>
                    <a:cubicBezTo>
                      <a:pt x="37161" y="8498"/>
                      <a:pt x="37140" y="8414"/>
                      <a:pt x="37119" y="8331"/>
                    </a:cubicBezTo>
                    <a:lnTo>
                      <a:pt x="37119" y="8289"/>
                    </a:lnTo>
                    <a:lnTo>
                      <a:pt x="37098" y="8247"/>
                    </a:lnTo>
                    <a:lnTo>
                      <a:pt x="37077" y="8184"/>
                    </a:lnTo>
                    <a:cubicBezTo>
                      <a:pt x="37056" y="8101"/>
                      <a:pt x="37014" y="7996"/>
                      <a:pt x="36994" y="7912"/>
                    </a:cubicBezTo>
                    <a:cubicBezTo>
                      <a:pt x="36931" y="7745"/>
                      <a:pt x="36847" y="7598"/>
                      <a:pt x="36742" y="7452"/>
                    </a:cubicBezTo>
                    <a:cubicBezTo>
                      <a:pt x="36575" y="7159"/>
                      <a:pt x="36345" y="6887"/>
                      <a:pt x="36115" y="6678"/>
                    </a:cubicBezTo>
                    <a:cubicBezTo>
                      <a:pt x="35947" y="6531"/>
                      <a:pt x="35780" y="6385"/>
                      <a:pt x="35592" y="6280"/>
                    </a:cubicBezTo>
                    <a:cubicBezTo>
                      <a:pt x="37014" y="6259"/>
                      <a:pt x="38374" y="6259"/>
                      <a:pt x="39672" y="6238"/>
                    </a:cubicBezTo>
                    <a:cubicBezTo>
                      <a:pt x="39693" y="6301"/>
                      <a:pt x="39755" y="6364"/>
                      <a:pt x="39818" y="6469"/>
                    </a:cubicBezTo>
                    <a:cubicBezTo>
                      <a:pt x="39944" y="6636"/>
                      <a:pt x="40153" y="6866"/>
                      <a:pt x="40404" y="7138"/>
                    </a:cubicBezTo>
                    <a:cubicBezTo>
                      <a:pt x="40676" y="7410"/>
                      <a:pt x="41011" y="7724"/>
                      <a:pt x="41429" y="8017"/>
                    </a:cubicBezTo>
                    <a:cubicBezTo>
                      <a:pt x="41639" y="8163"/>
                      <a:pt x="41890" y="8289"/>
                      <a:pt x="42162" y="8394"/>
                    </a:cubicBezTo>
                    <a:cubicBezTo>
                      <a:pt x="42287" y="8456"/>
                      <a:pt x="42455" y="8498"/>
                      <a:pt x="42601" y="8519"/>
                    </a:cubicBezTo>
                    <a:lnTo>
                      <a:pt x="42727" y="8519"/>
                    </a:lnTo>
                    <a:cubicBezTo>
                      <a:pt x="42748" y="8540"/>
                      <a:pt x="42768" y="8540"/>
                      <a:pt x="42789" y="8540"/>
                    </a:cubicBezTo>
                    <a:lnTo>
                      <a:pt x="42873" y="8540"/>
                    </a:lnTo>
                    <a:cubicBezTo>
                      <a:pt x="43020" y="8519"/>
                      <a:pt x="43145" y="8498"/>
                      <a:pt x="43292" y="8477"/>
                    </a:cubicBezTo>
                    <a:lnTo>
                      <a:pt x="43250" y="8247"/>
                    </a:lnTo>
                    <a:cubicBezTo>
                      <a:pt x="43250" y="8184"/>
                      <a:pt x="43229" y="8101"/>
                      <a:pt x="43208" y="8038"/>
                    </a:cubicBezTo>
                    <a:lnTo>
                      <a:pt x="43208" y="7996"/>
                    </a:lnTo>
                    <a:lnTo>
                      <a:pt x="43187" y="7975"/>
                    </a:lnTo>
                    <a:lnTo>
                      <a:pt x="43187" y="7912"/>
                    </a:lnTo>
                    <a:cubicBezTo>
                      <a:pt x="43166" y="7829"/>
                      <a:pt x="43124" y="7766"/>
                      <a:pt x="43103" y="7682"/>
                    </a:cubicBezTo>
                    <a:cubicBezTo>
                      <a:pt x="43040" y="7536"/>
                      <a:pt x="42978" y="7410"/>
                      <a:pt x="42894" y="7285"/>
                    </a:cubicBezTo>
                    <a:cubicBezTo>
                      <a:pt x="42727" y="7034"/>
                      <a:pt x="42559" y="6803"/>
                      <a:pt x="42350" y="6615"/>
                    </a:cubicBezTo>
                    <a:cubicBezTo>
                      <a:pt x="42183" y="6469"/>
                      <a:pt x="41994" y="6343"/>
                      <a:pt x="41827" y="6238"/>
                    </a:cubicBezTo>
                    <a:cubicBezTo>
                      <a:pt x="49673" y="6155"/>
                      <a:pt x="54904" y="6008"/>
                      <a:pt x="54904" y="5841"/>
                    </a:cubicBezTo>
                    <a:cubicBezTo>
                      <a:pt x="54904" y="5694"/>
                      <a:pt x="49966" y="5548"/>
                      <a:pt x="42517" y="5485"/>
                    </a:cubicBezTo>
                    <a:cubicBezTo>
                      <a:pt x="42622" y="5422"/>
                      <a:pt x="42706" y="5360"/>
                      <a:pt x="42789" y="5297"/>
                    </a:cubicBezTo>
                    <a:cubicBezTo>
                      <a:pt x="42915" y="5213"/>
                      <a:pt x="43040" y="5109"/>
                      <a:pt x="43145" y="4983"/>
                    </a:cubicBezTo>
                    <a:cubicBezTo>
                      <a:pt x="43166" y="4962"/>
                      <a:pt x="43187" y="4920"/>
                      <a:pt x="43208" y="4899"/>
                    </a:cubicBezTo>
                    <a:cubicBezTo>
                      <a:pt x="43229" y="4878"/>
                      <a:pt x="43229" y="4857"/>
                      <a:pt x="43250" y="4837"/>
                    </a:cubicBezTo>
                    <a:lnTo>
                      <a:pt x="43271" y="4816"/>
                    </a:lnTo>
                    <a:cubicBezTo>
                      <a:pt x="43292" y="4795"/>
                      <a:pt x="43292" y="4774"/>
                      <a:pt x="43292" y="4753"/>
                    </a:cubicBezTo>
                    <a:cubicBezTo>
                      <a:pt x="43375" y="4648"/>
                      <a:pt x="43417" y="4523"/>
                      <a:pt x="43480" y="4397"/>
                    </a:cubicBezTo>
                    <a:lnTo>
                      <a:pt x="43271" y="4293"/>
                    </a:lnTo>
                    <a:cubicBezTo>
                      <a:pt x="43208" y="4272"/>
                      <a:pt x="43145" y="4230"/>
                      <a:pt x="43082" y="4209"/>
                    </a:cubicBezTo>
                    <a:lnTo>
                      <a:pt x="43020" y="4188"/>
                    </a:lnTo>
                    <a:lnTo>
                      <a:pt x="42999" y="4188"/>
                    </a:lnTo>
                    <a:lnTo>
                      <a:pt x="42936" y="4167"/>
                    </a:lnTo>
                    <a:cubicBezTo>
                      <a:pt x="42873" y="4146"/>
                      <a:pt x="42789" y="4125"/>
                      <a:pt x="42706" y="4125"/>
                    </a:cubicBezTo>
                    <a:cubicBezTo>
                      <a:pt x="42559" y="4083"/>
                      <a:pt x="42413" y="4062"/>
                      <a:pt x="42266" y="4062"/>
                    </a:cubicBezTo>
                    <a:cubicBezTo>
                      <a:pt x="41952" y="4062"/>
                      <a:pt x="41680" y="4104"/>
                      <a:pt x="41408" y="4167"/>
                    </a:cubicBezTo>
                    <a:cubicBezTo>
                      <a:pt x="40885" y="4293"/>
                      <a:pt x="40446" y="4544"/>
                      <a:pt x="40153" y="4837"/>
                    </a:cubicBezTo>
                    <a:cubicBezTo>
                      <a:pt x="39944" y="5046"/>
                      <a:pt x="39818" y="5255"/>
                      <a:pt x="39735" y="5443"/>
                    </a:cubicBezTo>
                    <a:cubicBezTo>
                      <a:pt x="38584" y="5443"/>
                      <a:pt x="37391" y="5422"/>
                      <a:pt x="36157" y="5422"/>
                    </a:cubicBezTo>
                    <a:cubicBezTo>
                      <a:pt x="36303" y="5339"/>
                      <a:pt x="36470" y="5234"/>
                      <a:pt x="36638" y="5129"/>
                    </a:cubicBezTo>
                    <a:cubicBezTo>
                      <a:pt x="36784" y="5025"/>
                      <a:pt x="36910" y="4899"/>
                      <a:pt x="37035" y="4774"/>
                    </a:cubicBezTo>
                    <a:cubicBezTo>
                      <a:pt x="37056" y="4732"/>
                      <a:pt x="37098" y="4690"/>
                      <a:pt x="37119" y="4648"/>
                    </a:cubicBezTo>
                    <a:cubicBezTo>
                      <a:pt x="37140" y="4627"/>
                      <a:pt x="37140" y="4627"/>
                      <a:pt x="37161" y="4606"/>
                    </a:cubicBezTo>
                    <a:lnTo>
                      <a:pt x="37182" y="4544"/>
                    </a:lnTo>
                    <a:cubicBezTo>
                      <a:pt x="37203" y="4544"/>
                      <a:pt x="37203" y="4523"/>
                      <a:pt x="37224" y="4502"/>
                    </a:cubicBezTo>
                    <a:cubicBezTo>
                      <a:pt x="37307" y="4355"/>
                      <a:pt x="37349" y="4209"/>
                      <a:pt x="37433" y="4062"/>
                    </a:cubicBezTo>
                    <a:lnTo>
                      <a:pt x="37182" y="3958"/>
                    </a:lnTo>
                    <a:cubicBezTo>
                      <a:pt x="37119" y="3916"/>
                      <a:pt x="37035" y="3895"/>
                      <a:pt x="36952" y="3853"/>
                    </a:cubicBezTo>
                    <a:lnTo>
                      <a:pt x="36910" y="3832"/>
                    </a:lnTo>
                    <a:lnTo>
                      <a:pt x="36868" y="3832"/>
                    </a:lnTo>
                    <a:lnTo>
                      <a:pt x="36805" y="3811"/>
                    </a:lnTo>
                    <a:cubicBezTo>
                      <a:pt x="36722" y="3790"/>
                      <a:pt x="36617" y="3769"/>
                      <a:pt x="36533" y="3748"/>
                    </a:cubicBezTo>
                    <a:cubicBezTo>
                      <a:pt x="36366" y="3707"/>
                      <a:pt x="36178" y="3686"/>
                      <a:pt x="36010" y="3686"/>
                    </a:cubicBezTo>
                    <a:cubicBezTo>
                      <a:pt x="35654" y="3686"/>
                      <a:pt x="35320" y="3728"/>
                      <a:pt x="35027" y="3790"/>
                    </a:cubicBezTo>
                    <a:cubicBezTo>
                      <a:pt x="34399" y="3958"/>
                      <a:pt x="33897" y="4251"/>
                      <a:pt x="33541" y="4585"/>
                    </a:cubicBezTo>
                    <a:cubicBezTo>
                      <a:pt x="33248" y="4857"/>
                      <a:pt x="33102" y="5171"/>
                      <a:pt x="33018" y="5401"/>
                    </a:cubicBezTo>
                    <a:lnTo>
                      <a:pt x="28478" y="5401"/>
                    </a:lnTo>
                    <a:cubicBezTo>
                      <a:pt x="28499" y="5401"/>
                      <a:pt x="28519" y="5381"/>
                      <a:pt x="28540" y="5381"/>
                    </a:cubicBezTo>
                    <a:cubicBezTo>
                      <a:pt x="28896" y="5234"/>
                      <a:pt x="29273" y="5046"/>
                      <a:pt x="29628" y="4795"/>
                    </a:cubicBezTo>
                    <a:cubicBezTo>
                      <a:pt x="29796" y="4648"/>
                      <a:pt x="29984" y="4502"/>
                      <a:pt x="30131" y="4313"/>
                    </a:cubicBezTo>
                    <a:cubicBezTo>
                      <a:pt x="30172" y="4272"/>
                      <a:pt x="30214" y="4230"/>
                      <a:pt x="30256" y="4188"/>
                    </a:cubicBezTo>
                    <a:cubicBezTo>
                      <a:pt x="30256" y="4146"/>
                      <a:pt x="30277" y="4125"/>
                      <a:pt x="30298" y="4104"/>
                    </a:cubicBezTo>
                    <a:lnTo>
                      <a:pt x="30340" y="4041"/>
                    </a:lnTo>
                    <a:cubicBezTo>
                      <a:pt x="30361" y="4021"/>
                      <a:pt x="30361" y="4000"/>
                      <a:pt x="30382" y="3979"/>
                    </a:cubicBezTo>
                    <a:cubicBezTo>
                      <a:pt x="30486" y="3790"/>
                      <a:pt x="30549" y="3602"/>
                      <a:pt x="30633" y="3414"/>
                    </a:cubicBezTo>
                    <a:lnTo>
                      <a:pt x="30340" y="3267"/>
                    </a:lnTo>
                    <a:cubicBezTo>
                      <a:pt x="30235" y="3225"/>
                      <a:pt x="30131" y="3184"/>
                      <a:pt x="30047" y="3163"/>
                    </a:cubicBezTo>
                    <a:lnTo>
                      <a:pt x="29963" y="3142"/>
                    </a:lnTo>
                    <a:lnTo>
                      <a:pt x="29921" y="3121"/>
                    </a:lnTo>
                    <a:lnTo>
                      <a:pt x="29838" y="3100"/>
                    </a:lnTo>
                    <a:cubicBezTo>
                      <a:pt x="29733" y="3058"/>
                      <a:pt x="29608" y="3037"/>
                      <a:pt x="29503" y="3016"/>
                    </a:cubicBezTo>
                    <a:cubicBezTo>
                      <a:pt x="29273" y="2953"/>
                      <a:pt x="29043" y="2932"/>
                      <a:pt x="28812" y="2932"/>
                    </a:cubicBezTo>
                    <a:cubicBezTo>
                      <a:pt x="28373" y="2932"/>
                      <a:pt x="27934" y="2974"/>
                      <a:pt x="27536" y="3079"/>
                    </a:cubicBezTo>
                    <a:cubicBezTo>
                      <a:pt x="26741" y="3267"/>
                      <a:pt x="26092" y="3644"/>
                      <a:pt x="25632" y="4083"/>
                    </a:cubicBezTo>
                    <a:cubicBezTo>
                      <a:pt x="25193" y="4523"/>
                      <a:pt x="24983" y="5004"/>
                      <a:pt x="24900" y="5339"/>
                    </a:cubicBezTo>
                    <a:cubicBezTo>
                      <a:pt x="24900" y="5360"/>
                      <a:pt x="24900" y="5381"/>
                      <a:pt x="24879" y="5401"/>
                    </a:cubicBezTo>
                    <a:cubicBezTo>
                      <a:pt x="23142" y="5401"/>
                      <a:pt x="21468" y="5401"/>
                      <a:pt x="19836" y="5422"/>
                    </a:cubicBezTo>
                    <a:cubicBezTo>
                      <a:pt x="20255" y="5297"/>
                      <a:pt x="20694" y="5150"/>
                      <a:pt x="21133" y="4983"/>
                    </a:cubicBezTo>
                    <a:cubicBezTo>
                      <a:pt x="21657" y="4753"/>
                      <a:pt x="22201" y="4481"/>
                      <a:pt x="22724" y="4104"/>
                    </a:cubicBezTo>
                    <a:cubicBezTo>
                      <a:pt x="22975" y="3916"/>
                      <a:pt x="23226" y="3707"/>
                      <a:pt x="23456" y="3435"/>
                    </a:cubicBezTo>
                    <a:cubicBezTo>
                      <a:pt x="23519" y="3372"/>
                      <a:pt x="23582" y="3309"/>
                      <a:pt x="23623" y="3225"/>
                    </a:cubicBezTo>
                    <a:cubicBezTo>
                      <a:pt x="23644" y="3184"/>
                      <a:pt x="23686" y="3163"/>
                      <a:pt x="23707" y="3121"/>
                    </a:cubicBezTo>
                    <a:lnTo>
                      <a:pt x="23749" y="3037"/>
                    </a:lnTo>
                    <a:cubicBezTo>
                      <a:pt x="23770" y="2995"/>
                      <a:pt x="23791" y="2974"/>
                      <a:pt x="23812" y="2932"/>
                    </a:cubicBezTo>
                    <a:cubicBezTo>
                      <a:pt x="23979" y="2660"/>
                      <a:pt x="24063" y="2409"/>
                      <a:pt x="24188" y="2116"/>
                    </a:cubicBezTo>
                    <a:lnTo>
                      <a:pt x="23749" y="1928"/>
                    </a:lnTo>
                    <a:cubicBezTo>
                      <a:pt x="23602" y="1865"/>
                      <a:pt x="23456" y="1782"/>
                      <a:pt x="23330" y="1740"/>
                    </a:cubicBezTo>
                    <a:lnTo>
                      <a:pt x="23226" y="1719"/>
                    </a:lnTo>
                    <a:lnTo>
                      <a:pt x="23163" y="1698"/>
                    </a:lnTo>
                    <a:lnTo>
                      <a:pt x="23037" y="1656"/>
                    </a:lnTo>
                    <a:cubicBezTo>
                      <a:pt x="22870" y="1593"/>
                      <a:pt x="22703" y="1572"/>
                      <a:pt x="22535" y="1531"/>
                    </a:cubicBezTo>
                    <a:cubicBezTo>
                      <a:pt x="22201" y="1468"/>
                      <a:pt x="21866" y="1426"/>
                      <a:pt x="21552" y="1426"/>
                    </a:cubicBezTo>
                    <a:cubicBezTo>
                      <a:pt x="21486" y="1424"/>
                      <a:pt x="21420" y="1423"/>
                      <a:pt x="21354" y="1423"/>
                    </a:cubicBezTo>
                    <a:cubicBezTo>
                      <a:pt x="20776" y="1423"/>
                      <a:pt x="20216" y="1504"/>
                      <a:pt x="19690" y="1635"/>
                    </a:cubicBezTo>
                    <a:cubicBezTo>
                      <a:pt x="18560" y="1907"/>
                      <a:pt x="17597" y="2451"/>
                      <a:pt x="16949" y="3100"/>
                    </a:cubicBezTo>
                    <a:cubicBezTo>
                      <a:pt x="16300" y="3728"/>
                      <a:pt x="15986" y="4418"/>
                      <a:pt x="15882" y="4899"/>
                    </a:cubicBezTo>
                    <a:cubicBezTo>
                      <a:pt x="15819" y="5129"/>
                      <a:pt x="15798" y="5318"/>
                      <a:pt x="15819" y="5443"/>
                    </a:cubicBezTo>
                    <a:cubicBezTo>
                      <a:pt x="13852" y="5464"/>
                      <a:pt x="12011" y="5485"/>
                      <a:pt x="10358" y="5506"/>
                    </a:cubicBezTo>
                    <a:cubicBezTo>
                      <a:pt x="10211" y="5443"/>
                      <a:pt x="10065" y="5401"/>
                      <a:pt x="9918" y="5360"/>
                    </a:cubicBezTo>
                    <a:cubicBezTo>
                      <a:pt x="10651" y="5171"/>
                      <a:pt x="11467" y="4941"/>
                      <a:pt x="12304" y="4585"/>
                    </a:cubicBezTo>
                    <a:cubicBezTo>
                      <a:pt x="12994" y="4313"/>
                      <a:pt x="13685" y="3958"/>
                      <a:pt x="14354" y="3476"/>
                    </a:cubicBezTo>
                    <a:cubicBezTo>
                      <a:pt x="14689" y="3225"/>
                      <a:pt x="15024" y="2953"/>
                      <a:pt x="15317" y="2598"/>
                    </a:cubicBezTo>
                    <a:cubicBezTo>
                      <a:pt x="15379" y="2514"/>
                      <a:pt x="15463" y="2430"/>
                      <a:pt x="15526" y="2347"/>
                    </a:cubicBezTo>
                    <a:cubicBezTo>
                      <a:pt x="15547" y="2284"/>
                      <a:pt x="15589" y="2242"/>
                      <a:pt x="15631" y="2200"/>
                    </a:cubicBezTo>
                    <a:lnTo>
                      <a:pt x="15693" y="2096"/>
                    </a:lnTo>
                    <a:cubicBezTo>
                      <a:pt x="15714" y="2054"/>
                      <a:pt x="15735" y="2012"/>
                      <a:pt x="15756" y="1970"/>
                    </a:cubicBezTo>
                    <a:cubicBezTo>
                      <a:pt x="15965" y="1614"/>
                      <a:pt x="16091" y="1280"/>
                      <a:pt x="16258" y="903"/>
                    </a:cubicBezTo>
                    <a:lnTo>
                      <a:pt x="15693" y="652"/>
                    </a:lnTo>
                    <a:cubicBezTo>
                      <a:pt x="15505" y="568"/>
                      <a:pt x="15317" y="484"/>
                      <a:pt x="15128" y="422"/>
                    </a:cubicBezTo>
                    <a:lnTo>
                      <a:pt x="15003" y="380"/>
                    </a:lnTo>
                    <a:lnTo>
                      <a:pt x="14919" y="359"/>
                    </a:lnTo>
                    <a:lnTo>
                      <a:pt x="14752" y="296"/>
                    </a:lnTo>
                    <a:cubicBezTo>
                      <a:pt x="14543" y="233"/>
                      <a:pt x="14333" y="191"/>
                      <a:pt x="14103" y="150"/>
                    </a:cubicBezTo>
                    <a:cubicBezTo>
                      <a:pt x="13685" y="66"/>
                      <a:pt x="13245" y="24"/>
                      <a:pt x="12827" y="3"/>
                    </a:cubicBezTo>
                    <a:cubicBezTo>
                      <a:pt x="12756" y="1"/>
                      <a:pt x="12686" y="1"/>
                      <a:pt x="12615" y="1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3739625" y="716225"/>
                <a:ext cx="22000" cy="24220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9688" extrusionOk="0">
                    <a:moveTo>
                      <a:pt x="440" y="0"/>
                    </a:moveTo>
                    <a:cubicBezTo>
                      <a:pt x="189" y="0"/>
                      <a:pt x="1" y="2176"/>
                      <a:pt x="1" y="4854"/>
                    </a:cubicBezTo>
                    <a:cubicBezTo>
                      <a:pt x="1" y="7512"/>
                      <a:pt x="189" y="9688"/>
                      <a:pt x="440" y="9688"/>
                    </a:cubicBezTo>
                    <a:cubicBezTo>
                      <a:pt x="691" y="9688"/>
                      <a:pt x="880" y="7512"/>
                      <a:pt x="880" y="4854"/>
                    </a:cubicBezTo>
                    <a:cubicBezTo>
                      <a:pt x="880" y="2176"/>
                      <a:pt x="691" y="0"/>
                      <a:pt x="440" y="0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3776775" y="716225"/>
                <a:ext cx="22000" cy="24220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9688" extrusionOk="0">
                    <a:moveTo>
                      <a:pt x="440" y="0"/>
                    </a:moveTo>
                    <a:cubicBezTo>
                      <a:pt x="189" y="0"/>
                      <a:pt x="0" y="2176"/>
                      <a:pt x="0" y="4854"/>
                    </a:cubicBezTo>
                    <a:cubicBezTo>
                      <a:pt x="0" y="7512"/>
                      <a:pt x="189" y="9688"/>
                      <a:pt x="440" y="9688"/>
                    </a:cubicBezTo>
                    <a:cubicBezTo>
                      <a:pt x="691" y="9688"/>
                      <a:pt x="879" y="7512"/>
                      <a:pt x="879" y="4854"/>
                    </a:cubicBezTo>
                    <a:cubicBezTo>
                      <a:pt x="879" y="2176"/>
                      <a:pt x="691" y="0"/>
                      <a:pt x="440" y="0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5"/>
              <p:cNvSpPr/>
              <p:nvPr/>
            </p:nvSpPr>
            <p:spPr>
              <a:xfrm>
                <a:off x="3816000" y="716225"/>
                <a:ext cx="22000" cy="242200"/>
              </a:xfrm>
              <a:custGeom>
                <a:avLst/>
                <a:gdLst/>
                <a:ahLst/>
                <a:cxnLst/>
                <a:rect l="l" t="t" r="r" b="b"/>
                <a:pathLst>
                  <a:path w="880" h="9688" extrusionOk="0">
                    <a:moveTo>
                      <a:pt x="440" y="0"/>
                    </a:moveTo>
                    <a:cubicBezTo>
                      <a:pt x="189" y="0"/>
                      <a:pt x="1" y="2176"/>
                      <a:pt x="1" y="4854"/>
                    </a:cubicBezTo>
                    <a:cubicBezTo>
                      <a:pt x="1" y="7512"/>
                      <a:pt x="189" y="9688"/>
                      <a:pt x="440" y="9688"/>
                    </a:cubicBezTo>
                    <a:cubicBezTo>
                      <a:pt x="691" y="9688"/>
                      <a:pt x="879" y="7512"/>
                      <a:pt x="879" y="4854"/>
                    </a:cubicBezTo>
                    <a:cubicBezTo>
                      <a:pt x="879" y="2176"/>
                      <a:pt x="691" y="0"/>
                      <a:pt x="440" y="0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" name="Google Shape;173;p5"/>
            <p:cNvGrpSpPr/>
            <p:nvPr/>
          </p:nvGrpSpPr>
          <p:grpSpPr>
            <a:xfrm>
              <a:off x="159684" y="3459914"/>
              <a:ext cx="1514389" cy="1539136"/>
              <a:chOff x="159684" y="3459914"/>
              <a:chExt cx="1514389" cy="1539136"/>
            </a:xfrm>
          </p:grpSpPr>
          <p:grpSp>
            <p:nvGrpSpPr>
              <p:cNvPr id="174" name="Google Shape;174;p5"/>
              <p:cNvGrpSpPr/>
              <p:nvPr/>
            </p:nvGrpSpPr>
            <p:grpSpPr>
              <a:xfrm flipH="1">
                <a:off x="301473" y="4684050"/>
                <a:ext cx="1372600" cy="315000"/>
                <a:chOff x="2359200" y="702550"/>
                <a:chExt cx="1372600" cy="315000"/>
              </a:xfrm>
            </p:grpSpPr>
            <p:sp>
              <p:nvSpPr>
                <p:cNvPr id="175" name="Google Shape;175;p5"/>
                <p:cNvSpPr/>
                <p:nvPr/>
              </p:nvSpPr>
              <p:spPr>
                <a:xfrm>
                  <a:off x="3365625" y="740275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D8C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" name="Google Shape;176;p5"/>
                <p:cNvSpPr/>
                <p:nvPr/>
              </p:nvSpPr>
              <p:spPr>
                <a:xfrm>
                  <a:off x="3163700" y="958925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1" y="1"/>
                      </a:moveTo>
                      <a:lnTo>
                        <a:pt x="1" y="1"/>
                      </a:lnTo>
                      <a:cubicBezTo>
                        <a:pt x="1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D8C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" name="Google Shape;177;p5"/>
                <p:cNvSpPr/>
                <p:nvPr/>
              </p:nvSpPr>
              <p:spPr>
                <a:xfrm>
                  <a:off x="2359200" y="702550"/>
                  <a:ext cx="1372600" cy="31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04" h="12600" extrusionOk="0">
                      <a:moveTo>
                        <a:pt x="26322" y="3555"/>
                      </a:moveTo>
                      <a:cubicBezTo>
                        <a:pt x="26643" y="3555"/>
                        <a:pt x="26950" y="3592"/>
                        <a:pt x="27243" y="3644"/>
                      </a:cubicBezTo>
                      <a:cubicBezTo>
                        <a:pt x="27933" y="3790"/>
                        <a:pt x="28540" y="4083"/>
                        <a:pt x="28959" y="4418"/>
                      </a:cubicBezTo>
                      <a:cubicBezTo>
                        <a:pt x="29377" y="4753"/>
                        <a:pt x="29628" y="5129"/>
                        <a:pt x="29754" y="5401"/>
                      </a:cubicBezTo>
                      <a:lnTo>
                        <a:pt x="28080" y="5401"/>
                      </a:lnTo>
                      <a:cubicBezTo>
                        <a:pt x="27620" y="5255"/>
                        <a:pt x="27117" y="5088"/>
                        <a:pt x="26594" y="4857"/>
                      </a:cubicBezTo>
                      <a:cubicBezTo>
                        <a:pt x="26280" y="4690"/>
                        <a:pt x="25946" y="4523"/>
                        <a:pt x="25653" y="4293"/>
                      </a:cubicBezTo>
                      <a:cubicBezTo>
                        <a:pt x="25506" y="4188"/>
                        <a:pt x="25360" y="4062"/>
                        <a:pt x="25255" y="3916"/>
                      </a:cubicBezTo>
                      <a:cubicBezTo>
                        <a:pt x="25213" y="3874"/>
                        <a:pt x="25192" y="3832"/>
                        <a:pt x="25171" y="3811"/>
                      </a:cubicBezTo>
                      <a:cubicBezTo>
                        <a:pt x="25151" y="3790"/>
                        <a:pt x="25130" y="3769"/>
                        <a:pt x="25130" y="3748"/>
                      </a:cubicBezTo>
                      <a:cubicBezTo>
                        <a:pt x="25130" y="3748"/>
                        <a:pt x="25109" y="3748"/>
                        <a:pt x="25130" y="3728"/>
                      </a:cubicBezTo>
                      <a:lnTo>
                        <a:pt x="25234" y="3707"/>
                      </a:lnTo>
                      <a:cubicBezTo>
                        <a:pt x="25339" y="3665"/>
                        <a:pt x="25423" y="3644"/>
                        <a:pt x="25527" y="3623"/>
                      </a:cubicBezTo>
                      <a:cubicBezTo>
                        <a:pt x="25715" y="3581"/>
                        <a:pt x="25925" y="3560"/>
                        <a:pt x="26113" y="3560"/>
                      </a:cubicBezTo>
                      <a:cubicBezTo>
                        <a:pt x="26183" y="3556"/>
                        <a:pt x="26253" y="3555"/>
                        <a:pt x="26322" y="3555"/>
                      </a:cubicBezTo>
                      <a:close/>
                      <a:moveTo>
                        <a:pt x="18915" y="4167"/>
                      </a:moveTo>
                      <a:cubicBezTo>
                        <a:pt x="19208" y="4167"/>
                        <a:pt x="19501" y="4188"/>
                        <a:pt x="19773" y="4251"/>
                      </a:cubicBezTo>
                      <a:cubicBezTo>
                        <a:pt x="20338" y="4355"/>
                        <a:pt x="20798" y="4585"/>
                        <a:pt x="21133" y="4837"/>
                      </a:cubicBezTo>
                      <a:cubicBezTo>
                        <a:pt x="21363" y="5025"/>
                        <a:pt x="21531" y="5234"/>
                        <a:pt x="21635" y="5401"/>
                      </a:cubicBezTo>
                      <a:cubicBezTo>
                        <a:pt x="21050" y="5422"/>
                        <a:pt x="20464" y="5422"/>
                        <a:pt x="19899" y="5422"/>
                      </a:cubicBezTo>
                      <a:cubicBezTo>
                        <a:pt x="19689" y="5339"/>
                        <a:pt x="19501" y="5276"/>
                        <a:pt x="19292" y="5171"/>
                      </a:cubicBezTo>
                      <a:cubicBezTo>
                        <a:pt x="19041" y="5067"/>
                        <a:pt x="18790" y="4920"/>
                        <a:pt x="18560" y="4753"/>
                      </a:cubicBezTo>
                      <a:cubicBezTo>
                        <a:pt x="18434" y="4648"/>
                        <a:pt x="18329" y="4565"/>
                        <a:pt x="18246" y="4439"/>
                      </a:cubicBezTo>
                      <a:cubicBezTo>
                        <a:pt x="18225" y="4418"/>
                        <a:pt x="18204" y="4397"/>
                        <a:pt x="18183" y="4355"/>
                      </a:cubicBezTo>
                      <a:cubicBezTo>
                        <a:pt x="18162" y="4355"/>
                        <a:pt x="18162" y="4334"/>
                        <a:pt x="18141" y="4313"/>
                      </a:cubicBezTo>
                      <a:lnTo>
                        <a:pt x="18246" y="4293"/>
                      </a:lnTo>
                      <a:cubicBezTo>
                        <a:pt x="18309" y="4272"/>
                        <a:pt x="18392" y="4251"/>
                        <a:pt x="18455" y="4230"/>
                      </a:cubicBezTo>
                      <a:cubicBezTo>
                        <a:pt x="18601" y="4188"/>
                        <a:pt x="18769" y="4188"/>
                        <a:pt x="18915" y="4167"/>
                      </a:cubicBezTo>
                      <a:close/>
                      <a:moveTo>
                        <a:pt x="33675" y="2320"/>
                      </a:moveTo>
                      <a:cubicBezTo>
                        <a:pt x="34140" y="2320"/>
                        <a:pt x="34591" y="2364"/>
                        <a:pt x="35026" y="2451"/>
                      </a:cubicBezTo>
                      <a:cubicBezTo>
                        <a:pt x="36052" y="2660"/>
                        <a:pt x="36910" y="3100"/>
                        <a:pt x="37516" y="3581"/>
                      </a:cubicBezTo>
                      <a:cubicBezTo>
                        <a:pt x="38144" y="4062"/>
                        <a:pt x="38500" y="4627"/>
                        <a:pt x="38688" y="5025"/>
                      </a:cubicBezTo>
                      <a:cubicBezTo>
                        <a:pt x="38772" y="5192"/>
                        <a:pt x="38835" y="5339"/>
                        <a:pt x="38876" y="5443"/>
                      </a:cubicBezTo>
                      <a:lnTo>
                        <a:pt x="37663" y="5443"/>
                      </a:lnTo>
                      <a:cubicBezTo>
                        <a:pt x="37391" y="5360"/>
                        <a:pt x="37077" y="5255"/>
                        <a:pt x="36742" y="5150"/>
                      </a:cubicBezTo>
                      <a:cubicBezTo>
                        <a:pt x="35968" y="4920"/>
                        <a:pt x="35047" y="4627"/>
                        <a:pt x="34106" y="4209"/>
                      </a:cubicBezTo>
                      <a:cubicBezTo>
                        <a:pt x="33625" y="3979"/>
                        <a:pt x="33143" y="3728"/>
                        <a:pt x="32725" y="3393"/>
                      </a:cubicBezTo>
                      <a:cubicBezTo>
                        <a:pt x="32516" y="3225"/>
                        <a:pt x="32306" y="3037"/>
                        <a:pt x="32139" y="2849"/>
                      </a:cubicBezTo>
                      <a:cubicBezTo>
                        <a:pt x="32097" y="2786"/>
                        <a:pt x="32055" y="2744"/>
                        <a:pt x="32013" y="2681"/>
                      </a:cubicBezTo>
                      <a:cubicBezTo>
                        <a:pt x="31993" y="2660"/>
                        <a:pt x="31972" y="2640"/>
                        <a:pt x="31972" y="2598"/>
                      </a:cubicBezTo>
                      <a:cubicBezTo>
                        <a:pt x="31966" y="2592"/>
                        <a:pt x="31962" y="2590"/>
                        <a:pt x="31960" y="2589"/>
                      </a:cubicBezTo>
                      <a:lnTo>
                        <a:pt x="31960" y="2589"/>
                      </a:lnTo>
                      <a:cubicBezTo>
                        <a:pt x="31962" y="2586"/>
                        <a:pt x="31966" y="2582"/>
                        <a:pt x="31972" y="2577"/>
                      </a:cubicBezTo>
                      <a:lnTo>
                        <a:pt x="32118" y="2535"/>
                      </a:lnTo>
                      <a:cubicBezTo>
                        <a:pt x="32265" y="2493"/>
                        <a:pt x="32411" y="2451"/>
                        <a:pt x="32537" y="2430"/>
                      </a:cubicBezTo>
                      <a:cubicBezTo>
                        <a:pt x="32830" y="2368"/>
                        <a:pt x="33102" y="2347"/>
                        <a:pt x="33394" y="2326"/>
                      </a:cubicBezTo>
                      <a:cubicBezTo>
                        <a:pt x="33489" y="2322"/>
                        <a:pt x="33582" y="2320"/>
                        <a:pt x="33675" y="2320"/>
                      </a:cubicBezTo>
                      <a:close/>
                      <a:moveTo>
                        <a:pt x="12659" y="4481"/>
                      </a:moveTo>
                      <a:cubicBezTo>
                        <a:pt x="12910" y="4481"/>
                        <a:pt x="13161" y="4502"/>
                        <a:pt x="13391" y="4544"/>
                      </a:cubicBezTo>
                      <a:cubicBezTo>
                        <a:pt x="13873" y="4627"/>
                        <a:pt x="14270" y="4837"/>
                        <a:pt x="14542" y="5046"/>
                      </a:cubicBezTo>
                      <a:cubicBezTo>
                        <a:pt x="14710" y="5192"/>
                        <a:pt x="14835" y="5318"/>
                        <a:pt x="14919" y="5443"/>
                      </a:cubicBezTo>
                      <a:cubicBezTo>
                        <a:pt x="14375" y="5464"/>
                        <a:pt x="13810" y="5464"/>
                        <a:pt x="13287" y="5464"/>
                      </a:cubicBezTo>
                      <a:cubicBezTo>
                        <a:pt x="13182" y="5422"/>
                        <a:pt x="13078" y="5381"/>
                        <a:pt x="12994" y="5339"/>
                      </a:cubicBezTo>
                      <a:cubicBezTo>
                        <a:pt x="12764" y="5234"/>
                        <a:pt x="12555" y="5109"/>
                        <a:pt x="12345" y="4962"/>
                      </a:cubicBezTo>
                      <a:cubicBezTo>
                        <a:pt x="12262" y="4899"/>
                        <a:pt x="12157" y="4816"/>
                        <a:pt x="12094" y="4711"/>
                      </a:cubicBezTo>
                      <a:cubicBezTo>
                        <a:pt x="12073" y="4690"/>
                        <a:pt x="12052" y="4669"/>
                        <a:pt x="12031" y="4648"/>
                      </a:cubicBezTo>
                      <a:cubicBezTo>
                        <a:pt x="12031" y="4627"/>
                        <a:pt x="12011" y="4627"/>
                        <a:pt x="12011" y="4606"/>
                      </a:cubicBezTo>
                      <a:lnTo>
                        <a:pt x="12073" y="4585"/>
                      </a:lnTo>
                      <a:cubicBezTo>
                        <a:pt x="12136" y="4565"/>
                        <a:pt x="12199" y="4544"/>
                        <a:pt x="12262" y="4523"/>
                      </a:cubicBezTo>
                      <a:cubicBezTo>
                        <a:pt x="12408" y="4502"/>
                        <a:pt x="12534" y="4481"/>
                        <a:pt x="12659" y="4481"/>
                      </a:cubicBezTo>
                      <a:close/>
                      <a:moveTo>
                        <a:pt x="15107" y="6238"/>
                      </a:moveTo>
                      <a:cubicBezTo>
                        <a:pt x="15065" y="6280"/>
                        <a:pt x="15024" y="6301"/>
                        <a:pt x="14961" y="6343"/>
                      </a:cubicBezTo>
                      <a:cubicBezTo>
                        <a:pt x="14793" y="6469"/>
                        <a:pt x="14563" y="6678"/>
                        <a:pt x="14291" y="6908"/>
                      </a:cubicBezTo>
                      <a:cubicBezTo>
                        <a:pt x="13998" y="7159"/>
                        <a:pt x="13663" y="7431"/>
                        <a:pt x="13266" y="7682"/>
                      </a:cubicBezTo>
                      <a:cubicBezTo>
                        <a:pt x="13057" y="7808"/>
                        <a:pt x="12827" y="7933"/>
                        <a:pt x="12596" y="8017"/>
                      </a:cubicBezTo>
                      <a:cubicBezTo>
                        <a:pt x="12492" y="8059"/>
                        <a:pt x="12366" y="8080"/>
                        <a:pt x="12241" y="8101"/>
                      </a:cubicBezTo>
                      <a:lnTo>
                        <a:pt x="12157" y="8101"/>
                      </a:lnTo>
                      <a:cubicBezTo>
                        <a:pt x="12143" y="8101"/>
                        <a:pt x="12138" y="8110"/>
                        <a:pt x="12131" y="8110"/>
                      </a:cubicBezTo>
                      <a:cubicBezTo>
                        <a:pt x="12127" y="8110"/>
                        <a:pt x="12122" y="8108"/>
                        <a:pt x="12115" y="8101"/>
                      </a:cubicBezTo>
                      <a:lnTo>
                        <a:pt x="12136" y="8038"/>
                      </a:lnTo>
                      <a:cubicBezTo>
                        <a:pt x="12136" y="7975"/>
                        <a:pt x="12157" y="7912"/>
                        <a:pt x="12199" y="7850"/>
                      </a:cubicBezTo>
                      <a:cubicBezTo>
                        <a:pt x="12241" y="7724"/>
                        <a:pt x="12303" y="7598"/>
                        <a:pt x="12366" y="7494"/>
                      </a:cubicBezTo>
                      <a:cubicBezTo>
                        <a:pt x="12492" y="7264"/>
                        <a:pt x="12659" y="7075"/>
                        <a:pt x="12827" y="6908"/>
                      </a:cubicBezTo>
                      <a:cubicBezTo>
                        <a:pt x="13140" y="6573"/>
                        <a:pt x="13517" y="6343"/>
                        <a:pt x="13852" y="6238"/>
                      </a:cubicBezTo>
                      <a:close/>
                      <a:moveTo>
                        <a:pt x="21698" y="6280"/>
                      </a:moveTo>
                      <a:cubicBezTo>
                        <a:pt x="21677" y="6301"/>
                        <a:pt x="21635" y="6322"/>
                        <a:pt x="21614" y="6364"/>
                      </a:cubicBezTo>
                      <a:cubicBezTo>
                        <a:pt x="21426" y="6510"/>
                        <a:pt x="21154" y="6741"/>
                        <a:pt x="20819" y="7013"/>
                      </a:cubicBezTo>
                      <a:cubicBezTo>
                        <a:pt x="20485" y="7306"/>
                        <a:pt x="20087" y="7619"/>
                        <a:pt x="19606" y="7933"/>
                      </a:cubicBezTo>
                      <a:cubicBezTo>
                        <a:pt x="19376" y="8080"/>
                        <a:pt x="19125" y="8205"/>
                        <a:pt x="18853" y="8310"/>
                      </a:cubicBezTo>
                      <a:cubicBezTo>
                        <a:pt x="18706" y="8352"/>
                        <a:pt x="18581" y="8394"/>
                        <a:pt x="18434" y="8414"/>
                      </a:cubicBezTo>
                      <a:lnTo>
                        <a:pt x="18267" y="8414"/>
                      </a:lnTo>
                      <a:lnTo>
                        <a:pt x="18288" y="8331"/>
                      </a:lnTo>
                      <a:cubicBezTo>
                        <a:pt x="18309" y="8247"/>
                        <a:pt x="18329" y="8184"/>
                        <a:pt x="18371" y="8101"/>
                      </a:cubicBezTo>
                      <a:cubicBezTo>
                        <a:pt x="18434" y="7954"/>
                        <a:pt x="18497" y="7829"/>
                        <a:pt x="18560" y="7703"/>
                      </a:cubicBezTo>
                      <a:cubicBezTo>
                        <a:pt x="18727" y="7431"/>
                        <a:pt x="18915" y="7201"/>
                        <a:pt x="19104" y="7013"/>
                      </a:cubicBezTo>
                      <a:cubicBezTo>
                        <a:pt x="19438" y="6657"/>
                        <a:pt x="19815" y="6427"/>
                        <a:pt x="20171" y="6280"/>
                      </a:cubicBezTo>
                      <a:close/>
                      <a:moveTo>
                        <a:pt x="29691" y="6301"/>
                      </a:moveTo>
                      <a:cubicBezTo>
                        <a:pt x="29670" y="6322"/>
                        <a:pt x="29628" y="6343"/>
                        <a:pt x="29586" y="6364"/>
                      </a:cubicBezTo>
                      <a:cubicBezTo>
                        <a:pt x="29335" y="6573"/>
                        <a:pt x="29000" y="6866"/>
                        <a:pt x="28561" y="7222"/>
                      </a:cubicBezTo>
                      <a:cubicBezTo>
                        <a:pt x="28143" y="7578"/>
                        <a:pt x="27620" y="8017"/>
                        <a:pt x="27013" y="8394"/>
                      </a:cubicBezTo>
                      <a:cubicBezTo>
                        <a:pt x="26720" y="8582"/>
                        <a:pt x="26385" y="8770"/>
                        <a:pt x="26029" y="8896"/>
                      </a:cubicBezTo>
                      <a:cubicBezTo>
                        <a:pt x="25862" y="8958"/>
                        <a:pt x="25674" y="9000"/>
                        <a:pt x="25485" y="9021"/>
                      </a:cubicBezTo>
                      <a:lnTo>
                        <a:pt x="25276" y="9021"/>
                      </a:lnTo>
                      <a:lnTo>
                        <a:pt x="25318" y="8917"/>
                      </a:lnTo>
                      <a:cubicBezTo>
                        <a:pt x="25339" y="8812"/>
                        <a:pt x="25381" y="8728"/>
                        <a:pt x="25402" y="8624"/>
                      </a:cubicBezTo>
                      <a:cubicBezTo>
                        <a:pt x="25485" y="8435"/>
                        <a:pt x="25569" y="8268"/>
                        <a:pt x="25674" y="8101"/>
                      </a:cubicBezTo>
                      <a:cubicBezTo>
                        <a:pt x="25862" y="7766"/>
                        <a:pt x="26113" y="7473"/>
                        <a:pt x="26364" y="7201"/>
                      </a:cubicBezTo>
                      <a:cubicBezTo>
                        <a:pt x="26783" y="6782"/>
                        <a:pt x="27243" y="6489"/>
                        <a:pt x="27661" y="6301"/>
                      </a:cubicBezTo>
                      <a:close/>
                      <a:moveTo>
                        <a:pt x="38625" y="6259"/>
                      </a:moveTo>
                      <a:cubicBezTo>
                        <a:pt x="38563" y="6301"/>
                        <a:pt x="38500" y="6343"/>
                        <a:pt x="38437" y="6406"/>
                      </a:cubicBezTo>
                      <a:cubicBezTo>
                        <a:pt x="38060" y="6678"/>
                        <a:pt x="37579" y="7117"/>
                        <a:pt x="36951" y="7640"/>
                      </a:cubicBezTo>
                      <a:cubicBezTo>
                        <a:pt x="36324" y="8163"/>
                        <a:pt x="35591" y="8770"/>
                        <a:pt x="34713" y="9335"/>
                      </a:cubicBezTo>
                      <a:cubicBezTo>
                        <a:pt x="34252" y="9607"/>
                        <a:pt x="33792" y="9879"/>
                        <a:pt x="33269" y="10047"/>
                      </a:cubicBezTo>
                      <a:cubicBezTo>
                        <a:pt x="33018" y="10130"/>
                        <a:pt x="32746" y="10214"/>
                        <a:pt x="32495" y="10235"/>
                      </a:cubicBezTo>
                      <a:cubicBezTo>
                        <a:pt x="32432" y="10235"/>
                        <a:pt x="32369" y="10256"/>
                        <a:pt x="32306" y="10256"/>
                      </a:cubicBezTo>
                      <a:lnTo>
                        <a:pt x="32181" y="10256"/>
                      </a:lnTo>
                      <a:cubicBezTo>
                        <a:pt x="32181" y="10256"/>
                        <a:pt x="32181" y="10256"/>
                        <a:pt x="32181" y="10235"/>
                      </a:cubicBezTo>
                      <a:lnTo>
                        <a:pt x="32223" y="10088"/>
                      </a:lnTo>
                      <a:cubicBezTo>
                        <a:pt x="32265" y="9942"/>
                        <a:pt x="32327" y="9795"/>
                        <a:pt x="32369" y="9670"/>
                      </a:cubicBezTo>
                      <a:cubicBezTo>
                        <a:pt x="32474" y="9398"/>
                        <a:pt x="32599" y="9147"/>
                        <a:pt x="32746" y="8917"/>
                      </a:cubicBezTo>
                      <a:cubicBezTo>
                        <a:pt x="33039" y="8414"/>
                        <a:pt x="33374" y="7996"/>
                        <a:pt x="33750" y="7619"/>
                      </a:cubicBezTo>
                      <a:cubicBezTo>
                        <a:pt x="34357" y="6992"/>
                        <a:pt x="35047" y="6552"/>
                        <a:pt x="35675" y="6280"/>
                      </a:cubicBezTo>
                      <a:cubicBezTo>
                        <a:pt x="36700" y="6259"/>
                        <a:pt x="37663" y="6259"/>
                        <a:pt x="38625" y="6259"/>
                      </a:cubicBezTo>
                      <a:close/>
                      <a:moveTo>
                        <a:pt x="49024" y="6134"/>
                      </a:moveTo>
                      <a:lnTo>
                        <a:pt x="49024" y="6134"/>
                      </a:lnTo>
                      <a:cubicBezTo>
                        <a:pt x="48920" y="6197"/>
                        <a:pt x="48773" y="6301"/>
                        <a:pt x="48606" y="6427"/>
                      </a:cubicBezTo>
                      <a:cubicBezTo>
                        <a:pt x="48146" y="6803"/>
                        <a:pt x="47497" y="7368"/>
                        <a:pt x="46702" y="8038"/>
                      </a:cubicBezTo>
                      <a:cubicBezTo>
                        <a:pt x="45907" y="8707"/>
                        <a:pt x="44944" y="9502"/>
                        <a:pt x="43793" y="10214"/>
                      </a:cubicBezTo>
                      <a:cubicBezTo>
                        <a:pt x="43229" y="10570"/>
                        <a:pt x="42622" y="10904"/>
                        <a:pt x="41952" y="11135"/>
                      </a:cubicBezTo>
                      <a:cubicBezTo>
                        <a:pt x="41617" y="11260"/>
                        <a:pt x="41283" y="11344"/>
                        <a:pt x="40948" y="11386"/>
                      </a:cubicBezTo>
                      <a:cubicBezTo>
                        <a:pt x="40864" y="11386"/>
                        <a:pt x="40780" y="11407"/>
                        <a:pt x="40697" y="11407"/>
                      </a:cubicBezTo>
                      <a:lnTo>
                        <a:pt x="40550" y="11407"/>
                      </a:lnTo>
                      <a:cubicBezTo>
                        <a:pt x="40550" y="11407"/>
                        <a:pt x="40550" y="11407"/>
                        <a:pt x="40550" y="11386"/>
                      </a:cubicBezTo>
                      <a:lnTo>
                        <a:pt x="40613" y="11176"/>
                      </a:lnTo>
                      <a:cubicBezTo>
                        <a:pt x="40655" y="10988"/>
                        <a:pt x="40718" y="10821"/>
                        <a:pt x="40801" y="10653"/>
                      </a:cubicBezTo>
                      <a:cubicBezTo>
                        <a:pt x="40927" y="10319"/>
                        <a:pt x="41094" y="9984"/>
                        <a:pt x="41283" y="9670"/>
                      </a:cubicBezTo>
                      <a:cubicBezTo>
                        <a:pt x="41638" y="9042"/>
                        <a:pt x="42099" y="8477"/>
                        <a:pt x="42559" y="7996"/>
                      </a:cubicBezTo>
                      <a:cubicBezTo>
                        <a:pt x="43417" y="7138"/>
                        <a:pt x="44379" y="6531"/>
                        <a:pt x="45258" y="6197"/>
                      </a:cubicBezTo>
                      <a:cubicBezTo>
                        <a:pt x="46639" y="6176"/>
                        <a:pt x="47895" y="6155"/>
                        <a:pt x="49024" y="6134"/>
                      </a:cubicBezTo>
                      <a:close/>
                      <a:moveTo>
                        <a:pt x="42289" y="1"/>
                      </a:moveTo>
                      <a:cubicBezTo>
                        <a:pt x="42219" y="1"/>
                        <a:pt x="42148" y="1"/>
                        <a:pt x="42078" y="3"/>
                      </a:cubicBezTo>
                      <a:cubicBezTo>
                        <a:pt x="41638" y="24"/>
                        <a:pt x="41220" y="66"/>
                        <a:pt x="40801" y="150"/>
                      </a:cubicBezTo>
                      <a:cubicBezTo>
                        <a:pt x="40571" y="191"/>
                        <a:pt x="40362" y="233"/>
                        <a:pt x="40153" y="296"/>
                      </a:cubicBezTo>
                      <a:lnTo>
                        <a:pt x="39985" y="359"/>
                      </a:lnTo>
                      <a:lnTo>
                        <a:pt x="39902" y="380"/>
                      </a:lnTo>
                      <a:lnTo>
                        <a:pt x="39776" y="422"/>
                      </a:lnTo>
                      <a:cubicBezTo>
                        <a:pt x="39588" y="484"/>
                        <a:pt x="39400" y="568"/>
                        <a:pt x="39211" y="652"/>
                      </a:cubicBezTo>
                      <a:lnTo>
                        <a:pt x="38646" y="903"/>
                      </a:lnTo>
                      <a:cubicBezTo>
                        <a:pt x="38814" y="1280"/>
                        <a:pt x="38939" y="1614"/>
                        <a:pt x="39148" y="1970"/>
                      </a:cubicBezTo>
                      <a:cubicBezTo>
                        <a:pt x="39169" y="2012"/>
                        <a:pt x="39190" y="2054"/>
                        <a:pt x="39211" y="2096"/>
                      </a:cubicBezTo>
                      <a:lnTo>
                        <a:pt x="39274" y="2200"/>
                      </a:lnTo>
                      <a:cubicBezTo>
                        <a:pt x="39316" y="2242"/>
                        <a:pt x="39358" y="2284"/>
                        <a:pt x="39379" y="2347"/>
                      </a:cubicBezTo>
                      <a:cubicBezTo>
                        <a:pt x="39441" y="2430"/>
                        <a:pt x="39525" y="2514"/>
                        <a:pt x="39588" y="2598"/>
                      </a:cubicBezTo>
                      <a:cubicBezTo>
                        <a:pt x="39881" y="2953"/>
                        <a:pt x="40216" y="3225"/>
                        <a:pt x="40550" y="3476"/>
                      </a:cubicBezTo>
                      <a:cubicBezTo>
                        <a:pt x="41220" y="3958"/>
                        <a:pt x="41910" y="4313"/>
                        <a:pt x="42580" y="4585"/>
                      </a:cubicBezTo>
                      <a:cubicBezTo>
                        <a:pt x="43438" y="4941"/>
                        <a:pt x="44254" y="5171"/>
                        <a:pt x="44986" y="5360"/>
                      </a:cubicBezTo>
                      <a:cubicBezTo>
                        <a:pt x="44840" y="5401"/>
                        <a:pt x="44693" y="5443"/>
                        <a:pt x="44547" y="5506"/>
                      </a:cubicBezTo>
                      <a:cubicBezTo>
                        <a:pt x="42894" y="5485"/>
                        <a:pt x="41052" y="5464"/>
                        <a:pt x="39086" y="5443"/>
                      </a:cubicBezTo>
                      <a:cubicBezTo>
                        <a:pt x="39107" y="5318"/>
                        <a:pt x="39086" y="5129"/>
                        <a:pt x="39023" y="4899"/>
                      </a:cubicBezTo>
                      <a:cubicBezTo>
                        <a:pt x="38918" y="4418"/>
                        <a:pt x="38604" y="3728"/>
                        <a:pt x="37956" y="3100"/>
                      </a:cubicBezTo>
                      <a:cubicBezTo>
                        <a:pt x="37307" y="2472"/>
                        <a:pt x="36345" y="1907"/>
                        <a:pt x="35215" y="1635"/>
                      </a:cubicBezTo>
                      <a:cubicBezTo>
                        <a:pt x="34689" y="1504"/>
                        <a:pt x="34129" y="1423"/>
                        <a:pt x="33551" y="1423"/>
                      </a:cubicBezTo>
                      <a:cubicBezTo>
                        <a:pt x="33485" y="1423"/>
                        <a:pt x="33419" y="1424"/>
                        <a:pt x="33353" y="1426"/>
                      </a:cubicBezTo>
                      <a:cubicBezTo>
                        <a:pt x="33039" y="1426"/>
                        <a:pt x="32704" y="1468"/>
                        <a:pt x="32369" y="1531"/>
                      </a:cubicBezTo>
                      <a:cubicBezTo>
                        <a:pt x="32202" y="1572"/>
                        <a:pt x="32034" y="1593"/>
                        <a:pt x="31867" y="1656"/>
                      </a:cubicBezTo>
                      <a:lnTo>
                        <a:pt x="31741" y="1698"/>
                      </a:lnTo>
                      <a:lnTo>
                        <a:pt x="31679" y="1719"/>
                      </a:lnTo>
                      <a:lnTo>
                        <a:pt x="31574" y="1740"/>
                      </a:lnTo>
                      <a:cubicBezTo>
                        <a:pt x="31449" y="1782"/>
                        <a:pt x="31302" y="1865"/>
                        <a:pt x="31156" y="1928"/>
                      </a:cubicBezTo>
                      <a:lnTo>
                        <a:pt x="30716" y="2116"/>
                      </a:lnTo>
                      <a:cubicBezTo>
                        <a:pt x="30842" y="2409"/>
                        <a:pt x="30925" y="2681"/>
                        <a:pt x="31093" y="2932"/>
                      </a:cubicBezTo>
                      <a:cubicBezTo>
                        <a:pt x="31114" y="2974"/>
                        <a:pt x="31135" y="3016"/>
                        <a:pt x="31156" y="3037"/>
                      </a:cubicBezTo>
                      <a:lnTo>
                        <a:pt x="31197" y="3121"/>
                      </a:lnTo>
                      <a:cubicBezTo>
                        <a:pt x="31218" y="3163"/>
                        <a:pt x="31260" y="3184"/>
                        <a:pt x="31281" y="3225"/>
                      </a:cubicBezTo>
                      <a:cubicBezTo>
                        <a:pt x="31323" y="3309"/>
                        <a:pt x="31386" y="3372"/>
                        <a:pt x="31449" y="3435"/>
                      </a:cubicBezTo>
                      <a:cubicBezTo>
                        <a:pt x="31679" y="3707"/>
                        <a:pt x="31930" y="3916"/>
                        <a:pt x="32181" y="4104"/>
                      </a:cubicBezTo>
                      <a:cubicBezTo>
                        <a:pt x="32704" y="4481"/>
                        <a:pt x="33248" y="4753"/>
                        <a:pt x="33771" y="4983"/>
                      </a:cubicBezTo>
                      <a:cubicBezTo>
                        <a:pt x="34210" y="5150"/>
                        <a:pt x="34650" y="5297"/>
                        <a:pt x="35068" y="5422"/>
                      </a:cubicBezTo>
                      <a:cubicBezTo>
                        <a:pt x="33436" y="5422"/>
                        <a:pt x="31741" y="5401"/>
                        <a:pt x="30026" y="5401"/>
                      </a:cubicBezTo>
                      <a:cubicBezTo>
                        <a:pt x="30005" y="5381"/>
                        <a:pt x="30005" y="5360"/>
                        <a:pt x="30005" y="5339"/>
                      </a:cubicBezTo>
                      <a:cubicBezTo>
                        <a:pt x="29921" y="5004"/>
                        <a:pt x="29712" y="4523"/>
                        <a:pt x="29272" y="4083"/>
                      </a:cubicBezTo>
                      <a:cubicBezTo>
                        <a:pt x="28812" y="3644"/>
                        <a:pt x="28164" y="3267"/>
                        <a:pt x="27368" y="3079"/>
                      </a:cubicBezTo>
                      <a:cubicBezTo>
                        <a:pt x="26971" y="2974"/>
                        <a:pt x="26532" y="2932"/>
                        <a:pt x="26092" y="2932"/>
                      </a:cubicBezTo>
                      <a:cubicBezTo>
                        <a:pt x="25862" y="2932"/>
                        <a:pt x="25632" y="2974"/>
                        <a:pt x="25402" y="3016"/>
                      </a:cubicBezTo>
                      <a:cubicBezTo>
                        <a:pt x="25297" y="3037"/>
                        <a:pt x="25171" y="3058"/>
                        <a:pt x="25067" y="3100"/>
                      </a:cubicBezTo>
                      <a:lnTo>
                        <a:pt x="24983" y="3121"/>
                      </a:lnTo>
                      <a:lnTo>
                        <a:pt x="24941" y="3142"/>
                      </a:lnTo>
                      <a:lnTo>
                        <a:pt x="24858" y="3163"/>
                      </a:lnTo>
                      <a:cubicBezTo>
                        <a:pt x="24774" y="3184"/>
                        <a:pt x="24669" y="3225"/>
                        <a:pt x="24565" y="3267"/>
                      </a:cubicBezTo>
                      <a:lnTo>
                        <a:pt x="24272" y="3414"/>
                      </a:lnTo>
                      <a:cubicBezTo>
                        <a:pt x="24355" y="3602"/>
                        <a:pt x="24418" y="3790"/>
                        <a:pt x="24523" y="3979"/>
                      </a:cubicBezTo>
                      <a:cubicBezTo>
                        <a:pt x="24544" y="4000"/>
                        <a:pt x="24544" y="4021"/>
                        <a:pt x="24565" y="4041"/>
                      </a:cubicBezTo>
                      <a:lnTo>
                        <a:pt x="24607" y="4104"/>
                      </a:lnTo>
                      <a:cubicBezTo>
                        <a:pt x="24627" y="4125"/>
                        <a:pt x="24627" y="4146"/>
                        <a:pt x="24648" y="4188"/>
                      </a:cubicBezTo>
                      <a:cubicBezTo>
                        <a:pt x="24690" y="4230"/>
                        <a:pt x="24732" y="4272"/>
                        <a:pt x="24774" y="4313"/>
                      </a:cubicBezTo>
                      <a:cubicBezTo>
                        <a:pt x="24920" y="4502"/>
                        <a:pt x="25109" y="4648"/>
                        <a:pt x="25276" y="4795"/>
                      </a:cubicBezTo>
                      <a:cubicBezTo>
                        <a:pt x="25632" y="5046"/>
                        <a:pt x="26008" y="5234"/>
                        <a:pt x="26364" y="5381"/>
                      </a:cubicBezTo>
                      <a:cubicBezTo>
                        <a:pt x="26385" y="5381"/>
                        <a:pt x="26406" y="5401"/>
                        <a:pt x="26427" y="5401"/>
                      </a:cubicBezTo>
                      <a:lnTo>
                        <a:pt x="21886" y="5401"/>
                      </a:lnTo>
                      <a:cubicBezTo>
                        <a:pt x="21803" y="5171"/>
                        <a:pt x="21656" y="4857"/>
                        <a:pt x="21363" y="4585"/>
                      </a:cubicBezTo>
                      <a:cubicBezTo>
                        <a:pt x="21008" y="4251"/>
                        <a:pt x="20506" y="3958"/>
                        <a:pt x="19878" y="3790"/>
                      </a:cubicBezTo>
                      <a:cubicBezTo>
                        <a:pt x="19585" y="3728"/>
                        <a:pt x="19250" y="3686"/>
                        <a:pt x="18894" y="3686"/>
                      </a:cubicBezTo>
                      <a:cubicBezTo>
                        <a:pt x="18727" y="3686"/>
                        <a:pt x="18539" y="3707"/>
                        <a:pt x="18371" y="3748"/>
                      </a:cubicBezTo>
                      <a:cubicBezTo>
                        <a:pt x="18288" y="3769"/>
                        <a:pt x="18183" y="3790"/>
                        <a:pt x="18099" y="3811"/>
                      </a:cubicBezTo>
                      <a:lnTo>
                        <a:pt x="18037" y="3832"/>
                      </a:lnTo>
                      <a:lnTo>
                        <a:pt x="17995" y="3832"/>
                      </a:lnTo>
                      <a:lnTo>
                        <a:pt x="17953" y="3853"/>
                      </a:lnTo>
                      <a:cubicBezTo>
                        <a:pt x="17869" y="3895"/>
                        <a:pt x="17785" y="3916"/>
                        <a:pt x="17723" y="3958"/>
                      </a:cubicBezTo>
                      <a:lnTo>
                        <a:pt x="17472" y="4062"/>
                      </a:lnTo>
                      <a:cubicBezTo>
                        <a:pt x="17555" y="4209"/>
                        <a:pt x="17597" y="4355"/>
                        <a:pt x="17681" y="4502"/>
                      </a:cubicBezTo>
                      <a:cubicBezTo>
                        <a:pt x="17702" y="4523"/>
                        <a:pt x="17702" y="4544"/>
                        <a:pt x="17723" y="4544"/>
                      </a:cubicBezTo>
                      <a:lnTo>
                        <a:pt x="17744" y="4606"/>
                      </a:lnTo>
                      <a:cubicBezTo>
                        <a:pt x="17765" y="4627"/>
                        <a:pt x="17765" y="4627"/>
                        <a:pt x="17785" y="4648"/>
                      </a:cubicBezTo>
                      <a:cubicBezTo>
                        <a:pt x="17806" y="4690"/>
                        <a:pt x="17848" y="4732"/>
                        <a:pt x="17869" y="4774"/>
                      </a:cubicBezTo>
                      <a:cubicBezTo>
                        <a:pt x="17995" y="4899"/>
                        <a:pt x="18120" y="5025"/>
                        <a:pt x="18267" y="5129"/>
                      </a:cubicBezTo>
                      <a:cubicBezTo>
                        <a:pt x="18434" y="5255"/>
                        <a:pt x="18601" y="5339"/>
                        <a:pt x="18748" y="5422"/>
                      </a:cubicBezTo>
                      <a:cubicBezTo>
                        <a:pt x="17513" y="5422"/>
                        <a:pt x="16321" y="5443"/>
                        <a:pt x="15170" y="5443"/>
                      </a:cubicBezTo>
                      <a:cubicBezTo>
                        <a:pt x="15086" y="5255"/>
                        <a:pt x="14961" y="5046"/>
                        <a:pt x="14752" y="4837"/>
                      </a:cubicBezTo>
                      <a:cubicBezTo>
                        <a:pt x="14459" y="4544"/>
                        <a:pt x="14019" y="4293"/>
                        <a:pt x="13496" y="4167"/>
                      </a:cubicBezTo>
                      <a:cubicBezTo>
                        <a:pt x="13224" y="4104"/>
                        <a:pt x="12952" y="4062"/>
                        <a:pt x="12638" y="4062"/>
                      </a:cubicBezTo>
                      <a:cubicBezTo>
                        <a:pt x="12492" y="4062"/>
                        <a:pt x="12345" y="4083"/>
                        <a:pt x="12199" y="4125"/>
                      </a:cubicBezTo>
                      <a:cubicBezTo>
                        <a:pt x="12115" y="4125"/>
                        <a:pt x="12031" y="4146"/>
                        <a:pt x="11969" y="4167"/>
                      </a:cubicBezTo>
                      <a:lnTo>
                        <a:pt x="11906" y="4188"/>
                      </a:lnTo>
                      <a:lnTo>
                        <a:pt x="11885" y="4188"/>
                      </a:lnTo>
                      <a:lnTo>
                        <a:pt x="11822" y="4209"/>
                      </a:lnTo>
                      <a:cubicBezTo>
                        <a:pt x="11759" y="4230"/>
                        <a:pt x="11697" y="4272"/>
                        <a:pt x="11634" y="4293"/>
                      </a:cubicBezTo>
                      <a:lnTo>
                        <a:pt x="11425" y="4397"/>
                      </a:lnTo>
                      <a:cubicBezTo>
                        <a:pt x="11487" y="4523"/>
                        <a:pt x="11529" y="4648"/>
                        <a:pt x="11613" y="4753"/>
                      </a:cubicBezTo>
                      <a:cubicBezTo>
                        <a:pt x="11613" y="4774"/>
                        <a:pt x="11613" y="4795"/>
                        <a:pt x="11634" y="4816"/>
                      </a:cubicBezTo>
                      <a:lnTo>
                        <a:pt x="11655" y="4837"/>
                      </a:lnTo>
                      <a:cubicBezTo>
                        <a:pt x="11676" y="4857"/>
                        <a:pt x="11676" y="4878"/>
                        <a:pt x="11697" y="4899"/>
                      </a:cubicBezTo>
                      <a:cubicBezTo>
                        <a:pt x="11718" y="4920"/>
                        <a:pt x="11739" y="4962"/>
                        <a:pt x="11759" y="4983"/>
                      </a:cubicBezTo>
                      <a:cubicBezTo>
                        <a:pt x="11864" y="5109"/>
                        <a:pt x="11990" y="5213"/>
                        <a:pt x="12115" y="5297"/>
                      </a:cubicBezTo>
                      <a:cubicBezTo>
                        <a:pt x="12199" y="5360"/>
                        <a:pt x="12283" y="5422"/>
                        <a:pt x="12387" y="5485"/>
                      </a:cubicBezTo>
                      <a:cubicBezTo>
                        <a:pt x="4938" y="5548"/>
                        <a:pt x="0" y="5694"/>
                        <a:pt x="0" y="5841"/>
                      </a:cubicBezTo>
                      <a:cubicBezTo>
                        <a:pt x="0" y="6008"/>
                        <a:pt x="5231" y="6155"/>
                        <a:pt x="13078" y="6238"/>
                      </a:cubicBezTo>
                      <a:cubicBezTo>
                        <a:pt x="12910" y="6343"/>
                        <a:pt x="12722" y="6469"/>
                        <a:pt x="12555" y="6615"/>
                      </a:cubicBezTo>
                      <a:cubicBezTo>
                        <a:pt x="12345" y="6803"/>
                        <a:pt x="12157" y="7034"/>
                        <a:pt x="12011" y="7285"/>
                      </a:cubicBezTo>
                      <a:cubicBezTo>
                        <a:pt x="11927" y="7410"/>
                        <a:pt x="11864" y="7536"/>
                        <a:pt x="11801" y="7682"/>
                      </a:cubicBezTo>
                      <a:cubicBezTo>
                        <a:pt x="11780" y="7766"/>
                        <a:pt x="11739" y="7829"/>
                        <a:pt x="11718" y="7912"/>
                      </a:cubicBezTo>
                      <a:lnTo>
                        <a:pt x="11697" y="7975"/>
                      </a:lnTo>
                      <a:lnTo>
                        <a:pt x="11697" y="7996"/>
                      </a:lnTo>
                      <a:lnTo>
                        <a:pt x="11697" y="8038"/>
                      </a:lnTo>
                      <a:cubicBezTo>
                        <a:pt x="11676" y="8101"/>
                        <a:pt x="11655" y="8184"/>
                        <a:pt x="11655" y="8247"/>
                      </a:cubicBezTo>
                      <a:lnTo>
                        <a:pt x="11613" y="8477"/>
                      </a:lnTo>
                      <a:cubicBezTo>
                        <a:pt x="11759" y="8498"/>
                        <a:pt x="11885" y="8519"/>
                        <a:pt x="12031" y="8519"/>
                      </a:cubicBezTo>
                      <a:cubicBezTo>
                        <a:pt x="12031" y="8540"/>
                        <a:pt x="12052" y="8540"/>
                        <a:pt x="12073" y="8540"/>
                      </a:cubicBezTo>
                      <a:lnTo>
                        <a:pt x="12115" y="8540"/>
                      </a:lnTo>
                      <a:cubicBezTo>
                        <a:pt x="12136" y="8540"/>
                        <a:pt x="12157" y="8540"/>
                        <a:pt x="12178" y="8519"/>
                      </a:cubicBezTo>
                      <a:lnTo>
                        <a:pt x="12303" y="8519"/>
                      </a:lnTo>
                      <a:cubicBezTo>
                        <a:pt x="12450" y="8498"/>
                        <a:pt x="12617" y="8456"/>
                        <a:pt x="12743" y="8394"/>
                      </a:cubicBezTo>
                      <a:cubicBezTo>
                        <a:pt x="13015" y="8289"/>
                        <a:pt x="13266" y="8163"/>
                        <a:pt x="13475" y="8017"/>
                      </a:cubicBezTo>
                      <a:cubicBezTo>
                        <a:pt x="13894" y="7724"/>
                        <a:pt x="14228" y="7410"/>
                        <a:pt x="14480" y="7138"/>
                      </a:cubicBezTo>
                      <a:cubicBezTo>
                        <a:pt x="14752" y="6866"/>
                        <a:pt x="14940" y="6636"/>
                        <a:pt x="15086" y="6469"/>
                      </a:cubicBezTo>
                      <a:cubicBezTo>
                        <a:pt x="15149" y="6364"/>
                        <a:pt x="15212" y="6301"/>
                        <a:pt x="15233" y="6238"/>
                      </a:cubicBezTo>
                      <a:cubicBezTo>
                        <a:pt x="16530" y="6259"/>
                        <a:pt x="17890" y="6259"/>
                        <a:pt x="19313" y="6280"/>
                      </a:cubicBezTo>
                      <a:cubicBezTo>
                        <a:pt x="19125" y="6385"/>
                        <a:pt x="18957" y="6531"/>
                        <a:pt x="18790" y="6678"/>
                      </a:cubicBezTo>
                      <a:cubicBezTo>
                        <a:pt x="18560" y="6887"/>
                        <a:pt x="18329" y="7159"/>
                        <a:pt x="18162" y="7452"/>
                      </a:cubicBezTo>
                      <a:cubicBezTo>
                        <a:pt x="18057" y="7598"/>
                        <a:pt x="17974" y="7745"/>
                        <a:pt x="17911" y="7912"/>
                      </a:cubicBezTo>
                      <a:cubicBezTo>
                        <a:pt x="17869" y="7996"/>
                        <a:pt x="17848" y="8080"/>
                        <a:pt x="17827" y="8184"/>
                      </a:cubicBezTo>
                      <a:lnTo>
                        <a:pt x="17806" y="8247"/>
                      </a:lnTo>
                      <a:lnTo>
                        <a:pt x="17785" y="8289"/>
                      </a:lnTo>
                      <a:lnTo>
                        <a:pt x="17785" y="8331"/>
                      </a:lnTo>
                      <a:cubicBezTo>
                        <a:pt x="17765" y="8414"/>
                        <a:pt x="17744" y="8498"/>
                        <a:pt x="17723" y="8582"/>
                      </a:cubicBezTo>
                      <a:lnTo>
                        <a:pt x="17702" y="8833"/>
                      </a:lnTo>
                      <a:cubicBezTo>
                        <a:pt x="17848" y="8854"/>
                        <a:pt x="17995" y="8896"/>
                        <a:pt x="18162" y="8896"/>
                      </a:cubicBezTo>
                      <a:cubicBezTo>
                        <a:pt x="18183" y="8917"/>
                        <a:pt x="18204" y="8917"/>
                        <a:pt x="18225" y="8917"/>
                      </a:cubicBezTo>
                      <a:lnTo>
                        <a:pt x="18288" y="8917"/>
                      </a:lnTo>
                      <a:cubicBezTo>
                        <a:pt x="18309" y="8917"/>
                        <a:pt x="18329" y="8917"/>
                        <a:pt x="18350" y="8896"/>
                      </a:cubicBezTo>
                      <a:lnTo>
                        <a:pt x="18497" y="8896"/>
                      </a:lnTo>
                      <a:cubicBezTo>
                        <a:pt x="18685" y="8875"/>
                        <a:pt x="18853" y="8812"/>
                        <a:pt x="19020" y="8749"/>
                      </a:cubicBezTo>
                      <a:cubicBezTo>
                        <a:pt x="19334" y="8645"/>
                        <a:pt x="19606" y="8477"/>
                        <a:pt x="19857" y="8310"/>
                      </a:cubicBezTo>
                      <a:cubicBezTo>
                        <a:pt x="20359" y="7954"/>
                        <a:pt x="20736" y="7578"/>
                        <a:pt x="21050" y="7264"/>
                      </a:cubicBezTo>
                      <a:cubicBezTo>
                        <a:pt x="21363" y="6950"/>
                        <a:pt x="21594" y="6678"/>
                        <a:pt x="21740" y="6489"/>
                      </a:cubicBezTo>
                      <a:cubicBezTo>
                        <a:pt x="21803" y="6406"/>
                        <a:pt x="21866" y="6343"/>
                        <a:pt x="21886" y="6280"/>
                      </a:cubicBezTo>
                      <a:cubicBezTo>
                        <a:pt x="23414" y="6280"/>
                        <a:pt x="24983" y="6301"/>
                        <a:pt x="26573" y="6301"/>
                      </a:cubicBezTo>
                      <a:cubicBezTo>
                        <a:pt x="26364" y="6427"/>
                        <a:pt x="26155" y="6594"/>
                        <a:pt x="25946" y="6782"/>
                      </a:cubicBezTo>
                      <a:cubicBezTo>
                        <a:pt x="25653" y="7075"/>
                        <a:pt x="25381" y="7389"/>
                        <a:pt x="25130" y="7787"/>
                      </a:cubicBezTo>
                      <a:cubicBezTo>
                        <a:pt x="25025" y="7975"/>
                        <a:pt x="24920" y="8163"/>
                        <a:pt x="24816" y="8394"/>
                      </a:cubicBezTo>
                      <a:cubicBezTo>
                        <a:pt x="24774" y="8498"/>
                        <a:pt x="24732" y="8603"/>
                        <a:pt x="24711" y="8728"/>
                      </a:cubicBezTo>
                      <a:lnTo>
                        <a:pt x="24669" y="8812"/>
                      </a:lnTo>
                      <a:lnTo>
                        <a:pt x="24669" y="8854"/>
                      </a:lnTo>
                      <a:lnTo>
                        <a:pt x="24648" y="8938"/>
                      </a:lnTo>
                      <a:cubicBezTo>
                        <a:pt x="24627" y="9021"/>
                        <a:pt x="24607" y="9126"/>
                        <a:pt x="24586" y="9230"/>
                      </a:cubicBezTo>
                      <a:lnTo>
                        <a:pt x="24544" y="9565"/>
                      </a:lnTo>
                      <a:cubicBezTo>
                        <a:pt x="24753" y="9607"/>
                        <a:pt x="24941" y="9649"/>
                        <a:pt x="25151" y="9670"/>
                      </a:cubicBezTo>
                      <a:lnTo>
                        <a:pt x="25402" y="9670"/>
                      </a:lnTo>
                      <a:cubicBezTo>
                        <a:pt x="25443" y="9649"/>
                        <a:pt x="25506" y="9649"/>
                        <a:pt x="25569" y="9649"/>
                      </a:cubicBezTo>
                      <a:cubicBezTo>
                        <a:pt x="25820" y="9607"/>
                        <a:pt x="26029" y="9544"/>
                        <a:pt x="26239" y="9461"/>
                      </a:cubicBezTo>
                      <a:cubicBezTo>
                        <a:pt x="26657" y="9314"/>
                        <a:pt x="27013" y="9105"/>
                        <a:pt x="27348" y="8875"/>
                      </a:cubicBezTo>
                      <a:cubicBezTo>
                        <a:pt x="27975" y="8435"/>
                        <a:pt x="28477" y="7954"/>
                        <a:pt x="28875" y="7557"/>
                      </a:cubicBezTo>
                      <a:cubicBezTo>
                        <a:pt x="29272" y="7138"/>
                        <a:pt x="29565" y="6782"/>
                        <a:pt x="29775" y="6531"/>
                      </a:cubicBezTo>
                      <a:cubicBezTo>
                        <a:pt x="29837" y="6448"/>
                        <a:pt x="29900" y="6364"/>
                        <a:pt x="29942" y="6301"/>
                      </a:cubicBezTo>
                      <a:cubicBezTo>
                        <a:pt x="31365" y="6280"/>
                        <a:pt x="32746" y="6280"/>
                        <a:pt x="34085" y="6280"/>
                      </a:cubicBezTo>
                      <a:cubicBezTo>
                        <a:pt x="33771" y="6489"/>
                        <a:pt x="33457" y="6720"/>
                        <a:pt x="33143" y="7013"/>
                      </a:cubicBezTo>
                      <a:cubicBezTo>
                        <a:pt x="32725" y="7410"/>
                        <a:pt x="32306" y="7891"/>
                        <a:pt x="31972" y="8435"/>
                      </a:cubicBezTo>
                      <a:cubicBezTo>
                        <a:pt x="31804" y="8707"/>
                        <a:pt x="31658" y="9021"/>
                        <a:pt x="31511" y="9335"/>
                      </a:cubicBezTo>
                      <a:cubicBezTo>
                        <a:pt x="31449" y="9482"/>
                        <a:pt x="31407" y="9649"/>
                        <a:pt x="31344" y="9816"/>
                      </a:cubicBezTo>
                      <a:lnTo>
                        <a:pt x="31302" y="9942"/>
                      </a:lnTo>
                      <a:lnTo>
                        <a:pt x="31302" y="10005"/>
                      </a:lnTo>
                      <a:lnTo>
                        <a:pt x="31260" y="10109"/>
                      </a:lnTo>
                      <a:cubicBezTo>
                        <a:pt x="31239" y="10256"/>
                        <a:pt x="31197" y="10402"/>
                        <a:pt x="31177" y="10570"/>
                      </a:cubicBezTo>
                      <a:lnTo>
                        <a:pt x="31114" y="11030"/>
                      </a:lnTo>
                      <a:cubicBezTo>
                        <a:pt x="31407" y="11093"/>
                        <a:pt x="31700" y="11155"/>
                        <a:pt x="31993" y="11176"/>
                      </a:cubicBezTo>
                      <a:lnTo>
                        <a:pt x="32348" y="11176"/>
                      </a:lnTo>
                      <a:cubicBezTo>
                        <a:pt x="32432" y="11155"/>
                        <a:pt x="32516" y="11155"/>
                        <a:pt x="32599" y="11135"/>
                      </a:cubicBezTo>
                      <a:cubicBezTo>
                        <a:pt x="32955" y="11093"/>
                        <a:pt x="33269" y="11009"/>
                        <a:pt x="33583" y="10883"/>
                      </a:cubicBezTo>
                      <a:cubicBezTo>
                        <a:pt x="34190" y="10674"/>
                        <a:pt x="34692" y="10360"/>
                        <a:pt x="35173" y="10047"/>
                      </a:cubicBezTo>
                      <a:cubicBezTo>
                        <a:pt x="36094" y="9398"/>
                        <a:pt x="36805" y="8707"/>
                        <a:pt x="37391" y="8122"/>
                      </a:cubicBezTo>
                      <a:cubicBezTo>
                        <a:pt x="37977" y="7515"/>
                        <a:pt x="38395" y="7013"/>
                        <a:pt x="38688" y="6657"/>
                      </a:cubicBezTo>
                      <a:cubicBezTo>
                        <a:pt x="38814" y="6489"/>
                        <a:pt x="38897" y="6364"/>
                        <a:pt x="38981" y="6259"/>
                      </a:cubicBezTo>
                      <a:cubicBezTo>
                        <a:pt x="40425" y="6238"/>
                        <a:pt x="41806" y="6238"/>
                        <a:pt x="43103" y="6217"/>
                      </a:cubicBezTo>
                      <a:lnTo>
                        <a:pt x="43103" y="6217"/>
                      </a:lnTo>
                      <a:cubicBezTo>
                        <a:pt x="42664" y="6489"/>
                        <a:pt x="42224" y="6824"/>
                        <a:pt x="41806" y="7222"/>
                      </a:cubicBezTo>
                      <a:cubicBezTo>
                        <a:pt x="41241" y="7724"/>
                        <a:pt x="40718" y="8352"/>
                        <a:pt x="40278" y="9063"/>
                      </a:cubicBezTo>
                      <a:cubicBezTo>
                        <a:pt x="40069" y="9419"/>
                        <a:pt x="39860" y="9795"/>
                        <a:pt x="39692" y="10214"/>
                      </a:cubicBezTo>
                      <a:cubicBezTo>
                        <a:pt x="39609" y="10402"/>
                        <a:pt x="39546" y="10611"/>
                        <a:pt x="39462" y="10842"/>
                      </a:cubicBezTo>
                      <a:lnTo>
                        <a:pt x="39420" y="10988"/>
                      </a:lnTo>
                      <a:lnTo>
                        <a:pt x="39400" y="11072"/>
                      </a:lnTo>
                      <a:lnTo>
                        <a:pt x="39379" y="11218"/>
                      </a:lnTo>
                      <a:cubicBezTo>
                        <a:pt x="39316" y="11386"/>
                        <a:pt x="39295" y="11595"/>
                        <a:pt x="39253" y="11804"/>
                      </a:cubicBezTo>
                      <a:lnTo>
                        <a:pt x="39169" y="12411"/>
                      </a:lnTo>
                      <a:cubicBezTo>
                        <a:pt x="39567" y="12474"/>
                        <a:pt x="39923" y="12557"/>
                        <a:pt x="40320" y="12578"/>
                      </a:cubicBezTo>
                      <a:cubicBezTo>
                        <a:pt x="40362" y="12578"/>
                        <a:pt x="40404" y="12599"/>
                        <a:pt x="40467" y="12599"/>
                      </a:cubicBezTo>
                      <a:lnTo>
                        <a:pt x="40592" y="12599"/>
                      </a:lnTo>
                      <a:cubicBezTo>
                        <a:pt x="40655" y="12599"/>
                        <a:pt x="40697" y="12578"/>
                        <a:pt x="40760" y="12578"/>
                      </a:cubicBezTo>
                      <a:cubicBezTo>
                        <a:pt x="40885" y="12578"/>
                        <a:pt x="40990" y="12557"/>
                        <a:pt x="41094" y="12557"/>
                      </a:cubicBezTo>
                      <a:cubicBezTo>
                        <a:pt x="41555" y="12495"/>
                        <a:pt x="41952" y="12369"/>
                        <a:pt x="42350" y="12223"/>
                      </a:cubicBezTo>
                      <a:cubicBezTo>
                        <a:pt x="43124" y="11930"/>
                        <a:pt x="43793" y="11532"/>
                        <a:pt x="44400" y="11135"/>
                      </a:cubicBezTo>
                      <a:cubicBezTo>
                        <a:pt x="45593" y="10298"/>
                        <a:pt x="46514" y="9398"/>
                        <a:pt x="47267" y="8645"/>
                      </a:cubicBezTo>
                      <a:cubicBezTo>
                        <a:pt x="48020" y="7870"/>
                        <a:pt x="48564" y="7222"/>
                        <a:pt x="48941" y="6761"/>
                      </a:cubicBezTo>
                      <a:cubicBezTo>
                        <a:pt x="49171" y="6469"/>
                        <a:pt x="49317" y="6259"/>
                        <a:pt x="49380" y="6113"/>
                      </a:cubicBezTo>
                      <a:cubicBezTo>
                        <a:pt x="52853" y="6050"/>
                        <a:pt x="54904" y="5945"/>
                        <a:pt x="54904" y="5841"/>
                      </a:cubicBezTo>
                      <a:cubicBezTo>
                        <a:pt x="54904" y="5736"/>
                        <a:pt x="52644" y="5653"/>
                        <a:pt x="48878" y="5569"/>
                      </a:cubicBezTo>
                      <a:cubicBezTo>
                        <a:pt x="48857" y="5569"/>
                        <a:pt x="48836" y="5569"/>
                        <a:pt x="48836" y="5548"/>
                      </a:cubicBezTo>
                      <a:cubicBezTo>
                        <a:pt x="48271" y="5360"/>
                        <a:pt x="47434" y="5129"/>
                        <a:pt x="46430" y="4837"/>
                      </a:cubicBezTo>
                      <a:cubicBezTo>
                        <a:pt x="45446" y="4523"/>
                        <a:pt x="44254" y="4146"/>
                        <a:pt x="43019" y="3581"/>
                      </a:cubicBezTo>
                      <a:cubicBezTo>
                        <a:pt x="42413" y="3309"/>
                        <a:pt x="41806" y="2974"/>
                        <a:pt x="41241" y="2556"/>
                      </a:cubicBezTo>
                      <a:cubicBezTo>
                        <a:pt x="40969" y="2326"/>
                        <a:pt x="40718" y="2096"/>
                        <a:pt x="40488" y="1844"/>
                      </a:cubicBezTo>
                      <a:cubicBezTo>
                        <a:pt x="40446" y="1782"/>
                        <a:pt x="40383" y="1698"/>
                        <a:pt x="40341" y="1635"/>
                      </a:cubicBezTo>
                      <a:cubicBezTo>
                        <a:pt x="40320" y="1593"/>
                        <a:pt x="40278" y="1572"/>
                        <a:pt x="40257" y="1531"/>
                      </a:cubicBezTo>
                      <a:cubicBezTo>
                        <a:pt x="40257" y="1510"/>
                        <a:pt x="40257" y="1510"/>
                        <a:pt x="40257" y="1510"/>
                      </a:cubicBezTo>
                      <a:lnTo>
                        <a:pt x="40278" y="1510"/>
                      </a:lnTo>
                      <a:lnTo>
                        <a:pt x="40488" y="1447"/>
                      </a:lnTo>
                      <a:cubicBezTo>
                        <a:pt x="40655" y="1384"/>
                        <a:pt x="40843" y="1342"/>
                        <a:pt x="41011" y="1300"/>
                      </a:cubicBezTo>
                      <a:cubicBezTo>
                        <a:pt x="41387" y="1238"/>
                        <a:pt x="41743" y="1196"/>
                        <a:pt x="42120" y="1175"/>
                      </a:cubicBezTo>
                      <a:cubicBezTo>
                        <a:pt x="42246" y="1167"/>
                        <a:pt x="42372" y="1164"/>
                        <a:pt x="42497" y="1164"/>
                      </a:cubicBezTo>
                      <a:cubicBezTo>
                        <a:pt x="43082" y="1164"/>
                        <a:pt x="43661" y="1239"/>
                        <a:pt x="44212" y="1342"/>
                      </a:cubicBezTo>
                      <a:cubicBezTo>
                        <a:pt x="45530" y="1614"/>
                        <a:pt x="46660" y="2158"/>
                        <a:pt x="47434" y="2786"/>
                      </a:cubicBezTo>
                      <a:cubicBezTo>
                        <a:pt x="48229" y="3414"/>
                        <a:pt x="48690" y="4125"/>
                        <a:pt x="48941" y="4648"/>
                      </a:cubicBezTo>
                      <a:cubicBezTo>
                        <a:pt x="49205" y="5156"/>
                        <a:pt x="49291" y="5486"/>
                        <a:pt x="49373" y="5486"/>
                      </a:cubicBezTo>
                      <a:cubicBezTo>
                        <a:pt x="49375" y="5486"/>
                        <a:pt x="49378" y="5486"/>
                        <a:pt x="49380" y="5485"/>
                      </a:cubicBezTo>
                      <a:cubicBezTo>
                        <a:pt x="49464" y="5485"/>
                        <a:pt x="49527" y="5129"/>
                        <a:pt x="49380" y="4502"/>
                      </a:cubicBezTo>
                      <a:cubicBezTo>
                        <a:pt x="49255" y="3874"/>
                        <a:pt x="48836" y="2974"/>
                        <a:pt x="47999" y="2158"/>
                      </a:cubicBezTo>
                      <a:cubicBezTo>
                        <a:pt x="47162" y="1342"/>
                        <a:pt x="45928" y="652"/>
                        <a:pt x="44442" y="275"/>
                      </a:cubicBezTo>
                      <a:cubicBezTo>
                        <a:pt x="43772" y="103"/>
                        <a:pt x="43049" y="1"/>
                        <a:pt x="42289" y="1"/>
                      </a:cubicBezTo>
                      <a:close/>
                    </a:path>
                  </a:pathLst>
                </a:custGeom>
                <a:solidFill>
                  <a:srgbClr val="D8C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8" name="Google Shape;178;p5"/>
              <p:cNvGrpSpPr/>
              <p:nvPr/>
            </p:nvGrpSpPr>
            <p:grpSpPr>
              <a:xfrm rot="-5400000" flipH="1">
                <a:off x="-369116" y="3988714"/>
                <a:ext cx="1372600" cy="315000"/>
                <a:chOff x="2359200" y="702550"/>
                <a:chExt cx="1372600" cy="315000"/>
              </a:xfrm>
            </p:grpSpPr>
            <p:sp>
              <p:nvSpPr>
                <p:cNvPr id="179" name="Google Shape;179;p5"/>
                <p:cNvSpPr/>
                <p:nvPr/>
              </p:nvSpPr>
              <p:spPr>
                <a:xfrm>
                  <a:off x="3365625" y="740275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D8C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" name="Google Shape;180;p5"/>
                <p:cNvSpPr/>
                <p:nvPr/>
              </p:nvSpPr>
              <p:spPr>
                <a:xfrm>
                  <a:off x="3163700" y="958925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1" y="1"/>
                      </a:moveTo>
                      <a:lnTo>
                        <a:pt x="1" y="1"/>
                      </a:lnTo>
                      <a:cubicBezTo>
                        <a:pt x="1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D8C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" name="Google Shape;181;p5"/>
                <p:cNvSpPr/>
                <p:nvPr/>
              </p:nvSpPr>
              <p:spPr>
                <a:xfrm>
                  <a:off x="2359200" y="702550"/>
                  <a:ext cx="1372600" cy="31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04" h="12600" extrusionOk="0">
                      <a:moveTo>
                        <a:pt x="26322" y="3555"/>
                      </a:moveTo>
                      <a:cubicBezTo>
                        <a:pt x="26643" y="3555"/>
                        <a:pt x="26950" y="3592"/>
                        <a:pt x="27243" y="3644"/>
                      </a:cubicBezTo>
                      <a:cubicBezTo>
                        <a:pt x="27933" y="3790"/>
                        <a:pt x="28540" y="4083"/>
                        <a:pt x="28959" y="4418"/>
                      </a:cubicBezTo>
                      <a:cubicBezTo>
                        <a:pt x="29377" y="4753"/>
                        <a:pt x="29628" y="5129"/>
                        <a:pt x="29754" y="5401"/>
                      </a:cubicBezTo>
                      <a:lnTo>
                        <a:pt x="28080" y="5401"/>
                      </a:lnTo>
                      <a:cubicBezTo>
                        <a:pt x="27620" y="5255"/>
                        <a:pt x="27117" y="5088"/>
                        <a:pt x="26594" y="4857"/>
                      </a:cubicBezTo>
                      <a:cubicBezTo>
                        <a:pt x="26280" y="4690"/>
                        <a:pt x="25946" y="4523"/>
                        <a:pt x="25653" y="4293"/>
                      </a:cubicBezTo>
                      <a:cubicBezTo>
                        <a:pt x="25506" y="4188"/>
                        <a:pt x="25360" y="4062"/>
                        <a:pt x="25255" y="3916"/>
                      </a:cubicBezTo>
                      <a:cubicBezTo>
                        <a:pt x="25213" y="3874"/>
                        <a:pt x="25192" y="3832"/>
                        <a:pt x="25171" y="3811"/>
                      </a:cubicBezTo>
                      <a:cubicBezTo>
                        <a:pt x="25151" y="3790"/>
                        <a:pt x="25130" y="3769"/>
                        <a:pt x="25130" y="3748"/>
                      </a:cubicBezTo>
                      <a:cubicBezTo>
                        <a:pt x="25130" y="3748"/>
                        <a:pt x="25109" y="3748"/>
                        <a:pt x="25130" y="3728"/>
                      </a:cubicBezTo>
                      <a:lnTo>
                        <a:pt x="25234" y="3707"/>
                      </a:lnTo>
                      <a:cubicBezTo>
                        <a:pt x="25339" y="3665"/>
                        <a:pt x="25423" y="3644"/>
                        <a:pt x="25527" y="3623"/>
                      </a:cubicBezTo>
                      <a:cubicBezTo>
                        <a:pt x="25715" y="3581"/>
                        <a:pt x="25925" y="3560"/>
                        <a:pt x="26113" y="3560"/>
                      </a:cubicBezTo>
                      <a:cubicBezTo>
                        <a:pt x="26183" y="3556"/>
                        <a:pt x="26253" y="3555"/>
                        <a:pt x="26322" y="3555"/>
                      </a:cubicBezTo>
                      <a:close/>
                      <a:moveTo>
                        <a:pt x="18915" y="4167"/>
                      </a:moveTo>
                      <a:cubicBezTo>
                        <a:pt x="19208" y="4167"/>
                        <a:pt x="19501" y="4188"/>
                        <a:pt x="19773" y="4251"/>
                      </a:cubicBezTo>
                      <a:cubicBezTo>
                        <a:pt x="20338" y="4355"/>
                        <a:pt x="20798" y="4585"/>
                        <a:pt x="21133" y="4837"/>
                      </a:cubicBezTo>
                      <a:cubicBezTo>
                        <a:pt x="21363" y="5025"/>
                        <a:pt x="21531" y="5234"/>
                        <a:pt x="21635" y="5401"/>
                      </a:cubicBezTo>
                      <a:cubicBezTo>
                        <a:pt x="21050" y="5422"/>
                        <a:pt x="20464" y="5422"/>
                        <a:pt x="19899" y="5422"/>
                      </a:cubicBezTo>
                      <a:cubicBezTo>
                        <a:pt x="19689" y="5339"/>
                        <a:pt x="19501" y="5276"/>
                        <a:pt x="19292" y="5171"/>
                      </a:cubicBezTo>
                      <a:cubicBezTo>
                        <a:pt x="19041" y="5067"/>
                        <a:pt x="18790" y="4920"/>
                        <a:pt x="18560" y="4753"/>
                      </a:cubicBezTo>
                      <a:cubicBezTo>
                        <a:pt x="18434" y="4648"/>
                        <a:pt x="18329" y="4565"/>
                        <a:pt x="18246" y="4439"/>
                      </a:cubicBezTo>
                      <a:cubicBezTo>
                        <a:pt x="18225" y="4418"/>
                        <a:pt x="18204" y="4397"/>
                        <a:pt x="18183" y="4355"/>
                      </a:cubicBezTo>
                      <a:cubicBezTo>
                        <a:pt x="18162" y="4355"/>
                        <a:pt x="18162" y="4334"/>
                        <a:pt x="18141" y="4313"/>
                      </a:cubicBezTo>
                      <a:lnTo>
                        <a:pt x="18246" y="4293"/>
                      </a:lnTo>
                      <a:cubicBezTo>
                        <a:pt x="18309" y="4272"/>
                        <a:pt x="18392" y="4251"/>
                        <a:pt x="18455" y="4230"/>
                      </a:cubicBezTo>
                      <a:cubicBezTo>
                        <a:pt x="18601" y="4188"/>
                        <a:pt x="18769" y="4188"/>
                        <a:pt x="18915" y="4167"/>
                      </a:cubicBezTo>
                      <a:close/>
                      <a:moveTo>
                        <a:pt x="33675" y="2320"/>
                      </a:moveTo>
                      <a:cubicBezTo>
                        <a:pt x="34140" y="2320"/>
                        <a:pt x="34591" y="2364"/>
                        <a:pt x="35026" y="2451"/>
                      </a:cubicBezTo>
                      <a:cubicBezTo>
                        <a:pt x="36052" y="2660"/>
                        <a:pt x="36910" y="3100"/>
                        <a:pt x="37516" y="3581"/>
                      </a:cubicBezTo>
                      <a:cubicBezTo>
                        <a:pt x="38144" y="4062"/>
                        <a:pt x="38500" y="4627"/>
                        <a:pt x="38688" y="5025"/>
                      </a:cubicBezTo>
                      <a:cubicBezTo>
                        <a:pt x="38772" y="5192"/>
                        <a:pt x="38835" y="5339"/>
                        <a:pt x="38876" y="5443"/>
                      </a:cubicBezTo>
                      <a:lnTo>
                        <a:pt x="37663" y="5443"/>
                      </a:lnTo>
                      <a:cubicBezTo>
                        <a:pt x="37391" y="5360"/>
                        <a:pt x="37077" y="5255"/>
                        <a:pt x="36742" y="5150"/>
                      </a:cubicBezTo>
                      <a:cubicBezTo>
                        <a:pt x="35968" y="4920"/>
                        <a:pt x="35047" y="4627"/>
                        <a:pt x="34106" y="4209"/>
                      </a:cubicBezTo>
                      <a:cubicBezTo>
                        <a:pt x="33625" y="3979"/>
                        <a:pt x="33143" y="3728"/>
                        <a:pt x="32725" y="3393"/>
                      </a:cubicBezTo>
                      <a:cubicBezTo>
                        <a:pt x="32516" y="3225"/>
                        <a:pt x="32306" y="3037"/>
                        <a:pt x="32139" y="2849"/>
                      </a:cubicBezTo>
                      <a:cubicBezTo>
                        <a:pt x="32097" y="2786"/>
                        <a:pt x="32055" y="2744"/>
                        <a:pt x="32013" y="2681"/>
                      </a:cubicBezTo>
                      <a:cubicBezTo>
                        <a:pt x="31993" y="2660"/>
                        <a:pt x="31972" y="2640"/>
                        <a:pt x="31972" y="2598"/>
                      </a:cubicBezTo>
                      <a:cubicBezTo>
                        <a:pt x="31966" y="2592"/>
                        <a:pt x="31962" y="2590"/>
                        <a:pt x="31960" y="2589"/>
                      </a:cubicBezTo>
                      <a:lnTo>
                        <a:pt x="31960" y="2589"/>
                      </a:lnTo>
                      <a:cubicBezTo>
                        <a:pt x="31962" y="2586"/>
                        <a:pt x="31966" y="2582"/>
                        <a:pt x="31972" y="2577"/>
                      </a:cubicBezTo>
                      <a:lnTo>
                        <a:pt x="32118" y="2535"/>
                      </a:lnTo>
                      <a:cubicBezTo>
                        <a:pt x="32265" y="2493"/>
                        <a:pt x="32411" y="2451"/>
                        <a:pt x="32537" y="2430"/>
                      </a:cubicBezTo>
                      <a:cubicBezTo>
                        <a:pt x="32830" y="2368"/>
                        <a:pt x="33102" y="2347"/>
                        <a:pt x="33394" y="2326"/>
                      </a:cubicBezTo>
                      <a:cubicBezTo>
                        <a:pt x="33489" y="2322"/>
                        <a:pt x="33582" y="2320"/>
                        <a:pt x="33675" y="2320"/>
                      </a:cubicBezTo>
                      <a:close/>
                      <a:moveTo>
                        <a:pt x="12659" y="4481"/>
                      </a:moveTo>
                      <a:cubicBezTo>
                        <a:pt x="12910" y="4481"/>
                        <a:pt x="13161" y="4502"/>
                        <a:pt x="13391" y="4544"/>
                      </a:cubicBezTo>
                      <a:cubicBezTo>
                        <a:pt x="13873" y="4627"/>
                        <a:pt x="14270" y="4837"/>
                        <a:pt x="14542" y="5046"/>
                      </a:cubicBezTo>
                      <a:cubicBezTo>
                        <a:pt x="14710" y="5192"/>
                        <a:pt x="14835" y="5318"/>
                        <a:pt x="14919" y="5443"/>
                      </a:cubicBezTo>
                      <a:cubicBezTo>
                        <a:pt x="14375" y="5464"/>
                        <a:pt x="13810" y="5464"/>
                        <a:pt x="13287" y="5464"/>
                      </a:cubicBezTo>
                      <a:cubicBezTo>
                        <a:pt x="13182" y="5422"/>
                        <a:pt x="13078" y="5381"/>
                        <a:pt x="12994" y="5339"/>
                      </a:cubicBezTo>
                      <a:cubicBezTo>
                        <a:pt x="12764" y="5234"/>
                        <a:pt x="12555" y="5109"/>
                        <a:pt x="12345" y="4962"/>
                      </a:cubicBezTo>
                      <a:cubicBezTo>
                        <a:pt x="12262" y="4899"/>
                        <a:pt x="12157" y="4816"/>
                        <a:pt x="12094" y="4711"/>
                      </a:cubicBezTo>
                      <a:cubicBezTo>
                        <a:pt x="12073" y="4690"/>
                        <a:pt x="12052" y="4669"/>
                        <a:pt x="12031" y="4648"/>
                      </a:cubicBezTo>
                      <a:cubicBezTo>
                        <a:pt x="12031" y="4627"/>
                        <a:pt x="12011" y="4627"/>
                        <a:pt x="12011" y="4606"/>
                      </a:cubicBezTo>
                      <a:lnTo>
                        <a:pt x="12073" y="4585"/>
                      </a:lnTo>
                      <a:cubicBezTo>
                        <a:pt x="12136" y="4565"/>
                        <a:pt x="12199" y="4544"/>
                        <a:pt x="12262" y="4523"/>
                      </a:cubicBezTo>
                      <a:cubicBezTo>
                        <a:pt x="12408" y="4502"/>
                        <a:pt x="12534" y="4481"/>
                        <a:pt x="12659" y="4481"/>
                      </a:cubicBezTo>
                      <a:close/>
                      <a:moveTo>
                        <a:pt x="15107" y="6238"/>
                      </a:moveTo>
                      <a:cubicBezTo>
                        <a:pt x="15065" y="6280"/>
                        <a:pt x="15024" y="6301"/>
                        <a:pt x="14961" y="6343"/>
                      </a:cubicBezTo>
                      <a:cubicBezTo>
                        <a:pt x="14793" y="6469"/>
                        <a:pt x="14563" y="6678"/>
                        <a:pt x="14291" y="6908"/>
                      </a:cubicBezTo>
                      <a:cubicBezTo>
                        <a:pt x="13998" y="7159"/>
                        <a:pt x="13663" y="7431"/>
                        <a:pt x="13266" y="7682"/>
                      </a:cubicBezTo>
                      <a:cubicBezTo>
                        <a:pt x="13057" y="7808"/>
                        <a:pt x="12827" y="7933"/>
                        <a:pt x="12596" y="8017"/>
                      </a:cubicBezTo>
                      <a:cubicBezTo>
                        <a:pt x="12492" y="8059"/>
                        <a:pt x="12366" y="8080"/>
                        <a:pt x="12241" y="8101"/>
                      </a:cubicBezTo>
                      <a:lnTo>
                        <a:pt x="12157" y="8101"/>
                      </a:lnTo>
                      <a:cubicBezTo>
                        <a:pt x="12143" y="8101"/>
                        <a:pt x="12138" y="8110"/>
                        <a:pt x="12131" y="8110"/>
                      </a:cubicBezTo>
                      <a:cubicBezTo>
                        <a:pt x="12127" y="8110"/>
                        <a:pt x="12122" y="8108"/>
                        <a:pt x="12115" y="8101"/>
                      </a:cubicBezTo>
                      <a:lnTo>
                        <a:pt x="12136" y="8038"/>
                      </a:lnTo>
                      <a:cubicBezTo>
                        <a:pt x="12136" y="7975"/>
                        <a:pt x="12157" y="7912"/>
                        <a:pt x="12199" y="7850"/>
                      </a:cubicBezTo>
                      <a:cubicBezTo>
                        <a:pt x="12241" y="7724"/>
                        <a:pt x="12303" y="7598"/>
                        <a:pt x="12366" y="7494"/>
                      </a:cubicBezTo>
                      <a:cubicBezTo>
                        <a:pt x="12492" y="7264"/>
                        <a:pt x="12659" y="7075"/>
                        <a:pt x="12827" y="6908"/>
                      </a:cubicBezTo>
                      <a:cubicBezTo>
                        <a:pt x="13140" y="6573"/>
                        <a:pt x="13517" y="6343"/>
                        <a:pt x="13852" y="6238"/>
                      </a:cubicBezTo>
                      <a:close/>
                      <a:moveTo>
                        <a:pt x="21698" y="6280"/>
                      </a:moveTo>
                      <a:cubicBezTo>
                        <a:pt x="21677" y="6301"/>
                        <a:pt x="21635" y="6322"/>
                        <a:pt x="21614" y="6364"/>
                      </a:cubicBezTo>
                      <a:cubicBezTo>
                        <a:pt x="21426" y="6510"/>
                        <a:pt x="21154" y="6741"/>
                        <a:pt x="20819" y="7013"/>
                      </a:cubicBezTo>
                      <a:cubicBezTo>
                        <a:pt x="20485" y="7306"/>
                        <a:pt x="20087" y="7619"/>
                        <a:pt x="19606" y="7933"/>
                      </a:cubicBezTo>
                      <a:cubicBezTo>
                        <a:pt x="19376" y="8080"/>
                        <a:pt x="19125" y="8205"/>
                        <a:pt x="18853" y="8310"/>
                      </a:cubicBezTo>
                      <a:cubicBezTo>
                        <a:pt x="18706" y="8352"/>
                        <a:pt x="18581" y="8394"/>
                        <a:pt x="18434" y="8414"/>
                      </a:cubicBezTo>
                      <a:lnTo>
                        <a:pt x="18267" y="8414"/>
                      </a:lnTo>
                      <a:lnTo>
                        <a:pt x="18288" y="8331"/>
                      </a:lnTo>
                      <a:cubicBezTo>
                        <a:pt x="18309" y="8247"/>
                        <a:pt x="18329" y="8184"/>
                        <a:pt x="18371" y="8101"/>
                      </a:cubicBezTo>
                      <a:cubicBezTo>
                        <a:pt x="18434" y="7954"/>
                        <a:pt x="18497" y="7829"/>
                        <a:pt x="18560" y="7703"/>
                      </a:cubicBezTo>
                      <a:cubicBezTo>
                        <a:pt x="18727" y="7431"/>
                        <a:pt x="18915" y="7201"/>
                        <a:pt x="19104" y="7013"/>
                      </a:cubicBezTo>
                      <a:cubicBezTo>
                        <a:pt x="19438" y="6657"/>
                        <a:pt x="19815" y="6427"/>
                        <a:pt x="20171" y="6280"/>
                      </a:cubicBezTo>
                      <a:close/>
                      <a:moveTo>
                        <a:pt x="29691" y="6301"/>
                      </a:moveTo>
                      <a:cubicBezTo>
                        <a:pt x="29670" y="6322"/>
                        <a:pt x="29628" y="6343"/>
                        <a:pt x="29586" y="6364"/>
                      </a:cubicBezTo>
                      <a:cubicBezTo>
                        <a:pt x="29335" y="6573"/>
                        <a:pt x="29000" y="6866"/>
                        <a:pt x="28561" y="7222"/>
                      </a:cubicBezTo>
                      <a:cubicBezTo>
                        <a:pt x="28143" y="7578"/>
                        <a:pt x="27620" y="8017"/>
                        <a:pt x="27013" y="8394"/>
                      </a:cubicBezTo>
                      <a:cubicBezTo>
                        <a:pt x="26720" y="8582"/>
                        <a:pt x="26385" y="8770"/>
                        <a:pt x="26029" y="8896"/>
                      </a:cubicBezTo>
                      <a:cubicBezTo>
                        <a:pt x="25862" y="8958"/>
                        <a:pt x="25674" y="9000"/>
                        <a:pt x="25485" y="9021"/>
                      </a:cubicBezTo>
                      <a:lnTo>
                        <a:pt x="25276" y="9021"/>
                      </a:lnTo>
                      <a:lnTo>
                        <a:pt x="25318" y="8917"/>
                      </a:lnTo>
                      <a:cubicBezTo>
                        <a:pt x="25339" y="8812"/>
                        <a:pt x="25381" y="8728"/>
                        <a:pt x="25402" y="8624"/>
                      </a:cubicBezTo>
                      <a:cubicBezTo>
                        <a:pt x="25485" y="8435"/>
                        <a:pt x="25569" y="8268"/>
                        <a:pt x="25674" y="8101"/>
                      </a:cubicBezTo>
                      <a:cubicBezTo>
                        <a:pt x="25862" y="7766"/>
                        <a:pt x="26113" y="7473"/>
                        <a:pt x="26364" y="7201"/>
                      </a:cubicBezTo>
                      <a:cubicBezTo>
                        <a:pt x="26783" y="6782"/>
                        <a:pt x="27243" y="6489"/>
                        <a:pt x="27661" y="6301"/>
                      </a:cubicBezTo>
                      <a:close/>
                      <a:moveTo>
                        <a:pt x="38625" y="6259"/>
                      </a:moveTo>
                      <a:cubicBezTo>
                        <a:pt x="38563" y="6301"/>
                        <a:pt x="38500" y="6343"/>
                        <a:pt x="38437" y="6406"/>
                      </a:cubicBezTo>
                      <a:cubicBezTo>
                        <a:pt x="38060" y="6678"/>
                        <a:pt x="37579" y="7117"/>
                        <a:pt x="36951" y="7640"/>
                      </a:cubicBezTo>
                      <a:cubicBezTo>
                        <a:pt x="36324" y="8163"/>
                        <a:pt x="35591" y="8770"/>
                        <a:pt x="34713" y="9335"/>
                      </a:cubicBezTo>
                      <a:cubicBezTo>
                        <a:pt x="34252" y="9607"/>
                        <a:pt x="33792" y="9879"/>
                        <a:pt x="33269" y="10047"/>
                      </a:cubicBezTo>
                      <a:cubicBezTo>
                        <a:pt x="33018" y="10130"/>
                        <a:pt x="32746" y="10214"/>
                        <a:pt x="32495" y="10235"/>
                      </a:cubicBezTo>
                      <a:cubicBezTo>
                        <a:pt x="32432" y="10235"/>
                        <a:pt x="32369" y="10256"/>
                        <a:pt x="32306" y="10256"/>
                      </a:cubicBezTo>
                      <a:lnTo>
                        <a:pt x="32181" y="10256"/>
                      </a:lnTo>
                      <a:cubicBezTo>
                        <a:pt x="32181" y="10256"/>
                        <a:pt x="32181" y="10256"/>
                        <a:pt x="32181" y="10235"/>
                      </a:cubicBezTo>
                      <a:lnTo>
                        <a:pt x="32223" y="10088"/>
                      </a:lnTo>
                      <a:cubicBezTo>
                        <a:pt x="32265" y="9942"/>
                        <a:pt x="32327" y="9795"/>
                        <a:pt x="32369" y="9670"/>
                      </a:cubicBezTo>
                      <a:cubicBezTo>
                        <a:pt x="32474" y="9398"/>
                        <a:pt x="32599" y="9147"/>
                        <a:pt x="32746" y="8917"/>
                      </a:cubicBezTo>
                      <a:cubicBezTo>
                        <a:pt x="33039" y="8414"/>
                        <a:pt x="33374" y="7996"/>
                        <a:pt x="33750" y="7619"/>
                      </a:cubicBezTo>
                      <a:cubicBezTo>
                        <a:pt x="34357" y="6992"/>
                        <a:pt x="35047" y="6552"/>
                        <a:pt x="35675" y="6280"/>
                      </a:cubicBezTo>
                      <a:cubicBezTo>
                        <a:pt x="36700" y="6259"/>
                        <a:pt x="37663" y="6259"/>
                        <a:pt x="38625" y="6259"/>
                      </a:cubicBezTo>
                      <a:close/>
                      <a:moveTo>
                        <a:pt x="49024" y="6134"/>
                      </a:moveTo>
                      <a:lnTo>
                        <a:pt x="49024" y="6134"/>
                      </a:lnTo>
                      <a:cubicBezTo>
                        <a:pt x="48920" y="6197"/>
                        <a:pt x="48773" y="6301"/>
                        <a:pt x="48606" y="6427"/>
                      </a:cubicBezTo>
                      <a:cubicBezTo>
                        <a:pt x="48146" y="6803"/>
                        <a:pt x="47497" y="7368"/>
                        <a:pt x="46702" y="8038"/>
                      </a:cubicBezTo>
                      <a:cubicBezTo>
                        <a:pt x="45907" y="8707"/>
                        <a:pt x="44944" y="9502"/>
                        <a:pt x="43793" y="10214"/>
                      </a:cubicBezTo>
                      <a:cubicBezTo>
                        <a:pt x="43229" y="10570"/>
                        <a:pt x="42622" y="10904"/>
                        <a:pt x="41952" y="11135"/>
                      </a:cubicBezTo>
                      <a:cubicBezTo>
                        <a:pt x="41617" y="11260"/>
                        <a:pt x="41283" y="11344"/>
                        <a:pt x="40948" y="11386"/>
                      </a:cubicBezTo>
                      <a:cubicBezTo>
                        <a:pt x="40864" y="11386"/>
                        <a:pt x="40780" y="11407"/>
                        <a:pt x="40697" y="11407"/>
                      </a:cubicBezTo>
                      <a:lnTo>
                        <a:pt x="40550" y="11407"/>
                      </a:lnTo>
                      <a:cubicBezTo>
                        <a:pt x="40550" y="11407"/>
                        <a:pt x="40550" y="11407"/>
                        <a:pt x="40550" y="11386"/>
                      </a:cubicBezTo>
                      <a:lnTo>
                        <a:pt x="40613" y="11176"/>
                      </a:lnTo>
                      <a:cubicBezTo>
                        <a:pt x="40655" y="10988"/>
                        <a:pt x="40718" y="10821"/>
                        <a:pt x="40801" y="10653"/>
                      </a:cubicBezTo>
                      <a:cubicBezTo>
                        <a:pt x="40927" y="10319"/>
                        <a:pt x="41094" y="9984"/>
                        <a:pt x="41283" y="9670"/>
                      </a:cubicBezTo>
                      <a:cubicBezTo>
                        <a:pt x="41638" y="9042"/>
                        <a:pt x="42099" y="8477"/>
                        <a:pt x="42559" y="7996"/>
                      </a:cubicBezTo>
                      <a:cubicBezTo>
                        <a:pt x="43417" y="7138"/>
                        <a:pt x="44379" y="6531"/>
                        <a:pt x="45258" y="6197"/>
                      </a:cubicBezTo>
                      <a:cubicBezTo>
                        <a:pt x="46639" y="6176"/>
                        <a:pt x="47895" y="6155"/>
                        <a:pt x="49024" y="6134"/>
                      </a:cubicBezTo>
                      <a:close/>
                      <a:moveTo>
                        <a:pt x="42289" y="1"/>
                      </a:moveTo>
                      <a:cubicBezTo>
                        <a:pt x="42219" y="1"/>
                        <a:pt x="42148" y="1"/>
                        <a:pt x="42078" y="3"/>
                      </a:cubicBezTo>
                      <a:cubicBezTo>
                        <a:pt x="41638" y="24"/>
                        <a:pt x="41220" y="66"/>
                        <a:pt x="40801" y="150"/>
                      </a:cubicBezTo>
                      <a:cubicBezTo>
                        <a:pt x="40571" y="191"/>
                        <a:pt x="40362" y="233"/>
                        <a:pt x="40153" y="296"/>
                      </a:cubicBezTo>
                      <a:lnTo>
                        <a:pt x="39985" y="359"/>
                      </a:lnTo>
                      <a:lnTo>
                        <a:pt x="39902" y="380"/>
                      </a:lnTo>
                      <a:lnTo>
                        <a:pt x="39776" y="422"/>
                      </a:lnTo>
                      <a:cubicBezTo>
                        <a:pt x="39588" y="484"/>
                        <a:pt x="39400" y="568"/>
                        <a:pt x="39211" y="652"/>
                      </a:cubicBezTo>
                      <a:lnTo>
                        <a:pt x="38646" y="903"/>
                      </a:lnTo>
                      <a:cubicBezTo>
                        <a:pt x="38814" y="1280"/>
                        <a:pt x="38939" y="1614"/>
                        <a:pt x="39148" y="1970"/>
                      </a:cubicBezTo>
                      <a:cubicBezTo>
                        <a:pt x="39169" y="2012"/>
                        <a:pt x="39190" y="2054"/>
                        <a:pt x="39211" y="2096"/>
                      </a:cubicBezTo>
                      <a:lnTo>
                        <a:pt x="39274" y="2200"/>
                      </a:lnTo>
                      <a:cubicBezTo>
                        <a:pt x="39316" y="2242"/>
                        <a:pt x="39358" y="2284"/>
                        <a:pt x="39379" y="2347"/>
                      </a:cubicBezTo>
                      <a:cubicBezTo>
                        <a:pt x="39441" y="2430"/>
                        <a:pt x="39525" y="2514"/>
                        <a:pt x="39588" y="2598"/>
                      </a:cubicBezTo>
                      <a:cubicBezTo>
                        <a:pt x="39881" y="2953"/>
                        <a:pt x="40216" y="3225"/>
                        <a:pt x="40550" y="3476"/>
                      </a:cubicBezTo>
                      <a:cubicBezTo>
                        <a:pt x="41220" y="3958"/>
                        <a:pt x="41910" y="4313"/>
                        <a:pt x="42580" y="4585"/>
                      </a:cubicBezTo>
                      <a:cubicBezTo>
                        <a:pt x="43438" y="4941"/>
                        <a:pt x="44254" y="5171"/>
                        <a:pt x="44986" y="5360"/>
                      </a:cubicBezTo>
                      <a:cubicBezTo>
                        <a:pt x="44840" y="5401"/>
                        <a:pt x="44693" y="5443"/>
                        <a:pt x="44547" y="5506"/>
                      </a:cubicBezTo>
                      <a:cubicBezTo>
                        <a:pt x="42894" y="5485"/>
                        <a:pt x="41052" y="5464"/>
                        <a:pt x="39086" y="5443"/>
                      </a:cubicBezTo>
                      <a:cubicBezTo>
                        <a:pt x="39107" y="5318"/>
                        <a:pt x="39086" y="5129"/>
                        <a:pt x="39023" y="4899"/>
                      </a:cubicBezTo>
                      <a:cubicBezTo>
                        <a:pt x="38918" y="4418"/>
                        <a:pt x="38604" y="3728"/>
                        <a:pt x="37956" y="3100"/>
                      </a:cubicBezTo>
                      <a:cubicBezTo>
                        <a:pt x="37307" y="2472"/>
                        <a:pt x="36345" y="1907"/>
                        <a:pt x="35215" y="1635"/>
                      </a:cubicBezTo>
                      <a:cubicBezTo>
                        <a:pt x="34689" y="1504"/>
                        <a:pt x="34129" y="1423"/>
                        <a:pt x="33551" y="1423"/>
                      </a:cubicBezTo>
                      <a:cubicBezTo>
                        <a:pt x="33485" y="1423"/>
                        <a:pt x="33419" y="1424"/>
                        <a:pt x="33353" y="1426"/>
                      </a:cubicBezTo>
                      <a:cubicBezTo>
                        <a:pt x="33039" y="1426"/>
                        <a:pt x="32704" y="1468"/>
                        <a:pt x="32369" y="1531"/>
                      </a:cubicBezTo>
                      <a:cubicBezTo>
                        <a:pt x="32202" y="1572"/>
                        <a:pt x="32034" y="1593"/>
                        <a:pt x="31867" y="1656"/>
                      </a:cubicBezTo>
                      <a:lnTo>
                        <a:pt x="31741" y="1698"/>
                      </a:lnTo>
                      <a:lnTo>
                        <a:pt x="31679" y="1719"/>
                      </a:lnTo>
                      <a:lnTo>
                        <a:pt x="31574" y="1740"/>
                      </a:lnTo>
                      <a:cubicBezTo>
                        <a:pt x="31449" y="1782"/>
                        <a:pt x="31302" y="1865"/>
                        <a:pt x="31156" y="1928"/>
                      </a:cubicBezTo>
                      <a:lnTo>
                        <a:pt x="30716" y="2116"/>
                      </a:lnTo>
                      <a:cubicBezTo>
                        <a:pt x="30842" y="2409"/>
                        <a:pt x="30925" y="2681"/>
                        <a:pt x="31093" y="2932"/>
                      </a:cubicBezTo>
                      <a:cubicBezTo>
                        <a:pt x="31114" y="2974"/>
                        <a:pt x="31135" y="3016"/>
                        <a:pt x="31156" y="3037"/>
                      </a:cubicBezTo>
                      <a:lnTo>
                        <a:pt x="31197" y="3121"/>
                      </a:lnTo>
                      <a:cubicBezTo>
                        <a:pt x="31218" y="3163"/>
                        <a:pt x="31260" y="3184"/>
                        <a:pt x="31281" y="3225"/>
                      </a:cubicBezTo>
                      <a:cubicBezTo>
                        <a:pt x="31323" y="3309"/>
                        <a:pt x="31386" y="3372"/>
                        <a:pt x="31449" y="3435"/>
                      </a:cubicBezTo>
                      <a:cubicBezTo>
                        <a:pt x="31679" y="3707"/>
                        <a:pt x="31930" y="3916"/>
                        <a:pt x="32181" y="4104"/>
                      </a:cubicBezTo>
                      <a:cubicBezTo>
                        <a:pt x="32704" y="4481"/>
                        <a:pt x="33248" y="4753"/>
                        <a:pt x="33771" y="4983"/>
                      </a:cubicBezTo>
                      <a:cubicBezTo>
                        <a:pt x="34210" y="5150"/>
                        <a:pt x="34650" y="5297"/>
                        <a:pt x="35068" y="5422"/>
                      </a:cubicBezTo>
                      <a:cubicBezTo>
                        <a:pt x="33436" y="5422"/>
                        <a:pt x="31741" y="5401"/>
                        <a:pt x="30026" y="5401"/>
                      </a:cubicBezTo>
                      <a:cubicBezTo>
                        <a:pt x="30005" y="5381"/>
                        <a:pt x="30005" y="5360"/>
                        <a:pt x="30005" y="5339"/>
                      </a:cubicBezTo>
                      <a:cubicBezTo>
                        <a:pt x="29921" y="5004"/>
                        <a:pt x="29712" y="4523"/>
                        <a:pt x="29272" y="4083"/>
                      </a:cubicBezTo>
                      <a:cubicBezTo>
                        <a:pt x="28812" y="3644"/>
                        <a:pt x="28164" y="3267"/>
                        <a:pt x="27368" y="3079"/>
                      </a:cubicBezTo>
                      <a:cubicBezTo>
                        <a:pt x="26971" y="2974"/>
                        <a:pt x="26532" y="2932"/>
                        <a:pt x="26092" y="2932"/>
                      </a:cubicBezTo>
                      <a:cubicBezTo>
                        <a:pt x="25862" y="2932"/>
                        <a:pt x="25632" y="2974"/>
                        <a:pt x="25402" y="3016"/>
                      </a:cubicBezTo>
                      <a:cubicBezTo>
                        <a:pt x="25297" y="3037"/>
                        <a:pt x="25171" y="3058"/>
                        <a:pt x="25067" y="3100"/>
                      </a:cubicBezTo>
                      <a:lnTo>
                        <a:pt x="24983" y="3121"/>
                      </a:lnTo>
                      <a:lnTo>
                        <a:pt x="24941" y="3142"/>
                      </a:lnTo>
                      <a:lnTo>
                        <a:pt x="24858" y="3163"/>
                      </a:lnTo>
                      <a:cubicBezTo>
                        <a:pt x="24774" y="3184"/>
                        <a:pt x="24669" y="3225"/>
                        <a:pt x="24565" y="3267"/>
                      </a:cubicBezTo>
                      <a:lnTo>
                        <a:pt x="24272" y="3414"/>
                      </a:lnTo>
                      <a:cubicBezTo>
                        <a:pt x="24355" y="3602"/>
                        <a:pt x="24418" y="3790"/>
                        <a:pt x="24523" y="3979"/>
                      </a:cubicBezTo>
                      <a:cubicBezTo>
                        <a:pt x="24544" y="4000"/>
                        <a:pt x="24544" y="4021"/>
                        <a:pt x="24565" y="4041"/>
                      </a:cubicBezTo>
                      <a:lnTo>
                        <a:pt x="24607" y="4104"/>
                      </a:lnTo>
                      <a:cubicBezTo>
                        <a:pt x="24627" y="4125"/>
                        <a:pt x="24627" y="4146"/>
                        <a:pt x="24648" y="4188"/>
                      </a:cubicBezTo>
                      <a:cubicBezTo>
                        <a:pt x="24690" y="4230"/>
                        <a:pt x="24732" y="4272"/>
                        <a:pt x="24774" y="4313"/>
                      </a:cubicBezTo>
                      <a:cubicBezTo>
                        <a:pt x="24920" y="4502"/>
                        <a:pt x="25109" y="4648"/>
                        <a:pt x="25276" y="4795"/>
                      </a:cubicBezTo>
                      <a:cubicBezTo>
                        <a:pt x="25632" y="5046"/>
                        <a:pt x="26008" y="5234"/>
                        <a:pt x="26364" y="5381"/>
                      </a:cubicBezTo>
                      <a:cubicBezTo>
                        <a:pt x="26385" y="5381"/>
                        <a:pt x="26406" y="5401"/>
                        <a:pt x="26427" y="5401"/>
                      </a:cubicBezTo>
                      <a:lnTo>
                        <a:pt x="21886" y="5401"/>
                      </a:lnTo>
                      <a:cubicBezTo>
                        <a:pt x="21803" y="5171"/>
                        <a:pt x="21656" y="4857"/>
                        <a:pt x="21363" y="4585"/>
                      </a:cubicBezTo>
                      <a:cubicBezTo>
                        <a:pt x="21008" y="4251"/>
                        <a:pt x="20506" y="3958"/>
                        <a:pt x="19878" y="3790"/>
                      </a:cubicBezTo>
                      <a:cubicBezTo>
                        <a:pt x="19585" y="3728"/>
                        <a:pt x="19250" y="3686"/>
                        <a:pt x="18894" y="3686"/>
                      </a:cubicBezTo>
                      <a:cubicBezTo>
                        <a:pt x="18727" y="3686"/>
                        <a:pt x="18539" y="3707"/>
                        <a:pt x="18371" y="3748"/>
                      </a:cubicBezTo>
                      <a:cubicBezTo>
                        <a:pt x="18288" y="3769"/>
                        <a:pt x="18183" y="3790"/>
                        <a:pt x="18099" y="3811"/>
                      </a:cubicBezTo>
                      <a:lnTo>
                        <a:pt x="18037" y="3832"/>
                      </a:lnTo>
                      <a:lnTo>
                        <a:pt x="17995" y="3832"/>
                      </a:lnTo>
                      <a:lnTo>
                        <a:pt x="17953" y="3853"/>
                      </a:lnTo>
                      <a:cubicBezTo>
                        <a:pt x="17869" y="3895"/>
                        <a:pt x="17785" y="3916"/>
                        <a:pt x="17723" y="3958"/>
                      </a:cubicBezTo>
                      <a:lnTo>
                        <a:pt x="17472" y="4062"/>
                      </a:lnTo>
                      <a:cubicBezTo>
                        <a:pt x="17555" y="4209"/>
                        <a:pt x="17597" y="4355"/>
                        <a:pt x="17681" y="4502"/>
                      </a:cubicBezTo>
                      <a:cubicBezTo>
                        <a:pt x="17702" y="4523"/>
                        <a:pt x="17702" y="4544"/>
                        <a:pt x="17723" y="4544"/>
                      </a:cubicBezTo>
                      <a:lnTo>
                        <a:pt x="17744" y="4606"/>
                      </a:lnTo>
                      <a:cubicBezTo>
                        <a:pt x="17765" y="4627"/>
                        <a:pt x="17765" y="4627"/>
                        <a:pt x="17785" y="4648"/>
                      </a:cubicBezTo>
                      <a:cubicBezTo>
                        <a:pt x="17806" y="4690"/>
                        <a:pt x="17848" y="4732"/>
                        <a:pt x="17869" y="4774"/>
                      </a:cubicBezTo>
                      <a:cubicBezTo>
                        <a:pt x="17995" y="4899"/>
                        <a:pt x="18120" y="5025"/>
                        <a:pt x="18267" y="5129"/>
                      </a:cubicBezTo>
                      <a:cubicBezTo>
                        <a:pt x="18434" y="5255"/>
                        <a:pt x="18601" y="5339"/>
                        <a:pt x="18748" y="5422"/>
                      </a:cubicBezTo>
                      <a:cubicBezTo>
                        <a:pt x="17513" y="5422"/>
                        <a:pt x="16321" y="5443"/>
                        <a:pt x="15170" y="5443"/>
                      </a:cubicBezTo>
                      <a:cubicBezTo>
                        <a:pt x="15086" y="5255"/>
                        <a:pt x="14961" y="5046"/>
                        <a:pt x="14752" y="4837"/>
                      </a:cubicBezTo>
                      <a:cubicBezTo>
                        <a:pt x="14459" y="4544"/>
                        <a:pt x="14019" y="4293"/>
                        <a:pt x="13496" y="4167"/>
                      </a:cubicBezTo>
                      <a:cubicBezTo>
                        <a:pt x="13224" y="4104"/>
                        <a:pt x="12952" y="4062"/>
                        <a:pt x="12638" y="4062"/>
                      </a:cubicBezTo>
                      <a:cubicBezTo>
                        <a:pt x="12492" y="4062"/>
                        <a:pt x="12345" y="4083"/>
                        <a:pt x="12199" y="4125"/>
                      </a:cubicBezTo>
                      <a:cubicBezTo>
                        <a:pt x="12115" y="4125"/>
                        <a:pt x="12031" y="4146"/>
                        <a:pt x="11969" y="4167"/>
                      </a:cubicBezTo>
                      <a:lnTo>
                        <a:pt x="11906" y="4188"/>
                      </a:lnTo>
                      <a:lnTo>
                        <a:pt x="11885" y="4188"/>
                      </a:lnTo>
                      <a:lnTo>
                        <a:pt x="11822" y="4209"/>
                      </a:lnTo>
                      <a:cubicBezTo>
                        <a:pt x="11759" y="4230"/>
                        <a:pt x="11697" y="4272"/>
                        <a:pt x="11634" y="4293"/>
                      </a:cubicBezTo>
                      <a:lnTo>
                        <a:pt x="11425" y="4397"/>
                      </a:lnTo>
                      <a:cubicBezTo>
                        <a:pt x="11487" y="4523"/>
                        <a:pt x="11529" y="4648"/>
                        <a:pt x="11613" y="4753"/>
                      </a:cubicBezTo>
                      <a:cubicBezTo>
                        <a:pt x="11613" y="4774"/>
                        <a:pt x="11613" y="4795"/>
                        <a:pt x="11634" y="4816"/>
                      </a:cubicBezTo>
                      <a:lnTo>
                        <a:pt x="11655" y="4837"/>
                      </a:lnTo>
                      <a:cubicBezTo>
                        <a:pt x="11676" y="4857"/>
                        <a:pt x="11676" y="4878"/>
                        <a:pt x="11697" y="4899"/>
                      </a:cubicBezTo>
                      <a:cubicBezTo>
                        <a:pt x="11718" y="4920"/>
                        <a:pt x="11739" y="4962"/>
                        <a:pt x="11759" y="4983"/>
                      </a:cubicBezTo>
                      <a:cubicBezTo>
                        <a:pt x="11864" y="5109"/>
                        <a:pt x="11990" y="5213"/>
                        <a:pt x="12115" y="5297"/>
                      </a:cubicBezTo>
                      <a:cubicBezTo>
                        <a:pt x="12199" y="5360"/>
                        <a:pt x="12283" y="5422"/>
                        <a:pt x="12387" y="5485"/>
                      </a:cubicBezTo>
                      <a:cubicBezTo>
                        <a:pt x="4938" y="5548"/>
                        <a:pt x="0" y="5694"/>
                        <a:pt x="0" y="5841"/>
                      </a:cubicBezTo>
                      <a:cubicBezTo>
                        <a:pt x="0" y="6008"/>
                        <a:pt x="5231" y="6155"/>
                        <a:pt x="13078" y="6238"/>
                      </a:cubicBezTo>
                      <a:cubicBezTo>
                        <a:pt x="12910" y="6343"/>
                        <a:pt x="12722" y="6469"/>
                        <a:pt x="12555" y="6615"/>
                      </a:cubicBezTo>
                      <a:cubicBezTo>
                        <a:pt x="12345" y="6803"/>
                        <a:pt x="12157" y="7034"/>
                        <a:pt x="12011" y="7285"/>
                      </a:cubicBezTo>
                      <a:cubicBezTo>
                        <a:pt x="11927" y="7410"/>
                        <a:pt x="11864" y="7536"/>
                        <a:pt x="11801" y="7682"/>
                      </a:cubicBezTo>
                      <a:cubicBezTo>
                        <a:pt x="11780" y="7766"/>
                        <a:pt x="11739" y="7829"/>
                        <a:pt x="11718" y="7912"/>
                      </a:cubicBezTo>
                      <a:lnTo>
                        <a:pt x="11697" y="7975"/>
                      </a:lnTo>
                      <a:lnTo>
                        <a:pt x="11697" y="7996"/>
                      </a:lnTo>
                      <a:lnTo>
                        <a:pt x="11697" y="8038"/>
                      </a:lnTo>
                      <a:cubicBezTo>
                        <a:pt x="11676" y="8101"/>
                        <a:pt x="11655" y="8184"/>
                        <a:pt x="11655" y="8247"/>
                      </a:cubicBezTo>
                      <a:lnTo>
                        <a:pt x="11613" y="8477"/>
                      </a:lnTo>
                      <a:cubicBezTo>
                        <a:pt x="11759" y="8498"/>
                        <a:pt x="11885" y="8519"/>
                        <a:pt x="12031" y="8519"/>
                      </a:cubicBezTo>
                      <a:cubicBezTo>
                        <a:pt x="12031" y="8540"/>
                        <a:pt x="12052" y="8540"/>
                        <a:pt x="12073" y="8540"/>
                      </a:cubicBezTo>
                      <a:lnTo>
                        <a:pt x="12115" y="8540"/>
                      </a:lnTo>
                      <a:cubicBezTo>
                        <a:pt x="12136" y="8540"/>
                        <a:pt x="12157" y="8540"/>
                        <a:pt x="12178" y="8519"/>
                      </a:cubicBezTo>
                      <a:lnTo>
                        <a:pt x="12303" y="8519"/>
                      </a:lnTo>
                      <a:cubicBezTo>
                        <a:pt x="12450" y="8498"/>
                        <a:pt x="12617" y="8456"/>
                        <a:pt x="12743" y="8394"/>
                      </a:cubicBezTo>
                      <a:cubicBezTo>
                        <a:pt x="13015" y="8289"/>
                        <a:pt x="13266" y="8163"/>
                        <a:pt x="13475" y="8017"/>
                      </a:cubicBezTo>
                      <a:cubicBezTo>
                        <a:pt x="13894" y="7724"/>
                        <a:pt x="14228" y="7410"/>
                        <a:pt x="14480" y="7138"/>
                      </a:cubicBezTo>
                      <a:cubicBezTo>
                        <a:pt x="14752" y="6866"/>
                        <a:pt x="14940" y="6636"/>
                        <a:pt x="15086" y="6469"/>
                      </a:cubicBezTo>
                      <a:cubicBezTo>
                        <a:pt x="15149" y="6364"/>
                        <a:pt x="15212" y="6301"/>
                        <a:pt x="15233" y="6238"/>
                      </a:cubicBezTo>
                      <a:cubicBezTo>
                        <a:pt x="16530" y="6259"/>
                        <a:pt x="17890" y="6259"/>
                        <a:pt x="19313" y="6280"/>
                      </a:cubicBezTo>
                      <a:cubicBezTo>
                        <a:pt x="19125" y="6385"/>
                        <a:pt x="18957" y="6531"/>
                        <a:pt x="18790" y="6678"/>
                      </a:cubicBezTo>
                      <a:cubicBezTo>
                        <a:pt x="18560" y="6887"/>
                        <a:pt x="18329" y="7159"/>
                        <a:pt x="18162" y="7452"/>
                      </a:cubicBezTo>
                      <a:cubicBezTo>
                        <a:pt x="18057" y="7598"/>
                        <a:pt x="17974" y="7745"/>
                        <a:pt x="17911" y="7912"/>
                      </a:cubicBezTo>
                      <a:cubicBezTo>
                        <a:pt x="17869" y="7996"/>
                        <a:pt x="17848" y="8080"/>
                        <a:pt x="17827" y="8184"/>
                      </a:cubicBezTo>
                      <a:lnTo>
                        <a:pt x="17806" y="8247"/>
                      </a:lnTo>
                      <a:lnTo>
                        <a:pt x="17785" y="8289"/>
                      </a:lnTo>
                      <a:lnTo>
                        <a:pt x="17785" y="8331"/>
                      </a:lnTo>
                      <a:cubicBezTo>
                        <a:pt x="17765" y="8414"/>
                        <a:pt x="17744" y="8498"/>
                        <a:pt x="17723" y="8582"/>
                      </a:cubicBezTo>
                      <a:lnTo>
                        <a:pt x="17702" y="8833"/>
                      </a:lnTo>
                      <a:cubicBezTo>
                        <a:pt x="17848" y="8854"/>
                        <a:pt x="17995" y="8896"/>
                        <a:pt x="18162" y="8896"/>
                      </a:cubicBezTo>
                      <a:cubicBezTo>
                        <a:pt x="18183" y="8917"/>
                        <a:pt x="18204" y="8917"/>
                        <a:pt x="18225" y="8917"/>
                      </a:cubicBezTo>
                      <a:lnTo>
                        <a:pt x="18288" y="8917"/>
                      </a:lnTo>
                      <a:cubicBezTo>
                        <a:pt x="18309" y="8917"/>
                        <a:pt x="18329" y="8917"/>
                        <a:pt x="18350" y="8896"/>
                      </a:cubicBezTo>
                      <a:lnTo>
                        <a:pt x="18497" y="8896"/>
                      </a:lnTo>
                      <a:cubicBezTo>
                        <a:pt x="18685" y="8875"/>
                        <a:pt x="18853" y="8812"/>
                        <a:pt x="19020" y="8749"/>
                      </a:cubicBezTo>
                      <a:cubicBezTo>
                        <a:pt x="19334" y="8645"/>
                        <a:pt x="19606" y="8477"/>
                        <a:pt x="19857" y="8310"/>
                      </a:cubicBezTo>
                      <a:cubicBezTo>
                        <a:pt x="20359" y="7954"/>
                        <a:pt x="20736" y="7578"/>
                        <a:pt x="21050" y="7264"/>
                      </a:cubicBezTo>
                      <a:cubicBezTo>
                        <a:pt x="21363" y="6950"/>
                        <a:pt x="21594" y="6678"/>
                        <a:pt x="21740" y="6489"/>
                      </a:cubicBezTo>
                      <a:cubicBezTo>
                        <a:pt x="21803" y="6406"/>
                        <a:pt x="21866" y="6343"/>
                        <a:pt x="21886" y="6280"/>
                      </a:cubicBezTo>
                      <a:cubicBezTo>
                        <a:pt x="23414" y="6280"/>
                        <a:pt x="24983" y="6301"/>
                        <a:pt x="26573" y="6301"/>
                      </a:cubicBezTo>
                      <a:cubicBezTo>
                        <a:pt x="26364" y="6427"/>
                        <a:pt x="26155" y="6594"/>
                        <a:pt x="25946" y="6782"/>
                      </a:cubicBezTo>
                      <a:cubicBezTo>
                        <a:pt x="25653" y="7075"/>
                        <a:pt x="25381" y="7389"/>
                        <a:pt x="25130" y="7787"/>
                      </a:cubicBezTo>
                      <a:cubicBezTo>
                        <a:pt x="25025" y="7975"/>
                        <a:pt x="24920" y="8163"/>
                        <a:pt x="24816" y="8394"/>
                      </a:cubicBezTo>
                      <a:cubicBezTo>
                        <a:pt x="24774" y="8498"/>
                        <a:pt x="24732" y="8603"/>
                        <a:pt x="24711" y="8728"/>
                      </a:cubicBezTo>
                      <a:lnTo>
                        <a:pt x="24669" y="8812"/>
                      </a:lnTo>
                      <a:lnTo>
                        <a:pt x="24669" y="8854"/>
                      </a:lnTo>
                      <a:lnTo>
                        <a:pt x="24648" y="8938"/>
                      </a:lnTo>
                      <a:cubicBezTo>
                        <a:pt x="24627" y="9021"/>
                        <a:pt x="24607" y="9126"/>
                        <a:pt x="24586" y="9230"/>
                      </a:cubicBezTo>
                      <a:lnTo>
                        <a:pt x="24544" y="9565"/>
                      </a:lnTo>
                      <a:cubicBezTo>
                        <a:pt x="24753" y="9607"/>
                        <a:pt x="24941" y="9649"/>
                        <a:pt x="25151" y="9670"/>
                      </a:cubicBezTo>
                      <a:lnTo>
                        <a:pt x="25402" y="9670"/>
                      </a:lnTo>
                      <a:cubicBezTo>
                        <a:pt x="25443" y="9649"/>
                        <a:pt x="25506" y="9649"/>
                        <a:pt x="25569" y="9649"/>
                      </a:cubicBezTo>
                      <a:cubicBezTo>
                        <a:pt x="25820" y="9607"/>
                        <a:pt x="26029" y="9544"/>
                        <a:pt x="26239" y="9461"/>
                      </a:cubicBezTo>
                      <a:cubicBezTo>
                        <a:pt x="26657" y="9314"/>
                        <a:pt x="27013" y="9105"/>
                        <a:pt x="27348" y="8875"/>
                      </a:cubicBezTo>
                      <a:cubicBezTo>
                        <a:pt x="27975" y="8435"/>
                        <a:pt x="28477" y="7954"/>
                        <a:pt x="28875" y="7557"/>
                      </a:cubicBezTo>
                      <a:cubicBezTo>
                        <a:pt x="29272" y="7138"/>
                        <a:pt x="29565" y="6782"/>
                        <a:pt x="29775" y="6531"/>
                      </a:cubicBezTo>
                      <a:cubicBezTo>
                        <a:pt x="29837" y="6448"/>
                        <a:pt x="29900" y="6364"/>
                        <a:pt x="29942" y="6301"/>
                      </a:cubicBezTo>
                      <a:cubicBezTo>
                        <a:pt x="31365" y="6280"/>
                        <a:pt x="32746" y="6280"/>
                        <a:pt x="34085" y="6280"/>
                      </a:cubicBezTo>
                      <a:cubicBezTo>
                        <a:pt x="33771" y="6489"/>
                        <a:pt x="33457" y="6720"/>
                        <a:pt x="33143" y="7013"/>
                      </a:cubicBezTo>
                      <a:cubicBezTo>
                        <a:pt x="32725" y="7410"/>
                        <a:pt x="32306" y="7891"/>
                        <a:pt x="31972" y="8435"/>
                      </a:cubicBezTo>
                      <a:cubicBezTo>
                        <a:pt x="31804" y="8707"/>
                        <a:pt x="31658" y="9021"/>
                        <a:pt x="31511" y="9335"/>
                      </a:cubicBezTo>
                      <a:cubicBezTo>
                        <a:pt x="31449" y="9482"/>
                        <a:pt x="31407" y="9649"/>
                        <a:pt x="31344" y="9816"/>
                      </a:cubicBezTo>
                      <a:lnTo>
                        <a:pt x="31302" y="9942"/>
                      </a:lnTo>
                      <a:lnTo>
                        <a:pt x="31302" y="10005"/>
                      </a:lnTo>
                      <a:lnTo>
                        <a:pt x="31260" y="10109"/>
                      </a:lnTo>
                      <a:cubicBezTo>
                        <a:pt x="31239" y="10256"/>
                        <a:pt x="31197" y="10402"/>
                        <a:pt x="31177" y="10570"/>
                      </a:cubicBezTo>
                      <a:lnTo>
                        <a:pt x="31114" y="11030"/>
                      </a:lnTo>
                      <a:cubicBezTo>
                        <a:pt x="31407" y="11093"/>
                        <a:pt x="31700" y="11155"/>
                        <a:pt x="31993" y="11176"/>
                      </a:cubicBezTo>
                      <a:lnTo>
                        <a:pt x="32348" y="11176"/>
                      </a:lnTo>
                      <a:cubicBezTo>
                        <a:pt x="32432" y="11155"/>
                        <a:pt x="32516" y="11155"/>
                        <a:pt x="32599" y="11135"/>
                      </a:cubicBezTo>
                      <a:cubicBezTo>
                        <a:pt x="32955" y="11093"/>
                        <a:pt x="33269" y="11009"/>
                        <a:pt x="33583" y="10883"/>
                      </a:cubicBezTo>
                      <a:cubicBezTo>
                        <a:pt x="34190" y="10674"/>
                        <a:pt x="34692" y="10360"/>
                        <a:pt x="35173" y="10047"/>
                      </a:cubicBezTo>
                      <a:cubicBezTo>
                        <a:pt x="36094" y="9398"/>
                        <a:pt x="36805" y="8707"/>
                        <a:pt x="37391" y="8122"/>
                      </a:cubicBezTo>
                      <a:cubicBezTo>
                        <a:pt x="37977" y="7515"/>
                        <a:pt x="38395" y="7013"/>
                        <a:pt x="38688" y="6657"/>
                      </a:cubicBezTo>
                      <a:cubicBezTo>
                        <a:pt x="38814" y="6489"/>
                        <a:pt x="38897" y="6364"/>
                        <a:pt x="38981" y="6259"/>
                      </a:cubicBezTo>
                      <a:cubicBezTo>
                        <a:pt x="40425" y="6238"/>
                        <a:pt x="41806" y="6238"/>
                        <a:pt x="43103" y="6217"/>
                      </a:cubicBezTo>
                      <a:lnTo>
                        <a:pt x="43103" y="6217"/>
                      </a:lnTo>
                      <a:cubicBezTo>
                        <a:pt x="42664" y="6489"/>
                        <a:pt x="42224" y="6824"/>
                        <a:pt x="41806" y="7222"/>
                      </a:cubicBezTo>
                      <a:cubicBezTo>
                        <a:pt x="41241" y="7724"/>
                        <a:pt x="40718" y="8352"/>
                        <a:pt x="40278" y="9063"/>
                      </a:cubicBezTo>
                      <a:cubicBezTo>
                        <a:pt x="40069" y="9419"/>
                        <a:pt x="39860" y="9795"/>
                        <a:pt x="39692" y="10214"/>
                      </a:cubicBezTo>
                      <a:cubicBezTo>
                        <a:pt x="39609" y="10402"/>
                        <a:pt x="39546" y="10611"/>
                        <a:pt x="39462" y="10842"/>
                      </a:cubicBezTo>
                      <a:lnTo>
                        <a:pt x="39420" y="10988"/>
                      </a:lnTo>
                      <a:lnTo>
                        <a:pt x="39400" y="11072"/>
                      </a:lnTo>
                      <a:lnTo>
                        <a:pt x="39379" y="11218"/>
                      </a:lnTo>
                      <a:cubicBezTo>
                        <a:pt x="39316" y="11386"/>
                        <a:pt x="39295" y="11595"/>
                        <a:pt x="39253" y="11804"/>
                      </a:cubicBezTo>
                      <a:lnTo>
                        <a:pt x="39169" y="12411"/>
                      </a:lnTo>
                      <a:cubicBezTo>
                        <a:pt x="39567" y="12474"/>
                        <a:pt x="39923" y="12557"/>
                        <a:pt x="40320" y="12578"/>
                      </a:cubicBezTo>
                      <a:cubicBezTo>
                        <a:pt x="40362" y="12578"/>
                        <a:pt x="40404" y="12599"/>
                        <a:pt x="40467" y="12599"/>
                      </a:cubicBezTo>
                      <a:lnTo>
                        <a:pt x="40592" y="12599"/>
                      </a:lnTo>
                      <a:cubicBezTo>
                        <a:pt x="40655" y="12599"/>
                        <a:pt x="40697" y="12578"/>
                        <a:pt x="40760" y="12578"/>
                      </a:cubicBezTo>
                      <a:cubicBezTo>
                        <a:pt x="40885" y="12578"/>
                        <a:pt x="40990" y="12557"/>
                        <a:pt x="41094" y="12557"/>
                      </a:cubicBezTo>
                      <a:cubicBezTo>
                        <a:pt x="41555" y="12495"/>
                        <a:pt x="41952" y="12369"/>
                        <a:pt x="42350" y="12223"/>
                      </a:cubicBezTo>
                      <a:cubicBezTo>
                        <a:pt x="43124" y="11930"/>
                        <a:pt x="43793" y="11532"/>
                        <a:pt x="44400" y="11135"/>
                      </a:cubicBezTo>
                      <a:cubicBezTo>
                        <a:pt x="45593" y="10298"/>
                        <a:pt x="46514" y="9398"/>
                        <a:pt x="47267" y="8645"/>
                      </a:cubicBezTo>
                      <a:cubicBezTo>
                        <a:pt x="48020" y="7870"/>
                        <a:pt x="48564" y="7222"/>
                        <a:pt x="48941" y="6761"/>
                      </a:cubicBezTo>
                      <a:cubicBezTo>
                        <a:pt x="49171" y="6469"/>
                        <a:pt x="49317" y="6259"/>
                        <a:pt x="49380" y="6113"/>
                      </a:cubicBezTo>
                      <a:cubicBezTo>
                        <a:pt x="52853" y="6050"/>
                        <a:pt x="54904" y="5945"/>
                        <a:pt x="54904" y="5841"/>
                      </a:cubicBezTo>
                      <a:cubicBezTo>
                        <a:pt x="54904" y="5736"/>
                        <a:pt x="52644" y="5653"/>
                        <a:pt x="48878" y="5569"/>
                      </a:cubicBezTo>
                      <a:cubicBezTo>
                        <a:pt x="48857" y="5569"/>
                        <a:pt x="48836" y="5569"/>
                        <a:pt x="48836" y="5548"/>
                      </a:cubicBezTo>
                      <a:cubicBezTo>
                        <a:pt x="48271" y="5360"/>
                        <a:pt x="47434" y="5129"/>
                        <a:pt x="46430" y="4837"/>
                      </a:cubicBezTo>
                      <a:cubicBezTo>
                        <a:pt x="45446" y="4523"/>
                        <a:pt x="44254" y="4146"/>
                        <a:pt x="43019" y="3581"/>
                      </a:cubicBezTo>
                      <a:cubicBezTo>
                        <a:pt x="42413" y="3309"/>
                        <a:pt x="41806" y="2974"/>
                        <a:pt x="41241" y="2556"/>
                      </a:cubicBezTo>
                      <a:cubicBezTo>
                        <a:pt x="40969" y="2326"/>
                        <a:pt x="40718" y="2096"/>
                        <a:pt x="40488" y="1844"/>
                      </a:cubicBezTo>
                      <a:cubicBezTo>
                        <a:pt x="40446" y="1782"/>
                        <a:pt x="40383" y="1698"/>
                        <a:pt x="40341" y="1635"/>
                      </a:cubicBezTo>
                      <a:cubicBezTo>
                        <a:pt x="40320" y="1593"/>
                        <a:pt x="40278" y="1572"/>
                        <a:pt x="40257" y="1531"/>
                      </a:cubicBezTo>
                      <a:cubicBezTo>
                        <a:pt x="40257" y="1510"/>
                        <a:pt x="40257" y="1510"/>
                        <a:pt x="40257" y="1510"/>
                      </a:cubicBezTo>
                      <a:lnTo>
                        <a:pt x="40278" y="1510"/>
                      </a:lnTo>
                      <a:lnTo>
                        <a:pt x="40488" y="1447"/>
                      </a:lnTo>
                      <a:cubicBezTo>
                        <a:pt x="40655" y="1384"/>
                        <a:pt x="40843" y="1342"/>
                        <a:pt x="41011" y="1300"/>
                      </a:cubicBezTo>
                      <a:cubicBezTo>
                        <a:pt x="41387" y="1238"/>
                        <a:pt x="41743" y="1196"/>
                        <a:pt x="42120" y="1175"/>
                      </a:cubicBezTo>
                      <a:cubicBezTo>
                        <a:pt x="42246" y="1167"/>
                        <a:pt x="42372" y="1164"/>
                        <a:pt x="42497" y="1164"/>
                      </a:cubicBezTo>
                      <a:cubicBezTo>
                        <a:pt x="43082" y="1164"/>
                        <a:pt x="43661" y="1239"/>
                        <a:pt x="44212" y="1342"/>
                      </a:cubicBezTo>
                      <a:cubicBezTo>
                        <a:pt x="45530" y="1614"/>
                        <a:pt x="46660" y="2158"/>
                        <a:pt x="47434" y="2786"/>
                      </a:cubicBezTo>
                      <a:cubicBezTo>
                        <a:pt x="48229" y="3414"/>
                        <a:pt x="48690" y="4125"/>
                        <a:pt x="48941" y="4648"/>
                      </a:cubicBezTo>
                      <a:cubicBezTo>
                        <a:pt x="49205" y="5156"/>
                        <a:pt x="49291" y="5486"/>
                        <a:pt x="49373" y="5486"/>
                      </a:cubicBezTo>
                      <a:cubicBezTo>
                        <a:pt x="49375" y="5486"/>
                        <a:pt x="49378" y="5486"/>
                        <a:pt x="49380" y="5485"/>
                      </a:cubicBezTo>
                      <a:cubicBezTo>
                        <a:pt x="49464" y="5485"/>
                        <a:pt x="49527" y="5129"/>
                        <a:pt x="49380" y="4502"/>
                      </a:cubicBezTo>
                      <a:cubicBezTo>
                        <a:pt x="49255" y="3874"/>
                        <a:pt x="48836" y="2974"/>
                        <a:pt x="47999" y="2158"/>
                      </a:cubicBezTo>
                      <a:cubicBezTo>
                        <a:pt x="47162" y="1342"/>
                        <a:pt x="45928" y="652"/>
                        <a:pt x="44442" y="275"/>
                      </a:cubicBezTo>
                      <a:cubicBezTo>
                        <a:pt x="43772" y="103"/>
                        <a:pt x="43049" y="1"/>
                        <a:pt x="42289" y="1"/>
                      </a:cubicBezTo>
                      <a:close/>
                    </a:path>
                  </a:pathLst>
                </a:custGeom>
                <a:solidFill>
                  <a:srgbClr val="D8C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82" name="Google Shape;182;p5"/>
            <p:cNvGrpSpPr/>
            <p:nvPr/>
          </p:nvGrpSpPr>
          <p:grpSpPr>
            <a:xfrm flipH="1">
              <a:off x="7469934" y="3459914"/>
              <a:ext cx="1514389" cy="1539136"/>
              <a:chOff x="159684" y="3459914"/>
              <a:chExt cx="1514389" cy="1539136"/>
            </a:xfrm>
          </p:grpSpPr>
          <p:grpSp>
            <p:nvGrpSpPr>
              <p:cNvPr id="183" name="Google Shape;183;p5"/>
              <p:cNvGrpSpPr/>
              <p:nvPr/>
            </p:nvGrpSpPr>
            <p:grpSpPr>
              <a:xfrm flipH="1">
                <a:off x="301473" y="4684050"/>
                <a:ext cx="1372600" cy="315000"/>
                <a:chOff x="2359200" y="702550"/>
                <a:chExt cx="1372600" cy="315000"/>
              </a:xfrm>
            </p:grpSpPr>
            <p:sp>
              <p:nvSpPr>
                <p:cNvPr id="184" name="Google Shape;184;p5"/>
                <p:cNvSpPr/>
                <p:nvPr/>
              </p:nvSpPr>
              <p:spPr>
                <a:xfrm>
                  <a:off x="3365625" y="740275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D8C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" name="Google Shape;185;p5"/>
                <p:cNvSpPr/>
                <p:nvPr/>
              </p:nvSpPr>
              <p:spPr>
                <a:xfrm>
                  <a:off x="3163700" y="958925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1" y="1"/>
                      </a:moveTo>
                      <a:lnTo>
                        <a:pt x="1" y="1"/>
                      </a:lnTo>
                      <a:cubicBezTo>
                        <a:pt x="1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D8C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" name="Google Shape;186;p5"/>
                <p:cNvSpPr/>
                <p:nvPr/>
              </p:nvSpPr>
              <p:spPr>
                <a:xfrm>
                  <a:off x="2359200" y="702550"/>
                  <a:ext cx="1372600" cy="31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04" h="12600" extrusionOk="0">
                      <a:moveTo>
                        <a:pt x="26322" y="3555"/>
                      </a:moveTo>
                      <a:cubicBezTo>
                        <a:pt x="26643" y="3555"/>
                        <a:pt x="26950" y="3592"/>
                        <a:pt x="27243" y="3644"/>
                      </a:cubicBezTo>
                      <a:cubicBezTo>
                        <a:pt x="27933" y="3790"/>
                        <a:pt x="28540" y="4083"/>
                        <a:pt x="28959" y="4418"/>
                      </a:cubicBezTo>
                      <a:cubicBezTo>
                        <a:pt x="29377" y="4753"/>
                        <a:pt x="29628" y="5129"/>
                        <a:pt x="29754" y="5401"/>
                      </a:cubicBezTo>
                      <a:lnTo>
                        <a:pt x="28080" y="5401"/>
                      </a:lnTo>
                      <a:cubicBezTo>
                        <a:pt x="27620" y="5255"/>
                        <a:pt x="27117" y="5088"/>
                        <a:pt x="26594" y="4857"/>
                      </a:cubicBezTo>
                      <a:cubicBezTo>
                        <a:pt x="26280" y="4690"/>
                        <a:pt x="25946" y="4523"/>
                        <a:pt x="25653" y="4293"/>
                      </a:cubicBezTo>
                      <a:cubicBezTo>
                        <a:pt x="25506" y="4188"/>
                        <a:pt x="25360" y="4062"/>
                        <a:pt x="25255" y="3916"/>
                      </a:cubicBezTo>
                      <a:cubicBezTo>
                        <a:pt x="25213" y="3874"/>
                        <a:pt x="25192" y="3832"/>
                        <a:pt x="25171" y="3811"/>
                      </a:cubicBezTo>
                      <a:cubicBezTo>
                        <a:pt x="25151" y="3790"/>
                        <a:pt x="25130" y="3769"/>
                        <a:pt x="25130" y="3748"/>
                      </a:cubicBezTo>
                      <a:cubicBezTo>
                        <a:pt x="25130" y="3748"/>
                        <a:pt x="25109" y="3748"/>
                        <a:pt x="25130" y="3728"/>
                      </a:cubicBezTo>
                      <a:lnTo>
                        <a:pt x="25234" y="3707"/>
                      </a:lnTo>
                      <a:cubicBezTo>
                        <a:pt x="25339" y="3665"/>
                        <a:pt x="25423" y="3644"/>
                        <a:pt x="25527" y="3623"/>
                      </a:cubicBezTo>
                      <a:cubicBezTo>
                        <a:pt x="25715" y="3581"/>
                        <a:pt x="25925" y="3560"/>
                        <a:pt x="26113" y="3560"/>
                      </a:cubicBezTo>
                      <a:cubicBezTo>
                        <a:pt x="26183" y="3556"/>
                        <a:pt x="26253" y="3555"/>
                        <a:pt x="26322" y="3555"/>
                      </a:cubicBezTo>
                      <a:close/>
                      <a:moveTo>
                        <a:pt x="18915" y="4167"/>
                      </a:moveTo>
                      <a:cubicBezTo>
                        <a:pt x="19208" y="4167"/>
                        <a:pt x="19501" y="4188"/>
                        <a:pt x="19773" y="4251"/>
                      </a:cubicBezTo>
                      <a:cubicBezTo>
                        <a:pt x="20338" y="4355"/>
                        <a:pt x="20798" y="4585"/>
                        <a:pt x="21133" y="4837"/>
                      </a:cubicBezTo>
                      <a:cubicBezTo>
                        <a:pt x="21363" y="5025"/>
                        <a:pt x="21531" y="5234"/>
                        <a:pt x="21635" y="5401"/>
                      </a:cubicBezTo>
                      <a:cubicBezTo>
                        <a:pt x="21050" y="5422"/>
                        <a:pt x="20464" y="5422"/>
                        <a:pt x="19899" y="5422"/>
                      </a:cubicBezTo>
                      <a:cubicBezTo>
                        <a:pt x="19689" y="5339"/>
                        <a:pt x="19501" y="5276"/>
                        <a:pt x="19292" y="5171"/>
                      </a:cubicBezTo>
                      <a:cubicBezTo>
                        <a:pt x="19041" y="5067"/>
                        <a:pt x="18790" y="4920"/>
                        <a:pt x="18560" y="4753"/>
                      </a:cubicBezTo>
                      <a:cubicBezTo>
                        <a:pt x="18434" y="4648"/>
                        <a:pt x="18329" y="4565"/>
                        <a:pt x="18246" y="4439"/>
                      </a:cubicBezTo>
                      <a:cubicBezTo>
                        <a:pt x="18225" y="4418"/>
                        <a:pt x="18204" y="4397"/>
                        <a:pt x="18183" y="4355"/>
                      </a:cubicBezTo>
                      <a:cubicBezTo>
                        <a:pt x="18162" y="4355"/>
                        <a:pt x="18162" y="4334"/>
                        <a:pt x="18141" y="4313"/>
                      </a:cubicBezTo>
                      <a:lnTo>
                        <a:pt x="18246" y="4293"/>
                      </a:lnTo>
                      <a:cubicBezTo>
                        <a:pt x="18309" y="4272"/>
                        <a:pt x="18392" y="4251"/>
                        <a:pt x="18455" y="4230"/>
                      </a:cubicBezTo>
                      <a:cubicBezTo>
                        <a:pt x="18601" y="4188"/>
                        <a:pt x="18769" y="4188"/>
                        <a:pt x="18915" y="4167"/>
                      </a:cubicBezTo>
                      <a:close/>
                      <a:moveTo>
                        <a:pt x="33675" y="2320"/>
                      </a:moveTo>
                      <a:cubicBezTo>
                        <a:pt x="34140" y="2320"/>
                        <a:pt x="34591" y="2364"/>
                        <a:pt x="35026" y="2451"/>
                      </a:cubicBezTo>
                      <a:cubicBezTo>
                        <a:pt x="36052" y="2660"/>
                        <a:pt x="36910" y="3100"/>
                        <a:pt x="37516" y="3581"/>
                      </a:cubicBezTo>
                      <a:cubicBezTo>
                        <a:pt x="38144" y="4062"/>
                        <a:pt x="38500" y="4627"/>
                        <a:pt x="38688" y="5025"/>
                      </a:cubicBezTo>
                      <a:cubicBezTo>
                        <a:pt x="38772" y="5192"/>
                        <a:pt x="38835" y="5339"/>
                        <a:pt x="38876" y="5443"/>
                      </a:cubicBezTo>
                      <a:lnTo>
                        <a:pt x="37663" y="5443"/>
                      </a:lnTo>
                      <a:cubicBezTo>
                        <a:pt x="37391" y="5360"/>
                        <a:pt x="37077" y="5255"/>
                        <a:pt x="36742" y="5150"/>
                      </a:cubicBezTo>
                      <a:cubicBezTo>
                        <a:pt x="35968" y="4920"/>
                        <a:pt x="35047" y="4627"/>
                        <a:pt x="34106" y="4209"/>
                      </a:cubicBezTo>
                      <a:cubicBezTo>
                        <a:pt x="33625" y="3979"/>
                        <a:pt x="33143" y="3728"/>
                        <a:pt x="32725" y="3393"/>
                      </a:cubicBezTo>
                      <a:cubicBezTo>
                        <a:pt x="32516" y="3225"/>
                        <a:pt x="32306" y="3037"/>
                        <a:pt x="32139" y="2849"/>
                      </a:cubicBezTo>
                      <a:cubicBezTo>
                        <a:pt x="32097" y="2786"/>
                        <a:pt x="32055" y="2744"/>
                        <a:pt x="32013" y="2681"/>
                      </a:cubicBezTo>
                      <a:cubicBezTo>
                        <a:pt x="31993" y="2660"/>
                        <a:pt x="31972" y="2640"/>
                        <a:pt x="31972" y="2598"/>
                      </a:cubicBezTo>
                      <a:cubicBezTo>
                        <a:pt x="31966" y="2592"/>
                        <a:pt x="31962" y="2590"/>
                        <a:pt x="31960" y="2589"/>
                      </a:cubicBezTo>
                      <a:lnTo>
                        <a:pt x="31960" y="2589"/>
                      </a:lnTo>
                      <a:cubicBezTo>
                        <a:pt x="31962" y="2586"/>
                        <a:pt x="31966" y="2582"/>
                        <a:pt x="31972" y="2577"/>
                      </a:cubicBezTo>
                      <a:lnTo>
                        <a:pt x="32118" y="2535"/>
                      </a:lnTo>
                      <a:cubicBezTo>
                        <a:pt x="32265" y="2493"/>
                        <a:pt x="32411" y="2451"/>
                        <a:pt x="32537" y="2430"/>
                      </a:cubicBezTo>
                      <a:cubicBezTo>
                        <a:pt x="32830" y="2368"/>
                        <a:pt x="33102" y="2347"/>
                        <a:pt x="33394" y="2326"/>
                      </a:cubicBezTo>
                      <a:cubicBezTo>
                        <a:pt x="33489" y="2322"/>
                        <a:pt x="33582" y="2320"/>
                        <a:pt x="33675" y="2320"/>
                      </a:cubicBezTo>
                      <a:close/>
                      <a:moveTo>
                        <a:pt x="12659" y="4481"/>
                      </a:moveTo>
                      <a:cubicBezTo>
                        <a:pt x="12910" y="4481"/>
                        <a:pt x="13161" y="4502"/>
                        <a:pt x="13391" y="4544"/>
                      </a:cubicBezTo>
                      <a:cubicBezTo>
                        <a:pt x="13873" y="4627"/>
                        <a:pt x="14270" y="4837"/>
                        <a:pt x="14542" y="5046"/>
                      </a:cubicBezTo>
                      <a:cubicBezTo>
                        <a:pt x="14710" y="5192"/>
                        <a:pt x="14835" y="5318"/>
                        <a:pt x="14919" y="5443"/>
                      </a:cubicBezTo>
                      <a:cubicBezTo>
                        <a:pt x="14375" y="5464"/>
                        <a:pt x="13810" y="5464"/>
                        <a:pt x="13287" y="5464"/>
                      </a:cubicBezTo>
                      <a:cubicBezTo>
                        <a:pt x="13182" y="5422"/>
                        <a:pt x="13078" y="5381"/>
                        <a:pt x="12994" y="5339"/>
                      </a:cubicBezTo>
                      <a:cubicBezTo>
                        <a:pt x="12764" y="5234"/>
                        <a:pt x="12555" y="5109"/>
                        <a:pt x="12345" y="4962"/>
                      </a:cubicBezTo>
                      <a:cubicBezTo>
                        <a:pt x="12262" y="4899"/>
                        <a:pt x="12157" y="4816"/>
                        <a:pt x="12094" y="4711"/>
                      </a:cubicBezTo>
                      <a:cubicBezTo>
                        <a:pt x="12073" y="4690"/>
                        <a:pt x="12052" y="4669"/>
                        <a:pt x="12031" y="4648"/>
                      </a:cubicBezTo>
                      <a:cubicBezTo>
                        <a:pt x="12031" y="4627"/>
                        <a:pt x="12011" y="4627"/>
                        <a:pt x="12011" y="4606"/>
                      </a:cubicBezTo>
                      <a:lnTo>
                        <a:pt x="12073" y="4585"/>
                      </a:lnTo>
                      <a:cubicBezTo>
                        <a:pt x="12136" y="4565"/>
                        <a:pt x="12199" y="4544"/>
                        <a:pt x="12262" y="4523"/>
                      </a:cubicBezTo>
                      <a:cubicBezTo>
                        <a:pt x="12408" y="4502"/>
                        <a:pt x="12534" y="4481"/>
                        <a:pt x="12659" y="4481"/>
                      </a:cubicBezTo>
                      <a:close/>
                      <a:moveTo>
                        <a:pt x="15107" y="6238"/>
                      </a:moveTo>
                      <a:cubicBezTo>
                        <a:pt x="15065" y="6280"/>
                        <a:pt x="15024" y="6301"/>
                        <a:pt x="14961" y="6343"/>
                      </a:cubicBezTo>
                      <a:cubicBezTo>
                        <a:pt x="14793" y="6469"/>
                        <a:pt x="14563" y="6678"/>
                        <a:pt x="14291" y="6908"/>
                      </a:cubicBezTo>
                      <a:cubicBezTo>
                        <a:pt x="13998" y="7159"/>
                        <a:pt x="13663" y="7431"/>
                        <a:pt x="13266" y="7682"/>
                      </a:cubicBezTo>
                      <a:cubicBezTo>
                        <a:pt x="13057" y="7808"/>
                        <a:pt x="12827" y="7933"/>
                        <a:pt x="12596" y="8017"/>
                      </a:cubicBezTo>
                      <a:cubicBezTo>
                        <a:pt x="12492" y="8059"/>
                        <a:pt x="12366" y="8080"/>
                        <a:pt x="12241" y="8101"/>
                      </a:cubicBezTo>
                      <a:lnTo>
                        <a:pt x="12157" y="8101"/>
                      </a:lnTo>
                      <a:cubicBezTo>
                        <a:pt x="12143" y="8101"/>
                        <a:pt x="12138" y="8110"/>
                        <a:pt x="12131" y="8110"/>
                      </a:cubicBezTo>
                      <a:cubicBezTo>
                        <a:pt x="12127" y="8110"/>
                        <a:pt x="12122" y="8108"/>
                        <a:pt x="12115" y="8101"/>
                      </a:cubicBezTo>
                      <a:lnTo>
                        <a:pt x="12136" y="8038"/>
                      </a:lnTo>
                      <a:cubicBezTo>
                        <a:pt x="12136" y="7975"/>
                        <a:pt x="12157" y="7912"/>
                        <a:pt x="12199" y="7850"/>
                      </a:cubicBezTo>
                      <a:cubicBezTo>
                        <a:pt x="12241" y="7724"/>
                        <a:pt x="12303" y="7598"/>
                        <a:pt x="12366" y="7494"/>
                      </a:cubicBezTo>
                      <a:cubicBezTo>
                        <a:pt x="12492" y="7264"/>
                        <a:pt x="12659" y="7075"/>
                        <a:pt x="12827" y="6908"/>
                      </a:cubicBezTo>
                      <a:cubicBezTo>
                        <a:pt x="13140" y="6573"/>
                        <a:pt x="13517" y="6343"/>
                        <a:pt x="13852" y="6238"/>
                      </a:cubicBezTo>
                      <a:close/>
                      <a:moveTo>
                        <a:pt x="21698" y="6280"/>
                      </a:moveTo>
                      <a:cubicBezTo>
                        <a:pt x="21677" y="6301"/>
                        <a:pt x="21635" y="6322"/>
                        <a:pt x="21614" y="6364"/>
                      </a:cubicBezTo>
                      <a:cubicBezTo>
                        <a:pt x="21426" y="6510"/>
                        <a:pt x="21154" y="6741"/>
                        <a:pt x="20819" y="7013"/>
                      </a:cubicBezTo>
                      <a:cubicBezTo>
                        <a:pt x="20485" y="7306"/>
                        <a:pt x="20087" y="7619"/>
                        <a:pt x="19606" y="7933"/>
                      </a:cubicBezTo>
                      <a:cubicBezTo>
                        <a:pt x="19376" y="8080"/>
                        <a:pt x="19125" y="8205"/>
                        <a:pt x="18853" y="8310"/>
                      </a:cubicBezTo>
                      <a:cubicBezTo>
                        <a:pt x="18706" y="8352"/>
                        <a:pt x="18581" y="8394"/>
                        <a:pt x="18434" y="8414"/>
                      </a:cubicBezTo>
                      <a:lnTo>
                        <a:pt x="18267" y="8414"/>
                      </a:lnTo>
                      <a:lnTo>
                        <a:pt x="18288" y="8331"/>
                      </a:lnTo>
                      <a:cubicBezTo>
                        <a:pt x="18309" y="8247"/>
                        <a:pt x="18329" y="8184"/>
                        <a:pt x="18371" y="8101"/>
                      </a:cubicBezTo>
                      <a:cubicBezTo>
                        <a:pt x="18434" y="7954"/>
                        <a:pt x="18497" y="7829"/>
                        <a:pt x="18560" y="7703"/>
                      </a:cubicBezTo>
                      <a:cubicBezTo>
                        <a:pt x="18727" y="7431"/>
                        <a:pt x="18915" y="7201"/>
                        <a:pt x="19104" y="7013"/>
                      </a:cubicBezTo>
                      <a:cubicBezTo>
                        <a:pt x="19438" y="6657"/>
                        <a:pt x="19815" y="6427"/>
                        <a:pt x="20171" y="6280"/>
                      </a:cubicBezTo>
                      <a:close/>
                      <a:moveTo>
                        <a:pt x="29691" y="6301"/>
                      </a:moveTo>
                      <a:cubicBezTo>
                        <a:pt x="29670" y="6322"/>
                        <a:pt x="29628" y="6343"/>
                        <a:pt x="29586" y="6364"/>
                      </a:cubicBezTo>
                      <a:cubicBezTo>
                        <a:pt x="29335" y="6573"/>
                        <a:pt x="29000" y="6866"/>
                        <a:pt x="28561" y="7222"/>
                      </a:cubicBezTo>
                      <a:cubicBezTo>
                        <a:pt x="28143" y="7578"/>
                        <a:pt x="27620" y="8017"/>
                        <a:pt x="27013" y="8394"/>
                      </a:cubicBezTo>
                      <a:cubicBezTo>
                        <a:pt x="26720" y="8582"/>
                        <a:pt x="26385" y="8770"/>
                        <a:pt x="26029" y="8896"/>
                      </a:cubicBezTo>
                      <a:cubicBezTo>
                        <a:pt x="25862" y="8958"/>
                        <a:pt x="25674" y="9000"/>
                        <a:pt x="25485" y="9021"/>
                      </a:cubicBezTo>
                      <a:lnTo>
                        <a:pt x="25276" y="9021"/>
                      </a:lnTo>
                      <a:lnTo>
                        <a:pt x="25318" y="8917"/>
                      </a:lnTo>
                      <a:cubicBezTo>
                        <a:pt x="25339" y="8812"/>
                        <a:pt x="25381" y="8728"/>
                        <a:pt x="25402" y="8624"/>
                      </a:cubicBezTo>
                      <a:cubicBezTo>
                        <a:pt x="25485" y="8435"/>
                        <a:pt x="25569" y="8268"/>
                        <a:pt x="25674" y="8101"/>
                      </a:cubicBezTo>
                      <a:cubicBezTo>
                        <a:pt x="25862" y="7766"/>
                        <a:pt x="26113" y="7473"/>
                        <a:pt x="26364" y="7201"/>
                      </a:cubicBezTo>
                      <a:cubicBezTo>
                        <a:pt x="26783" y="6782"/>
                        <a:pt x="27243" y="6489"/>
                        <a:pt x="27661" y="6301"/>
                      </a:cubicBezTo>
                      <a:close/>
                      <a:moveTo>
                        <a:pt x="38625" y="6259"/>
                      </a:moveTo>
                      <a:cubicBezTo>
                        <a:pt x="38563" y="6301"/>
                        <a:pt x="38500" y="6343"/>
                        <a:pt x="38437" y="6406"/>
                      </a:cubicBezTo>
                      <a:cubicBezTo>
                        <a:pt x="38060" y="6678"/>
                        <a:pt x="37579" y="7117"/>
                        <a:pt x="36951" y="7640"/>
                      </a:cubicBezTo>
                      <a:cubicBezTo>
                        <a:pt x="36324" y="8163"/>
                        <a:pt x="35591" y="8770"/>
                        <a:pt x="34713" y="9335"/>
                      </a:cubicBezTo>
                      <a:cubicBezTo>
                        <a:pt x="34252" y="9607"/>
                        <a:pt x="33792" y="9879"/>
                        <a:pt x="33269" y="10047"/>
                      </a:cubicBezTo>
                      <a:cubicBezTo>
                        <a:pt x="33018" y="10130"/>
                        <a:pt x="32746" y="10214"/>
                        <a:pt x="32495" y="10235"/>
                      </a:cubicBezTo>
                      <a:cubicBezTo>
                        <a:pt x="32432" y="10235"/>
                        <a:pt x="32369" y="10256"/>
                        <a:pt x="32306" y="10256"/>
                      </a:cubicBezTo>
                      <a:lnTo>
                        <a:pt x="32181" y="10256"/>
                      </a:lnTo>
                      <a:cubicBezTo>
                        <a:pt x="32181" y="10256"/>
                        <a:pt x="32181" y="10256"/>
                        <a:pt x="32181" y="10235"/>
                      </a:cubicBezTo>
                      <a:lnTo>
                        <a:pt x="32223" y="10088"/>
                      </a:lnTo>
                      <a:cubicBezTo>
                        <a:pt x="32265" y="9942"/>
                        <a:pt x="32327" y="9795"/>
                        <a:pt x="32369" y="9670"/>
                      </a:cubicBezTo>
                      <a:cubicBezTo>
                        <a:pt x="32474" y="9398"/>
                        <a:pt x="32599" y="9147"/>
                        <a:pt x="32746" y="8917"/>
                      </a:cubicBezTo>
                      <a:cubicBezTo>
                        <a:pt x="33039" y="8414"/>
                        <a:pt x="33374" y="7996"/>
                        <a:pt x="33750" y="7619"/>
                      </a:cubicBezTo>
                      <a:cubicBezTo>
                        <a:pt x="34357" y="6992"/>
                        <a:pt x="35047" y="6552"/>
                        <a:pt x="35675" y="6280"/>
                      </a:cubicBezTo>
                      <a:cubicBezTo>
                        <a:pt x="36700" y="6259"/>
                        <a:pt x="37663" y="6259"/>
                        <a:pt x="38625" y="6259"/>
                      </a:cubicBezTo>
                      <a:close/>
                      <a:moveTo>
                        <a:pt x="49024" y="6134"/>
                      </a:moveTo>
                      <a:lnTo>
                        <a:pt x="49024" y="6134"/>
                      </a:lnTo>
                      <a:cubicBezTo>
                        <a:pt x="48920" y="6197"/>
                        <a:pt x="48773" y="6301"/>
                        <a:pt x="48606" y="6427"/>
                      </a:cubicBezTo>
                      <a:cubicBezTo>
                        <a:pt x="48146" y="6803"/>
                        <a:pt x="47497" y="7368"/>
                        <a:pt x="46702" y="8038"/>
                      </a:cubicBezTo>
                      <a:cubicBezTo>
                        <a:pt x="45907" y="8707"/>
                        <a:pt x="44944" y="9502"/>
                        <a:pt x="43793" y="10214"/>
                      </a:cubicBezTo>
                      <a:cubicBezTo>
                        <a:pt x="43229" y="10570"/>
                        <a:pt x="42622" y="10904"/>
                        <a:pt x="41952" y="11135"/>
                      </a:cubicBezTo>
                      <a:cubicBezTo>
                        <a:pt x="41617" y="11260"/>
                        <a:pt x="41283" y="11344"/>
                        <a:pt x="40948" y="11386"/>
                      </a:cubicBezTo>
                      <a:cubicBezTo>
                        <a:pt x="40864" y="11386"/>
                        <a:pt x="40780" y="11407"/>
                        <a:pt x="40697" y="11407"/>
                      </a:cubicBezTo>
                      <a:lnTo>
                        <a:pt x="40550" y="11407"/>
                      </a:lnTo>
                      <a:cubicBezTo>
                        <a:pt x="40550" y="11407"/>
                        <a:pt x="40550" y="11407"/>
                        <a:pt x="40550" y="11386"/>
                      </a:cubicBezTo>
                      <a:lnTo>
                        <a:pt x="40613" y="11176"/>
                      </a:lnTo>
                      <a:cubicBezTo>
                        <a:pt x="40655" y="10988"/>
                        <a:pt x="40718" y="10821"/>
                        <a:pt x="40801" y="10653"/>
                      </a:cubicBezTo>
                      <a:cubicBezTo>
                        <a:pt x="40927" y="10319"/>
                        <a:pt x="41094" y="9984"/>
                        <a:pt x="41283" y="9670"/>
                      </a:cubicBezTo>
                      <a:cubicBezTo>
                        <a:pt x="41638" y="9042"/>
                        <a:pt x="42099" y="8477"/>
                        <a:pt x="42559" y="7996"/>
                      </a:cubicBezTo>
                      <a:cubicBezTo>
                        <a:pt x="43417" y="7138"/>
                        <a:pt x="44379" y="6531"/>
                        <a:pt x="45258" y="6197"/>
                      </a:cubicBezTo>
                      <a:cubicBezTo>
                        <a:pt x="46639" y="6176"/>
                        <a:pt x="47895" y="6155"/>
                        <a:pt x="49024" y="6134"/>
                      </a:cubicBezTo>
                      <a:close/>
                      <a:moveTo>
                        <a:pt x="42289" y="1"/>
                      </a:moveTo>
                      <a:cubicBezTo>
                        <a:pt x="42219" y="1"/>
                        <a:pt x="42148" y="1"/>
                        <a:pt x="42078" y="3"/>
                      </a:cubicBezTo>
                      <a:cubicBezTo>
                        <a:pt x="41638" y="24"/>
                        <a:pt x="41220" y="66"/>
                        <a:pt x="40801" y="150"/>
                      </a:cubicBezTo>
                      <a:cubicBezTo>
                        <a:pt x="40571" y="191"/>
                        <a:pt x="40362" y="233"/>
                        <a:pt x="40153" y="296"/>
                      </a:cubicBezTo>
                      <a:lnTo>
                        <a:pt x="39985" y="359"/>
                      </a:lnTo>
                      <a:lnTo>
                        <a:pt x="39902" y="380"/>
                      </a:lnTo>
                      <a:lnTo>
                        <a:pt x="39776" y="422"/>
                      </a:lnTo>
                      <a:cubicBezTo>
                        <a:pt x="39588" y="484"/>
                        <a:pt x="39400" y="568"/>
                        <a:pt x="39211" y="652"/>
                      </a:cubicBezTo>
                      <a:lnTo>
                        <a:pt x="38646" y="903"/>
                      </a:lnTo>
                      <a:cubicBezTo>
                        <a:pt x="38814" y="1280"/>
                        <a:pt x="38939" y="1614"/>
                        <a:pt x="39148" y="1970"/>
                      </a:cubicBezTo>
                      <a:cubicBezTo>
                        <a:pt x="39169" y="2012"/>
                        <a:pt x="39190" y="2054"/>
                        <a:pt x="39211" y="2096"/>
                      </a:cubicBezTo>
                      <a:lnTo>
                        <a:pt x="39274" y="2200"/>
                      </a:lnTo>
                      <a:cubicBezTo>
                        <a:pt x="39316" y="2242"/>
                        <a:pt x="39358" y="2284"/>
                        <a:pt x="39379" y="2347"/>
                      </a:cubicBezTo>
                      <a:cubicBezTo>
                        <a:pt x="39441" y="2430"/>
                        <a:pt x="39525" y="2514"/>
                        <a:pt x="39588" y="2598"/>
                      </a:cubicBezTo>
                      <a:cubicBezTo>
                        <a:pt x="39881" y="2953"/>
                        <a:pt x="40216" y="3225"/>
                        <a:pt x="40550" y="3476"/>
                      </a:cubicBezTo>
                      <a:cubicBezTo>
                        <a:pt x="41220" y="3958"/>
                        <a:pt x="41910" y="4313"/>
                        <a:pt x="42580" y="4585"/>
                      </a:cubicBezTo>
                      <a:cubicBezTo>
                        <a:pt x="43438" y="4941"/>
                        <a:pt x="44254" y="5171"/>
                        <a:pt x="44986" y="5360"/>
                      </a:cubicBezTo>
                      <a:cubicBezTo>
                        <a:pt x="44840" y="5401"/>
                        <a:pt x="44693" y="5443"/>
                        <a:pt x="44547" y="5506"/>
                      </a:cubicBezTo>
                      <a:cubicBezTo>
                        <a:pt x="42894" y="5485"/>
                        <a:pt x="41052" y="5464"/>
                        <a:pt x="39086" y="5443"/>
                      </a:cubicBezTo>
                      <a:cubicBezTo>
                        <a:pt x="39107" y="5318"/>
                        <a:pt x="39086" y="5129"/>
                        <a:pt x="39023" y="4899"/>
                      </a:cubicBezTo>
                      <a:cubicBezTo>
                        <a:pt x="38918" y="4418"/>
                        <a:pt x="38604" y="3728"/>
                        <a:pt x="37956" y="3100"/>
                      </a:cubicBezTo>
                      <a:cubicBezTo>
                        <a:pt x="37307" y="2472"/>
                        <a:pt x="36345" y="1907"/>
                        <a:pt x="35215" y="1635"/>
                      </a:cubicBezTo>
                      <a:cubicBezTo>
                        <a:pt x="34689" y="1504"/>
                        <a:pt x="34129" y="1423"/>
                        <a:pt x="33551" y="1423"/>
                      </a:cubicBezTo>
                      <a:cubicBezTo>
                        <a:pt x="33485" y="1423"/>
                        <a:pt x="33419" y="1424"/>
                        <a:pt x="33353" y="1426"/>
                      </a:cubicBezTo>
                      <a:cubicBezTo>
                        <a:pt x="33039" y="1426"/>
                        <a:pt x="32704" y="1468"/>
                        <a:pt x="32369" y="1531"/>
                      </a:cubicBezTo>
                      <a:cubicBezTo>
                        <a:pt x="32202" y="1572"/>
                        <a:pt x="32034" y="1593"/>
                        <a:pt x="31867" y="1656"/>
                      </a:cubicBezTo>
                      <a:lnTo>
                        <a:pt x="31741" y="1698"/>
                      </a:lnTo>
                      <a:lnTo>
                        <a:pt x="31679" y="1719"/>
                      </a:lnTo>
                      <a:lnTo>
                        <a:pt x="31574" y="1740"/>
                      </a:lnTo>
                      <a:cubicBezTo>
                        <a:pt x="31449" y="1782"/>
                        <a:pt x="31302" y="1865"/>
                        <a:pt x="31156" y="1928"/>
                      </a:cubicBezTo>
                      <a:lnTo>
                        <a:pt x="30716" y="2116"/>
                      </a:lnTo>
                      <a:cubicBezTo>
                        <a:pt x="30842" y="2409"/>
                        <a:pt x="30925" y="2681"/>
                        <a:pt x="31093" y="2932"/>
                      </a:cubicBezTo>
                      <a:cubicBezTo>
                        <a:pt x="31114" y="2974"/>
                        <a:pt x="31135" y="3016"/>
                        <a:pt x="31156" y="3037"/>
                      </a:cubicBezTo>
                      <a:lnTo>
                        <a:pt x="31197" y="3121"/>
                      </a:lnTo>
                      <a:cubicBezTo>
                        <a:pt x="31218" y="3163"/>
                        <a:pt x="31260" y="3184"/>
                        <a:pt x="31281" y="3225"/>
                      </a:cubicBezTo>
                      <a:cubicBezTo>
                        <a:pt x="31323" y="3309"/>
                        <a:pt x="31386" y="3372"/>
                        <a:pt x="31449" y="3435"/>
                      </a:cubicBezTo>
                      <a:cubicBezTo>
                        <a:pt x="31679" y="3707"/>
                        <a:pt x="31930" y="3916"/>
                        <a:pt x="32181" y="4104"/>
                      </a:cubicBezTo>
                      <a:cubicBezTo>
                        <a:pt x="32704" y="4481"/>
                        <a:pt x="33248" y="4753"/>
                        <a:pt x="33771" y="4983"/>
                      </a:cubicBezTo>
                      <a:cubicBezTo>
                        <a:pt x="34210" y="5150"/>
                        <a:pt x="34650" y="5297"/>
                        <a:pt x="35068" y="5422"/>
                      </a:cubicBezTo>
                      <a:cubicBezTo>
                        <a:pt x="33436" y="5422"/>
                        <a:pt x="31741" y="5401"/>
                        <a:pt x="30026" y="5401"/>
                      </a:cubicBezTo>
                      <a:cubicBezTo>
                        <a:pt x="30005" y="5381"/>
                        <a:pt x="30005" y="5360"/>
                        <a:pt x="30005" y="5339"/>
                      </a:cubicBezTo>
                      <a:cubicBezTo>
                        <a:pt x="29921" y="5004"/>
                        <a:pt x="29712" y="4523"/>
                        <a:pt x="29272" y="4083"/>
                      </a:cubicBezTo>
                      <a:cubicBezTo>
                        <a:pt x="28812" y="3644"/>
                        <a:pt x="28164" y="3267"/>
                        <a:pt x="27368" y="3079"/>
                      </a:cubicBezTo>
                      <a:cubicBezTo>
                        <a:pt x="26971" y="2974"/>
                        <a:pt x="26532" y="2932"/>
                        <a:pt x="26092" y="2932"/>
                      </a:cubicBezTo>
                      <a:cubicBezTo>
                        <a:pt x="25862" y="2932"/>
                        <a:pt x="25632" y="2974"/>
                        <a:pt x="25402" y="3016"/>
                      </a:cubicBezTo>
                      <a:cubicBezTo>
                        <a:pt x="25297" y="3037"/>
                        <a:pt x="25171" y="3058"/>
                        <a:pt x="25067" y="3100"/>
                      </a:cubicBezTo>
                      <a:lnTo>
                        <a:pt x="24983" y="3121"/>
                      </a:lnTo>
                      <a:lnTo>
                        <a:pt x="24941" y="3142"/>
                      </a:lnTo>
                      <a:lnTo>
                        <a:pt x="24858" y="3163"/>
                      </a:lnTo>
                      <a:cubicBezTo>
                        <a:pt x="24774" y="3184"/>
                        <a:pt x="24669" y="3225"/>
                        <a:pt x="24565" y="3267"/>
                      </a:cubicBezTo>
                      <a:lnTo>
                        <a:pt x="24272" y="3414"/>
                      </a:lnTo>
                      <a:cubicBezTo>
                        <a:pt x="24355" y="3602"/>
                        <a:pt x="24418" y="3790"/>
                        <a:pt x="24523" y="3979"/>
                      </a:cubicBezTo>
                      <a:cubicBezTo>
                        <a:pt x="24544" y="4000"/>
                        <a:pt x="24544" y="4021"/>
                        <a:pt x="24565" y="4041"/>
                      </a:cubicBezTo>
                      <a:lnTo>
                        <a:pt x="24607" y="4104"/>
                      </a:lnTo>
                      <a:cubicBezTo>
                        <a:pt x="24627" y="4125"/>
                        <a:pt x="24627" y="4146"/>
                        <a:pt x="24648" y="4188"/>
                      </a:cubicBezTo>
                      <a:cubicBezTo>
                        <a:pt x="24690" y="4230"/>
                        <a:pt x="24732" y="4272"/>
                        <a:pt x="24774" y="4313"/>
                      </a:cubicBezTo>
                      <a:cubicBezTo>
                        <a:pt x="24920" y="4502"/>
                        <a:pt x="25109" y="4648"/>
                        <a:pt x="25276" y="4795"/>
                      </a:cubicBezTo>
                      <a:cubicBezTo>
                        <a:pt x="25632" y="5046"/>
                        <a:pt x="26008" y="5234"/>
                        <a:pt x="26364" y="5381"/>
                      </a:cubicBezTo>
                      <a:cubicBezTo>
                        <a:pt x="26385" y="5381"/>
                        <a:pt x="26406" y="5401"/>
                        <a:pt x="26427" y="5401"/>
                      </a:cubicBezTo>
                      <a:lnTo>
                        <a:pt x="21886" y="5401"/>
                      </a:lnTo>
                      <a:cubicBezTo>
                        <a:pt x="21803" y="5171"/>
                        <a:pt x="21656" y="4857"/>
                        <a:pt x="21363" y="4585"/>
                      </a:cubicBezTo>
                      <a:cubicBezTo>
                        <a:pt x="21008" y="4251"/>
                        <a:pt x="20506" y="3958"/>
                        <a:pt x="19878" y="3790"/>
                      </a:cubicBezTo>
                      <a:cubicBezTo>
                        <a:pt x="19585" y="3728"/>
                        <a:pt x="19250" y="3686"/>
                        <a:pt x="18894" y="3686"/>
                      </a:cubicBezTo>
                      <a:cubicBezTo>
                        <a:pt x="18727" y="3686"/>
                        <a:pt x="18539" y="3707"/>
                        <a:pt x="18371" y="3748"/>
                      </a:cubicBezTo>
                      <a:cubicBezTo>
                        <a:pt x="18288" y="3769"/>
                        <a:pt x="18183" y="3790"/>
                        <a:pt x="18099" y="3811"/>
                      </a:cubicBezTo>
                      <a:lnTo>
                        <a:pt x="18037" y="3832"/>
                      </a:lnTo>
                      <a:lnTo>
                        <a:pt x="17995" y="3832"/>
                      </a:lnTo>
                      <a:lnTo>
                        <a:pt x="17953" y="3853"/>
                      </a:lnTo>
                      <a:cubicBezTo>
                        <a:pt x="17869" y="3895"/>
                        <a:pt x="17785" y="3916"/>
                        <a:pt x="17723" y="3958"/>
                      </a:cubicBezTo>
                      <a:lnTo>
                        <a:pt x="17472" y="4062"/>
                      </a:lnTo>
                      <a:cubicBezTo>
                        <a:pt x="17555" y="4209"/>
                        <a:pt x="17597" y="4355"/>
                        <a:pt x="17681" y="4502"/>
                      </a:cubicBezTo>
                      <a:cubicBezTo>
                        <a:pt x="17702" y="4523"/>
                        <a:pt x="17702" y="4544"/>
                        <a:pt x="17723" y="4544"/>
                      </a:cubicBezTo>
                      <a:lnTo>
                        <a:pt x="17744" y="4606"/>
                      </a:lnTo>
                      <a:cubicBezTo>
                        <a:pt x="17765" y="4627"/>
                        <a:pt x="17765" y="4627"/>
                        <a:pt x="17785" y="4648"/>
                      </a:cubicBezTo>
                      <a:cubicBezTo>
                        <a:pt x="17806" y="4690"/>
                        <a:pt x="17848" y="4732"/>
                        <a:pt x="17869" y="4774"/>
                      </a:cubicBezTo>
                      <a:cubicBezTo>
                        <a:pt x="17995" y="4899"/>
                        <a:pt x="18120" y="5025"/>
                        <a:pt x="18267" y="5129"/>
                      </a:cubicBezTo>
                      <a:cubicBezTo>
                        <a:pt x="18434" y="5255"/>
                        <a:pt x="18601" y="5339"/>
                        <a:pt x="18748" y="5422"/>
                      </a:cubicBezTo>
                      <a:cubicBezTo>
                        <a:pt x="17513" y="5422"/>
                        <a:pt x="16321" y="5443"/>
                        <a:pt x="15170" y="5443"/>
                      </a:cubicBezTo>
                      <a:cubicBezTo>
                        <a:pt x="15086" y="5255"/>
                        <a:pt x="14961" y="5046"/>
                        <a:pt x="14752" y="4837"/>
                      </a:cubicBezTo>
                      <a:cubicBezTo>
                        <a:pt x="14459" y="4544"/>
                        <a:pt x="14019" y="4293"/>
                        <a:pt x="13496" y="4167"/>
                      </a:cubicBezTo>
                      <a:cubicBezTo>
                        <a:pt x="13224" y="4104"/>
                        <a:pt x="12952" y="4062"/>
                        <a:pt x="12638" y="4062"/>
                      </a:cubicBezTo>
                      <a:cubicBezTo>
                        <a:pt x="12492" y="4062"/>
                        <a:pt x="12345" y="4083"/>
                        <a:pt x="12199" y="4125"/>
                      </a:cubicBezTo>
                      <a:cubicBezTo>
                        <a:pt x="12115" y="4125"/>
                        <a:pt x="12031" y="4146"/>
                        <a:pt x="11969" y="4167"/>
                      </a:cubicBezTo>
                      <a:lnTo>
                        <a:pt x="11906" y="4188"/>
                      </a:lnTo>
                      <a:lnTo>
                        <a:pt x="11885" y="4188"/>
                      </a:lnTo>
                      <a:lnTo>
                        <a:pt x="11822" y="4209"/>
                      </a:lnTo>
                      <a:cubicBezTo>
                        <a:pt x="11759" y="4230"/>
                        <a:pt x="11697" y="4272"/>
                        <a:pt x="11634" y="4293"/>
                      </a:cubicBezTo>
                      <a:lnTo>
                        <a:pt x="11425" y="4397"/>
                      </a:lnTo>
                      <a:cubicBezTo>
                        <a:pt x="11487" y="4523"/>
                        <a:pt x="11529" y="4648"/>
                        <a:pt x="11613" y="4753"/>
                      </a:cubicBezTo>
                      <a:cubicBezTo>
                        <a:pt x="11613" y="4774"/>
                        <a:pt x="11613" y="4795"/>
                        <a:pt x="11634" y="4816"/>
                      </a:cubicBezTo>
                      <a:lnTo>
                        <a:pt x="11655" y="4837"/>
                      </a:lnTo>
                      <a:cubicBezTo>
                        <a:pt x="11676" y="4857"/>
                        <a:pt x="11676" y="4878"/>
                        <a:pt x="11697" y="4899"/>
                      </a:cubicBezTo>
                      <a:cubicBezTo>
                        <a:pt x="11718" y="4920"/>
                        <a:pt x="11739" y="4962"/>
                        <a:pt x="11759" y="4983"/>
                      </a:cubicBezTo>
                      <a:cubicBezTo>
                        <a:pt x="11864" y="5109"/>
                        <a:pt x="11990" y="5213"/>
                        <a:pt x="12115" y="5297"/>
                      </a:cubicBezTo>
                      <a:cubicBezTo>
                        <a:pt x="12199" y="5360"/>
                        <a:pt x="12283" y="5422"/>
                        <a:pt x="12387" y="5485"/>
                      </a:cubicBezTo>
                      <a:cubicBezTo>
                        <a:pt x="4938" y="5548"/>
                        <a:pt x="0" y="5694"/>
                        <a:pt x="0" y="5841"/>
                      </a:cubicBezTo>
                      <a:cubicBezTo>
                        <a:pt x="0" y="6008"/>
                        <a:pt x="5231" y="6155"/>
                        <a:pt x="13078" y="6238"/>
                      </a:cubicBezTo>
                      <a:cubicBezTo>
                        <a:pt x="12910" y="6343"/>
                        <a:pt x="12722" y="6469"/>
                        <a:pt x="12555" y="6615"/>
                      </a:cubicBezTo>
                      <a:cubicBezTo>
                        <a:pt x="12345" y="6803"/>
                        <a:pt x="12157" y="7034"/>
                        <a:pt x="12011" y="7285"/>
                      </a:cubicBezTo>
                      <a:cubicBezTo>
                        <a:pt x="11927" y="7410"/>
                        <a:pt x="11864" y="7536"/>
                        <a:pt x="11801" y="7682"/>
                      </a:cubicBezTo>
                      <a:cubicBezTo>
                        <a:pt x="11780" y="7766"/>
                        <a:pt x="11739" y="7829"/>
                        <a:pt x="11718" y="7912"/>
                      </a:cubicBezTo>
                      <a:lnTo>
                        <a:pt x="11697" y="7975"/>
                      </a:lnTo>
                      <a:lnTo>
                        <a:pt x="11697" y="7996"/>
                      </a:lnTo>
                      <a:lnTo>
                        <a:pt x="11697" y="8038"/>
                      </a:lnTo>
                      <a:cubicBezTo>
                        <a:pt x="11676" y="8101"/>
                        <a:pt x="11655" y="8184"/>
                        <a:pt x="11655" y="8247"/>
                      </a:cubicBezTo>
                      <a:lnTo>
                        <a:pt x="11613" y="8477"/>
                      </a:lnTo>
                      <a:cubicBezTo>
                        <a:pt x="11759" y="8498"/>
                        <a:pt x="11885" y="8519"/>
                        <a:pt x="12031" y="8519"/>
                      </a:cubicBezTo>
                      <a:cubicBezTo>
                        <a:pt x="12031" y="8540"/>
                        <a:pt x="12052" y="8540"/>
                        <a:pt x="12073" y="8540"/>
                      </a:cubicBezTo>
                      <a:lnTo>
                        <a:pt x="12115" y="8540"/>
                      </a:lnTo>
                      <a:cubicBezTo>
                        <a:pt x="12136" y="8540"/>
                        <a:pt x="12157" y="8540"/>
                        <a:pt x="12178" y="8519"/>
                      </a:cubicBezTo>
                      <a:lnTo>
                        <a:pt x="12303" y="8519"/>
                      </a:lnTo>
                      <a:cubicBezTo>
                        <a:pt x="12450" y="8498"/>
                        <a:pt x="12617" y="8456"/>
                        <a:pt x="12743" y="8394"/>
                      </a:cubicBezTo>
                      <a:cubicBezTo>
                        <a:pt x="13015" y="8289"/>
                        <a:pt x="13266" y="8163"/>
                        <a:pt x="13475" y="8017"/>
                      </a:cubicBezTo>
                      <a:cubicBezTo>
                        <a:pt x="13894" y="7724"/>
                        <a:pt x="14228" y="7410"/>
                        <a:pt x="14480" y="7138"/>
                      </a:cubicBezTo>
                      <a:cubicBezTo>
                        <a:pt x="14752" y="6866"/>
                        <a:pt x="14940" y="6636"/>
                        <a:pt x="15086" y="6469"/>
                      </a:cubicBezTo>
                      <a:cubicBezTo>
                        <a:pt x="15149" y="6364"/>
                        <a:pt x="15212" y="6301"/>
                        <a:pt x="15233" y="6238"/>
                      </a:cubicBezTo>
                      <a:cubicBezTo>
                        <a:pt x="16530" y="6259"/>
                        <a:pt x="17890" y="6259"/>
                        <a:pt x="19313" y="6280"/>
                      </a:cubicBezTo>
                      <a:cubicBezTo>
                        <a:pt x="19125" y="6385"/>
                        <a:pt x="18957" y="6531"/>
                        <a:pt x="18790" y="6678"/>
                      </a:cubicBezTo>
                      <a:cubicBezTo>
                        <a:pt x="18560" y="6887"/>
                        <a:pt x="18329" y="7159"/>
                        <a:pt x="18162" y="7452"/>
                      </a:cubicBezTo>
                      <a:cubicBezTo>
                        <a:pt x="18057" y="7598"/>
                        <a:pt x="17974" y="7745"/>
                        <a:pt x="17911" y="7912"/>
                      </a:cubicBezTo>
                      <a:cubicBezTo>
                        <a:pt x="17869" y="7996"/>
                        <a:pt x="17848" y="8080"/>
                        <a:pt x="17827" y="8184"/>
                      </a:cubicBezTo>
                      <a:lnTo>
                        <a:pt x="17806" y="8247"/>
                      </a:lnTo>
                      <a:lnTo>
                        <a:pt x="17785" y="8289"/>
                      </a:lnTo>
                      <a:lnTo>
                        <a:pt x="17785" y="8331"/>
                      </a:lnTo>
                      <a:cubicBezTo>
                        <a:pt x="17765" y="8414"/>
                        <a:pt x="17744" y="8498"/>
                        <a:pt x="17723" y="8582"/>
                      </a:cubicBezTo>
                      <a:lnTo>
                        <a:pt x="17702" y="8833"/>
                      </a:lnTo>
                      <a:cubicBezTo>
                        <a:pt x="17848" y="8854"/>
                        <a:pt x="17995" y="8896"/>
                        <a:pt x="18162" y="8896"/>
                      </a:cubicBezTo>
                      <a:cubicBezTo>
                        <a:pt x="18183" y="8917"/>
                        <a:pt x="18204" y="8917"/>
                        <a:pt x="18225" y="8917"/>
                      </a:cubicBezTo>
                      <a:lnTo>
                        <a:pt x="18288" y="8917"/>
                      </a:lnTo>
                      <a:cubicBezTo>
                        <a:pt x="18309" y="8917"/>
                        <a:pt x="18329" y="8917"/>
                        <a:pt x="18350" y="8896"/>
                      </a:cubicBezTo>
                      <a:lnTo>
                        <a:pt x="18497" y="8896"/>
                      </a:lnTo>
                      <a:cubicBezTo>
                        <a:pt x="18685" y="8875"/>
                        <a:pt x="18853" y="8812"/>
                        <a:pt x="19020" y="8749"/>
                      </a:cubicBezTo>
                      <a:cubicBezTo>
                        <a:pt x="19334" y="8645"/>
                        <a:pt x="19606" y="8477"/>
                        <a:pt x="19857" y="8310"/>
                      </a:cubicBezTo>
                      <a:cubicBezTo>
                        <a:pt x="20359" y="7954"/>
                        <a:pt x="20736" y="7578"/>
                        <a:pt x="21050" y="7264"/>
                      </a:cubicBezTo>
                      <a:cubicBezTo>
                        <a:pt x="21363" y="6950"/>
                        <a:pt x="21594" y="6678"/>
                        <a:pt x="21740" y="6489"/>
                      </a:cubicBezTo>
                      <a:cubicBezTo>
                        <a:pt x="21803" y="6406"/>
                        <a:pt x="21866" y="6343"/>
                        <a:pt x="21886" y="6280"/>
                      </a:cubicBezTo>
                      <a:cubicBezTo>
                        <a:pt x="23414" y="6280"/>
                        <a:pt x="24983" y="6301"/>
                        <a:pt x="26573" y="6301"/>
                      </a:cubicBezTo>
                      <a:cubicBezTo>
                        <a:pt x="26364" y="6427"/>
                        <a:pt x="26155" y="6594"/>
                        <a:pt x="25946" y="6782"/>
                      </a:cubicBezTo>
                      <a:cubicBezTo>
                        <a:pt x="25653" y="7075"/>
                        <a:pt x="25381" y="7389"/>
                        <a:pt x="25130" y="7787"/>
                      </a:cubicBezTo>
                      <a:cubicBezTo>
                        <a:pt x="25025" y="7975"/>
                        <a:pt x="24920" y="8163"/>
                        <a:pt x="24816" y="8394"/>
                      </a:cubicBezTo>
                      <a:cubicBezTo>
                        <a:pt x="24774" y="8498"/>
                        <a:pt x="24732" y="8603"/>
                        <a:pt x="24711" y="8728"/>
                      </a:cubicBezTo>
                      <a:lnTo>
                        <a:pt x="24669" y="8812"/>
                      </a:lnTo>
                      <a:lnTo>
                        <a:pt x="24669" y="8854"/>
                      </a:lnTo>
                      <a:lnTo>
                        <a:pt x="24648" y="8938"/>
                      </a:lnTo>
                      <a:cubicBezTo>
                        <a:pt x="24627" y="9021"/>
                        <a:pt x="24607" y="9126"/>
                        <a:pt x="24586" y="9230"/>
                      </a:cubicBezTo>
                      <a:lnTo>
                        <a:pt x="24544" y="9565"/>
                      </a:lnTo>
                      <a:cubicBezTo>
                        <a:pt x="24753" y="9607"/>
                        <a:pt x="24941" y="9649"/>
                        <a:pt x="25151" y="9670"/>
                      </a:cubicBezTo>
                      <a:lnTo>
                        <a:pt x="25402" y="9670"/>
                      </a:lnTo>
                      <a:cubicBezTo>
                        <a:pt x="25443" y="9649"/>
                        <a:pt x="25506" y="9649"/>
                        <a:pt x="25569" y="9649"/>
                      </a:cubicBezTo>
                      <a:cubicBezTo>
                        <a:pt x="25820" y="9607"/>
                        <a:pt x="26029" y="9544"/>
                        <a:pt x="26239" y="9461"/>
                      </a:cubicBezTo>
                      <a:cubicBezTo>
                        <a:pt x="26657" y="9314"/>
                        <a:pt x="27013" y="9105"/>
                        <a:pt x="27348" y="8875"/>
                      </a:cubicBezTo>
                      <a:cubicBezTo>
                        <a:pt x="27975" y="8435"/>
                        <a:pt x="28477" y="7954"/>
                        <a:pt x="28875" y="7557"/>
                      </a:cubicBezTo>
                      <a:cubicBezTo>
                        <a:pt x="29272" y="7138"/>
                        <a:pt x="29565" y="6782"/>
                        <a:pt x="29775" y="6531"/>
                      </a:cubicBezTo>
                      <a:cubicBezTo>
                        <a:pt x="29837" y="6448"/>
                        <a:pt x="29900" y="6364"/>
                        <a:pt x="29942" y="6301"/>
                      </a:cubicBezTo>
                      <a:cubicBezTo>
                        <a:pt x="31365" y="6280"/>
                        <a:pt x="32746" y="6280"/>
                        <a:pt x="34085" y="6280"/>
                      </a:cubicBezTo>
                      <a:cubicBezTo>
                        <a:pt x="33771" y="6489"/>
                        <a:pt x="33457" y="6720"/>
                        <a:pt x="33143" y="7013"/>
                      </a:cubicBezTo>
                      <a:cubicBezTo>
                        <a:pt x="32725" y="7410"/>
                        <a:pt x="32306" y="7891"/>
                        <a:pt x="31972" y="8435"/>
                      </a:cubicBezTo>
                      <a:cubicBezTo>
                        <a:pt x="31804" y="8707"/>
                        <a:pt x="31658" y="9021"/>
                        <a:pt x="31511" y="9335"/>
                      </a:cubicBezTo>
                      <a:cubicBezTo>
                        <a:pt x="31449" y="9482"/>
                        <a:pt x="31407" y="9649"/>
                        <a:pt x="31344" y="9816"/>
                      </a:cubicBezTo>
                      <a:lnTo>
                        <a:pt x="31302" y="9942"/>
                      </a:lnTo>
                      <a:lnTo>
                        <a:pt x="31302" y="10005"/>
                      </a:lnTo>
                      <a:lnTo>
                        <a:pt x="31260" y="10109"/>
                      </a:lnTo>
                      <a:cubicBezTo>
                        <a:pt x="31239" y="10256"/>
                        <a:pt x="31197" y="10402"/>
                        <a:pt x="31177" y="10570"/>
                      </a:cubicBezTo>
                      <a:lnTo>
                        <a:pt x="31114" y="11030"/>
                      </a:lnTo>
                      <a:cubicBezTo>
                        <a:pt x="31407" y="11093"/>
                        <a:pt x="31700" y="11155"/>
                        <a:pt x="31993" y="11176"/>
                      </a:cubicBezTo>
                      <a:lnTo>
                        <a:pt x="32348" y="11176"/>
                      </a:lnTo>
                      <a:cubicBezTo>
                        <a:pt x="32432" y="11155"/>
                        <a:pt x="32516" y="11155"/>
                        <a:pt x="32599" y="11135"/>
                      </a:cubicBezTo>
                      <a:cubicBezTo>
                        <a:pt x="32955" y="11093"/>
                        <a:pt x="33269" y="11009"/>
                        <a:pt x="33583" y="10883"/>
                      </a:cubicBezTo>
                      <a:cubicBezTo>
                        <a:pt x="34190" y="10674"/>
                        <a:pt x="34692" y="10360"/>
                        <a:pt x="35173" y="10047"/>
                      </a:cubicBezTo>
                      <a:cubicBezTo>
                        <a:pt x="36094" y="9398"/>
                        <a:pt x="36805" y="8707"/>
                        <a:pt x="37391" y="8122"/>
                      </a:cubicBezTo>
                      <a:cubicBezTo>
                        <a:pt x="37977" y="7515"/>
                        <a:pt x="38395" y="7013"/>
                        <a:pt x="38688" y="6657"/>
                      </a:cubicBezTo>
                      <a:cubicBezTo>
                        <a:pt x="38814" y="6489"/>
                        <a:pt x="38897" y="6364"/>
                        <a:pt x="38981" y="6259"/>
                      </a:cubicBezTo>
                      <a:cubicBezTo>
                        <a:pt x="40425" y="6238"/>
                        <a:pt x="41806" y="6238"/>
                        <a:pt x="43103" y="6217"/>
                      </a:cubicBezTo>
                      <a:lnTo>
                        <a:pt x="43103" y="6217"/>
                      </a:lnTo>
                      <a:cubicBezTo>
                        <a:pt x="42664" y="6489"/>
                        <a:pt x="42224" y="6824"/>
                        <a:pt x="41806" y="7222"/>
                      </a:cubicBezTo>
                      <a:cubicBezTo>
                        <a:pt x="41241" y="7724"/>
                        <a:pt x="40718" y="8352"/>
                        <a:pt x="40278" y="9063"/>
                      </a:cubicBezTo>
                      <a:cubicBezTo>
                        <a:pt x="40069" y="9419"/>
                        <a:pt x="39860" y="9795"/>
                        <a:pt x="39692" y="10214"/>
                      </a:cubicBezTo>
                      <a:cubicBezTo>
                        <a:pt x="39609" y="10402"/>
                        <a:pt x="39546" y="10611"/>
                        <a:pt x="39462" y="10842"/>
                      </a:cubicBezTo>
                      <a:lnTo>
                        <a:pt x="39420" y="10988"/>
                      </a:lnTo>
                      <a:lnTo>
                        <a:pt x="39400" y="11072"/>
                      </a:lnTo>
                      <a:lnTo>
                        <a:pt x="39379" y="11218"/>
                      </a:lnTo>
                      <a:cubicBezTo>
                        <a:pt x="39316" y="11386"/>
                        <a:pt x="39295" y="11595"/>
                        <a:pt x="39253" y="11804"/>
                      </a:cubicBezTo>
                      <a:lnTo>
                        <a:pt x="39169" y="12411"/>
                      </a:lnTo>
                      <a:cubicBezTo>
                        <a:pt x="39567" y="12474"/>
                        <a:pt x="39923" y="12557"/>
                        <a:pt x="40320" y="12578"/>
                      </a:cubicBezTo>
                      <a:cubicBezTo>
                        <a:pt x="40362" y="12578"/>
                        <a:pt x="40404" y="12599"/>
                        <a:pt x="40467" y="12599"/>
                      </a:cubicBezTo>
                      <a:lnTo>
                        <a:pt x="40592" y="12599"/>
                      </a:lnTo>
                      <a:cubicBezTo>
                        <a:pt x="40655" y="12599"/>
                        <a:pt x="40697" y="12578"/>
                        <a:pt x="40760" y="12578"/>
                      </a:cubicBezTo>
                      <a:cubicBezTo>
                        <a:pt x="40885" y="12578"/>
                        <a:pt x="40990" y="12557"/>
                        <a:pt x="41094" y="12557"/>
                      </a:cubicBezTo>
                      <a:cubicBezTo>
                        <a:pt x="41555" y="12495"/>
                        <a:pt x="41952" y="12369"/>
                        <a:pt x="42350" y="12223"/>
                      </a:cubicBezTo>
                      <a:cubicBezTo>
                        <a:pt x="43124" y="11930"/>
                        <a:pt x="43793" y="11532"/>
                        <a:pt x="44400" y="11135"/>
                      </a:cubicBezTo>
                      <a:cubicBezTo>
                        <a:pt x="45593" y="10298"/>
                        <a:pt x="46514" y="9398"/>
                        <a:pt x="47267" y="8645"/>
                      </a:cubicBezTo>
                      <a:cubicBezTo>
                        <a:pt x="48020" y="7870"/>
                        <a:pt x="48564" y="7222"/>
                        <a:pt x="48941" y="6761"/>
                      </a:cubicBezTo>
                      <a:cubicBezTo>
                        <a:pt x="49171" y="6469"/>
                        <a:pt x="49317" y="6259"/>
                        <a:pt x="49380" y="6113"/>
                      </a:cubicBezTo>
                      <a:cubicBezTo>
                        <a:pt x="52853" y="6050"/>
                        <a:pt x="54904" y="5945"/>
                        <a:pt x="54904" y="5841"/>
                      </a:cubicBezTo>
                      <a:cubicBezTo>
                        <a:pt x="54904" y="5736"/>
                        <a:pt x="52644" y="5653"/>
                        <a:pt x="48878" y="5569"/>
                      </a:cubicBezTo>
                      <a:cubicBezTo>
                        <a:pt x="48857" y="5569"/>
                        <a:pt x="48836" y="5569"/>
                        <a:pt x="48836" y="5548"/>
                      </a:cubicBezTo>
                      <a:cubicBezTo>
                        <a:pt x="48271" y="5360"/>
                        <a:pt x="47434" y="5129"/>
                        <a:pt x="46430" y="4837"/>
                      </a:cubicBezTo>
                      <a:cubicBezTo>
                        <a:pt x="45446" y="4523"/>
                        <a:pt x="44254" y="4146"/>
                        <a:pt x="43019" y="3581"/>
                      </a:cubicBezTo>
                      <a:cubicBezTo>
                        <a:pt x="42413" y="3309"/>
                        <a:pt x="41806" y="2974"/>
                        <a:pt x="41241" y="2556"/>
                      </a:cubicBezTo>
                      <a:cubicBezTo>
                        <a:pt x="40969" y="2326"/>
                        <a:pt x="40718" y="2096"/>
                        <a:pt x="40488" y="1844"/>
                      </a:cubicBezTo>
                      <a:cubicBezTo>
                        <a:pt x="40446" y="1782"/>
                        <a:pt x="40383" y="1698"/>
                        <a:pt x="40341" y="1635"/>
                      </a:cubicBezTo>
                      <a:cubicBezTo>
                        <a:pt x="40320" y="1593"/>
                        <a:pt x="40278" y="1572"/>
                        <a:pt x="40257" y="1531"/>
                      </a:cubicBezTo>
                      <a:cubicBezTo>
                        <a:pt x="40257" y="1510"/>
                        <a:pt x="40257" y="1510"/>
                        <a:pt x="40257" y="1510"/>
                      </a:cubicBezTo>
                      <a:lnTo>
                        <a:pt x="40278" y="1510"/>
                      </a:lnTo>
                      <a:lnTo>
                        <a:pt x="40488" y="1447"/>
                      </a:lnTo>
                      <a:cubicBezTo>
                        <a:pt x="40655" y="1384"/>
                        <a:pt x="40843" y="1342"/>
                        <a:pt x="41011" y="1300"/>
                      </a:cubicBezTo>
                      <a:cubicBezTo>
                        <a:pt x="41387" y="1238"/>
                        <a:pt x="41743" y="1196"/>
                        <a:pt x="42120" y="1175"/>
                      </a:cubicBezTo>
                      <a:cubicBezTo>
                        <a:pt x="42246" y="1167"/>
                        <a:pt x="42372" y="1164"/>
                        <a:pt x="42497" y="1164"/>
                      </a:cubicBezTo>
                      <a:cubicBezTo>
                        <a:pt x="43082" y="1164"/>
                        <a:pt x="43661" y="1239"/>
                        <a:pt x="44212" y="1342"/>
                      </a:cubicBezTo>
                      <a:cubicBezTo>
                        <a:pt x="45530" y="1614"/>
                        <a:pt x="46660" y="2158"/>
                        <a:pt x="47434" y="2786"/>
                      </a:cubicBezTo>
                      <a:cubicBezTo>
                        <a:pt x="48229" y="3414"/>
                        <a:pt x="48690" y="4125"/>
                        <a:pt x="48941" y="4648"/>
                      </a:cubicBezTo>
                      <a:cubicBezTo>
                        <a:pt x="49205" y="5156"/>
                        <a:pt x="49291" y="5486"/>
                        <a:pt x="49373" y="5486"/>
                      </a:cubicBezTo>
                      <a:cubicBezTo>
                        <a:pt x="49375" y="5486"/>
                        <a:pt x="49378" y="5486"/>
                        <a:pt x="49380" y="5485"/>
                      </a:cubicBezTo>
                      <a:cubicBezTo>
                        <a:pt x="49464" y="5485"/>
                        <a:pt x="49527" y="5129"/>
                        <a:pt x="49380" y="4502"/>
                      </a:cubicBezTo>
                      <a:cubicBezTo>
                        <a:pt x="49255" y="3874"/>
                        <a:pt x="48836" y="2974"/>
                        <a:pt x="47999" y="2158"/>
                      </a:cubicBezTo>
                      <a:cubicBezTo>
                        <a:pt x="47162" y="1342"/>
                        <a:pt x="45928" y="652"/>
                        <a:pt x="44442" y="275"/>
                      </a:cubicBezTo>
                      <a:cubicBezTo>
                        <a:pt x="43772" y="103"/>
                        <a:pt x="43049" y="1"/>
                        <a:pt x="42289" y="1"/>
                      </a:cubicBezTo>
                      <a:close/>
                    </a:path>
                  </a:pathLst>
                </a:custGeom>
                <a:solidFill>
                  <a:srgbClr val="D8C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7" name="Google Shape;187;p5"/>
              <p:cNvGrpSpPr/>
              <p:nvPr/>
            </p:nvGrpSpPr>
            <p:grpSpPr>
              <a:xfrm rot="-5400000" flipH="1">
                <a:off x="-369116" y="3988714"/>
                <a:ext cx="1372600" cy="315000"/>
                <a:chOff x="2359200" y="702550"/>
                <a:chExt cx="1372600" cy="315000"/>
              </a:xfrm>
            </p:grpSpPr>
            <p:sp>
              <p:nvSpPr>
                <p:cNvPr id="188" name="Google Shape;188;p5"/>
                <p:cNvSpPr/>
                <p:nvPr/>
              </p:nvSpPr>
              <p:spPr>
                <a:xfrm>
                  <a:off x="3365625" y="740275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D8C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" name="Google Shape;189;p5"/>
                <p:cNvSpPr/>
                <p:nvPr/>
              </p:nvSpPr>
              <p:spPr>
                <a:xfrm>
                  <a:off x="3163700" y="958925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1" y="1"/>
                      </a:moveTo>
                      <a:lnTo>
                        <a:pt x="1" y="1"/>
                      </a:lnTo>
                      <a:cubicBezTo>
                        <a:pt x="1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D8C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5"/>
                <p:cNvSpPr/>
                <p:nvPr/>
              </p:nvSpPr>
              <p:spPr>
                <a:xfrm>
                  <a:off x="2359200" y="702550"/>
                  <a:ext cx="1372600" cy="31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04" h="12600" extrusionOk="0">
                      <a:moveTo>
                        <a:pt x="26322" y="3555"/>
                      </a:moveTo>
                      <a:cubicBezTo>
                        <a:pt x="26643" y="3555"/>
                        <a:pt x="26950" y="3592"/>
                        <a:pt x="27243" y="3644"/>
                      </a:cubicBezTo>
                      <a:cubicBezTo>
                        <a:pt x="27933" y="3790"/>
                        <a:pt x="28540" y="4083"/>
                        <a:pt x="28959" y="4418"/>
                      </a:cubicBezTo>
                      <a:cubicBezTo>
                        <a:pt x="29377" y="4753"/>
                        <a:pt x="29628" y="5129"/>
                        <a:pt x="29754" y="5401"/>
                      </a:cubicBezTo>
                      <a:lnTo>
                        <a:pt x="28080" y="5401"/>
                      </a:lnTo>
                      <a:cubicBezTo>
                        <a:pt x="27620" y="5255"/>
                        <a:pt x="27117" y="5088"/>
                        <a:pt x="26594" y="4857"/>
                      </a:cubicBezTo>
                      <a:cubicBezTo>
                        <a:pt x="26280" y="4690"/>
                        <a:pt x="25946" y="4523"/>
                        <a:pt x="25653" y="4293"/>
                      </a:cubicBezTo>
                      <a:cubicBezTo>
                        <a:pt x="25506" y="4188"/>
                        <a:pt x="25360" y="4062"/>
                        <a:pt x="25255" y="3916"/>
                      </a:cubicBezTo>
                      <a:cubicBezTo>
                        <a:pt x="25213" y="3874"/>
                        <a:pt x="25192" y="3832"/>
                        <a:pt x="25171" y="3811"/>
                      </a:cubicBezTo>
                      <a:cubicBezTo>
                        <a:pt x="25151" y="3790"/>
                        <a:pt x="25130" y="3769"/>
                        <a:pt x="25130" y="3748"/>
                      </a:cubicBezTo>
                      <a:cubicBezTo>
                        <a:pt x="25130" y="3748"/>
                        <a:pt x="25109" y="3748"/>
                        <a:pt x="25130" y="3728"/>
                      </a:cubicBezTo>
                      <a:lnTo>
                        <a:pt x="25234" y="3707"/>
                      </a:lnTo>
                      <a:cubicBezTo>
                        <a:pt x="25339" y="3665"/>
                        <a:pt x="25423" y="3644"/>
                        <a:pt x="25527" y="3623"/>
                      </a:cubicBezTo>
                      <a:cubicBezTo>
                        <a:pt x="25715" y="3581"/>
                        <a:pt x="25925" y="3560"/>
                        <a:pt x="26113" y="3560"/>
                      </a:cubicBezTo>
                      <a:cubicBezTo>
                        <a:pt x="26183" y="3556"/>
                        <a:pt x="26253" y="3555"/>
                        <a:pt x="26322" y="3555"/>
                      </a:cubicBezTo>
                      <a:close/>
                      <a:moveTo>
                        <a:pt x="18915" y="4167"/>
                      </a:moveTo>
                      <a:cubicBezTo>
                        <a:pt x="19208" y="4167"/>
                        <a:pt x="19501" y="4188"/>
                        <a:pt x="19773" y="4251"/>
                      </a:cubicBezTo>
                      <a:cubicBezTo>
                        <a:pt x="20338" y="4355"/>
                        <a:pt x="20798" y="4585"/>
                        <a:pt x="21133" y="4837"/>
                      </a:cubicBezTo>
                      <a:cubicBezTo>
                        <a:pt x="21363" y="5025"/>
                        <a:pt x="21531" y="5234"/>
                        <a:pt x="21635" y="5401"/>
                      </a:cubicBezTo>
                      <a:cubicBezTo>
                        <a:pt x="21050" y="5422"/>
                        <a:pt x="20464" y="5422"/>
                        <a:pt x="19899" y="5422"/>
                      </a:cubicBezTo>
                      <a:cubicBezTo>
                        <a:pt x="19689" y="5339"/>
                        <a:pt x="19501" y="5276"/>
                        <a:pt x="19292" y="5171"/>
                      </a:cubicBezTo>
                      <a:cubicBezTo>
                        <a:pt x="19041" y="5067"/>
                        <a:pt x="18790" y="4920"/>
                        <a:pt x="18560" y="4753"/>
                      </a:cubicBezTo>
                      <a:cubicBezTo>
                        <a:pt x="18434" y="4648"/>
                        <a:pt x="18329" y="4565"/>
                        <a:pt x="18246" y="4439"/>
                      </a:cubicBezTo>
                      <a:cubicBezTo>
                        <a:pt x="18225" y="4418"/>
                        <a:pt x="18204" y="4397"/>
                        <a:pt x="18183" y="4355"/>
                      </a:cubicBezTo>
                      <a:cubicBezTo>
                        <a:pt x="18162" y="4355"/>
                        <a:pt x="18162" y="4334"/>
                        <a:pt x="18141" y="4313"/>
                      </a:cubicBezTo>
                      <a:lnTo>
                        <a:pt x="18246" y="4293"/>
                      </a:lnTo>
                      <a:cubicBezTo>
                        <a:pt x="18309" y="4272"/>
                        <a:pt x="18392" y="4251"/>
                        <a:pt x="18455" y="4230"/>
                      </a:cubicBezTo>
                      <a:cubicBezTo>
                        <a:pt x="18601" y="4188"/>
                        <a:pt x="18769" y="4188"/>
                        <a:pt x="18915" y="4167"/>
                      </a:cubicBezTo>
                      <a:close/>
                      <a:moveTo>
                        <a:pt x="33675" y="2320"/>
                      </a:moveTo>
                      <a:cubicBezTo>
                        <a:pt x="34140" y="2320"/>
                        <a:pt x="34591" y="2364"/>
                        <a:pt x="35026" y="2451"/>
                      </a:cubicBezTo>
                      <a:cubicBezTo>
                        <a:pt x="36052" y="2660"/>
                        <a:pt x="36910" y="3100"/>
                        <a:pt x="37516" y="3581"/>
                      </a:cubicBezTo>
                      <a:cubicBezTo>
                        <a:pt x="38144" y="4062"/>
                        <a:pt x="38500" y="4627"/>
                        <a:pt x="38688" y="5025"/>
                      </a:cubicBezTo>
                      <a:cubicBezTo>
                        <a:pt x="38772" y="5192"/>
                        <a:pt x="38835" y="5339"/>
                        <a:pt x="38876" y="5443"/>
                      </a:cubicBezTo>
                      <a:lnTo>
                        <a:pt x="37663" y="5443"/>
                      </a:lnTo>
                      <a:cubicBezTo>
                        <a:pt x="37391" y="5360"/>
                        <a:pt x="37077" y="5255"/>
                        <a:pt x="36742" y="5150"/>
                      </a:cubicBezTo>
                      <a:cubicBezTo>
                        <a:pt x="35968" y="4920"/>
                        <a:pt x="35047" y="4627"/>
                        <a:pt x="34106" y="4209"/>
                      </a:cubicBezTo>
                      <a:cubicBezTo>
                        <a:pt x="33625" y="3979"/>
                        <a:pt x="33143" y="3728"/>
                        <a:pt x="32725" y="3393"/>
                      </a:cubicBezTo>
                      <a:cubicBezTo>
                        <a:pt x="32516" y="3225"/>
                        <a:pt x="32306" y="3037"/>
                        <a:pt x="32139" y="2849"/>
                      </a:cubicBezTo>
                      <a:cubicBezTo>
                        <a:pt x="32097" y="2786"/>
                        <a:pt x="32055" y="2744"/>
                        <a:pt x="32013" y="2681"/>
                      </a:cubicBezTo>
                      <a:cubicBezTo>
                        <a:pt x="31993" y="2660"/>
                        <a:pt x="31972" y="2640"/>
                        <a:pt x="31972" y="2598"/>
                      </a:cubicBezTo>
                      <a:cubicBezTo>
                        <a:pt x="31966" y="2592"/>
                        <a:pt x="31962" y="2590"/>
                        <a:pt x="31960" y="2589"/>
                      </a:cubicBezTo>
                      <a:lnTo>
                        <a:pt x="31960" y="2589"/>
                      </a:lnTo>
                      <a:cubicBezTo>
                        <a:pt x="31962" y="2586"/>
                        <a:pt x="31966" y="2582"/>
                        <a:pt x="31972" y="2577"/>
                      </a:cubicBezTo>
                      <a:lnTo>
                        <a:pt x="32118" y="2535"/>
                      </a:lnTo>
                      <a:cubicBezTo>
                        <a:pt x="32265" y="2493"/>
                        <a:pt x="32411" y="2451"/>
                        <a:pt x="32537" y="2430"/>
                      </a:cubicBezTo>
                      <a:cubicBezTo>
                        <a:pt x="32830" y="2368"/>
                        <a:pt x="33102" y="2347"/>
                        <a:pt x="33394" y="2326"/>
                      </a:cubicBezTo>
                      <a:cubicBezTo>
                        <a:pt x="33489" y="2322"/>
                        <a:pt x="33582" y="2320"/>
                        <a:pt x="33675" y="2320"/>
                      </a:cubicBezTo>
                      <a:close/>
                      <a:moveTo>
                        <a:pt x="12659" y="4481"/>
                      </a:moveTo>
                      <a:cubicBezTo>
                        <a:pt x="12910" y="4481"/>
                        <a:pt x="13161" y="4502"/>
                        <a:pt x="13391" y="4544"/>
                      </a:cubicBezTo>
                      <a:cubicBezTo>
                        <a:pt x="13873" y="4627"/>
                        <a:pt x="14270" y="4837"/>
                        <a:pt x="14542" y="5046"/>
                      </a:cubicBezTo>
                      <a:cubicBezTo>
                        <a:pt x="14710" y="5192"/>
                        <a:pt x="14835" y="5318"/>
                        <a:pt x="14919" y="5443"/>
                      </a:cubicBezTo>
                      <a:cubicBezTo>
                        <a:pt x="14375" y="5464"/>
                        <a:pt x="13810" y="5464"/>
                        <a:pt x="13287" y="5464"/>
                      </a:cubicBezTo>
                      <a:cubicBezTo>
                        <a:pt x="13182" y="5422"/>
                        <a:pt x="13078" y="5381"/>
                        <a:pt x="12994" y="5339"/>
                      </a:cubicBezTo>
                      <a:cubicBezTo>
                        <a:pt x="12764" y="5234"/>
                        <a:pt x="12555" y="5109"/>
                        <a:pt x="12345" y="4962"/>
                      </a:cubicBezTo>
                      <a:cubicBezTo>
                        <a:pt x="12262" y="4899"/>
                        <a:pt x="12157" y="4816"/>
                        <a:pt x="12094" y="4711"/>
                      </a:cubicBezTo>
                      <a:cubicBezTo>
                        <a:pt x="12073" y="4690"/>
                        <a:pt x="12052" y="4669"/>
                        <a:pt x="12031" y="4648"/>
                      </a:cubicBezTo>
                      <a:cubicBezTo>
                        <a:pt x="12031" y="4627"/>
                        <a:pt x="12011" y="4627"/>
                        <a:pt x="12011" y="4606"/>
                      </a:cubicBezTo>
                      <a:lnTo>
                        <a:pt x="12073" y="4585"/>
                      </a:lnTo>
                      <a:cubicBezTo>
                        <a:pt x="12136" y="4565"/>
                        <a:pt x="12199" y="4544"/>
                        <a:pt x="12262" y="4523"/>
                      </a:cubicBezTo>
                      <a:cubicBezTo>
                        <a:pt x="12408" y="4502"/>
                        <a:pt x="12534" y="4481"/>
                        <a:pt x="12659" y="4481"/>
                      </a:cubicBezTo>
                      <a:close/>
                      <a:moveTo>
                        <a:pt x="15107" y="6238"/>
                      </a:moveTo>
                      <a:cubicBezTo>
                        <a:pt x="15065" y="6280"/>
                        <a:pt x="15024" y="6301"/>
                        <a:pt x="14961" y="6343"/>
                      </a:cubicBezTo>
                      <a:cubicBezTo>
                        <a:pt x="14793" y="6469"/>
                        <a:pt x="14563" y="6678"/>
                        <a:pt x="14291" y="6908"/>
                      </a:cubicBezTo>
                      <a:cubicBezTo>
                        <a:pt x="13998" y="7159"/>
                        <a:pt x="13663" y="7431"/>
                        <a:pt x="13266" y="7682"/>
                      </a:cubicBezTo>
                      <a:cubicBezTo>
                        <a:pt x="13057" y="7808"/>
                        <a:pt x="12827" y="7933"/>
                        <a:pt x="12596" y="8017"/>
                      </a:cubicBezTo>
                      <a:cubicBezTo>
                        <a:pt x="12492" y="8059"/>
                        <a:pt x="12366" y="8080"/>
                        <a:pt x="12241" y="8101"/>
                      </a:cubicBezTo>
                      <a:lnTo>
                        <a:pt x="12157" y="8101"/>
                      </a:lnTo>
                      <a:cubicBezTo>
                        <a:pt x="12143" y="8101"/>
                        <a:pt x="12138" y="8110"/>
                        <a:pt x="12131" y="8110"/>
                      </a:cubicBezTo>
                      <a:cubicBezTo>
                        <a:pt x="12127" y="8110"/>
                        <a:pt x="12122" y="8108"/>
                        <a:pt x="12115" y="8101"/>
                      </a:cubicBezTo>
                      <a:lnTo>
                        <a:pt x="12136" y="8038"/>
                      </a:lnTo>
                      <a:cubicBezTo>
                        <a:pt x="12136" y="7975"/>
                        <a:pt x="12157" y="7912"/>
                        <a:pt x="12199" y="7850"/>
                      </a:cubicBezTo>
                      <a:cubicBezTo>
                        <a:pt x="12241" y="7724"/>
                        <a:pt x="12303" y="7598"/>
                        <a:pt x="12366" y="7494"/>
                      </a:cubicBezTo>
                      <a:cubicBezTo>
                        <a:pt x="12492" y="7264"/>
                        <a:pt x="12659" y="7075"/>
                        <a:pt x="12827" y="6908"/>
                      </a:cubicBezTo>
                      <a:cubicBezTo>
                        <a:pt x="13140" y="6573"/>
                        <a:pt x="13517" y="6343"/>
                        <a:pt x="13852" y="6238"/>
                      </a:cubicBezTo>
                      <a:close/>
                      <a:moveTo>
                        <a:pt x="21698" y="6280"/>
                      </a:moveTo>
                      <a:cubicBezTo>
                        <a:pt x="21677" y="6301"/>
                        <a:pt x="21635" y="6322"/>
                        <a:pt x="21614" y="6364"/>
                      </a:cubicBezTo>
                      <a:cubicBezTo>
                        <a:pt x="21426" y="6510"/>
                        <a:pt x="21154" y="6741"/>
                        <a:pt x="20819" y="7013"/>
                      </a:cubicBezTo>
                      <a:cubicBezTo>
                        <a:pt x="20485" y="7306"/>
                        <a:pt x="20087" y="7619"/>
                        <a:pt x="19606" y="7933"/>
                      </a:cubicBezTo>
                      <a:cubicBezTo>
                        <a:pt x="19376" y="8080"/>
                        <a:pt x="19125" y="8205"/>
                        <a:pt x="18853" y="8310"/>
                      </a:cubicBezTo>
                      <a:cubicBezTo>
                        <a:pt x="18706" y="8352"/>
                        <a:pt x="18581" y="8394"/>
                        <a:pt x="18434" y="8414"/>
                      </a:cubicBezTo>
                      <a:lnTo>
                        <a:pt x="18267" y="8414"/>
                      </a:lnTo>
                      <a:lnTo>
                        <a:pt x="18288" y="8331"/>
                      </a:lnTo>
                      <a:cubicBezTo>
                        <a:pt x="18309" y="8247"/>
                        <a:pt x="18329" y="8184"/>
                        <a:pt x="18371" y="8101"/>
                      </a:cubicBezTo>
                      <a:cubicBezTo>
                        <a:pt x="18434" y="7954"/>
                        <a:pt x="18497" y="7829"/>
                        <a:pt x="18560" y="7703"/>
                      </a:cubicBezTo>
                      <a:cubicBezTo>
                        <a:pt x="18727" y="7431"/>
                        <a:pt x="18915" y="7201"/>
                        <a:pt x="19104" y="7013"/>
                      </a:cubicBezTo>
                      <a:cubicBezTo>
                        <a:pt x="19438" y="6657"/>
                        <a:pt x="19815" y="6427"/>
                        <a:pt x="20171" y="6280"/>
                      </a:cubicBezTo>
                      <a:close/>
                      <a:moveTo>
                        <a:pt x="29691" y="6301"/>
                      </a:moveTo>
                      <a:cubicBezTo>
                        <a:pt x="29670" y="6322"/>
                        <a:pt x="29628" y="6343"/>
                        <a:pt x="29586" y="6364"/>
                      </a:cubicBezTo>
                      <a:cubicBezTo>
                        <a:pt x="29335" y="6573"/>
                        <a:pt x="29000" y="6866"/>
                        <a:pt x="28561" y="7222"/>
                      </a:cubicBezTo>
                      <a:cubicBezTo>
                        <a:pt x="28143" y="7578"/>
                        <a:pt x="27620" y="8017"/>
                        <a:pt x="27013" y="8394"/>
                      </a:cubicBezTo>
                      <a:cubicBezTo>
                        <a:pt x="26720" y="8582"/>
                        <a:pt x="26385" y="8770"/>
                        <a:pt x="26029" y="8896"/>
                      </a:cubicBezTo>
                      <a:cubicBezTo>
                        <a:pt x="25862" y="8958"/>
                        <a:pt x="25674" y="9000"/>
                        <a:pt x="25485" y="9021"/>
                      </a:cubicBezTo>
                      <a:lnTo>
                        <a:pt x="25276" y="9021"/>
                      </a:lnTo>
                      <a:lnTo>
                        <a:pt x="25318" y="8917"/>
                      </a:lnTo>
                      <a:cubicBezTo>
                        <a:pt x="25339" y="8812"/>
                        <a:pt x="25381" y="8728"/>
                        <a:pt x="25402" y="8624"/>
                      </a:cubicBezTo>
                      <a:cubicBezTo>
                        <a:pt x="25485" y="8435"/>
                        <a:pt x="25569" y="8268"/>
                        <a:pt x="25674" y="8101"/>
                      </a:cubicBezTo>
                      <a:cubicBezTo>
                        <a:pt x="25862" y="7766"/>
                        <a:pt x="26113" y="7473"/>
                        <a:pt x="26364" y="7201"/>
                      </a:cubicBezTo>
                      <a:cubicBezTo>
                        <a:pt x="26783" y="6782"/>
                        <a:pt x="27243" y="6489"/>
                        <a:pt x="27661" y="6301"/>
                      </a:cubicBezTo>
                      <a:close/>
                      <a:moveTo>
                        <a:pt x="38625" y="6259"/>
                      </a:moveTo>
                      <a:cubicBezTo>
                        <a:pt x="38563" y="6301"/>
                        <a:pt x="38500" y="6343"/>
                        <a:pt x="38437" y="6406"/>
                      </a:cubicBezTo>
                      <a:cubicBezTo>
                        <a:pt x="38060" y="6678"/>
                        <a:pt x="37579" y="7117"/>
                        <a:pt x="36951" y="7640"/>
                      </a:cubicBezTo>
                      <a:cubicBezTo>
                        <a:pt x="36324" y="8163"/>
                        <a:pt x="35591" y="8770"/>
                        <a:pt x="34713" y="9335"/>
                      </a:cubicBezTo>
                      <a:cubicBezTo>
                        <a:pt x="34252" y="9607"/>
                        <a:pt x="33792" y="9879"/>
                        <a:pt x="33269" y="10047"/>
                      </a:cubicBezTo>
                      <a:cubicBezTo>
                        <a:pt x="33018" y="10130"/>
                        <a:pt x="32746" y="10214"/>
                        <a:pt x="32495" y="10235"/>
                      </a:cubicBezTo>
                      <a:cubicBezTo>
                        <a:pt x="32432" y="10235"/>
                        <a:pt x="32369" y="10256"/>
                        <a:pt x="32306" y="10256"/>
                      </a:cubicBezTo>
                      <a:lnTo>
                        <a:pt x="32181" y="10256"/>
                      </a:lnTo>
                      <a:cubicBezTo>
                        <a:pt x="32181" y="10256"/>
                        <a:pt x="32181" y="10256"/>
                        <a:pt x="32181" y="10235"/>
                      </a:cubicBezTo>
                      <a:lnTo>
                        <a:pt x="32223" y="10088"/>
                      </a:lnTo>
                      <a:cubicBezTo>
                        <a:pt x="32265" y="9942"/>
                        <a:pt x="32327" y="9795"/>
                        <a:pt x="32369" y="9670"/>
                      </a:cubicBezTo>
                      <a:cubicBezTo>
                        <a:pt x="32474" y="9398"/>
                        <a:pt x="32599" y="9147"/>
                        <a:pt x="32746" y="8917"/>
                      </a:cubicBezTo>
                      <a:cubicBezTo>
                        <a:pt x="33039" y="8414"/>
                        <a:pt x="33374" y="7996"/>
                        <a:pt x="33750" y="7619"/>
                      </a:cubicBezTo>
                      <a:cubicBezTo>
                        <a:pt x="34357" y="6992"/>
                        <a:pt x="35047" y="6552"/>
                        <a:pt x="35675" y="6280"/>
                      </a:cubicBezTo>
                      <a:cubicBezTo>
                        <a:pt x="36700" y="6259"/>
                        <a:pt x="37663" y="6259"/>
                        <a:pt x="38625" y="6259"/>
                      </a:cubicBezTo>
                      <a:close/>
                      <a:moveTo>
                        <a:pt x="49024" y="6134"/>
                      </a:moveTo>
                      <a:lnTo>
                        <a:pt x="49024" y="6134"/>
                      </a:lnTo>
                      <a:cubicBezTo>
                        <a:pt x="48920" y="6197"/>
                        <a:pt x="48773" y="6301"/>
                        <a:pt x="48606" y="6427"/>
                      </a:cubicBezTo>
                      <a:cubicBezTo>
                        <a:pt x="48146" y="6803"/>
                        <a:pt x="47497" y="7368"/>
                        <a:pt x="46702" y="8038"/>
                      </a:cubicBezTo>
                      <a:cubicBezTo>
                        <a:pt x="45907" y="8707"/>
                        <a:pt x="44944" y="9502"/>
                        <a:pt x="43793" y="10214"/>
                      </a:cubicBezTo>
                      <a:cubicBezTo>
                        <a:pt x="43229" y="10570"/>
                        <a:pt x="42622" y="10904"/>
                        <a:pt x="41952" y="11135"/>
                      </a:cubicBezTo>
                      <a:cubicBezTo>
                        <a:pt x="41617" y="11260"/>
                        <a:pt x="41283" y="11344"/>
                        <a:pt x="40948" y="11386"/>
                      </a:cubicBezTo>
                      <a:cubicBezTo>
                        <a:pt x="40864" y="11386"/>
                        <a:pt x="40780" y="11407"/>
                        <a:pt x="40697" y="11407"/>
                      </a:cubicBezTo>
                      <a:lnTo>
                        <a:pt x="40550" y="11407"/>
                      </a:lnTo>
                      <a:cubicBezTo>
                        <a:pt x="40550" y="11407"/>
                        <a:pt x="40550" y="11407"/>
                        <a:pt x="40550" y="11386"/>
                      </a:cubicBezTo>
                      <a:lnTo>
                        <a:pt x="40613" y="11176"/>
                      </a:lnTo>
                      <a:cubicBezTo>
                        <a:pt x="40655" y="10988"/>
                        <a:pt x="40718" y="10821"/>
                        <a:pt x="40801" y="10653"/>
                      </a:cubicBezTo>
                      <a:cubicBezTo>
                        <a:pt x="40927" y="10319"/>
                        <a:pt x="41094" y="9984"/>
                        <a:pt x="41283" y="9670"/>
                      </a:cubicBezTo>
                      <a:cubicBezTo>
                        <a:pt x="41638" y="9042"/>
                        <a:pt x="42099" y="8477"/>
                        <a:pt x="42559" y="7996"/>
                      </a:cubicBezTo>
                      <a:cubicBezTo>
                        <a:pt x="43417" y="7138"/>
                        <a:pt x="44379" y="6531"/>
                        <a:pt x="45258" y="6197"/>
                      </a:cubicBezTo>
                      <a:cubicBezTo>
                        <a:pt x="46639" y="6176"/>
                        <a:pt x="47895" y="6155"/>
                        <a:pt x="49024" y="6134"/>
                      </a:cubicBezTo>
                      <a:close/>
                      <a:moveTo>
                        <a:pt x="42289" y="1"/>
                      </a:moveTo>
                      <a:cubicBezTo>
                        <a:pt x="42219" y="1"/>
                        <a:pt x="42148" y="1"/>
                        <a:pt x="42078" y="3"/>
                      </a:cubicBezTo>
                      <a:cubicBezTo>
                        <a:pt x="41638" y="24"/>
                        <a:pt x="41220" y="66"/>
                        <a:pt x="40801" y="150"/>
                      </a:cubicBezTo>
                      <a:cubicBezTo>
                        <a:pt x="40571" y="191"/>
                        <a:pt x="40362" y="233"/>
                        <a:pt x="40153" y="296"/>
                      </a:cubicBezTo>
                      <a:lnTo>
                        <a:pt x="39985" y="359"/>
                      </a:lnTo>
                      <a:lnTo>
                        <a:pt x="39902" y="380"/>
                      </a:lnTo>
                      <a:lnTo>
                        <a:pt x="39776" y="422"/>
                      </a:lnTo>
                      <a:cubicBezTo>
                        <a:pt x="39588" y="484"/>
                        <a:pt x="39400" y="568"/>
                        <a:pt x="39211" y="652"/>
                      </a:cubicBezTo>
                      <a:lnTo>
                        <a:pt x="38646" y="903"/>
                      </a:lnTo>
                      <a:cubicBezTo>
                        <a:pt x="38814" y="1280"/>
                        <a:pt x="38939" y="1614"/>
                        <a:pt x="39148" y="1970"/>
                      </a:cubicBezTo>
                      <a:cubicBezTo>
                        <a:pt x="39169" y="2012"/>
                        <a:pt x="39190" y="2054"/>
                        <a:pt x="39211" y="2096"/>
                      </a:cubicBezTo>
                      <a:lnTo>
                        <a:pt x="39274" y="2200"/>
                      </a:lnTo>
                      <a:cubicBezTo>
                        <a:pt x="39316" y="2242"/>
                        <a:pt x="39358" y="2284"/>
                        <a:pt x="39379" y="2347"/>
                      </a:cubicBezTo>
                      <a:cubicBezTo>
                        <a:pt x="39441" y="2430"/>
                        <a:pt x="39525" y="2514"/>
                        <a:pt x="39588" y="2598"/>
                      </a:cubicBezTo>
                      <a:cubicBezTo>
                        <a:pt x="39881" y="2953"/>
                        <a:pt x="40216" y="3225"/>
                        <a:pt x="40550" y="3476"/>
                      </a:cubicBezTo>
                      <a:cubicBezTo>
                        <a:pt x="41220" y="3958"/>
                        <a:pt x="41910" y="4313"/>
                        <a:pt x="42580" y="4585"/>
                      </a:cubicBezTo>
                      <a:cubicBezTo>
                        <a:pt x="43438" y="4941"/>
                        <a:pt x="44254" y="5171"/>
                        <a:pt x="44986" y="5360"/>
                      </a:cubicBezTo>
                      <a:cubicBezTo>
                        <a:pt x="44840" y="5401"/>
                        <a:pt x="44693" y="5443"/>
                        <a:pt x="44547" y="5506"/>
                      </a:cubicBezTo>
                      <a:cubicBezTo>
                        <a:pt x="42894" y="5485"/>
                        <a:pt x="41052" y="5464"/>
                        <a:pt x="39086" y="5443"/>
                      </a:cubicBezTo>
                      <a:cubicBezTo>
                        <a:pt x="39107" y="5318"/>
                        <a:pt x="39086" y="5129"/>
                        <a:pt x="39023" y="4899"/>
                      </a:cubicBezTo>
                      <a:cubicBezTo>
                        <a:pt x="38918" y="4418"/>
                        <a:pt x="38604" y="3728"/>
                        <a:pt x="37956" y="3100"/>
                      </a:cubicBezTo>
                      <a:cubicBezTo>
                        <a:pt x="37307" y="2472"/>
                        <a:pt x="36345" y="1907"/>
                        <a:pt x="35215" y="1635"/>
                      </a:cubicBezTo>
                      <a:cubicBezTo>
                        <a:pt x="34689" y="1504"/>
                        <a:pt x="34129" y="1423"/>
                        <a:pt x="33551" y="1423"/>
                      </a:cubicBezTo>
                      <a:cubicBezTo>
                        <a:pt x="33485" y="1423"/>
                        <a:pt x="33419" y="1424"/>
                        <a:pt x="33353" y="1426"/>
                      </a:cubicBezTo>
                      <a:cubicBezTo>
                        <a:pt x="33039" y="1426"/>
                        <a:pt x="32704" y="1468"/>
                        <a:pt x="32369" y="1531"/>
                      </a:cubicBezTo>
                      <a:cubicBezTo>
                        <a:pt x="32202" y="1572"/>
                        <a:pt x="32034" y="1593"/>
                        <a:pt x="31867" y="1656"/>
                      </a:cubicBezTo>
                      <a:lnTo>
                        <a:pt x="31741" y="1698"/>
                      </a:lnTo>
                      <a:lnTo>
                        <a:pt x="31679" y="1719"/>
                      </a:lnTo>
                      <a:lnTo>
                        <a:pt x="31574" y="1740"/>
                      </a:lnTo>
                      <a:cubicBezTo>
                        <a:pt x="31449" y="1782"/>
                        <a:pt x="31302" y="1865"/>
                        <a:pt x="31156" y="1928"/>
                      </a:cubicBezTo>
                      <a:lnTo>
                        <a:pt x="30716" y="2116"/>
                      </a:lnTo>
                      <a:cubicBezTo>
                        <a:pt x="30842" y="2409"/>
                        <a:pt x="30925" y="2681"/>
                        <a:pt x="31093" y="2932"/>
                      </a:cubicBezTo>
                      <a:cubicBezTo>
                        <a:pt x="31114" y="2974"/>
                        <a:pt x="31135" y="3016"/>
                        <a:pt x="31156" y="3037"/>
                      </a:cubicBezTo>
                      <a:lnTo>
                        <a:pt x="31197" y="3121"/>
                      </a:lnTo>
                      <a:cubicBezTo>
                        <a:pt x="31218" y="3163"/>
                        <a:pt x="31260" y="3184"/>
                        <a:pt x="31281" y="3225"/>
                      </a:cubicBezTo>
                      <a:cubicBezTo>
                        <a:pt x="31323" y="3309"/>
                        <a:pt x="31386" y="3372"/>
                        <a:pt x="31449" y="3435"/>
                      </a:cubicBezTo>
                      <a:cubicBezTo>
                        <a:pt x="31679" y="3707"/>
                        <a:pt x="31930" y="3916"/>
                        <a:pt x="32181" y="4104"/>
                      </a:cubicBezTo>
                      <a:cubicBezTo>
                        <a:pt x="32704" y="4481"/>
                        <a:pt x="33248" y="4753"/>
                        <a:pt x="33771" y="4983"/>
                      </a:cubicBezTo>
                      <a:cubicBezTo>
                        <a:pt x="34210" y="5150"/>
                        <a:pt x="34650" y="5297"/>
                        <a:pt x="35068" y="5422"/>
                      </a:cubicBezTo>
                      <a:cubicBezTo>
                        <a:pt x="33436" y="5422"/>
                        <a:pt x="31741" y="5401"/>
                        <a:pt x="30026" y="5401"/>
                      </a:cubicBezTo>
                      <a:cubicBezTo>
                        <a:pt x="30005" y="5381"/>
                        <a:pt x="30005" y="5360"/>
                        <a:pt x="30005" y="5339"/>
                      </a:cubicBezTo>
                      <a:cubicBezTo>
                        <a:pt x="29921" y="5004"/>
                        <a:pt x="29712" y="4523"/>
                        <a:pt x="29272" y="4083"/>
                      </a:cubicBezTo>
                      <a:cubicBezTo>
                        <a:pt x="28812" y="3644"/>
                        <a:pt x="28164" y="3267"/>
                        <a:pt x="27368" y="3079"/>
                      </a:cubicBezTo>
                      <a:cubicBezTo>
                        <a:pt x="26971" y="2974"/>
                        <a:pt x="26532" y="2932"/>
                        <a:pt x="26092" y="2932"/>
                      </a:cubicBezTo>
                      <a:cubicBezTo>
                        <a:pt x="25862" y="2932"/>
                        <a:pt x="25632" y="2974"/>
                        <a:pt x="25402" y="3016"/>
                      </a:cubicBezTo>
                      <a:cubicBezTo>
                        <a:pt x="25297" y="3037"/>
                        <a:pt x="25171" y="3058"/>
                        <a:pt x="25067" y="3100"/>
                      </a:cubicBezTo>
                      <a:lnTo>
                        <a:pt x="24983" y="3121"/>
                      </a:lnTo>
                      <a:lnTo>
                        <a:pt x="24941" y="3142"/>
                      </a:lnTo>
                      <a:lnTo>
                        <a:pt x="24858" y="3163"/>
                      </a:lnTo>
                      <a:cubicBezTo>
                        <a:pt x="24774" y="3184"/>
                        <a:pt x="24669" y="3225"/>
                        <a:pt x="24565" y="3267"/>
                      </a:cubicBezTo>
                      <a:lnTo>
                        <a:pt x="24272" y="3414"/>
                      </a:lnTo>
                      <a:cubicBezTo>
                        <a:pt x="24355" y="3602"/>
                        <a:pt x="24418" y="3790"/>
                        <a:pt x="24523" y="3979"/>
                      </a:cubicBezTo>
                      <a:cubicBezTo>
                        <a:pt x="24544" y="4000"/>
                        <a:pt x="24544" y="4021"/>
                        <a:pt x="24565" y="4041"/>
                      </a:cubicBezTo>
                      <a:lnTo>
                        <a:pt x="24607" y="4104"/>
                      </a:lnTo>
                      <a:cubicBezTo>
                        <a:pt x="24627" y="4125"/>
                        <a:pt x="24627" y="4146"/>
                        <a:pt x="24648" y="4188"/>
                      </a:cubicBezTo>
                      <a:cubicBezTo>
                        <a:pt x="24690" y="4230"/>
                        <a:pt x="24732" y="4272"/>
                        <a:pt x="24774" y="4313"/>
                      </a:cubicBezTo>
                      <a:cubicBezTo>
                        <a:pt x="24920" y="4502"/>
                        <a:pt x="25109" y="4648"/>
                        <a:pt x="25276" y="4795"/>
                      </a:cubicBezTo>
                      <a:cubicBezTo>
                        <a:pt x="25632" y="5046"/>
                        <a:pt x="26008" y="5234"/>
                        <a:pt x="26364" y="5381"/>
                      </a:cubicBezTo>
                      <a:cubicBezTo>
                        <a:pt x="26385" y="5381"/>
                        <a:pt x="26406" y="5401"/>
                        <a:pt x="26427" y="5401"/>
                      </a:cubicBezTo>
                      <a:lnTo>
                        <a:pt x="21886" y="5401"/>
                      </a:lnTo>
                      <a:cubicBezTo>
                        <a:pt x="21803" y="5171"/>
                        <a:pt x="21656" y="4857"/>
                        <a:pt x="21363" y="4585"/>
                      </a:cubicBezTo>
                      <a:cubicBezTo>
                        <a:pt x="21008" y="4251"/>
                        <a:pt x="20506" y="3958"/>
                        <a:pt x="19878" y="3790"/>
                      </a:cubicBezTo>
                      <a:cubicBezTo>
                        <a:pt x="19585" y="3728"/>
                        <a:pt x="19250" y="3686"/>
                        <a:pt x="18894" y="3686"/>
                      </a:cubicBezTo>
                      <a:cubicBezTo>
                        <a:pt x="18727" y="3686"/>
                        <a:pt x="18539" y="3707"/>
                        <a:pt x="18371" y="3748"/>
                      </a:cubicBezTo>
                      <a:cubicBezTo>
                        <a:pt x="18288" y="3769"/>
                        <a:pt x="18183" y="3790"/>
                        <a:pt x="18099" y="3811"/>
                      </a:cubicBezTo>
                      <a:lnTo>
                        <a:pt x="18037" y="3832"/>
                      </a:lnTo>
                      <a:lnTo>
                        <a:pt x="17995" y="3832"/>
                      </a:lnTo>
                      <a:lnTo>
                        <a:pt x="17953" y="3853"/>
                      </a:lnTo>
                      <a:cubicBezTo>
                        <a:pt x="17869" y="3895"/>
                        <a:pt x="17785" y="3916"/>
                        <a:pt x="17723" y="3958"/>
                      </a:cubicBezTo>
                      <a:lnTo>
                        <a:pt x="17472" y="4062"/>
                      </a:lnTo>
                      <a:cubicBezTo>
                        <a:pt x="17555" y="4209"/>
                        <a:pt x="17597" y="4355"/>
                        <a:pt x="17681" y="4502"/>
                      </a:cubicBezTo>
                      <a:cubicBezTo>
                        <a:pt x="17702" y="4523"/>
                        <a:pt x="17702" y="4544"/>
                        <a:pt x="17723" y="4544"/>
                      </a:cubicBezTo>
                      <a:lnTo>
                        <a:pt x="17744" y="4606"/>
                      </a:lnTo>
                      <a:cubicBezTo>
                        <a:pt x="17765" y="4627"/>
                        <a:pt x="17765" y="4627"/>
                        <a:pt x="17785" y="4648"/>
                      </a:cubicBezTo>
                      <a:cubicBezTo>
                        <a:pt x="17806" y="4690"/>
                        <a:pt x="17848" y="4732"/>
                        <a:pt x="17869" y="4774"/>
                      </a:cubicBezTo>
                      <a:cubicBezTo>
                        <a:pt x="17995" y="4899"/>
                        <a:pt x="18120" y="5025"/>
                        <a:pt x="18267" y="5129"/>
                      </a:cubicBezTo>
                      <a:cubicBezTo>
                        <a:pt x="18434" y="5255"/>
                        <a:pt x="18601" y="5339"/>
                        <a:pt x="18748" y="5422"/>
                      </a:cubicBezTo>
                      <a:cubicBezTo>
                        <a:pt x="17513" y="5422"/>
                        <a:pt x="16321" y="5443"/>
                        <a:pt x="15170" y="5443"/>
                      </a:cubicBezTo>
                      <a:cubicBezTo>
                        <a:pt x="15086" y="5255"/>
                        <a:pt x="14961" y="5046"/>
                        <a:pt x="14752" y="4837"/>
                      </a:cubicBezTo>
                      <a:cubicBezTo>
                        <a:pt x="14459" y="4544"/>
                        <a:pt x="14019" y="4293"/>
                        <a:pt x="13496" y="4167"/>
                      </a:cubicBezTo>
                      <a:cubicBezTo>
                        <a:pt x="13224" y="4104"/>
                        <a:pt x="12952" y="4062"/>
                        <a:pt x="12638" y="4062"/>
                      </a:cubicBezTo>
                      <a:cubicBezTo>
                        <a:pt x="12492" y="4062"/>
                        <a:pt x="12345" y="4083"/>
                        <a:pt x="12199" y="4125"/>
                      </a:cubicBezTo>
                      <a:cubicBezTo>
                        <a:pt x="12115" y="4125"/>
                        <a:pt x="12031" y="4146"/>
                        <a:pt x="11969" y="4167"/>
                      </a:cubicBezTo>
                      <a:lnTo>
                        <a:pt x="11906" y="4188"/>
                      </a:lnTo>
                      <a:lnTo>
                        <a:pt x="11885" y="4188"/>
                      </a:lnTo>
                      <a:lnTo>
                        <a:pt x="11822" y="4209"/>
                      </a:lnTo>
                      <a:cubicBezTo>
                        <a:pt x="11759" y="4230"/>
                        <a:pt x="11697" y="4272"/>
                        <a:pt x="11634" y="4293"/>
                      </a:cubicBezTo>
                      <a:lnTo>
                        <a:pt x="11425" y="4397"/>
                      </a:lnTo>
                      <a:cubicBezTo>
                        <a:pt x="11487" y="4523"/>
                        <a:pt x="11529" y="4648"/>
                        <a:pt x="11613" y="4753"/>
                      </a:cubicBezTo>
                      <a:cubicBezTo>
                        <a:pt x="11613" y="4774"/>
                        <a:pt x="11613" y="4795"/>
                        <a:pt x="11634" y="4816"/>
                      </a:cubicBezTo>
                      <a:lnTo>
                        <a:pt x="11655" y="4837"/>
                      </a:lnTo>
                      <a:cubicBezTo>
                        <a:pt x="11676" y="4857"/>
                        <a:pt x="11676" y="4878"/>
                        <a:pt x="11697" y="4899"/>
                      </a:cubicBezTo>
                      <a:cubicBezTo>
                        <a:pt x="11718" y="4920"/>
                        <a:pt x="11739" y="4962"/>
                        <a:pt x="11759" y="4983"/>
                      </a:cubicBezTo>
                      <a:cubicBezTo>
                        <a:pt x="11864" y="5109"/>
                        <a:pt x="11990" y="5213"/>
                        <a:pt x="12115" y="5297"/>
                      </a:cubicBezTo>
                      <a:cubicBezTo>
                        <a:pt x="12199" y="5360"/>
                        <a:pt x="12283" y="5422"/>
                        <a:pt x="12387" y="5485"/>
                      </a:cubicBezTo>
                      <a:cubicBezTo>
                        <a:pt x="4938" y="5548"/>
                        <a:pt x="0" y="5694"/>
                        <a:pt x="0" y="5841"/>
                      </a:cubicBezTo>
                      <a:cubicBezTo>
                        <a:pt x="0" y="6008"/>
                        <a:pt x="5231" y="6155"/>
                        <a:pt x="13078" y="6238"/>
                      </a:cubicBezTo>
                      <a:cubicBezTo>
                        <a:pt x="12910" y="6343"/>
                        <a:pt x="12722" y="6469"/>
                        <a:pt x="12555" y="6615"/>
                      </a:cubicBezTo>
                      <a:cubicBezTo>
                        <a:pt x="12345" y="6803"/>
                        <a:pt x="12157" y="7034"/>
                        <a:pt x="12011" y="7285"/>
                      </a:cubicBezTo>
                      <a:cubicBezTo>
                        <a:pt x="11927" y="7410"/>
                        <a:pt x="11864" y="7536"/>
                        <a:pt x="11801" y="7682"/>
                      </a:cubicBezTo>
                      <a:cubicBezTo>
                        <a:pt x="11780" y="7766"/>
                        <a:pt x="11739" y="7829"/>
                        <a:pt x="11718" y="7912"/>
                      </a:cubicBezTo>
                      <a:lnTo>
                        <a:pt x="11697" y="7975"/>
                      </a:lnTo>
                      <a:lnTo>
                        <a:pt x="11697" y="7996"/>
                      </a:lnTo>
                      <a:lnTo>
                        <a:pt x="11697" y="8038"/>
                      </a:lnTo>
                      <a:cubicBezTo>
                        <a:pt x="11676" y="8101"/>
                        <a:pt x="11655" y="8184"/>
                        <a:pt x="11655" y="8247"/>
                      </a:cubicBezTo>
                      <a:lnTo>
                        <a:pt x="11613" y="8477"/>
                      </a:lnTo>
                      <a:cubicBezTo>
                        <a:pt x="11759" y="8498"/>
                        <a:pt x="11885" y="8519"/>
                        <a:pt x="12031" y="8519"/>
                      </a:cubicBezTo>
                      <a:cubicBezTo>
                        <a:pt x="12031" y="8540"/>
                        <a:pt x="12052" y="8540"/>
                        <a:pt x="12073" y="8540"/>
                      </a:cubicBezTo>
                      <a:lnTo>
                        <a:pt x="12115" y="8540"/>
                      </a:lnTo>
                      <a:cubicBezTo>
                        <a:pt x="12136" y="8540"/>
                        <a:pt x="12157" y="8540"/>
                        <a:pt x="12178" y="8519"/>
                      </a:cubicBezTo>
                      <a:lnTo>
                        <a:pt x="12303" y="8519"/>
                      </a:lnTo>
                      <a:cubicBezTo>
                        <a:pt x="12450" y="8498"/>
                        <a:pt x="12617" y="8456"/>
                        <a:pt x="12743" y="8394"/>
                      </a:cubicBezTo>
                      <a:cubicBezTo>
                        <a:pt x="13015" y="8289"/>
                        <a:pt x="13266" y="8163"/>
                        <a:pt x="13475" y="8017"/>
                      </a:cubicBezTo>
                      <a:cubicBezTo>
                        <a:pt x="13894" y="7724"/>
                        <a:pt x="14228" y="7410"/>
                        <a:pt x="14480" y="7138"/>
                      </a:cubicBezTo>
                      <a:cubicBezTo>
                        <a:pt x="14752" y="6866"/>
                        <a:pt x="14940" y="6636"/>
                        <a:pt x="15086" y="6469"/>
                      </a:cubicBezTo>
                      <a:cubicBezTo>
                        <a:pt x="15149" y="6364"/>
                        <a:pt x="15212" y="6301"/>
                        <a:pt x="15233" y="6238"/>
                      </a:cubicBezTo>
                      <a:cubicBezTo>
                        <a:pt x="16530" y="6259"/>
                        <a:pt x="17890" y="6259"/>
                        <a:pt x="19313" y="6280"/>
                      </a:cubicBezTo>
                      <a:cubicBezTo>
                        <a:pt x="19125" y="6385"/>
                        <a:pt x="18957" y="6531"/>
                        <a:pt x="18790" y="6678"/>
                      </a:cubicBezTo>
                      <a:cubicBezTo>
                        <a:pt x="18560" y="6887"/>
                        <a:pt x="18329" y="7159"/>
                        <a:pt x="18162" y="7452"/>
                      </a:cubicBezTo>
                      <a:cubicBezTo>
                        <a:pt x="18057" y="7598"/>
                        <a:pt x="17974" y="7745"/>
                        <a:pt x="17911" y="7912"/>
                      </a:cubicBezTo>
                      <a:cubicBezTo>
                        <a:pt x="17869" y="7996"/>
                        <a:pt x="17848" y="8080"/>
                        <a:pt x="17827" y="8184"/>
                      </a:cubicBezTo>
                      <a:lnTo>
                        <a:pt x="17806" y="8247"/>
                      </a:lnTo>
                      <a:lnTo>
                        <a:pt x="17785" y="8289"/>
                      </a:lnTo>
                      <a:lnTo>
                        <a:pt x="17785" y="8331"/>
                      </a:lnTo>
                      <a:cubicBezTo>
                        <a:pt x="17765" y="8414"/>
                        <a:pt x="17744" y="8498"/>
                        <a:pt x="17723" y="8582"/>
                      </a:cubicBezTo>
                      <a:lnTo>
                        <a:pt x="17702" y="8833"/>
                      </a:lnTo>
                      <a:cubicBezTo>
                        <a:pt x="17848" y="8854"/>
                        <a:pt x="17995" y="8896"/>
                        <a:pt x="18162" y="8896"/>
                      </a:cubicBezTo>
                      <a:cubicBezTo>
                        <a:pt x="18183" y="8917"/>
                        <a:pt x="18204" y="8917"/>
                        <a:pt x="18225" y="8917"/>
                      </a:cubicBezTo>
                      <a:lnTo>
                        <a:pt x="18288" y="8917"/>
                      </a:lnTo>
                      <a:cubicBezTo>
                        <a:pt x="18309" y="8917"/>
                        <a:pt x="18329" y="8917"/>
                        <a:pt x="18350" y="8896"/>
                      </a:cubicBezTo>
                      <a:lnTo>
                        <a:pt x="18497" y="8896"/>
                      </a:lnTo>
                      <a:cubicBezTo>
                        <a:pt x="18685" y="8875"/>
                        <a:pt x="18853" y="8812"/>
                        <a:pt x="19020" y="8749"/>
                      </a:cubicBezTo>
                      <a:cubicBezTo>
                        <a:pt x="19334" y="8645"/>
                        <a:pt x="19606" y="8477"/>
                        <a:pt x="19857" y="8310"/>
                      </a:cubicBezTo>
                      <a:cubicBezTo>
                        <a:pt x="20359" y="7954"/>
                        <a:pt x="20736" y="7578"/>
                        <a:pt x="21050" y="7264"/>
                      </a:cubicBezTo>
                      <a:cubicBezTo>
                        <a:pt x="21363" y="6950"/>
                        <a:pt x="21594" y="6678"/>
                        <a:pt x="21740" y="6489"/>
                      </a:cubicBezTo>
                      <a:cubicBezTo>
                        <a:pt x="21803" y="6406"/>
                        <a:pt x="21866" y="6343"/>
                        <a:pt x="21886" y="6280"/>
                      </a:cubicBezTo>
                      <a:cubicBezTo>
                        <a:pt x="23414" y="6280"/>
                        <a:pt x="24983" y="6301"/>
                        <a:pt x="26573" y="6301"/>
                      </a:cubicBezTo>
                      <a:cubicBezTo>
                        <a:pt x="26364" y="6427"/>
                        <a:pt x="26155" y="6594"/>
                        <a:pt x="25946" y="6782"/>
                      </a:cubicBezTo>
                      <a:cubicBezTo>
                        <a:pt x="25653" y="7075"/>
                        <a:pt x="25381" y="7389"/>
                        <a:pt x="25130" y="7787"/>
                      </a:cubicBezTo>
                      <a:cubicBezTo>
                        <a:pt x="25025" y="7975"/>
                        <a:pt x="24920" y="8163"/>
                        <a:pt x="24816" y="8394"/>
                      </a:cubicBezTo>
                      <a:cubicBezTo>
                        <a:pt x="24774" y="8498"/>
                        <a:pt x="24732" y="8603"/>
                        <a:pt x="24711" y="8728"/>
                      </a:cubicBezTo>
                      <a:lnTo>
                        <a:pt x="24669" y="8812"/>
                      </a:lnTo>
                      <a:lnTo>
                        <a:pt x="24669" y="8854"/>
                      </a:lnTo>
                      <a:lnTo>
                        <a:pt x="24648" y="8938"/>
                      </a:lnTo>
                      <a:cubicBezTo>
                        <a:pt x="24627" y="9021"/>
                        <a:pt x="24607" y="9126"/>
                        <a:pt x="24586" y="9230"/>
                      </a:cubicBezTo>
                      <a:lnTo>
                        <a:pt x="24544" y="9565"/>
                      </a:lnTo>
                      <a:cubicBezTo>
                        <a:pt x="24753" y="9607"/>
                        <a:pt x="24941" y="9649"/>
                        <a:pt x="25151" y="9670"/>
                      </a:cubicBezTo>
                      <a:lnTo>
                        <a:pt x="25402" y="9670"/>
                      </a:lnTo>
                      <a:cubicBezTo>
                        <a:pt x="25443" y="9649"/>
                        <a:pt x="25506" y="9649"/>
                        <a:pt x="25569" y="9649"/>
                      </a:cubicBezTo>
                      <a:cubicBezTo>
                        <a:pt x="25820" y="9607"/>
                        <a:pt x="26029" y="9544"/>
                        <a:pt x="26239" y="9461"/>
                      </a:cubicBezTo>
                      <a:cubicBezTo>
                        <a:pt x="26657" y="9314"/>
                        <a:pt x="27013" y="9105"/>
                        <a:pt x="27348" y="8875"/>
                      </a:cubicBezTo>
                      <a:cubicBezTo>
                        <a:pt x="27975" y="8435"/>
                        <a:pt x="28477" y="7954"/>
                        <a:pt x="28875" y="7557"/>
                      </a:cubicBezTo>
                      <a:cubicBezTo>
                        <a:pt x="29272" y="7138"/>
                        <a:pt x="29565" y="6782"/>
                        <a:pt x="29775" y="6531"/>
                      </a:cubicBezTo>
                      <a:cubicBezTo>
                        <a:pt x="29837" y="6448"/>
                        <a:pt x="29900" y="6364"/>
                        <a:pt x="29942" y="6301"/>
                      </a:cubicBezTo>
                      <a:cubicBezTo>
                        <a:pt x="31365" y="6280"/>
                        <a:pt x="32746" y="6280"/>
                        <a:pt x="34085" y="6280"/>
                      </a:cubicBezTo>
                      <a:cubicBezTo>
                        <a:pt x="33771" y="6489"/>
                        <a:pt x="33457" y="6720"/>
                        <a:pt x="33143" y="7013"/>
                      </a:cubicBezTo>
                      <a:cubicBezTo>
                        <a:pt x="32725" y="7410"/>
                        <a:pt x="32306" y="7891"/>
                        <a:pt x="31972" y="8435"/>
                      </a:cubicBezTo>
                      <a:cubicBezTo>
                        <a:pt x="31804" y="8707"/>
                        <a:pt x="31658" y="9021"/>
                        <a:pt x="31511" y="9335"/>
                      </a:cubicBezTo>
                      <a:cubicBezTo>
                        <a:pt x="31449" y="9482"/>
                        <a:pt x="31407" y="9649"/>
                        <a:pt x="31344" y="9816"/>
                      </a:cubicBezTo>
                      <a:lnTo>
                        <a:pt x="31302" y="9942"/>
                      </a:lnTo>
                      <a:lnTo>
                        <a:pt x="31302" y="10005"/>
                      </a:lnTo>
                      <a:lnTo>
                        <a:pt x="31260" y="10109"/>
                      </a:lnTo>
                      <a:cubicBezTo>
                        <a:pt x="31239" y="10256"/>
                        <a:pt x="31197" y="10402"/>
                        <a:pt x="31177" y="10570"/>
                      </a:cubicBezTo>
                      <a:lnTo>
                        <a:pt x="31114" y="11030"/>
                      </a:lnTo>
                      <a:cubicBezTo>
                        <a:pt x="31407" y="11093"/>
                        <a:pt x="31700" y="11155"/>
                        <a:pt x="31993" y="11176"/>
                      </a:cubicBezTo>
                      <a:lnTo>
                        <a:pt x="32348" y="11176"/>
                      </a:lnTo>
                      <a:cubicBezTo>
                        <a:pt x="32432" y="11155"/>
                        <a:pt x="32516" y="11155"/>
                        <a:pt x="32599" y="11135"/>
                      </a:cubicBezTo>
                      <a:cubicBezTo>
                        <a:pt x="32955" y="11093"/>
                        <a:pt x="33269" y="11009"/>
                        <a:pt x="33583" y="10883"/>
                      </a:cubicBezTo>
                      <a:cubicBezTo>
                        <a:pt x="34190" y="10674"/>
                        <a:pt x="34692" y="10360"/>
                        <a:pt x="35173" y="10047"/>
                      </a:cubicBezTo>
                      <a:cubicBezTo>
                        <a:pt x="36094" y="9398"/>
                        <a:pt x="36805" y="8707"/>
                        <a:pt x="37391" y="8122"/>
                      </a:cubicBezTo>
                      <a:cubicBezTo>
                        <a:pt x="37977" y="7515"/>
                        <a:pt x="38395" y="7013"/>
                        <a:pt x="38688" y="6657"/>
                      </a:cubicBezTo>
                      <a:cubicBezTo>
                        <a:pt x="38814" y="6489"/>
                        <a:pt x="38897" y="6364"/>
                        <a:pt x="38981" y="6259"/>
                      </a:cubicBezTo>
                      <a:cubicBezTo>
                        <a:pt x="40425" y="6238"/>
                        <a:pt x="41806" y="6238"/>
                        <a:pt x="43103" y="6217"/>
                      </a:cubicBezTo>
                      <a:lnTo>
                        <a:pt x="43103" y="6217"/>
                      </a:lnTo>
                      <a:cubicBezTo>
                        <a:pt x="42664" y="6489"/>
                        <a:pt x="42224" y="6824"/>
                        <a:pt x="41806" y="7222"/>
                      </a:cubicBezTo>
                      <a:cubicBezTo>
                        <a:pt x="41241" y="7724"/>
                        <a:pt x="40718" y="8352"/>
                        <a:pt x="40278" y="9063"/>
                      </a:cubicBezTo>
                      <a:cubicBezTo>
                        <a:pt x="40069" y="9419"/>
                        <a:pt x="39860" y="9795"/>
                        <a:pt x="39692" y="10214"/>
                      </a:cubicBezTo>
                      <a:cubicBezTo>
                        <a:pt x="39609" y="10402"/>
                        <a:pt x="39546" y="10611"/>
                        <a:pt x="39462" y="10842"/>
                      </a:cubicBezTo>
                      <a:lnTo>
                        <a:pt x="39420" y="10988"/>
                      </a:lnTo>
                      <a:lnTo>
                        <a:pt x="39400" y="11072"/>
                      </a:lnTo>
                      <a:lnTo>
                        <a:pt x="39379" y="11218"/>
                      </a:lnTo>
                      <a:cubicBezTo>
                        <a:pt x="39316" y="11386"/>
                        <a:pt x="39295" y="11595"/>
                        <a:pt x="39253" y="11804"/>
                      </a:cubicBezTo>
                      <a:lnTo>
                        <a:pt x="39169" y="12411"/>
                      </a:lnTo>
                      <a:cubicBezTo>
                        <a:pt x="39567" y="12474"/>
                        <a:pt x="39923" y="12557"/>
                        <a:pt x="40320" y="12578"/>
                      </a:cubicBezTo>
                      <a:cubicBezTo>
                        <a:pt x="40362" y="12578"/>
                        <a:pt x="40404" y="12599"/>
                        <a:pt x="40467" y="12599"/>
                      </a:cubicBezTo>
                      <a:lnTo>
                        <a:pt x="40592" y="12599"/>
                      </a:lnTo>
                      <a:cubicBezTo>
                        <a:pt x="40655" y="12599"/>
                        <a:pt x="40697" y="12578"/>
                        <a:pt x="40760" y="12578"/>
                      </a:cubicBezTo>
                      <a:cubicBezTo>
                        <a:pt x="40885" y="12578"/>
                        <a:pt x="40990" y="12557"/>
                        <a:pt x="41094" y="12557"/>
                      </a:cubicBezTo>
                      <a:cubicBezTo>
                        <a:pt x="41555" y="12495"/>
                        <a:pt x="41952" y="12369"/>
                        <a:pt x="42350" y="12223"/>
                      </a:cubicBezTo>
                      <a:cubicBezTo>
                        <a:pt x="43124" y="11930"/>
                        <a:pt x="43793" y="11532"/>
                        <a:pt x="44400" y="11135"/>
                      </a:cubicBezTo>
                      <a:cubicBezTo>
                        <a:pt x="45593" y="10298"/>
                        <a:pt x="46514" y="9398"/>
                        <a:pt x="47267" y="8645"/>
                      </a:cubicBezTo>
                      <a:cubicBezTo>
                        <a:pt x="48020" y="7870"/>
                        <a:pt x="48564" y="7222"/>
                        <a:pt x="48941" y="6761"/>
                      </a:cubicBezTo>
                      <a:cubicBezTo>
                        <a:pt x="49171" y="6469"/>
                        <a:pt x="49317" y="6259"/>
                        <a:pt x="49380" y="6113"/>
                      </a:cubicBezTo>
                      <a:cubicBezTo>
                        <a:pt x="52853" y="6050"/>
                        <a:pt x="54904" y="5945"/>
                        <a:pt x="54904" y="5841"/>
                      </a:cubicBezTo>
                      <a:cubicBezTo>
                        <a:pt x="54904" y="5736"/>
                        <a:pt x="52644" y="5653"/>
                        <a:pt x="48878" y="5569"/>
                      </a:cubicBezTo>
                      <a:cubicBezTo>
                        <a:pt x="48857" y="5569"/>
                        <a:pt x="48836" y="5569"/>
                        <a:pt x="48836" y="5548"/>
                      </a:cubicBezTo>
                      <a:cubicBezTo>
                        <a:pt x="48271" y="5360"/>
                        <a:pt x="47434" y="5129"/>
                        <a:pt x="46430" y="4837"/>
                      </a:cubicBezTo>
                      <a:cubicBezTo>
                        <a:pt x="45446" y="4523"/>
                        <a:pt x="44254" y="4146"/>
                        <a:pt x="43019" y="3581"/>
                      </a:cubicBezTo>
                      <a:cubicBezTo>
                        <a:pt x="42413" y="3309"/>
                        <a:pt x="41806" y="2974"/>
                        <a:pt x="41241" y="2556"/>
                      </a:cubicBezTo>
                      <a:cubicBezTo>
                        <a:pt x="40969" y="2326"/>
                        <a:pt x="40718" y="2096"/>
                        <a:pt x="40488" y="1844"/>
                      </a:cubicBezTo>
                      <a:cubicBezTo>
                        <a:pt x="40446" y="1782"/>
                        <a:pt x="40383" y="1698"/>
                        <a:pt x="40341" y="1635"/>
                      </a:cubicBezTo>
                      <a:cubicBezTo>
                        <a:pt x="40320" y="1593"/>
                        <a:pt x="40278" y="1572"/>
                        <a:pt x="40257" y="1531"/>
                      </a:cubicBezTo>
                      <a:cubicBezTo>
                        <a:pt x="40257" y="1510"/>
                        <a:pt x="40257" y="1510"/>
                        <a:pt x="40257" y="1510"/>
                      </a:cubicBezTo>
                      <a:lnTo>
                        <a:pt x="40278" y="1510"/>
                      </a:lnTo>
                      <a:lnTo>
                        <a:pt x="40488" y="1447"/>
                      </a:lnTo>
                      <a:cubicBezTo>
                        <a:pt x="40655" y="1384"/>
                        <a:pt x="40843" y="1342"/>
                        <a:pt x="41011" y="1300"/>
                      </a:cubicBezTo>
                      <a:cubicBezTo>
                        <a:pt x="41387" y="1238"/>
                        <a:pt x="41743" y="1196"/>
                        <a:pt x="42120" y="1175"/>
                      </a:cubicBezTo>
                      <a:cubicBezTo>
                        <a:pt x="42246" y="1167"/>
                        <a:pt x="42372" y="1164"/>
                        <a:pt x="42497" y="1164"/>
                      </a:cubicBezTo>
                      <a:cubicBezTo>
                        <a:pt x="43082" y="1164"/>
                        <a:pt x="43661" y="1239"/>
                        <a:pt x="44212" y="1342"/>
                      </a:cubicBezTo>
                      <a:cubicBezTo>
                        <a:pt x="45530" y="1614"/>
                        <a:pt x="46660" y="2158"/>
                        <a:pt x="47434" y="2786"/>
                      </a:cubicBezTo>
                      <a:cubicBezTo>
                        <a:pt x="48229" y="3414"/>
                        <a:pt x="48690" y="4125"/>
                        <a:pt x="48941" y="4648"/>
                      </a:cubicBezTo>
                      <a:cubicBezTo>
                        <a:pt x="49205" y="5156"/>
                        <a:pt x="49291" y="5486"/>
                        <a:pt x="49373" y="5486"/>
                      </a:cubicBezTo>
                      <a:cubicBezTo>
                        <a:pt x="49375" y="5486"/>
                        <a:pt x="49378" y="5486"/>
                        <a:pt x="49380" y="5485"/>
                      </a:cubicBezTo>
                      <a:cubicBezTo>
                        <a:pt x="49464" y="5485"/>
                        <a:pt x="49527" y="5129"/>
                        <a:pt x="49380" y="4502"/>
                      </a:cubicBezTo>
                      <a:cubicBezTo>
                        <a:pt x="49255" y="3874"/>
                        <a:pt x="48836" y="2974"/>
                        <a:pt x="47999" y="2158"/>
                      </a:cubicBezTo>
                      <a:cubicBezTo>
                        <a:pt x="47162" y="1342"/>
                        <a:pt x="45928" y="652"/>
                        <a:pt x="44442" y="275"/>
                      </a:cubicBezTo>
                      <a:cubicBezTo>
                        <a:pt x="43772" y="103"/>
                        <a:pt x="43049" y="1"/>
                        <a:pt x="42289" y="1"/>
                      </a:cubicBezTo>
                      <a:close/>
                    </a:path>
                  </a:pathLst>
                </a:custGeom>
                <a:solidFill>
                  <a:srgbClr val="D8C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91" name="Google Shape;191;p5"/>
            <p:cNvGrpSpPr/>
            <p:nvPr/>
          </p:nvGrpSpPr>
          <p:grpSpPr>
            <a:xfrm rot="10800000">
              <a:off x="7469934" y="146039"/>
              <a:ext cx="1514389" cy="1539136"/>
              <a:chOff x="159684" y="3459914"/>
              <a:chExt cx="1514389" cy="1539136"/>
            </a:xfrm>
          </p:grpSpPr>
          <p:grpSp>
            <p:nvGrpSpPr>
              <p:cNvPr id="192" name="Google Shape;192;p5"/>
              <p:cNvGrpSpPr/>
              <p:nvPr/>
            </p:nvGrpSpPr>
            <p:grpSpPr>
              <a:xfrm flipH="1">
                <a:off x="301473" y="4684050"/>
                <a:ext cx="1372600" cy="315000"/>
                <a:chOff x="2359200" y="702550"/>
                <a:chExt cx="1372600" cy="315000"/>
              </a:xfrm>
            </p:grpSpPr>
            <p:sp>
              <p:nvSpPr>
                <p:cNvPr id="193" name="Google Shape;193;p5"/>
                <p:cNvSpPr/>
                <p:nvPr/>
              </p:nvSpPr>
              <p:spPr>
                <a:xfrm>
                  <a:off x="3365625" y="740275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D8C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" name="Google Shape;194;p5"/>
                <p:cNvSpPr/>
                <p:nvPr/>
              </p:nvSpPr>
              <p:spPr>
                <a:xfrm>
                  <a:off x="3163700" y="958925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1" y="1"/>
                      </a:moveTo>
                      <a:lnTo>
                        <a:pt x="1" y="1"/>
                      </a:lnTo>
                      <a:cubicBezTo>
                        <a:pt x="1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D8C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" name="Google Shape;195;p5"/>
                <p:cNvSpPr/>
                <p:nvPr/>
              </p:nvSpPr>
              <p:spPr>
                <a:xfrm>
                  <a:off x="2359200" y="702550"/>
                  <a:ext cx="1372600" cy="31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04" h="12600" extrusionOk="0">
                      <a:moveTo>
                        <a:pt x="26322" y="3555"/>
                      </a:moveTo>
                      <a:cubicBezTo>
                        <a:pt x="26643" y="3555"/>
                        <a:pt x="26950" y="3592"/>
                        <a:pt x="27243" y="3644"/>
                      </a:cubicBezTo>
                      <a:cubicBezTo>
                        <a:pt x="27933" y="3790"/>
                        <a:pt x="28540" y="4083"/>
                        <a:pt x="28959" y="4418"/>
                      </a:cubicBezTo>
                      <a:cubicBezTo>
                        <a:pt x="29377" y="4753"/>
                        <a:pt x="29628" y="5129"/>
                        <a:pt x="29754" y="5401"/>
                      </a:cubicBezTo>
                      <a:lnTo>
                        <a:pt x="28080" y="5401"/>
                      </a:lnTo>
                      <a:cubicBezTo>
                        <a:pt x="27620" y="5255"/>
                        <a:pt x="27117" y="5088"/>
                        <a:pt x="26594" y="4857"/>
                      </a:cubicBezTo>
                      <a:cubicBezTo>
                        <a:pt x="26280" y="4690"/>
                        <a:pt x="25946" y="4523"/>
                        <a:pt x="25653" y="4293"/>
                      </a:cubicBezTo>
                      <a:cubicBezTo>
                        <a:pt x="25506" y="4188"/>
                        <a:pt x="25360" y="4062"/>
                        <a:pt x="25255" y="3916"/>
                      </a:cubicBezTo>
                      <a:cubicBezTo>
                        <a:pt x="25213" y="3874"/>
                        <a:pt x="25192" y="3832"/>
                        <a:pt x="25171" y="3811"/>
                      </a:cubicBezTo>
                      <a:cubicBezTo>
                        <a:pt x="25151" y="3790"/>
                        <a:pt x="25130" y="3769"/>
                        <a:pt x="25130" y="3748"/>
                      </a:cubicBezTo>
                      <a:cubicBezTo>
                        <a:pt x="25130" y="3748"/>
                        <a:pt x="25109" y="3748"/>
                        <a:pt x="25130" y="3728"/>
                      </a:cubicBezTo>
                      <a:lnTo>
                        <a:pt x="25234" y="3707"/>
                      </a:lnTo>
                      <a:cubicBezTo>
                        <a:pt x="25339" y="3665"/>
                        <a:pt x="25423" y="3644"/>
                        <a:pt x="25527" y="3623"/>
                      </a:cubicBezTo>
                      <a:cubicBezTo>
                        <a:pt x="25715" y="3581"/>
                        <a:pt x="25925" y="3560"/>
                        <a:pt x="26113" y="3560"/>
                      </a:cubicBezTo>
                      <a:cubicBezTo>
                        <a:pt x="26183" y="3556"/>
                        <a:pt x="26253" y="3555"/>
                        <a:pt x="26322" y="3555"/>
                      </a:cubicBezTo>
                      <a:close/>
                      <a:moveTo>
                        <a:pt x="18915" y="4167"/>
                      </a:moveTo>
                      <a:cubicBezTo>
                        <a:pt x="19208" y="4167"/>
                        <a:pt x="19501" y="4188"/>
                        <a:pt x="19773" y="4251"/>
                      </a:cubicBezTo>
                      <a:cubicBezTo>
                        <a:pt x="20338" y="4355"/>
                        <a:pt x="20798" y="4585"/>
                        <a:pt x="21133" y="4837"/>
                      </a:cubicBezTo>
                      <a:cubicBezTo>
                        <a:pt x="21363" y="5025"/>
                        <a:pt x="21531" y="5234"/>
                        <a:pt x="21635" y="5401"/>
                      </a:cubicBezTo>
                      <a:cubicBezTo>
                        <a:pt x="21050" y="5422"/>
                        <a:pt x="20464" y="5422"/>
                        <a:pt x="19899" y="5422"/>
                      </a:cubicBezTo>
                      <a:cubicBezTo>
                        <a:pt x="19689" y="5339"/>
                        <a:pt x="19501" y="5276"/>
                        <a:pt x="19292" y="5171"/>
                      </a:cubicBezTo>
                      <a:cubicBezTo>
                        <a:pt x="19041" y="5067"/>
                        <a:pt x="18790" y="4920"/>
                        <a:pt x="18560" y="4753"/>
                      </a:cubicBezTo>
                      <a:cubicBezTo>
                        <a:pt x="18434" y="4648"/>
                        <a:pt x="18329" y="4565"/>
                        <a:pt x="18246" y="4439"/>
                      </a:cubicBezTo>
                      <a:cubicBezTo>
                        <a:pt x="18225" y="4418"/>
                        <a:pt x="18204" y="4397"/>
                        <a:pt x="18183" y="4355"/>
                      </a:cubicBezTo>
                      <a:cubicBezTo>
                        <a:pt x="18162" y="4355"/>
                        <a:pt x="18162" y="4334"/>
                        <a:pt x="18141" y="4313"/>
                      </a:cubicBezTo>
                      <a:lnTo>
                        <a:pt x="18246" y="4293"/>
                      </a:lnTo>
                      <a:cubicBezTo>
                        <a:pt x="18309" y="4272"/>
                        <a:pt x="18392" y="4251"/>
                        <a:pt x="18455" y="4230"/>
                      </a:cubicBezTo>
                      <a:cubicBezTo>
                        <a:pt x="18601" y="4188"/>
                        <a:pt x="18769" y="4188"/>
                        <a:pt x="18915" y="4167"/>
                      </a:cubicBezTo>
                      <a:close/>
                      <a:moveTo>
                        <a:pt x="33675" y="2320"/>
                      </a:moveTo>
                      <a:cubicBezTo>
                        <a:pt x="34140" y="2320"/>
                        <a:pt x="34591" y="2364"/>
                        <a:pt x="35026" y="2451"/>
                      </a:cubicBezTo>
                      <a:cubicBezTo>
                        <a:pt x="36052" y="2660"/>
                        <a:pt x="36910" y="3100"/>
                        <a:pt x="37516" y="3581"/>
                      </a:cubicBezTo>
                      <a:cubicBezTo>
                        <a:pt x="38144" y="4062"/>
                        <a:pt x="38500" y="4627"/>
                        <a:pt x="38688" y="5025"/>
                      </a:cubicBezTo>
                      <a:cubicBezTo>
                        <a:pt x="38772" y="5192"/>
                        <a:pt x="38835" y="5339"/>
                        <a:pt x="38876" y="5443"/>
                      </a:cubicBezTo>
                      <a:lnTo>
                        <a:pt x="37663" y="5443"/>
                      </a:lnTo>
                      <a:cubicBezTo>
                        <a:pt x="37391" y="5360"/>
                        <a:pt x="37077" y="5255"/>
                        <a:pt x="36742" y="5150"/>
                      </a:cubicBezTo>
                      <a:cubicBezTo>
                        <a:pt x="35968" y="4920"/>
                        <a:pt x="35047" y="4627"/>
                        <a:pt x="34106" y="4209"/>
                      </a:cubicBezTo>
                      <a:cubicBezTo>
                        <a:pt x="33625" y="3979"/>
                        <a:pt x="33143" y="3728"/>
                        <a:pt x="32725" y="3393"/>
                      </a:cubicBezTo>
                      <a:cubicBezTo>
                        <a:pt x="32516" y="3225"/>
                        <a:pt x="32306" y="3037"/>
                        <a:pt x="32139" y="2849"/>
                      </a:cubicBezTo>
                      <a:cubicBezTo>
                        <a:pt x="32097" y="2786"/>
                        <a:pt x="32055" y="2744"/>
                        <a:pt x="32013" y="2681"/>
                      </a:cubicBezTo>
                      <a:cubicBezTo>
                        <a:pt x="31993" y="2660"/>
                        <a:pt x="31972" y="2640"/>
                        <a:pt x="31972" y="2598"/>
                      </a:cubicBezTo>
                      <a:cubicBezTo>
                        <a:pt x="31966" y="2592"/>
                        <a:pt x="31962" y="2590"/>
                        <a:pt x="31960" y="2589"/>
                      </a:cubicBezTo>
                      <a:lnTo>
                        <a:pt x="31960" y="2589"/>
                      </a:lnTo>
                      <a:cubicBezTo>
                        <a:pt x="31962" y="2586"/>
                        <a:pt x="31966" y="2582"/>
                        <a:pt x="31972" y="2577"/>
                      </a:cubicBezTo>
                      <a:lnTo>
                        <a:pt x="32118" y="2535"/>
                      </a:lnTo>
                      <a:cubicBezTo>
                        <a:pt x="32265" y="2493"/>
                        <a:pt x="32411" y="2451"/>
                        <a:pt x="32537" y="2430"/>
                      </a:cubicBezTo>
                      <a:cubicBezTo>
                        <a:pt x="32830" y="2368"/>
                        <a:pt x="33102" y="2347"/>
                        <a:pt x="33394" y="2326"/>
                      </a:cubicBezTo>
                      <a:cubicBezTo>
                        <a:pt x="33489" y="2322"/>
                        <a:pt x="33582" y="2320"/>
                        <a:pt x="33675" y="2320"/>
                      </a:cubicBezTo>
                      <a:close/>
                      <a:moveTo>
                        <a:pt x="12659" y="4481"/>
                      </a:moveTo>
                      <a:cubicBezTo>
                        <a:pt x="12910" y="4481"/>
                        <a:pt x="13161" y="4502"/>
                        <a:pt x="13391" y="4544"/>
                      </a:cubicBezTo>
                      <a:cubicBezTo>
                        <a:pt x="13873" y="4627"/>
                        <a:pt x="14270" y="4837"/>
                        <a:pt x="14542" y="5046"/>
                      </a:cubicBezTo>
                      <a:cubicBezTo>
                        <a:pt x="14710" y="5192"/>
                        <a:pt x="14835" y="5318"/>
                        <a:pt x="14919" y="5443"/>
                      </a:cubicBezTo>
                      <a:cubicBezTo>
                        <a:pt x="14375" y="5464"/>
                        <a:pt x="13810" y="5464"/>
                        <a:pt x="13287" y="5464"/>
                      </a:cubicBezTo>
                      <a:cubicBezTo>
                        <a:pt x="13182" y="5422"/>
                        <a:pt x="13078" y="5381"/>
                        <a:pt x="12994" y="5339"/>
                      </a:cubicBezTo>
                      <a:cubicBezTo>
                        <a:pt x="12764" y="5234"/>
                        <a:pt x="12555" y="5109"/>
                        <a:pt x="12345" y="4962"/>
                      </a:cubicBezTo>
                      <a:cubicBezTo>
                        <a:pt x="12262" y="4899"/>
                        <a:pt x="12157" y="4816"/>
                        <a:pt x="12094" y="4711"/>
                      </a:cubicBezTo>
                      <a:cubicBezTo>
                        <a:pt x="12073" y="4690"/>
                        <a:pt x="12052" y="4669"/>
                        <a:pt x="12031" y="4648"/>
                      </a:cubicBezTo>
                      <a:cubicBezTo>
                        <a:pt x="12031" y="4627"/>
                        <a:pt x="12011" y="4627"/>
                        <a:pt x="12011" y="4606"/>
                      </a:cubicBezTo>
                      <a:lnTo>
                        <a:pt x="12073" y="4585"/>
                      </a:lnTo>
                      <a:cubicBezTo>
                        <a:pt x="12136" y="4565"/>
                        <a:pt x="12199" y="4544"/>
                        <a:pt x="12262" y="4523"/>
                      </a:cubicBezTo>
                      <a:cubicBezTo>
                        <a:pt x="12408" y="4502"/>
                        <a:pt x="12534" y="4481"/>
                        <a:pt x="12659" y="4481"/>
                      </a:cubicBezTo>
                      <a:close/>
                      <a:moveTo>
                        <a:pt x="15107" y="6238"/>
                      </a:moveTo>
                      <a:cubicBezTo>
                        <a:pt x="15065" y="6280"/>
                        <a:pt x="15024" y="6301"/>
                        <a:pt x="14961" y="6343"/>
                      </a:cubicBezTo>
                      <a:cubicBezTo>
                        <a:pt x="14793" y="6469"/>
                        <a:pt x="14563" y="6678"/>
                        <a:pt x="14291" y="6908"/>
                      </a:cubicBezTo>
                      <a:cubicBezTo>
                        <a:pt x="13998" y="7159"/>
                        <a:pt x="13663" y="7431"/>
                        <a:pt x="13266" y="7682"/>
                      </a:cubicBezTo>
                      <a:cubicBezTo>
                        <a:pt x="13057" y="7808"/>
                        <a:pt x="12827" y="7933"/>
                        <a:pt x="12596" y="8017"/>
                      </a:cubicBezTo>
                      <a:cubicBezTo>
                        <a:pt x="12492" y="8059"/>
                        <a:pt x="12366" y="8080"/>
                        <a:pt x="12241" y="8101"/>
                      </a:cubicBezTo>
                      <a:lnTo>
                        <a:pt x="12157" y="8101"/>
                      </a:lnTo>
                      <a:cubicBezTo>
                        <a:pt x="12143" y="8101"/>
                        <a:pt x="12138" y="8110"/>
                        <a:pt x="12131" y="8110"/>
                      </a:cubicBezTo>
                      <a:cubicBezTo>
                        <a:pt x="12127" y="8110"/>
                        <a:pt x="12122" y="8108"/>
                        <a:pt x="12115" y="8101"/>
                      </a:cubicBezTo>
                      <a:lnTo>
                        <a:pt x="12136" y="8038"/>
                      </a:lnTo>
                      <a:cubicBezTo>
                        <a:pt x="12136" y="7975"/>
                        <a:pt x="12157" y="7912"/>
                        <a:pt x="12199" y="7850"/>
                      </a:cubicBezTo>
                      <a:cubicBezTo>
                        <a:pt x="12241" y="7724"/>
                        <a:pt x="12303" y="7598"/>
                        <a:pt x="12366" y="7494"/>
                      </a:cubicBezTo>
                      <a:cubicBezTo>
                        <a:pt x="12492" y="7264"/>
                        <a:pt x="12659" y="7075"/>
                        <a:pt x="12827" y="6908"/>
                      </a:cubicBezTo>
                      <a:cubicBezTo>
                        <a:pt x="13140" y="6573"/>
                        <a:pt x="13517" y="6343"/>
                        <a:pt x="13852" y="6238"/>
                      </a:cubicBezTo>
                      <a:close/>
                      <a:moveTo>
                        <a:pt x="21698" y="6280"/>
                      </a:moveTo>
                      <a:cubicBezTo>
                        <a:pt x="21677" y="6301"/>
                        <a:pt x="21635" y="6322"/>
                        <a:pt x="21614" y="6364"/>
                      </a:cubicBezTo>
                      <a:cubicBezTo>
                        <a:pt x="21426" y="6510"/>
                        <a:pt x="21154" y="6741"/>
                        <a:pt x="20819" y="7013"/>
                      </a:cubicBezTo>
                      <a:cubicBezTo>
                        <a:pt x="20485" y="7306"/>
                        <a:pt x="20087" y="7619"/>
                        <a:pt x="19606" y="7933"/>
                      </a:cubicBezTo>
                      <a:cubicBezTo>
                        <a:pt x="19376" y="8080"/>
                        <a:pt x="19125" y="8205"/>
                        <a:pt x="18853" y="8310"/>
                      </a:cubicBezTo>
                      <a:cubicBezTo>
                        <a:pt x="18706" y="8352"/>
                        <a:pt x="18581" y="8394"/>
                        <a:pt x="18434" y="8414"/>
                      </a:cubicBezTo>
                      <a:lnTo>
                        <a:pt x="18267" y="8414"/>
                      </a:lnTo>
                      <a:lnTo>
                        <a:pt x="18288" y="8331"/>
                      </a:lnTo>
                      <a:cubicBezTo>
                        <a:pt x="18309" y="8247"/>
                        <a:pt x="18329" y="8184"/>
                        <a:pt x="18371" y="8101"/>
                      </a:cubicBezTo>
                      <a:cubicBezTo>
                        <a:pt x="18434" y="7954"/>
                        <a:pt x="18497" y="7829"/>
                        <a:pt x="18560" y="7703"/>
                      </a:cubicBezTo>
                      <a:cubicBezTo>
                        <a:pt x="18727" y="7431"/>
                        <a:pt x="18915" y="7201"/>
                        <a:pt x="19104" y="7013"/>
                      </a:cubicBezTo>
                      <a:cubicBezTo>
                        <a:pt x="19438" y="6657"/>
                        <a:pt x="19815" y="6427"/>
                        <a:pt x="20171" y="6280"/>
                      </a:cubicBezTo>
                      <a:close/>
                      <a:moveTo>
                        <a:pt x="29691" y="6301"/>
                      </a:moveTo>
                      <a:cubicBezTo>
                        <a:pt x="29670" y="6322"/>
                        <a:pt x="29628" y="6343"/>
                        <a:pt x="29586" y="6364"/>
                      </a:cubicBezTo>
                      <a:cubicBezTo>
                        <a:pt x="29335" y="6573"/>
                        <a:pt x="29000" y="6866"/>
                        <a:pt x="28561" y="7222"/>
                      </a:cubicBezTo>
                      <a:cubicBezTo>
                        <a:pt x="28143" y="7578"/>
                        <a:pt x="27620" y="8017"/>
                        <a:pt x="27013" y="8394"/>
                      </a:cubicBezTo>
                      <a:cubicBezTo>
                        <a:pt x="26720" y="8582"/>
                        <a:pt x="26385" y="8770"/>
                        <a:pt x="26029" y="8896"/>
                      </a:cubicBezTo>
                      <a:cubicBezTo>
                        <a:pt x="25862" y="8958"/>
                        <a:pt x="25674" y="9000"/>
                        <a:pt x="25485" y="9021"/>
                      </a:cubicBezTo>
                      <a:lnTo>
                        <a:pt x="25276" y="9021"/>
                      </a:lnTo>
                      <a:lnTo>
                        <a:pt x="25318" y="8917"/>
                      </a:lnTo>
                      <a:cubicBezTo>
                        <a:pt x="25339" y="8812"/>
                        <a:pt x="25381" y="8728"/>
                        <a:pt x="25402" y="8624"/>
                      </a:cubicBezTo>
                      <a:cubicBezTo>
                        <a:pt x="25485" y="8435"/>
                        <a:pt x="25569" y="8268"/>
                        <a:pt x="25674" y="8101"/>
                      </a:cubicBezTo>
                      <a:cubicBezTo>
                        <a:pt x="25862" y="7766"/>
                        <a:pt x="26113" y="7473"/>
                        <a:pt x="26364" y="7201"/>
                      </a:cubicBezTo>
                      <a:cubicBezTo>
                        <a:pt x="26783" y="6782"/>
                        <a:pt x="27243" y="6489"/>
                        <a:pt x="27661" y="6301"/>
                      </a:cubicBezTo>
                      <a:close/>
                      <a:moveTo>
                        <a:pt x="38625" y="6259"/>
                      </a:moveTo>
                      <a:cubicBezTo>
                        <a:pt x="38563" y="6301"/>
                        <a:pt x="38500" y="6343"/>
                        <a:pt x="38437" y="6406"/>
                      </a:cubicBezTo>
                      <a:cubicBezTo>
                        <a:pt x="38060" y="6678"/>
                        <a:pt x="37579" y="7117"/>
                        <a:pt x="36951" y="7640"/>
                      </a:cubicBezTo>
                      <a:cubicBezTo>
                        <a:pt x="36324" y="8163"/>
                        <a:pt x="35591" y="8770"/>
                        <a:pt x="34713" y="9335"/>
                      </a:cubicBezTo>
                      <a:cubicBezTo>
                        <a:pt x="34252" y="9607"/>
                        <a:pt x="33792" y="9879"/>
                        <a:pt x="33269" y="10047"/>
                      </a:cubicBezTo>
                      <a:cubicBezTo>
                        <a:pt x="33018" y="10130"/>
                        <a:pt x="32746" y="10214"/>
                        <a:pt x="32495" y="10235"/>
                      </a:cubicBezTo>
                      <a:cubicBezTo>
                        <a:pt x="32432" y="10235"/>
                        <a:pt x="32369" y="10256"/>
                        <a:pt x="32306" y="10256"/>
                      </a:cubicBezTo>
                      <a:lnTo>
                        <a:pt x="32181" y="10256"/>
                      </a:lnTo>
                      <a:cubicBezTo>
                        <a:pt x="32181" y="10256"/>
                        <a:pt x="32181" y="10256"/>
                        <a:pt x="32181" y="10235"/>
                      </a:cubicBezTo>
                      <a:lnTo>
                        <a:pt x="32223" y="10088"/>
                      </a:lnTo>
                      <a:cubicBezTo>
                        <a:pt x="32265" y="9942"/>
                        <a:pt x="32327" y="9795"/>
                        <a:pt x="32369" y="9670"/>
                      </a:cubicBezTo>
                      <a:cubicBezTo>
                        <a:pt x="32474" y="9398"/>
                        <a:pt x="32599" y="9147"/>
                        <a:pt x="32746" y="8917"/>
                      </a:cubicBezTo>
                      <a:cubicBezTo>
                        <a:pt x="33039" y="8414"/>
                        <a:pt x="33374" y="7996"/>
                        <a:pt x="33750" y="7619"/>
                      </a:cubicBezTo>
                      <a:cubicBezTo>
                        <a:pt x="34357" y="6992"/>
                        <a:pt x="35047" y="6552"/>
                        <a:pt x="35675" y="6280"/>
                      </a:cubicBezTo>
                      <a:cubicBezTo>
                        <a:pt x="36700" y="6259"/>
                        <a:pt x="37663" y="6259"/>
                        <a:pt x="38625" y="6259"/>
                      </a:cubicBezTo>
                      <a:close/>
                      <a:moveTo>
                        <a:pt x="49024" y="6134"/>
                      </a:moveTo>
                      <a:lnTo>
                        <a:pt x="49024" y="6134"/>
                      </a:lnTo>
                      <a:cubicBezTo>
                        <a:pt x="48920" y="6197"/>
                        <a:pt x="48773" y="6301"/>
                        <a:pt x="48606" y="6427"/>
                      </a:cubicBezTo>
                      <a:cubicBezTo>
                        <a:pt x="48146" y="6803"/>
                        <a:pt x="47497" y="7368"/>
                        <a:pt x="46702" y="8038"/>
                      </a:cubicBezTo>
                      <a:cubicBezTo>
                        <a:pt x="45907" y="8707"/>
                        <a:pt x="44944" y="9502"/>
                        <a:pt x="43793" y="10214"/>
                      </a:cubicBezTo>
                      <a:cubicBezTo>
                        <a:pt x="43229" y="10570"/>
                        <a:pt x="42622" y="10904"/>
                        <a:pt x="41952" y="11135"/>
                      </a:cubicBezTo>
                      <a:cubicBezTo>
                        <a:pt x="41617" y="11260"/>
                        <a:pt x="41283" y="11344"/>
                        <a:pt x="40948" y="11386"/>
                      </a:cubicBezTo>
                      <a:cubicBezTo>
                        <a:pt x="40864" y="11386"/>
                        <a:pt x="40780" y="11407"/>
                        <a:pt x="40697" y="11407"/>
                      </a:cubicBezTo>
                      <a:lnTo>
                        <a:pt x="40550" y="11407"/>
                      </a:lnTo>
                      <a:cubicBezTo>
                        <a:pt x="40550" y="11407"/>
                        <a:pt x="40550" y="11407"/>
                        <a:pt x="40550" y="11386"/>
                      </a:cubicBezTo>
                      <a:lnTo>
                        <a:pt x="40613" y="11176"/>
                      </a:lnTo>
                      <a:cubicBezTo>
                        <a:pt x="40655" y="10988"/>
                        <a:pt x="40718" y="10821"/>
                        <a:pt x="40801" y="10653"/>
                      </a:cubicBezTo>
                      <a:cubicBezTo>
                        <a:pt x="40927" y="10319"/>
                        <a:pt x="41094" y="9984"/>
                        <a:pt x="41283" y="9670"/>
                      </a:cubicBezTo>
                      <a:cubicBezTo>
                        <a:pt x="41638" y="9042"/>
                        <a:pt x="42099" y="8477"/>
                        <a:pt x="42559" y="7996"/>
                      </a:cubicBezTo>
                      <a:cubicBezTo>
                        <a:pt x="43417" y="7138"/>
                        <a:pt x="44379" y="6531"/>
                        <a:pt x="45258" y="6197"/>
                      </a:cubicBezTo>
                      <a:cubicBezTo>
                        <a:pt x="46639" y="6176"/>
                        <a:pt x="47895" y="6155"/>
                        <a:pt x="49024" y="6134"/>
                      </a:cubicBezTo>
                      <a:close/>
                      <a:moveTo>
                        <a:pt x="42289" y="1"/>
                      </a:moveTo>
                      <a:cubicBezTo>
                        <a:pt x="42219" y="1"/>
                        <a:pt x="42148" y="1"/>
                        <a:pt x="42078" y="3"/>
                      </a:cubicBezTo>
                      <a:cubicBezTo>
                        <a:pt x="41638" y="24"/>
                        <a:pt x="41220" y="66"/>
                        <a:pt x="40801" y="150"/>
                      </a:cubicBezTo>
                      <a:cubicBezTo>
                        <a:pt x="40571" y="191"/>
                        <a:pt x="40362" y="233"/>
                        <a:pt x="40153" y="296"/>
                      </a:cubicBezTo>
                      <a:lnTo>
                        <a:pt x="39985" y="359"/>
                      </a:lnTo>
                      <a:lnTo>
                        <a:pt x="39902" y="380"/>
                      </a:lnTo>
                      <a:lnTo>
                        <a:pt x="39776" y="422"/>
                      </a:lnTo>
                      <a:cubicBezTo>
                        <a:pt x="39588" y="484"/>
                        <a:pt x="39400" y="568"/>
                        <a:pt x="39211" y="652"/>
                      </a:cubicBezTo>
                      <a:lnTo>
                        <a:pt x="38646" y="903"/>
                      </a:lnTo>
                      <a:cubicBezTo>
                        <a:pt x="38814" y="1280"/>
                        <a:pt x="38939" y="1614"/>
                        <a:pt x="39148" y="1970"/>
                      </a:cubicBezTo>
                      <a:cubicBezTo>
                        <a:pt x="39169" y="2012"/>
                        <a:pt x="39190" y="2054"/>
                        <a:pt x="39211" y="2096"/>
                      </a:cubicBezTo>
                      <a:lnTo>
                        <a:pt x="39274" y="2200"/>
                      </a:lnTo>
                      <a:cubicBezTo>
                        <a:pt x="39316" y="2242"/>
                        <a:pt x="39358" y="2284"/>
                        <a:pt x="39379" y="2347"/>
                      </a:cubicBezTo>
                      <a:cubicBezTo>
                        <a:pt x="39441" y="2430"/>
                        <a:pt x="39525" y="2514"/>
                        <a:pt x="39588" y="2598"/>
                      </a:cubicBezTo>
                      <a:cubicBezTo>
                        <a:pt x="39881" y="2953"/>
                        <a:pt x="40216" y="3225"/>
                        <a:pt x="40550" y="3476"/>
                      </a:cubicBezTo>
                      <a:cubicBezTo>
                        <a:pt x="41220" y="3958"/>
                        <a:pt x="41910" y="4313"/>
                        <a:pt x="42580" y="4585"/>
                      </a:cubicBezTo>
                      <a:cubicBezTo>
                        <a:pt x="43438" y="4941"/>
                        <a:pt x="44254" y="5171"/>
                        <a:pt x="44986" y="5360"/>
                      </a:cubicBezTo>
                      <a:cubicBezTo>
                        <a:pt x="44840" y="5401"/>
                        <a:pt x="44693" y="5443"/>
                        <a:pt x="44547" y="5506"/>
                      </a:cubicBezTo>
                      <a:cubicBezTo>
                        <a:pt x="42894" y="5485"/>
                        <a:pt x="41052" y="5464"/>
                        <a:pt x="39086" y="5443"/>
                      </a:cubicBezTo>
                      <a:cubicBezTo>
                        <a:pt x="39107" y="5318"/>
                        <a:pt x="39086" y="5129"/>
                        <a:pt x="39023" y="4899"/>
                      </a:cubicBezTo>
                      <a:cubicBezTo>
                        <a:pt x="38918" y="4418"/>
                        <a:pt x="38604" y="3728"/>
                        <a:pt x="37956" y="3100"/>
                      </a:cubicBezTo>
                      <a:cubicBezTo>
                        <a:pt x="37307" y="2472"/>
                        <a:pt x="36345" y="1907"/>
                        <a:pt x="35215" y="1635"/>
                      </a:cubicBezTo>
                      <a:cubicBezTo>
                        <a:pt x="34689" y="1504"/>
                        <a:pt x="34129" y="1423"/>
                        <a:pt x="33551" y="1423"/>
                      </a:cubicBezTo>
                      <a:cubicBezTo>
                        <a:pt x="33485" y="1423"/>
                        <a:pt x="33419" y="1424"/>
                        <a:pt x="33353" y="1426"/>
                      </a:cubicBezTo>
                      <a:cubicBezTo>
                        <a:pt x="33039" y="1426"/>
                        <a:pt x="32704" y="1468"/>
                        <a:pt x="32369" y="1531"/>
                      </a:cubicBezTo>
                      <a:cubicBezTo>
                        <a:pt x="32202" y="1572"/>
                        <a:pt x="32034" y="1593"/>
                        <a:pt x="31867" y="1656"/>
                      </a:cubicBezTo>
                      <a:lnTo>
                        <a:pt x="31741" y="1698"/>
                      </a:lnTo>
                      <a:lnTo>
                        <a:pt x="31679" y="1719"/>
                      </a:lnTo>
                      <a:lnTo>
                        <a:pt x="31574" y="1740"/>
                      </a:lnTo>
                      <a:cubicBezTo>
                        <a:pt x="31449" y="1782"/>
                        <a:pt x="31302" y="1865"/>
                        <a:pt x="31156" y="1928"/>
                      </a:cubicBezTo>
                      <a:lnTo>
                        <a:pt x="30716" y="2116"/>
                      </a:lnTo>
                      <a:cubicBezTo>
                        <a:pt x="30842" y="2409"/>
                        <a:pt x="30925" y="2681"/>
                        <a:pt x="31093" y="2932"/>
                      </a:cubicBezTo>
                      <a:cubicBezTo>
                        <a:pt x="31114" y="2974"/>
                        <a:pt x="31135" y="3016"/>
                        <a:pt x="31156" y="3037"/>
                      </a:cubicBezTo>
                      <a:lnTo>
                        <a:pt x="31197" y="3121"/>
                      </a:lnTo>
                      <a:cubicBezTo>
                        <a:pt x="31218" y="3163"/>
                        <a:pt x="31260" y="3184"/>
                        <a:pt x="31281" y="3225"/>
                      </a:cubicBezTo>
                      <a:cubicBezTo>
                        <a:pt x="31323" y="3309"/>
                        <a:pt x="31386" y="3372"/>
                        <a:pt x="31449" y="3435"/>
                      </a:cubicBezTo>
                      <a:cubicBezTo>
                        <a:pt x="31679" y="3707"/>
                        <a:pt x="31930" y="3916"/>
                        <a:pt x="32181" y="4104"/>
                      </a:cubicBezTo>
                      <a:cubicBezTo>
                        <a:pt x="32704" y="4481"/>
                        <a:pt x="33248" y="4753"/>
                        <a:pt x="33771" y="4983"/>
                      </a:cubicBezTo>
                      <a:cubicBezTo>
                        <a:pt x="34210" y="5150"/>
                        <a:pt x="34650" y="5297"/>
                        <a:pt x="35068" y="5422"/>
                      </a:cubicBezTo>
                      <a:cubicBezTo>
                        <a:pt x="33436" y="5422"/>
                        <a:pt x="31741" y="5401"/>
                        <a:pt x="30026" y="5401"/>
                      </a:cubicBezTo>
                      <a:cubicBezTo>
                        <a:pt x="30005" y="5381"/>
                        <a:pt x="30005" y="5360"/>
                        <a:pt x="30005" y="5339"/>
                      </a:cubicBezTo>
                      <a:cubicBezTo>
                        <a:pt x="29921" y="5004"/>
                        <a:pt x="29712" y="4523"/>
                        <a:pt x="29272" y="4083"/>
                      </a:cubicBezTo>
                      <a:cubicBezTo>
                        <a:pt x="28812" y="3644"/>
                        <a:pt x="28164" y="3267"/>
                        <a:pt x="27368" y="3079"/>
                      </a:cubicBezTo>
                      <a:cubicBezTo>
                        <a:pt x="26971" y="2974"/>
                        <a:pt x="26532" y="2932"/>
                        <a:pt x="26092" y="2932"/>
                      </a:cubicBezTo>
                      <a:cubicBezTo>
                        <a:pt x="25862" y="2932"/>
                        <a:pt x="25632" y="2974"/>
                        <a:pt x="25402" y="3016"/>
                      </a:cubicBezTo>
                      <a:cubicBezTo>
                        <a:pt x="25297" y="3037"/>
                        <a:pt x="25171" y="3058"/>
                        <a:pt x="25067" y="3100"/>
                      </a:cubicBezTo>
                      <a:lnTo>
                        <a:pt x="24983" y="3121"/>
                      </a:lnTo>
                      <a:lnTo>
                        <a:pt x="24941" y="3142"/>
                      </a:lnTo>
                      <a:lnTo>
                        <a:pt x="24858" y="3163"/>
                      </a:lnTo>
                      <a:cubicBezTo>
                        <a:pt x="24774" y="3184"/>
                        <a:pt x="24669" y="3225"/>
                        <a:pt x="24565" y="3267"/>
                      </a:cubicBezTo>
                      <a:lnTo>
                        <a:pt x="24272" y="3414"/>
                      </a:lnTo>
                      <a:cubicBezTo>
                        <a:pt x="24355" y="3602"/>
                        <a:pt x="24418" y="3790"/>
                        <a:pt x="24523" y="3979"/>
                      </a:cubicBezTo>
                      <a:cubicBezTo>
                        <a:pt x="24544" y="4000"/>
                        <a:pt x="24544" y="4021"/>
                        <a:pt x="24565" y="4041"/>
                      </a:cubicBezTo>
                      <a:lnTo>
                        <a:pt x="24607" y="4104"/>
                      </a:lnTo>
                      <a:cubicBezTo>
                        <a:pt x="24627" y="4125"/>
                        <a:pt x="24627" y="4146"/>
                        <a:pt x="24648" y="4188"/>
                      </a:cubicBezTo>
                      <a:cubicBezTo>
                        <a:pt x="24690" y="4230"/>
                        <a:pt x="24732" y="4272"/>
                        <a:pt x="24774" y="4313"/>
                      </a:cubicBezTo>
                      <a:cubicBezTo>
                        <a:pt x="24920" y="4502"/>
                        <a:pt x="25109" y="4648"/>
                        <a:pt x="25276" y="4795"/>
                      </a:cubicBezTo>
                      <a:cubicBezTo>
                        <a:pt x="25632" y="5046"/>
                        <a:pt x="26008" y="5234"/>
                        <a:pt x="26364" y="5381"/>
                      </a:cubicBezTo>
                      <a:cubicBezTo>
                        <a:pt x="26385" y="5381"/>
                        <a:pt x="26406" y="5401"/>
                        <a:pt x="26427" y="5401"/>
                      </a:cubicBezTo>
                      <a:lnTo>
                        <a:pt x="21886" y="5401"/>
                      </a:lnTo>
                      <a:cubicBezTo>
                        <a:pt x="21803" y="5171"/>
                        <a:pt x="21656" y="4857"/>
                        <a:pt x="21363" y="4585"/>
                      </a:cubicBezTo>
                      <a:cubicBezTo>
                        <a:pt x="21008" y="4251"/>
                        <a:pt x="20506" y="3958"/>
                        <a:pt x="19878" y="3790"/>
                      </a:cubicBezTo>
                      <a:cubicBezTo>
                        <a:pt x="19585" y="3728"/>
                        <a:pt x="19250" y="3686"/>
                        <a:pt x="18894" y="3686"/>
                      </a:cubicBezTo>
                      <a:cubicBezTo>
                        <a:pt x="18727" y="3686"/>
                        <a:pt x="18539" y="3707"/>
                        <a:pt x="18371" y="3748"/>
                      </a:cubicBezTo>
                      <a:cubicBezTo>
                        <a:pt x="18288" y="3769"/>
                        <a:pt x="18183" y="3790"/>
                        <a:pt x="18099" y="3811"/>
                      </a:cubicBezTo>
                      <a:lnTo>
                        <a:pt x="18037" y="3832"/>
                      </a:lnTo>
                      <a:lnTo>
                        <a:pt x="17995" y="3832"/>
                      </a:lnTo>
                      <a:lnTo>
                        <a:pt x="17953" y="3853"/>
                      </a:lnTo>
                      <a:cubicBezTo>
                        <a:pt x="17869" y="3895"/>
                        <a:pt x="17785" y="3916"/>
                        <a:pt x="17723" y="3958"/>
                      </a:cubicBezTo>
                      <a:lnTo>
                        <a:pt x="17472" y="4062"/>
                      </a:lnTo>
                      <a:cubicBezTo>
                        <a:pt x="17555" y="4209"/>
                        <a:pt x="17597" y="4355"/>
                        <a:pt x="17681" y="4502"/>
                      </a:cubicBezTo>
                      <a:cubicBezTo>
                        <a:pt x="17702" y="4523"/>
                        <a:pt x="17702" y="4544"/>
                        <a:pt x="17723" y="4544"/>
                      </a:cubicBezTo>
                      <a:lnTo>
                        <a:pt x="17744" y="4606"/>
                      </a:lnTo>
                      <a:cubicBezTo>
                        <a:pt x="17765" y="4627"/>
                        <a:pt x="17765" y="4627"/>
                        <a:pt x="17785" y="4648"/>
                      </a:cubicBezTo>
                      <a:cubicBezTo>
                        <a:pt x="17806" y="4690"/>
                        <a:pt x="17848" y="4732"/>
                        <a:pt x="17869" y="4774"/>
                      </a:cubicBezTo>
                      <a:cubicBezTo>
                        <a:pt x="17995" y="4899"/>
                        <a:pt x="18120" y="5025"/>
                        <a:pt x="18267" y="5129"/>
                      </a:cubicBezTo>
                      <a:cubicBezTo>
                        <a:pt x="18434" y="5255"/>
                        <a:pt x="18601" y="5339"/>
                        <a:pt x="18748" y="5422"/>
                      </a:cubicBezTo>
                      <a:cubicBezTo>
                        <a:pt x="17513" y="5422"/>
                        <a:pt x="16321" y="5443"/>
                        <a:pt x="15170" y="5443"/>
                      </a:cubicBezTo>
                      <a:cubicBezTo>
                        <a:pt x="15086" y="5255"/>
                        <a:pt x="14961" y="5046"/>
                        <a:pt x="14752" y="4837"/>
                      </a:cubicBezTo>
                      <a:cubicBezTo>
                        <a:pt x="14459" y="4544"/>
                        <a:pt x="14019" y="4293"/>
                        <a:pt x="13496" y="4167"/>
                      </a:cubicBezTo>
                      <a:cubicBezTo>
                        <a:pt x="13224" y="4104"/>
                        <a:pt x="12952" y="4062"/>
                        <a:pt x="12638" y="4062"/>
                      </a:cubicBezTo>
                      <a:cubicBezTo>
                        <a:pt x="12492" y="4062"/>
                        <a:pt x="12345" y="4083"/>
                        <a:pt x="12199" y="4125"/>
                      </a:cubicBezTo>
                      <a:cubicBezTo>
                        <a:pt x="12115" y="4125"/>
                        <a:pt x="12031" y="4146"/>
                        <a:pt x="11969" y="4167"/>
                      </a:cubicBezTo>
                      <a:lnTo>
                        <a:pt x="11906" y="4188"/>
                      </a:lnTo>
                      <a:lnTo>
                        <a:pt x="11885" y="4188"/>
                      </a:lnTo>
                      <a:lnTo>
                        <a:pt x="11822" y="4209"/>
                      </a:lnTo>
                      <a:cubicBezTo>
                        <a:pt x="11759" y="4230"/>
                        <a:pt x="11697" y="4272"/>
                        <a:pt x="11634" y="4293"/>
                      </a:cubicBezTo>
                      <a:lnTo>
                        <a:pt x="11425" y="4397"/>
                      </a:lnTo>
                      <a:cubicBezTo>
                        <a:pt x="11487" y="4523"/>
                        <a:pt x="11529" y="4648"/>
                        <a:pt x="11613" y="4753"/>
                      </a:cubicBezTo>
                      <a:cubicBezTo>
                        <a:pt x="11613" y="4774"/>
                        <a:pt x="11613" y="4795"/>
                        <a:pt x="11634" y="4816"/>
                      </a:cubicBezTo>
                      <a:lnTo>
                        <a:pt x="11655" y="4837"/>
                      </a:lnTo>
                      <a:cubicBezTo>
                        <a:pt x="11676" y="4857"/>
                        <a:pt x="11676" y="4878"/>
                        <a:pt x="11697" y="4899"/>
                      </a:cubicBezTo>
                      <a:cubicBezTo>
                        <a:pt x="11718" y="4920"/>
                        <a:pt x="11739" y="4962"/>
                        <a:pt x="11759" y="4983"/>
                      </a:cubicBezTo>
                      <a:cubicBezTo>
                        <a:pt x="11864" y="5109"/>
                        <a:pt x="11990" y="5213"/>
                        <a:pt x="12115" y="5297"/>
                      </a:cubicBezTo>
                      <a:cubicBezTo>
                        <a:pt x="12199" y="5360"/>
                        <a:pt x="12283" y="5422"/>
                        <a:pt x="12387" y="5485"/>
                      </a:cubicBezTo>
                      <a:cubicBezTo>
                        <a:pt x="4938" y="5548"/>
                        <a:pt x="0" y="5694"/>
                        <a:pt x="0" y="5841"/>
                      </a:cubicBezTo>
                      <a:cubicBezTo>
                        <a:pt x="0" y="6008"/>
                        <a:pt x="5231" y="6155"/>
                        <a:pt x="13078" y="6238"/>
                      </a:cubicBezTo>
                      <a:cubicBezTo>
                        <a:pt x="12910" y="6343"/>
                        <a:pt x="12722" y="6469"/>
                        <a:pt x="12555" y="6615"/>
                      </a:cubicBezTo>
                      <a:cubicBezTo>
                        <a:pt x="12345" y="6803"/>
                        <a:pt x="12157" y="7034"/>
                        <a:pt x="12011" y="7285"/>
                      </a:cubicBezTo>
                      <a:cubicBezTo>
                        <a:pt x="11927" y="7410"/>
                        <a:pt x="11864" y="7536"/>
                        <a:pt x="11801" y="7682"/>
                      </a:cubicBezTo>
                      <a:cubicBezTo>
                        <a:pt x="11780" y="7766"/>
                        <a:pt x="11739" y="7829"/>
                        <a:pt x="11718" y="7912"/>
                      </a:cubicBezTo>
                      <a:lnTo>
                        <a:pt x="11697" y="7975"/>
                      </a:lnTo>
                      <a:lnTo>
                        <a:pt x="11697" y="7996"/>
                      </a:lnTo>
                      <a:lnTo>
                        <a:pt x="11697" y="8038"/>
                      </a:lnTo>
                      <a:cubicBezTo>
                        <a:pt x="11676" y="8101"/>
                        <a:pt x="11655" y="8184"/>
                        <a:pt x="11655" y="8247"/>
                      </a:cubicBezTo>
                      <a:lnTo>
                        <a:pt x="11613" y="8477"/>
                      </a:lnTo>
                      <a:cubicBezTo>
                        <a:pt x="11759" y="8498"/>
                        <a:pt x="11885" y="8519"/>
                        <a:pt x="12031" y="8519"/>
                      </a:cubicBezTo>
                      <a:cubicBezTo>
                        <a:pt x="12031" y="8540"/>
                        <a:pt x="12052" y="8540"/>
                        <a:pt x="12073" y="8540"/>
                      </a:cubicBezTo>
                      <a:lnTo>
                        <a:pt x="12115" y="8540"/>
                      </a:lnTo>
                      <a:cubicBezTo>
                        <a:pt x="12136" y="8540"/>
                        <a:pt x="12157" y="8540"/>
                        <a:pt x="12178" y="8519"/>
                      </a:cubicBezTo>
                      <a:lnTo>
                        <a:pt x="12303" y="8519"/>
                      </a:lnTo>
                      <a:cubicBezTo>
                        <a:pt x="12450" y="8498"/>
                        <a:pt x="12617" y="8456"/>
                        <a:pt x="12743" y="8394"/>
                      </a:cubicBezTo>
                      <a:cubicBezTo>
                        <a:pt x="13015" y="8289"/>
                        <a:pt x="13266" y="8163"/>
                        <a:pt x="13475" y="8017"/>
                      </a:cubicBezTo>
                      <a:cubicBezTo>
                        <a:pt x="13894" y="7724"/>
                        <a:pt x="14228" y="7410"/>
                        <a:pt x="14480" y="7138"/>
                      </a:cubicBezTo>
                      <a:cubicBezTo>
                        <a:pt x="14752" y="6866"/>
                        <a:pt x="14940" y="6636"/>
                        <a:pt x="15086" y="6469"/>
                      </a:cubicBezTo>
                      <a:cubicBezTo>
                        <a:pt x="15149" y="6364"/>
                        <a:pt x="15212" y="6301"/>
                        <a:pt x="15233" y="6238"/>
                      </a:cubicBezTo>
                      <a:cubicBezTo>
                        <a:pt x="16530" y="6259"/>
                        <a:pt x="17890" y="6259"/>
                        <a:pt x="19313" y="6280"/>
                      </a:cubicBezTo>
                      <a:cubicBezTo>
                        <a:pt x="19125" y="6385"/>
                        <a:pt x="18957" y="6531"/>
                        <a:pt x="18790" y="6678"/>
                      </a:cubicBezTo>
                      <a:cubicBezTo>
                        <a:pt x="18560" y="6887"/>
                        <a:pt x="18329" y="7159"/>
                        <a:pt x="18162" y="7452"/>
                      </a:cubicBezTo>
                      <a:cubicBezTo>
                        <a:pt x="18057" y="7598"/>
                        <a:pt x="17974" y="7745"/>
                        <a:pt x="17911" y="7912"/>
                      </a:cubicBezTo>
                      <a:cubicBezTo>
                        <a:pt x="17869" y="7996"/>
                        <a:pt x="17848" y="8080"/>
                        <a:pt x="17827" y="8184"/>
                      </a:cubicBezTo>
                      <a:lnTo>
                        <a:pt x="17806" y="8247"/>
                      </a:lnTo>
                      <a:lnTo>
                        <a:pt x="17785" y="8289"/>
                      </a:lnTo>
                      <a:lnTo>
                        <a:pt x="17785" y="8331"/>
                      </a:lnTo>
                      <a:cubicBezTo>
                        <a:pt x="17765" y="8414"/>
                        <a:pt x="17744" y="8498"/>
                        <a:pt x="17723" y="8582"/>
                      </a:cubicBezTo>
                      <a:lnTo>
                        <a:pt x="17702" y="8833"/>
                      </a:lnTo>
                      <a:cubicBezTo>
                        <a:pt x="17848" y="8854"/>
                        <a:pt x="17995" y="8896"/>
                        <a:pt x="18162" y="8896"/>
                      </a:cubicBezTo>
                      <a:cubicBezTo>
                        <a:pt x="18183" y="8917"/>
                        <a:pt x="18204" y="8917"/>
                        <a:pt x="18225" y="8917"/>
                      </a:cubicBezTo>
                      <a:lnTo>
                        <a:pt x="18288" y="8917"/>
                      </a:lnTo>
                      <a:cubicBezTo>
                        <a:pt x="18309" y="8917"/>
                        <a:pt x="18329" y="8917"/>
                        <a:pt x="18350" y="8896"/>
                      </a:cubicBezTo>
                      <a:lnTo>
                        <a:pt x="18497" y="8896"/>
                      </a:lnTo>
                      <a:cubicBezTo>
                        <a:pt x="18685" y="8875"/>
                        <a:pt x="18853" y="8812"/>
                        <a:pt x="19020" y="8749"/>
                      </a:cubicBezTo>
                      <a:cubicBezTo>
                        <a:pt x="19334" y="8645"/>
                        <a:pt x="19606" y="8477"/>
                        <a:pt x="19857" y="8310"/>
                      </a:cubicBezTo>
                      <a:cubicBezTo>
                        <a:pt x="20359" y="7954"/>
                        <a:pt x="20736" y="7578"/>
                        <a:pt x="21050" y="7264"/>
                      </a:cubicBezTo>
                      <a:cubicBezTo>
                        <a:pt x="21363" y="6950"/>
                        <a:pt x="21594" y="6678"/>
                        <a:pt x="21740" y="6489"/>
                      </a:cubicBezTo>
                      <a:cubicBezTo>
                        <a:pt x="21803" y="6406"/>
                        <a:pt x="21866" y="6343"/>
                        <a:pt x="21886" y="6280"/>
                      </a:cubicBezTo>
                      <a:cubicBezTo>
                        <a:pt x="23414" y="6280"/>
                        <a:pt x="24983" y="6301"/>
                        <a:pt x="26573" y="6301"/>
                      </a:cubicBezTo>
                      <a:cubicBezTo>
                        <a:pt x="26364" y="6427"/>
                        <a:pt x="26155" y="6594"/>
                        <a:pt x="25946" y="6782"/>
                      </a:cubicBezTo>
                      <a:cubicBezTo>
                        <a:pt x="25653" y="7075"/>
                        <a:pt x="25381" y="7389"/>
                        <a:pt x="25130" y="7787"/>
                      </a:cubicBezTo>
                      <a:cubicBezTo>
                        <a:pt x="25025" y="7975"/>
                        <a:pt x="24920" y="8163"/>
                        <a:pt x="24816" y="8394"/>
                      </a:cubicBezTo>
                      <a:cubicBezTo>
                        <a:pt x="24774" y="8498"/>
                        <a:pt x="24732" y="8603"/>
                        <a:pt x="24711" y="8728"/>
                      </a:cubicBezTo>
                      <a:lnTo>
                        <a:pt x="24669" y="8812"/>
                      </a:lnTo>
                      <a:lnTo>
                        <a:pt x="24669" y="8854"/>
                      </a:lnTo>
                      <a:lnTo>
                        <a:pt x="24648" y="8938"/>
                      </a:lnTo>
                      <a:cubicBezTo>
                        <a:pt x="24627" y="9021"/>
                        <a:pt x="24607" y="9126"/>
                        <a:pt x="24586" y="9230"/>
                      </a:cubicBezTo>
                      <a:lnTo>
                        <a:pt x="24544" y="9565"/>
                      </a:lnTo>
                      <a:cubicBezTo>
                        <a:pt x="24753" y="9607"/>
                        <a:pt x="24941" y="9649"/>
                        <a:pt x="25151" y="9670"/>
                      </a:cubicBezTo>
                      <a:lnTo>
                        <a:pt x="25402" y="9670"/>
                      </a:lnTo>
                      <a:cubicBezTo>
                        <a:pt x="25443" y="9649"/>
                        <a:pt x="25506" y="9649"/>
                        <a:pt x="25569" y="9649"/>
                      </a:cubicBezTo>
                      <a:cubicBezTo>
                        <a:pt x="25820" y="9607"/>
                        <a:pt x="26029" y="9544"/>
                        <a:pt x="26239" y="9461"/>
                      </a:cubicBezTo>
                      <a:cubicBezTo>
                        <a:pt x="26657" y="9314"/>
                        <a:pt x="27013" y="9105"/>
                        <a:pt x="27348" y="8875"/>
                      </a:cubicBezTo>
                      <a:cubicBezTo>
                        <a:pt x="27975" y="8435"/>
                        <a:pt x="28477" y="7954"/>
                        <a:pt x="28875" y="7557"/>
                      </a:cubicBezTo>
                      <a:cubicBezTo>
                        <a:pt x="29272" y="7138"/>
                        <a:pt x="29565" y="6782"/>
                        <a:pt x="29775" y="6531"/>
                      </a:cubicBezTo>
                      <a:cubicBezTo>
                        <a:pt x="29837" y="6448"/>
                        <a:pt x="29900" y="6364"/>
                        <a:pt x="29942" y="6301"/>
                      </a:cubicBezTo>
                      <a:cubicBezTo>
                        <a:pt x="31365" y="6280"/>
                        <a:pt x="32746" y="6280"/>
                        <a:pt x="34085" y="6280"/>
                      </a:cubicBezTo>
                      <a:cubicBezTo>
                        <a:pt x="33771" y="6489"/>
                        <a:pt x="33457" y="6720"/>
                        <a:pt x="33143" y="7013"/>
                      </a:cubicBezTo>
                      <a:cubicBezTo>
                        <a:pt x="32725" y="7410"/>
                        <a:pt x="32306" y="7891"/>
                        <a:pt x="31972" y="8435"/>
                      </a:cubicBezTo>
                      <a:cubicBezTo>
                        <a:pt x="31804" y="8707"/>
                        <a:pt x="31658" y="9021"/>
                        <a:pt x="31511" y="9335"/>
                      </a:cubicBezTo>
                      <a:cubicBezTo>
                        <a:pt x="31449" y="9482"/>
                        <a:pt x="31407" y="9649"/>
                        <a:pt x="31344" y="9816"/>
                      </a:cubicBezTo>
                      <a:lnTo>
                        <a:pt x="31302" y="9942"/>
                      </a:lnTo>
                      <a:lnTo>
                        <a:pt x="31302" y="10005"/>
                      </a:lnTo>
                      <a:lnTo>
                        <a:pt x="31260" y="10109"/>
                      </a:lnTo>
                      <a:cubicBezTo>
                        <a:pt x="31239" y="10256"/>
                        <a:pt x="31197" y="10402"/>
                        <a:pt x="31177" y="10570"/>
                      </a:cubicBezTo>
                      <a:lnTo>
                        <a:pt x="31114" y="11030"/>
                      </a:lnTo>
                      <a:cubicBezTo>
                        <a:pt x="31407" y="11093"/>
                        <a:pt x="31700" y="11155"/>
                        <a:pt x="31993" y="11176"/>
                      </a:cubicBezTo>
                      <a:lnTo>
                        <a:pt x="32348" y="11176"/>
                      </a:lnTo>
                      <a:cubicBezTo>
                        <a:pt x="32432" y="11155"/>
                        <a:pt x="32516" y="11155"/>
                        <a:pt x="32599" y="11135"/>
                      </a:cubicBezTo>
                      <a:cubicBezTo>
                        <a:pt x="32955" y="11093"/>
                        <a:pt x="33269" y="11009"/>
                        <a:pt x="33583" y="10883"/>
                      </a:cubicBezTo>
                      <a:cubicBezTo>
                        <a:pt x="34190" y="10674"/>
                        <a:pt x="34692" y="10360"/>
                        <a:pt x="35173" y="10047"/>
                      </a:cubicBezTo>
                      <a:cubicBezTo>
                        <a:pt x="36094" y="9398"/>
                        <a:pt x="36805" y="8707"/>
                        <a:pt x="37391" y="8122"/>
                      </a:cubicBezTo>
                      <a:cubicBezTo>
                        <a:pt x="37977" y="7515"/>
                        <a:pt x="38395" y="7013"/>
                        <a:pt x="38688" y="6657"/>
                      </a:cubicBezTo>
                      <a:cubicBezTo>
                        <a:pt x="38814" y="6489"/>
                        <a:pt x="38897" y="6364"/>
                        <a:pt x="38981" y="6259"/>
                      </a:cubicBezTo>
                      <a:cubicBezTo>
                        <a:pt x="40425" y="6238"/>
                        <a:pt x="41806" y="6238"/>
                        <a:pt x="43103" y="6217"/>
                      </a:cubicBezTo>
                      <a:lnTo>
                        <a:pt x="43103" y="6217"/>
                      </a:lnTo>
                      <a:cubicBezTo>
                        <a:pt x="42664" y="6489"/>
                        <a:pt x="42224" y="6824"/>
                        <a:pt x="41806" y="7222"/>
                      </a:cubicBezTo>
                      <a:cubicBezTo>
                        <a:pt x="41241" y="7724"/>
                        <a:pt x="40718" y="8352"/>
                        <a:pt x="40278" y="9063"/>
                      </a:cubicBezTo>
                      <a:cubicBezTo>
                        <a:pt x="40069" y="9419"/>
                        <a:pt x="39860" y="9795"/>
                        <a:pt x="39692" y="10214"/>
                      </a:cubicBezTo>
                      <a:cubicBezTo>
                        <a:pt x="39609" y="10402"/>
                        <a:pt x="39546" y="10611"/>
                        <a:pt x="39462" y="10842"/>
                      </a:cubicBezTo>
                      <a:lnTo>
                        <a:pt x="39420" y="10988"/>
                      </a:lnTo>
                      <a:lnTo>
                        <a:pt x="39400" y="11072"/>
                      </a:lnTo>
                      <a:lnTo>
                        <a:pt x="39379" y="11218"/>
                      </a:lnTo>
                      <a:cubicBezTo>
                        <a:pt x="39316" y="11386"/>
                        <a:pt x="39295" y="11595"/>
                        <a:pt x="39253" y="11804"/>
                      </a:cubicBezTo>
                      <a:lnTo>
                        <a:pt x="39169" y="12411"/>
                      </a:lnTo>
                      <a:cubicBezTo>
                        <a:pt x="39567" y="12474"/>
                        <a:pt x="39923" y="12557"/>
                        <a:pt x="40320" y="12578"/>
                      </a:cubicBezTo>
                      <a:cubicBezTo>
                        <a:pt x="40362" y="12578"/>
                        <a:pt x="40404" y="12599"/>
                        <a:pt x="40467" y="12599"/>
                      </a:cubicBezTo>
                      <a:lnTo>
                        <a:pt x="40592" y="12599"/>
                      </a:lnTo>
                      <a:cubicBezTo>
                        <a:pt x="40655" y="12599"/>
                        <a:pt x="40697" y="12578"/>
                        <a:pt x="40760" y="12578"/>
                      </a:cubicBezTo>
                      <a:cubicBezTo>
                        <a:pt x="40885" y="12578"/>
                        <a:pt x="40990" y="12557"/>
                        <a:pt x="41094" y="12557"/>
                      </a:cubicBezTo>
                      <a:cubicBezTo>
                        <a:pt x="41555" y="12495"/>
                        <a:pt x="41952" y="12369"/>
                        <a:pt x="42350" y="12223"/>
                      </a:cubicBezTo>
                      <a:cubicBezTo>
                        <a:pt x="43124" y="11930"/>
                        <a:pt x="43793" y="11532"/>
                        <a:pt x="44400" y="11135"/>
                      </a:cubicBezTo>
                      <a:cubicBezTo>
                        <a:pt x="45593" y="10298"/>
                        <a:pt x="46514" y="9398"/>
                        <a:pt x="47267" y="8645"/>
                      </a:cubicBezTo>
                      <a:cubicBezTo>
                        <a:pt x="48020" y="7870"/>
                        <a:pt x="48564" y="7222"/>
                        <a:pt x="48941" y="6761"/>
                      </a:cubicBezTo>
                      <a:cubicBezTo>
                        <a:pt x="49171" y="6469"/>
                        <a:pt x="49317" y="6259"/>
                        <a:pt x="49380" y="6113"/>
                      </a:cubicBezTo>
                      <a:cubicBezTo>
                        <a:pt x="52853" y="6050"/>
                        <a:pt x="54904" y="5945"/>
                        <a:pt x="54904" y="5841"/>
                      </a:cubicBezTo>
                      <a:cubicBezTo>
                        <a:pt x="54904" y="5736"/>
                        <a:pt x="52644" y="5653"/>
                        <a:pt x="48878" y="5569"/>
                      </a:cubicBezTo>
                      <a:cubicBezTo>
                        <a:pt x="48857" y="5569"/>
                        <a:pt x="48836" y="5569"/>
                        <a:pt x="48836" y="5548"/>
                      </a:cubicBezTo>
                      <a:cubicBezTo>
                        <a:pt x="48271" y="5360"/>
                        <a:pt x="47434" y="5129"/>
                        <a:pt x="46430" y="4837"/>
                      </a:cubicBezTo>
                      <a:cubicBezTo>
                        <a:pt x="45446" y="4523"/>
                        <a:pt x="44254" y="4146"/>
                        <a:pt x="43019" y="3581"/>
                      </a:cubicBezTo>
                      <a:cubicBezTo>
                        <a:pt x="42413" y="3309"/>
                        <a:pt x="41806" y="2974"/>
                        <a:pt x="41241" y="2556"/>
                      </a:cubicBezTo>
                      <a:cubicBezTo>
                        <a:pt x="40969" y="2326"/>
                        <a:pt x="40718" y="2096"/>
                        <a:pt x="40488" y="1844"/>
                      </a:cubicBezTo>
                      <a:cubicBezTo>
                        <a:pt x="40446" y="1782"/>
                        <a:pt x="40383" y="1698"/>
                        <a:pt x="40341" y="1635"/>
                      </a:cubicBezTo>
                      <a:cubicBezTo>
                        <a:pt x="40320" y="1593"/>
                        <a:pt x="40278" y="1572"/>
                        <a:pt x="40257" y="1531"/>
                      </a:cubicBezTo>
                      <a:cubicBezTo>
                        <a:pt x="40257" y="1510"/>
                        <a:pt x="40257" y="1510"/>
                        <a:pt x="40257" y="1510"/>
                      </a:cubicBezTo>
                      <a:lnTo>
                        <a:pt x="40278" y="1510"/>
                      </a:lnTo>
                      <a:lnTo>
                        <a:pt x="40488" y="1447"/>
                      </a:lnTo>
                      <a:cubicBezTo>
                        <a:pt x="40655" y="1384"/>
                        <a:pt x="40843" y="1342"/>
                        <a:pt x="41011" y="1300"/>
                      </a:cubicBezTo>
                      <a:cubicBezTo>
                        <a:pt x="41387" y="1238"/>
                        <a:pt x="41743" y="1196"/>
                        <a:pt x="42120" y="1175"/>
                      </a:cubicBezTo>
                      <a:cubicBezTo>
                        <a:pt x="42246" y="1167"/>
                        <a:pt x="42372" y="1164"/>
                        <a:pt x="42497" y="1164"/>
                      </a:cubicBezTo>
                      <a:cubicBezTo>
                        <a:pt x="43082" y="1164"/>
                        <a:pt x="43661" y="1239"/>
                        <a:pt x="44212" y="1342"/>
                      </a:cubicBezTo>
                      <a:cubicBezTo>
                        <a:pt x="45530" y="1614"/>
                        <a:pt x="46660" y="2158"/>
                        <a:pt x="47434" y="2786"/>
                      </a:cubicBezTo>
                      <a:cubicBezTo>
                        <a:pt x="48229" y="3414"/>
                        <a:pt x="48690" y="4125"/>
                        <a:pt x="48941" y="4648"/>
                      </a:cubicBezTo>
                      <a:cubicBezTo>
                        <a:pt x="49205" y="5156"/>
                        <a:pt x="49291" y="5486"/>
                        <a:pt x="49373" y="5486"/>
                      </a:cubicBezTo>
                      <a:cubicBezTo>
                        <a:pt x="49375" y="5486"/>
                        <a:pt x="49378" y="5486"/>
                        <a:pt x="49380" y="5485"/>
                      </a:cubicBezTo>
                      <a:cubicBezTo>
                        <a:pt x="49464" y="5485"/>
                        <a:pt x="49527" y="5129"/>
                        <a:pt x="49380" y="4502"/>
                      </a:cubicBezTo>
                      <a:cubicBezTo>
                        <a:pt x="49255" y="3874"/>
                        <a:pt x="48836" y="2974"/>
                        <a:pt x="47999" y="2158"/>
                      </a:cubicBezTo>
                      <a:cubicBezTo>
                        <a:pt x="47162" y="1342"/>
                        <a:pt x="45928" y="652"/>
                        <a:pt x="44442" y="275"/>
                      </a:cubicBezTo>
                      <a:cubicBezTo>
                        <a:pt x="43772" y="103"/>
                        <a:pt x="43049" y="1"/>
                        <a:pt x="42289" y="1"/>
                      </a:cubicBezTo>
                      <a:close/>
                    </a:path>
                  </a:pathLst>
                </a:custGeom>
                <a:solidFill>
                  <a:srgbClr val="D8C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6" name="Google Shape;196;p5"/>
              <p:cNvGrpSpPr/>
              <p:nvPr/>
            </p:nvGrpSpPr>
            <p:grpSpPr>
              <a:xfrm rot="-5400000" flipH="1">
                <a:off x="-369116" y="3988714"/>
                <a:ext cx="1372600" cy="315000"/>
                <a:chOff x="2359200" y="702550"/>
                <a:chExt cx="1372600" cy="315000"/>
              </a:xfrm>
            </p:grpSpPr>
            <p:sp>
              <p:nvSpPr>
                <p:cNvPr id="197" name="Google Shape;197;p5"/>
                <p:cNvSpPr/>
                <p:nvPr/>
              </p:nvSpPr>
              <p:spPr>
                <a:xfrm>
                  <a:off x="3365625" y="740275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D8C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" name="Google Shape;198;p5"/>
                <p:cNvSpPr/>
                <p:nvPr/>
              </p:nvSpPr>
              <p:spPr>
                <a:xfrm>
                  <a:off x="3163700" y="958925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1" y="1"/>
                      </a:moveTo>
                      <a:lnTo>
                        <a:pt x="1" y="1"/>
                      </a:lnTo>
                      <a:cubicBezTo>
                        <a:pt x="1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D8C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5"/>
                <p:cNvSpPr/>
                <p:nvPr/>
              </p:nvSpPr>
              <p:spPr>
                <a:xfrm>
                  <a:off x="2359200" y="702550"/>
                  <a:ext cx="1372600" cy="31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04" h="12600" extrusionOk="0">
                      <a:moveTo>
                        <a:pt x="26322" y="3555"/>
                      </a:moveTo>
                      <a:cubicBezTo>
                        <a:pt x="26643" y="3555"/>
                        <a:pt x="26950" y="3592"/>
                        <a:pt x="27243" y="3644"/>
                      </a:cubicBezTo>
                      <a:cubicBezTo>
                        <a:pt x="27933" y="3790"/>
                        <a:pt x="28540" y="4083"/>
                        <a:pt x="28959" y="4418"/>
                      </a:cubicBezTo>
                      <a:cubicBezTo>
                        <a:pt x="29377" y="4753"/>
                        <a:pt x="29628" y="5129"/>
                        <a:pt x="29754" y="5401"/>
                      </a:cubicBezTo>
                      <a:lnTo>
                        <a:pt x="28080" y="5401"/>
                      </a:lnTo>
                      <a:cubicBezTo>
                        <a:pt x="27620" y="5255"/>
                        <a:pt x="27117" y="5088"/>
                        <a:pt x="26594" y="4857"/>
                      </a:cubicBezTo>
                      <a:cubicBezTo>
                        <a:pt x="26280" y="4690"/>
                        <a:pt x="25946" y="4523"/>
                        <a:pt x="25653" y="4293"/>
                      </a:cubicBezTo>
                      <a:cubicBezTo>
                        <a:pt x="25506" y="4188"/>
                        <a:pt x="25360" y="4062"/>
                        <a:pt x="25255" y="3916"/>
                      </a:cubicBezTo>
                      <a:cubicBezTo>
                        <a:pt x="25213" y="3874"/>
                        <a:pt x="25192" y="3832"/>
                        <a:pt x="25171" y="3811"/>
                      </a:cubicBezTo>
                      <a:cubicBezTo>
                        <a:pt x="25151" y="3790"/>
                        <a:pt x="25130" y="3769"/>
                        <a:pt x="25130" y="3748"/>
                      </a:cubicBezTo>
                      <a:cubicBezTo>
                        <a:pt x="25130" y="3748"/>
                        <a:pt x="25109" y="3748"/>
                        <a:pt x="25130" y="3728"/>
                      </a:cubicBezTo>
                      <a:lnTo>
                        <a:pt x="25234" y="3707"/>
                      </a:lnTo>
                      <a:cubicBezTo>
                        <a:pt x="25339" y="3665"/>
                        <a:pt x="25423" y="3644"/>
                        <a:pt x="25527" y="3623"/>
                      </a:cubicBezTo>
                      <a:cubicBezTo>
                        <a:pt x="25715" y="3581"/>
                        <a:pt x="25925" y="3560"/>
                        <a:pt x="26113" y="3560"/>
                      </a:cubicBezTo>
                      <a:cubicBezTo>
                        <a:pt x="26183" y="3556"/>
                        <a:pt x="26253" y="3555"/>
                        <a:pt x="26322" y="3555"/>
                      </a:cubicBezTo>
                      <a:close/>
                      <a:moveTo>
                        <a:pt x="18915" y="4167"/>
                      </a:moveTo>
                      <a:cubicBezTo>
                        <a:pt x="19208" y="4167"/>
                        <a:pt x="19501" y="4188"/>
                        <a:pt x="19773" y="4251"/>
                      </a:cubicBezTo>
                      <a:cubicBezTo>
                        <a:pt x="20338" y="4355"/>
                        <a:pt x="20798" y="4585"/>
                        <a:pt x="21133" y="4837"/>
                      </a:cubicBezTo>
                      <a:cubicBezTo>
                        <a:pt x="21363" y="5025"/>
                        <a:pt x="21531" y="5234"/>
                        <a:pt x="21635" y="5401"/>
                      </a:cubicBezTo>
                      <a:cubicBezTo>
                        <a:pt x="21050" y="5422"/>
                        <a:pt x="20464" y="5422"/>
                        <a:pt x="19899" y="5422"/>
                      </a:cubicBezTo>
                      <a:cubicBezTo>
                        <a:pt x="19689" y="5339"/>
                        <a:pt x="19501" y="5276"/>
                        <a:pt x="19292" y="5171"/>
                      </a:cubicBezTo>
                      <a:cubicBezTo>
                        <a:pt x="19041" y="5067"/>
                        <a:pt x="18790" y="4920"/>
                        <a:pt x="18560" y="4753"/>
                      </a:cubicBezTo>
                      <a:cubicBezTo>
                        <a:pt x="18434" y="4648"/>
                        <a:pt x="18329" y="4565"/>
                        <a:pt x="18246" y="4439"/>
                      </a:cubicBezTo>
                      <a:cubicBezTo>
                        <a:pt x="18225" y="4418"/>
                        <a:pt x="18204" y="4397"/>
                        <a:pt x="18183" y="4355"/>
                      </a:cubicBezTo>
                      <a:cubicBezTo>
                        <a:pt x="18162" y="4355"/>
                        <a:pt x="18162" y="4334"/>
                        <a:pt x="18141" y="4313"/>
                      </a:cubicBezTo>
                      <a:lnTo>
                        <a:pt x="18246" y="4293"/>
                      </a:lnTo>
                      <a:cubicBezTo>
                        <a:pt x="18309" y="4272"/>
                        <a:pt x="18392" y="4251"/>
                        <a:pt x="18455" y="4230"/>
                      </a:cubicBezTo>
                      <a:cubicBezTo>
                        <a:pt x="18601" y="4188"/>
                        <a:pt x="18769" y="4188"/>
                        <a:pt x="18915" y="4167"/>
                      </a:cubicBezTo>
                      <a:close/>
                      <a:moveTo>
                        <a:pt x="33675" y="2320"/>
                      </a:moveTo>
                      <a:cubicBezTo>
                        <a:pt x="34140" y="2320"/>
                        <a:pt x="34591" y="2364"/>
                        <a:pt x="35026" y="2451"/>
                      </a:cubicBezTo>
                      <a:cubicBezTo>
                        <a:pt x="36052" y="2660"/>
                        <a:pt x="36910" y="3100"/>
                        <a:pt x="37516" y="3581"/>
                      </a:cubicBezTo>
                      <a:cubicBezTo>
                        <a:pt x="38144" y="4062"/>
                        <a:pt x="38500" y="4627"/>
                        <a:pt x="38688" y="5025"/>
                      </a:cubicBezTo>
                      <a:cubicBezTo>
                        <a:pt x="38772" y="5192"/>
                        <a:pt x="38835" y="5339"/>
                        <a:pt x="38876" y="5443"/>
                      </a:cubicBezTo>
                      <a:lnTo>
                        <a:pt x="37663" y="5443"/>
                      </a:lnTo>
                      <a:cubicBezTo>
                        <a:pt x="37391" y="5360"/>
                        <a:pt x="37077" y="5255"/>
                        <a:pt x="36742" y="5150"/>
                      </a:cubicBezTo>
                      <a:cubicBezTo>
                        <a:pt x="35968" y="4920"/>
                        <a:pt x="35047" y="4627"/>
                        <a:pt x="34106" y="4209"/>
                      </a:cubicBezTo>
                      <a:cubicBezTo>
                        <a:pt x="33625" y="3979"/>
                        <a:pt x="33143" y="3728"/>
                        <a:pt x="32725" y="3393"/>
                      </a:cubicBezTo>
                      <a:cubicBezTo>
                        <a:pt x="32516" y="3225"/>
                        <a:pt x="32306" y="3037"/>
                        <a:pt x="32139" y="2849"/>
                      </a:cubicBezTo>
                      <a:cubicBezTo>
                        <a:pt x="32097" y="2786"/>
                        <a:pt x="32055" y="2744"/>
                        <a:pt x="32013" y="2681"/>
                      </a:cubicBezTo>
                      <a:cubicBezTo>
                        <a:pt x="31993" y="2660"/>
                        <a:pt x="31972" y="2640"/>
                        <a:pt x="31972" y="2598"/>
                      </a:cubicBezTo>
                      <a:cubicBezTo>
                        <a:pt x="31966" y="2592"/>
                        <a:pt x="31962" y="2590"/>
                        <a:pt x="31960" y="2589"/>
                      </a:cubicBezTo>
                      <a:lnTo>
                        <a:pt x="31960" y="2589"/>
                      </a:lnTo>
                      <a:cubicBezTo>
                        <a:pt x="31962" y="2586"/>
                        <a:pt x="31966" y="2582"/>
                        <a:pt x="31972" y="2577"/>
                      </a:cubicBezTo>
                      <a:lnTo>
                        <a:pt x="32118" y="2535"/>
                      </a:lnTo>
                      <a:cubicBezTo>
                        <a:pt x="32265" y="2493"/>
                        <a:pt x="32411" y="2451"/>
                        <a:pt x="32537" y="2430"/>
                      </a:cubicBezTo>
                      <a:cubicBezTo>
                        <a:pt x="32830" y="2368"/>
                        <a:pt x="33102" y="2347"/>
                        <a:pt x="33394" y="2326"/>
                      </a:cubicBezTo>
                      <a:cubicBezTo>
                        <a:pt x="33489" y="2322"/>
                        <a:pt x="33582" y="2320"/>
                        <a:pt x="33675" y="2320"/>
                      </a:cubicBezTo>
                      <a:close/>
                      <a:moveTo>
                        <a:pt x="12659" y="4481"/>
                      </a:moveTo>
                      <a:cubicBezTo>
                        <a:pt x="12910" y="4481"/>
                        <a:pt x="13161" y="4502"/>
                        <a:pt x="13391" y="4544"/>
                      </a:cubicBezTo>
                      <a:cubicBezTo>
                        <a:pt x="13873" y="4627"/>
                        <a:pt x="14270" y="4837"/>
                        <a:pt x="14542" y="5046"/>
                      </a:cubicBezTo>
                      <a:cubicBezTo>
                        <a:pt x="14710" y="5192"/>
                        <a:pt x="14835" y="5318"/>
                        <a:pt x="14919" y="5443"/>
                      </a:cubicBezTo>
                      <a:cubicBezTo>
                        <a:pt x="14375" y="5464"/>
                        <a:pt x="13810" y="5464"/>
                        <a:pt x="13287" y="5464"/>
                      </a:cubicBezTo>
                      <a:cubicBezTo>
                        <a:pt x="13182" y="5422"/>
                        <a:pt x="13078" y="5381"/>
                        <a:pt x="12994" y="5339"/>
                      </a:cubicBezTo>
                      <a:cubicBezTo>
                        <a:pt x="12764" y="5234"/>
                        <a:pt x="12555" y="5109"/>
                        <a:pt x="12345" y="4962"/>
                      </a:cubicBezTo>
                      <a:cubicBezTo>
                        <a:pt x="12262" y="4899"/>
                        <a:pt x="12157" y="4816"/>
                        <a:pt x="12094" y="4711"/>
                      </a:cubicBezTo>
                      <a:cubicBezTo>
                        <a:pt x="12073" y="4690"/>
                        <a:pt x="12052" y="4669"/>
                        <a:pt x="12031" y="4648"/>
                      </a:cubicBezTo>
                      <a:cubicBezTo>
                        <a:pt x="12031" y="4627"/>
                        <a:pt x="12011" y="4627"/>
                        <a:pt x="12011" y="4606"/>
                      </a:cubicBezTo>
                      <a:lnTo>
                        <a:pt x="12073" y="4585"/>
                      </a:lnTo>
                      <a:cubicBezTo>
                        <a:pt x="12136" y="4565"/>
                        <a:pt x="12199" y="4544"/>
                        <a:pt x="12262" y="4523"/>
                      </a:cubicBezTo>
                      <a:cubicBezTo>
                        <a:pt x="12408" y="4502"/>
                        <a:pt x="12534" y="4481"/>
                        <a:pt x="12659" y="4481"/>
                      </a:cubicBezTo>
                      <a:close/>
                      <a:moveTo>
                        <a:pt x="15107" y="6238"/>
                      </a:moveTo>
                      <a:cubicBezTo>
                        <a:pt x="15065" y="6280"/>
                        <a:pt x="15024" y="6301"/>
                        <a:pt x="14961" y="6343"/>
                      </a:cubicBezTo>
                      <a:cubicBezTo>
                        <a:pt x="14793" y="6469"/>
                        <a:pt x="14563" y="6678"/>
                        <a:pt x="14291" y="6908"/>
                      </a:cubicBezTo>
                      <a:cubicBezTo>
                        <a:pt x="13998" y="7159"/>
                        <a:pt x="13663" y="7431"/>
                        <a:pt x="13266" y="7682"/>
                      </a:cubicBezTo>
                      <a:cubicBezTo>
                        <a:pt x="13057" y="7808"/>
                        <a:pt x="12827" y="7933"/>
                        <a:pt x="12596" y="8017"/>
                      </a:cubicBezTo>
                      <a:cubicBezTo>
                        <a:pt x="12492" y="8059"/>
                        <a:pt x="12366" y="8080"/>
                        <a:pt x="12241" y="8101"/>
                      </a:cubicBezTo>
                      <a:lnTo>
                        <a:pt x="12157" y="8101"/>
                      </a:lnTo>
                      <a:cubicBezTo>
                        <a:pt x="12143" y="8101"/>
                        <a:pt x="12138" y="8110"/>
                        <a:pt x="12131" y="8110"/>
                      </a:cubicBezTo>
                      <a:cubicBezTo>
                        <a:pt x="12127" y="8110"/>
                        <a:pt x="12122" y="8108"/>
                        <a:pt x="12115" y="8101"/>
                      </a:cubicBezTo>
                      <a:lnTo>
                        <a:pt x="12136" y="8038"/>
                      </a:lnTo>
                      <a:cubicBezTo>
                        <a:pt x="12136" y="7975"/>
                        <a:pt x="12157" y="7912"/>
                        <a:pt x="12199" y="7850"/>
                      </a:cubicBezTo>
                      <a:cubicBezTo>
                        <a:pt x="12241" y="7724"/>
                        <a:pt x="12303" y="7598"/>
                        <a:pt x="12366" y="7494"/>
                      </a:cubicBezTo>
                      <a:cubicBezTo>
                        <a:pt x="12492" y="7264"/>
                        <a:pt x="12659" y="7075"/>
                        <a:pt x="12827" y="6908"/>
                      </a:cubicBezTo>
                      <a:cubicBezTo>
                        <a:pt x="13140" y="6573"/>
                        <a:pt x="13517" y="6343"/>
                        <a:pt x="13852" y="6238"/>
                      </a:cubicBezTo>
                      <a:close/>
                      <a:moveTo>
                        <a:pt x="21698" y="6280"/>
                      </a:moveTo>
                      <a:cubicBezTo>
                        <a:pt x="21677" y="6301"/>
                        <a:pt x="21635" y="6322"/>
                        <a:pt x="21614" y="6364"/>
                      </a:cubicBezTo>
                      <a:cubicBezTo>
                        <a:pt x="21426" y="6510"/>
                        <a:pt x="21154" y="6741"/>
                        <a:pt x="20819" y="7013"/>
                      </a:cubicBezTo>
                      <a:cubicBezTo>
                        <a:pt x="20485" y="7306"/>
                        <a:pt x="20087" y="7619"/>
                        <a:pt x="19606" y="7933"/>
                      </a:cubicBezTo>
                      <a:cubicBezTo>
                        <a:pt x="19376" y="8080"/>
                        <a:pt x="19125" y="8205"/>
                        <a:pt x="18853" y="8310"/>
                      </a:cubicBezTo>
                      <a:cubicBezTo>
                        <a:pt x="18706" y="8352"/>
                        <a:pt x="18581" y="8394"/>
                        <a:pt x="18434" y="8414"/>
                      </a:cubicBezTo>
                      <a:lnTo>
                        <a:pt x="18267" y="8414"/>
                      </a:lnTo>
                      <a:lnTo>
                        <a:pt x="18288" y="8331"/>
                      </a:lnTo>
                      <a:cubicBezTo>
                        <a:pt x="18309" y="8247"/>
                        <a:pt x="18329" y="8184"/>
                        <a:pt x="18371" y="8101"/>
                      </a:cubicBezTo>
                      <a:cubicBezTo>
                        <a:pt x="18434" y="7954"/>
                        <a:pt x="18497" y="7829"/>
                        <a:pt x="18560" y="7703"/>
                      </a:cubicBezTo>
                      <a:cubicBezTo>
                        <a:pt x="18727" y="7431"/>
                        <a:pt x="18915" y="7201"/>
                        <a:pt x="19104" y="7013"/>
                      </a:cubicBezTo>
                      <a:cubicBezTo>
                        <a:pt x="19438" y="6657"/>
                        <a:pt x="19815" y="6427"/>
                        <a:pt x="20171" y="6280"/>
                      </a:cubicBezTo>
                      <a:close/>
                      <a:moveTo>
                        <a:pt x="29691" y="6301"/>
                      </a:moveTo>
                      <a:cubicBezTo>
                        <a:pt x="29670" y="6322"/>
                        <a:pt x="29628" y="6343"/>
                        <a:pt x="29586" y="6364"/>
                      </a:cubicBezTo>
                      <a:cubicBezTo>
                        <a:pt x="29335" y="6573"/>
                        <a:pt x="29000" y="6866"/>
                        <a:pt x="28561" y="7222"/>
                      </a:cubicBezTo>
                      <a:cubicBezTo>
                        <a:pt x="28143" y="7578"/>
                        <a:pt x="27620" y="8017"/>
                        <a:pt x="27013" y="8394"/>
                      </a:cubicBezTo>
                      <a:cubicBezTo>
                        <a:pt x="26720" y="8582"/>
                        <a:pt x="26385" y="8770"/>
                        <a:pt x="26029" y="8896"/>
                      </a:cubicBezTo>
                      <a:cubicBezTo>
                        <a:pt x="25862" y="8958"/>
                        <a:pt x="25674" y="9000"/>
                        <a:pt x="25485" y="9021"/>
                      </a:cubicBezTo>
                      <a:lnTo>
                        <a:pt x="25276" y="9021"/>
                      </a:lnTo>
                      <a:lnTo>
                        <a:pt x="25318" y="8917"/>
                      </a:lnTo>
                      <a:cubicBezTo>
                        <a:pt x="25339" y="8812"/>
                        <a:pt x="25381" y="8728"/>
                        <a:pt x="25402" y="8624"/>
                      </a:cubicBezTo>
                      <a:cubicBezTo>
                        <a:pt x="25485" y="8435"/>
                        <a:pt x="25569" y="8268"/>
                        <a:pt x="25674" y="8101"/>
                      </a:cubicBezTo>
                      <a:cubicBezTo>
                        <a:pt x="25862" y="7766"/>
                        <a:pt x="26113" y="7473"/>
                        <a:pt x="26364" y="7201"/>
                      </a:cubicBezTo>
                      <a:cubicBezTo>
                        <a:pt x="26783" y="6782"/>
                        <a:pt x="27243" y="6489"/>
                        <a:pt x="27661" y="6301"/>
                      </a:cubicBezTo>
                      <a:close/>
                      <a:moveTo>
                        <a:pt x="38625" y="6259"/>
                      </a:moveTo>
                      <a:cubicBezTo>
                        <a:pt x="38563" y="6301"/>
                        <a:pt x="38500" y="6343"/>
                        <a:pt x="38437" y="6406"/>
                      </a:cubicBezTo>
                      <a:cubicBezTo>
                        <a:pt x="38060" y="6678"/>
                        <a:pt x="37579" y="7117"/>
                        <a:pt x="36951" y="7640"/>
                      </a:cubicBezTo>
                      <a:cubicBezTo>
                        <a:pt x="36324" y="8163"/>
                        <a:pt x="35591" y="8770"/>
                        <a:pt x="34713" y="9335"/>
                      </a:cubicBezTo>
                      <a:cubicBezTo>
                        <a:pt x="34252" y="9607"/>
                        <a:pt x="33792" y="9879"/>
                        <a:pt x="33269" y="10047"/>
                      </a:cubicBezTo>
                      <a:cubicBezTo>
                        <a:pt x="33018" y="10130"/>
                        <a:pt x="32746" y="10214"/>
                        <a:pt x="32495" y="10235"/>
                      </a:cubicBezTo>
                      <a:cubicBezTo>
                        <a:pt x="32432" y="10235"/>
                        <a:pt x="32369" y="10256"/>
                        <a:pt x="32306" y="10256"/>
                      </a:cubicBezTo>
                      <a:lnTo>
                        <a:pt x="32181" y="10256"/>
                      </a:lnTo>
                      <a:cubicBezTo>
                        <a:pt x="32181" y="10256"/>
                        <a:pt x="32181" y="10256"/>
                        <a:pt x="32181" y="10235"/>
                      </a:cubicBezTo>
                      <a:lnTo>
                        <a:pt x="32223" y="10088"/>
                      </a:lnTo>
                      <a:cubicBezTo>
                        <a:pt x="32265" y="9942"/>
                        <a:pt x="32327" y="9795"/>
                        <a:pt x="32369" y="9670"/>
                      </a:cubicBezTo>
                      <a:cubicBezTo>
                        <a:pt x="32474" y="9398"/>
                        <a:pt x="32599" y="9147"/>
                        <a:pt x="32746" y="8917"/>
                      </a:cubicBezTo>
                      <a:cubicBezTo>
                        <a:pt x="33039" y="8414"/>
                        <a:pt x="33374" y="7996"/>
                        <a:pt x="33750" y="7619"/>
                      </a:cubicBezTo>
                      <a:cubicBezTo>
                        <a:pt x="34357" y="6992"/>
                        <a:pt x="35047" y="6552"/>
                        <a:pt x="35675" y="6280"/>
                      </a:cubicBezTo>
                      <a:cubicBezTo>
                        <a:pt x="36700" y="6259"/>
                        <a:pt x="37663" y="6259"/>
                        <a:pt x="38625" y="6259"/>
                      </a:cubicBezTo>
                      <a:close/>
                      <a:moveTo>
                        <a:pt x="49024" y="6134"/>
                      </a:moveTo>
                      <a:lnTo>
                        <a:pt x="49024" y="6134"/>
                      </a:lnTo>
                      <a:cubicBezTo>
                        <a:pt x="48920" y="6197"/>
                        <a:pt x="48773" y="6301"/>
                        <a:pt x="48606" y="6427"/>
                      </a:cubicBezTo>
                      <a:cubicBezTo>
                        <a:pt x="48146" y="6803"/>
                        <a:pt x="47497" y="7368"/>
                        <a:pt x="46702" y="8038"/>
                      </a:cubicBezTo>
                      <a:cubicBezTo>
                        <a:pt x="45907" y="8707"/>
                        <a:pt x="44944" y="9502"/>
                        <a:pt x="43793" y="10214"/>
                      </a:cubicBezTo>
                      <a:cubicBezTo>
                        <a:pt x="43229" y="10570"/>
                        <a:pt x="42622" y="10904"/>
                        <a:pt x="41952" y="11135"/>
                      </a:cubicBezTo>
                      <a:cubicBezTo>
                        <a:pt x="41617" y="11260"/>
                        <a:pt x="41283" y="11344"/>
                        <a:pt x="40948" y="11386"/>
                      </a:cubicBezTo>
                      <a:cubicBezTo>
                        <a:pt x="40864" y="11386"/>
                        <a:pt x="40780" y="11407"/>
                        <a:pt x="40697" y="11407"/>
                      </a:cubicBezTo>
                      <a:lnTo>
                        <a:pt x="40550" y="11407"/>
                      </a:lnTo>
                      <a:cubicBezTo>
                        <a:pt x="40550" y="11407"/>
                        <a:pt x="40550" y="11407"/>
                        <a:pt x="40550" y="11386"/>
                      </a:cubicBezTo>
                      <a:lnTo>
                        <a:pt x="40613" y="11176"/>
                      </a:lnTo>
                      <a:cubicBezTo>
                        <a:pt x="40655" y="10988"/>
                        <a:pt x="40718" y="10821"/>
                        <a:pt x="40801" y="10653"/>
                      </a:cubicBezTo>
                      <a:cubicBezTo>
                        <a:pt x="40927" y="10319"/>
                        <a:pt x="41094" y="9984"/>
                        <a:pt x="41283" y="9670"/>
                      </a:cubicBezTo>
                      <a:cubicBezTo>
                        <a:pt x="41638" y="9042"/>
                        <a:pt x="42099" y="8477"/>
                        <a:pt x="42559" y="7996"/>
                      </a:cubicBezTo>
                      <a:cubicBezTo>
                        <a:pt x="43417" y="7138"/>
                        <a:pt x="44379" y="6531"/>
                        <a:pt x="45258" y="6197"/>
                      </a:cubicBezTo>
                      <a:cubicBezTo>
                        <a:pt x="46639" y="6176"/>
                        <a:pt x="47895" y="6155"/>
                        <a:pt x="49024" y="6134"/>
                      </a:cubicBezTo>
                      <a:close/>
                      <a:moveTo>
                        <a:pt x="42289" y="1"/>
                      </a:moveTo>
                      <a:cubicBezTo>
                        <a:pt x="42219" y="1"/>
                        <a:pt x="42148" y="1"/>
                        <a:pt x="42078" y="3"/>
                      </a:cubicBezTo>
                      <a:cubicBezTo>
                        <a:pt x="41638" y="24"/>
                        <a:pt x="41220" y="66"/>
                        <a:pt x="40801" y="150"/>
                      </a:cubicBezTo>
                      <a:cubicBezTo>
                        <a:pt x="40571" y="191"/>
                        <a:pt x="40362" y="233"/>
                        <a:pt x="40153" y="296"/>
                      </a:cubicBezTo>
                      <a:lnTo>
                        <a:pt x="39985" y="359"/>
                      </a:lnTo>
                      <a:lnTo>
                        <a:pt x="39902" y="380"/>
                      </a:lnTo>
                      <a:lnTo>
                        <a:pt x="39776" y="422"/>
                      </a:lnTo>
                      <a:cubicBezTo>
                        <a:pt x="39588" y="484"/>
                        <a:pt x="39400" y="568"/>
                        <a:pt x="39211" y="652"/>
                      </a:cubicBezTo>
                      <a:lnTo>
                        <a:pt x="38646" y="903"/>
                      </a:lnTo>
                      <a:cubicBezTo>
                        <a:pt x="38814" y="1280"/>
                        <a:pt x="38939" y="1614"/>
                        <a:pt x="39148" y="1970"/>
                      </a:cubicBezTo>
                      <a:cubicBezTo>
                        <a:pt x="39169" y="2012"/>
                        <a:pt x="39190" y="2054"/>
                        <a:pt x="39211" y="2096"/>
                      </a:cubicBezTo>
                      <a:lnTo>
                        <a:pt x="39274" y="2200"/>
                      </a:lnTo>
                      <a:cubicBezTo>
                        <a:pt x="39316" y="2242"/>
                        <a:pt x="39358" y="2284"/>
                        <a:pt x="39379" y="2347"/>
                      </a:cubicBezTo>
                      <a:cubicBezTo>
                        <a:pt x="39441" y="2430"/>
                        <a:pt x="39525" y="2514"/>
                        <a:pt x="39588" y="2598"/>
                      </a:cubicBezTo>
                      <a:cubicBezTo>
                        <a:pt x="39881" y="2953"/>
                        <a:pt x="40216" y="3225"/>
                        <a:pt x="40550" y="3476"/>
                      </a:cubicBezTo>
                      <a:cubicBezTo>
                        <a:pt x="41220" y="3958"/>
                        <a:pt x="41910" y="4313"/>
                        <a:pt x="42580" y="4585"/>
                      </a:cubicBezTo>
                      <a:cubicBezTo>
                        <a:pt x="43438" y="4941"/>
                        <a:pt x="44254" y="5171"/>
                        <a:pt x="44986" y="5360"/>
                      </a:cubicBezTo>
                      <a:cubicBezTo>
                        <a:pt x="44840" y="5401"/>
                        <a:pt x="44693" y="5443"/>
                        <a:pt x="44547" y="5506"/>
                      </a:cubicBezTo>
                      <a:cubicBezTo>
                        <a:pt x="42894" y="5485"/>
                        <a:pt x="41052" y="5464"/>
                        <a:pt x="39086" y="5443"/>
                      </a:cubicBezTo>
                      <a:cubicBezTo>
                        <a:pt x="39107" y="5318"/>
                        <a:pt x="39086" y="5129"/>
                        <a:pt x="39023" y="4899"/>
                      </a:cubicBezTo>
                      <a:cubicBezTo>
                        <a:pt x="38918" y="4418"/>
                        <a:pt x="38604" y="3728"/>
                        <a:pt x="37956" y="3100"/>
                      </a:cubicBezTo>
                      <a:cubicBezTo>
                        <a:pt x="37307" y="2472"/>
                        <a:pt x="36345" y="1907"/>
                        <a:pt x="35215" y="1635"/>
                      </a:cubicBezTo>
                      <a:cubicBezTo>
                        <a:pt x="34689" y="1504"/>
                        <a:pt x="34129" y="1423"/>
                        <a:pt x="33551" y="1423"/>
                      </a:cubicBezTo>
                      <a:cubicBezTo>
                        <a:pt x="33485" y="1423"/>
                        <a:pt x="33419" y="1424"/>
                        <a:pt x="33353" y="1426"/>
                      </a:cubicBezTo>
                      <a:cubicBezTo>
                        <a:pt x="33039" y="1426"/>
                        <a:pt x="32704" y="1468"/>
                        <a:pt x="32369" y="1531"/>
                      </a:cubicBezTo>
                      <a:cubicBezTo>
                        <a:pt x="32202" y="1572"/>
                        <a:pt x="32034" y="1593"/>
                        <a:pt x="31867" y="1656"/>
                      </a:cubicBezTo>
                      <a:lnTo>
                        <a:pt x="31741" y="1698"/>
                      </a:lnTo>
                      <a:lnTo>
                        <a:pt x="31679" y="1719"/>
                      </a:lnTo>
                      <a:lnTo>
                        <a:pt x="31574" y="1740"/>
                      </a:lnTo>
                      <a:cubicBezTo>
                        <a:pt x="31449" y="1782"/>
                        <a:pt x="31302" y="1865"/>
                        <a:pt x="31156" y="1928"/>
                      </a:cubicBezTo>
                      <a:lnTo>
                        <a:pt x="30716" y="2116"/>
                      </a:lnTo>
                      <a:cubicBezTo>
                        <a:pt x="30842" y="2409"/>
                        <a:pt x="30925" y="2681"/>
                        <a:pt x="31093" y="2932"/>
                      </a:cubicBezTo>
                      <a:cubicBezTo>
                        <a:pt x="31114" y="2974"/>
                        <a:pt x="31135" y="3016"/>
                        <a:pt x="31156" y="3037"/>
                      </a:cubicBezTo>
                      <a:lnTo>
                        <a:pt x="31197" y="3121"/>
                      </a:lnTo>
                      <a:cubicBezTo>
                        <a:pt x="31218" y="3163"/>
                        <a:pt x="31260" y="3184"/>
                        <a:pt x="31281" y="3225"/>
                      </a:cubicBezTo>
                      <a:cubicBezTo>
                        <a:pt x="31323" y="3309"/>
                        <a:pt x="31386" y="3372"/>
                        <a:pt x="31449" y="3435"/>
                      </a:cubicBezTo>
                      <a:cubicBezTo>
                        <a:pt x="31679" y="3707"/>
                        <a:pt x="31930" y="3916"/>
                        <a:pt x="32181" y="4104"/>
                      </a:cubicBezTo>
                      <a:cubicBezTo>
                        <a:pt x="32704" y="4481"/>
                        <a:pt x="33248" y="4753"/>
                        <a:pt x="33771" y="4983"/>
                      </a:cubicBezTo>
                      <a:cubicBezTo>
                        <a:pt x="34210" y="5150"/>
                        <a:pt x="34650" y="5297"/>
                        <a:pt x="35068" y="5422"/>
                      </a:cubicBezTo>
                      <a:cubicBezTo>
                        <a:pt x="33436" y="5422"/>
                        <a:pt x="31741" y="5401"/>
                        <a:pt x="30026" y="5401"/>
                      </a:cubicBezTo>
                      <a:cubicBezTo>
                        <a:pt x="30005" y="5381"/>
                        <a:pt x="30005" y="5360"/>
                        <a:pt x="30005" y="5339"/>
                      </a:cubicBezTo>
                      <a:cubicBezTo>
                        <a:pt x="29921" y="5004"/>
                        <a:pt x="29712" y="4523"/>
                        <a:pt x="29272" y="4083"/>
                      </a:cubicBezTo>
                      <a:cubicBezTo>
                        <a:pt x="28812" y="3644"/>
                        <a:pt x="28164" y="3267"/>
                        <a:pt x="27368" y="3079"/>
                      </a:cubicBezTo>
                      <a:cubicBezTo>
                        <a:pt x="26971" y="2974"/>
                        <a:pt x="26532" y="2932"/>
                        <a:pt x="26092" y="2932"/>
                      </a:cubicBezTo>
                      <a:cubicBezTo>
                        <a:pt x="25862" y="2932"/>
                        <a:pt x="25632" y="2974"/>
                        <a:pt x="25402" y="3016"/>
                      </a:cubicBezTo>
                      <a:cubicBezTo>
                        <a:pt x="25297" y="3037"/>
                        <a:pt x="25171" y="3058"/>
                        <a:pt x="25067" y="3100"/>
                      </a:cubicBezTo>
                      <a:lnTo>
                        <a:pt x="24983" y="3121"/>
                      </a:lnTo>
                      <a:lnTo>
                        <a:pt x="24941" y="3142"/>
                      </a:lnTo>
                      <a:lnTo>
                        <a:pt x="24858" y="3163"/>
                      </a:lnTo>
                      <a:cubicBezTo>
                        <a:pt x="24774" y="3184"/>
                        <a:pt x="24669" y="3225"/>
                        <a:pt x="24565" y="3267"/>
                      </a:cubicBezTo>
                      <a:lnTo>
                        <a:pt x="24272" y="3414"/>
                      </a:lnTo>
                      <a:cubicBezTo>
                        <a:pt x="24355" y="3602"/>
                        <a:pt x="24418" y="3790"/>
                        <a:pt x="24523" y="3979"/>
                      </a:cubicBezTo>
                      <a:cubicBezTo>
                        <a:pt x="24544" y="4000"/>
                        <a:pt x="24544" y="4021"/>
                        <a:pt x="24565" y="4041"/>
                      </a:cubicBezTo>
                      <a:lnTo>
                        <a:pt x="24607" y="4104"/>
                      </a:lnTo>
                      <a:cubicBezTo>
                        <a:pt x="24627" y="4125"/>
                        <a:pt x="24627" y="4146"/>
                        <a:pt x="24648" y="4188"/>
                      </a:cubicBezTo>
                      <a:cubicBezTo>
                        <a:pt x="24690" y="4230"/>
                        <a:pt x="24732" y="4272"/>
                        <a:pt x="24774" y="4313"/>
                      </a:cubicBezTo>
                      <a:cubicBezTo>
                        <a:pt x="24920" y="4502"/>
                        <a:pt x="25109" y="4648"/>
                        <a:pt x="25276" y="4795"/>
                      </a:cubicBezTo>
                      <a:cubicBezTo>
                        <a:pt x="25632" y="5046"/>
                        <a:pt x="26008" y="5234"/>
                        <a:pt x="26364" y="5381"/>
                      </a:cubicBezTo>
                      <a:cubicBezTo>
                        <a:pt x="26385" y="5381"/>
                        <a:pt x="26406" y="5401"/>
                        <a:pt x="26427" y="5401"/>
                      </a:cubicBezTo>
                      <a:lnTo>
                        <a:pt x="21886" y="5401"/>
                      </a:lnTo>
                      <a:cubicBezTo>
                        <a:pt x="21803" y="5171"/>
                        <a:pt x="21656" y="4857"/>
                        <a:pt x="21363" y="4585"/>
                      </a:cubicBezTo>
                      <a:cubicBezTo>
                        <a:pt x="21008" y="4251"/>
                        <a:pt x="20506" y="3958"/>
                        <a:pt x="19878" y="3790"/>
                      </a:cubicBezTo>
                      <a:cubicBezTo>
                        <a:pt x="19585" y="3728"/>
                        <a:pt x="19250" y="3686"/>
                        <a:pt x="18894" y="3686"/>
                      </a:cubicBezTo>
                      <a:cubicBezTo>
                        <a:pt x="18727" y="3686"/>
                        <a:pt x="18539" y="3707"/>
                        <a:pt x="18371" y="3748"/>
                      </a:cubicBezTo>
                      <a:cubicBezTo>
                        <a:pt x="18288" y="3769"/>
                        <a:pt x="18183" y="3790"/>
                        <a:pt x="18099" y="3811"/>
                      </a:cubicBezTo>
                      <a:lnTo>
                        <a:pt x="18037" y="3832"/>
                      </a:lnTo>
                      <a:lnTo>
                        <a:pt x="17995" y="3832"/>
                      </a:lnTo>
                      <a:lnTo>
                        <a:pt x="17953" y="3853"/>
                      </a:lnTo>
                      <a:cubicBezTo>
                        <a:pt x="17869" y="3895"/>
                        <a:pt x="17785" y="3916"/>
                        <a:pt x="17723" y="3958"/>
                      </a:cubicBezTo>
                      <a:lnTo>
                        <a:pt x="17472" y="4062"/>
                      </a:lnTo>
                      <a:cubicBezTo>
                        <a:pt x="17555" y="4209"/>
                        <a:pt x="17597" y="4355"/>
                        <a:pt x="17681" y="4502"/>
                      </a:cubicBezTo>
                      <a:cubicBezTo>
                        <a:pt x="17702" y="4523"/>
                        <a:pt x="17702" y="4544"/>
                        <a:pt x="17723" y="4544"/>
                      </a:cubicBezTo>
                      <a:lnTo>
                        <a:pt x="17744" y="4606"/>
                      </a:lnTo>
                      <a:cubicBezTo>
                        <a:pt x="17765" y="4627"/>
                        <a:pt x="17765" y="4627"/>
                        <a:pt x="17785" y="4648"/>
                      </a:cubicBezTo>
                      <a:cubicBezTo>
                        <a:pt x="17806" y="4690"/>
                        <a:pt x="17848" y="4732"/>
                        <a:pt x="17869" y="4774"/>
                      </a:cubicBezTo>
                      <a:cubicBezTo>
                        <a:pt x="17995" y="4899"/>
                        <a:pt x="18120" y="5025"/>
                        <a:pt x="18267" y="5129"/>
                      </a:cubicBezTo>
                      <a:cubicBezTo>
                        <a:pt x="18434" y="5255"/>
                        <a:pt x="18601" y="5339"/>
                        <a:pt x="18748" y="5422"/>
                      </a:cubicBezTo>
                      <a:cubicBezTo>
                        <a:pt x="17513" y="5422"/>
                        <a:pt x="16321" y="5443"/>
                        <a:pt x="15170" y="5443"/>
                      </a:cubicBezTo>
                      <a:cubicBezTo>
                        <a:pt x="15086" y="5255"/>
                        <a:pt x="14961" y="5046"/>
                        <a:pt x="14752" y="4837"/>
                      </a:cubicBezTo>
                      <a:cubicBezTo>
                        <a:pt x="14459" y="4544"/>
                        <a:pt x="14019" y="4293"/>
                        <a:pt x="13496" y="4167"/>
                      </a:cubicBezTo>
                      <a:cubicBezTo>
                        <a:pt x="13224" y="4104"/>
                        <a:pt x="12952" y="4062"/>
                        <a:pt x="12638" y="4062"/>
                      </a:cubicBezTo>
                      <a:cubicBezTo>
                        <a:pt x="12492" y="4062"/>
                        <a:pt x="12345" y="4083"/>
                        <a:pt x="12199" y="4125"/>
                      </a:cubicBezTo>
                      <a:cubicBezTo>
                        <a:pt x="12115" y="4125"/>
                        <a:pt x="12031" y="4146"/>
                        <a:pt x="11969" y="4167"/>
                      </a:cubicBezTo>
                      <a:lnTo>
                        <a:pt x="11906" y="4188"/>
                      </a:lnTo>
                      <a:lnTo>
                        <a:pt x="11885" y="4188"/>
                      </a:lnTo>
                      <a:lnTo>
                        <a:pt x="11822" y="4209"/>
                      </a:lnTo>
                      <a:cubicBezTo>
                        <a:pt x="11759" y="4230"/>
                        <a:pt x="11697" y="4272"/>
                        <a:pt x="11634" y="4293"/>
                      </a:cubicBezTo>
                      <a:lnTo>
                        <a:pt x="11425" y="4397"/>
                      </a:lnTo>
                      <a:cubicBezTo>
                        <a:pt x="11487" y="4523"/>
                        <a:pt x="11529" y="4648"/>
                        <a:pt x="11613" y="4753"/>
                      </a:cubicBezTo>
                      <a:cubicBezTo>
                        <a:pt x="11613" y="4774"/>
                        <a:pt x="11613" y="4795"/>
                        <a:pt x="11634" y="4816"/>
                      </a:cubicBezTo>
                      <a:lnTo>
                        <a:pt x="11655" y="4837"/>
                      </a:lnTo>
                      <a:cubicBezTo>
                        <a:pt x="11676" y="4857"/>
                        <a:pt x="11676" y="4878"/>
                        <a:pt x="11697" y="4899"/>
                      </a:cubicBezTo>
                      <a:cubicBezTo>
                        <a:pt x="11718" y="4920"/>
                        <a:pt x="11739" y="4962"/>
                        <a:pt x="11759" y="4983"/>
                      </a:cubicBezTo>
                      <a:cubicBezTo>
                        <a:pt x="11864" y="5109"/>
                        <a:pt x="11990" y="5213"/>
                        <a:pt x="12115" y="5297"/>
                      </a:cubicBezTo>
                      <a:cubicBezTo>
                        <a:pt x="12199" y="5360"/>
                        <a:pt x="12283" y="5422"/>
                        <a:pt x="12387" y="5485"/>
                      </a:cubicBezTo>
                      <a:cubicBezTo>
                        <a:pt x="4938" y="5548"/>
                        <a:pt x="0" y="5694"/>
                        <a:pt x="0" y="5841"/>
                      </a:cubicBezTo>
                      <a:cubicBezTo>
                        <a:pt x="0" y="6008"/>
                        <a:pt x="5231" y="6155"/>
                        <a:pt x="13078" y="6238"/>
                      </a:cubicBezTo>
                      <a:cubicBezTo>
                        <a:pt x="12910" y="6343"/>
                        <a:pt x="12722" y="6469"/>
                        <a:pt x="12555" y="6615"/>
                      </a:cubicBezTo>
                      <a:cubicBezTo>
                        <a:pt x="12345" y="6803"/>
                        <a:pt x="12157" y="7034"/>
                        <a:pt x="12011" y="7285"/>
                      </a:cubicBezTo>
                      <a:cubicBezTo>
                        <a:pt x="11927" y="7410"/>
                        <a:pt x="11864" y="7536"/>
                        <a:pt x="11801" y="7682"/>
                      </a:cubicBezTo>
                      <a:cubicBezTo>
                        <a:pt x="11780" y="7766"/>
                        <a:pt x="11739" y="7829"/>
                        <a:pt x="11718" y="7912"/>
                      </a:cubicBezTo>
                      <a:lnTo>
                        <a:pt x="11697" y="7975"/>
                      </a:lnTo>
                      <a:lnTo>
                        <a:pt x="11697" y="7996"/>
                      </a:lnTo>
                      <a:lnTo>
                        <a:pt x="11697" y="8038"/>
                      </a:lnTo>
                      <a:cubicBezTo>
                        <a:pt x="11676" y="8101"/>
                        <a:pt x="11655" y="8184"/>
                        <a:pt x="11655" y="8247"/>
                      </a:cubicBezTo>
                      <a:lnTo>
                        <a:pt x="11613" y="8477"/>
                      </a:lnTo>
                      <a:cubicBezTo>
                        <a:pt x="11759" y="8498"/>
                        <a:pt x="11885" y="8519"/>
                        <a:pt x="12031" y="8519"/>
                      </a:cubicBezTo>
                      <a:cubicBezTo>
                        <a:pt x="12031" y="8540"/>
                        <a:pt x="12052" y="8540"/>
                        <a:pt x="12073" y="8540"/>
                      </a:cubicBezTo>
                      <a:lnTo>
                        <a:pt x="12115" y="8540"/>
                      </a:lnTo>
                      <a:cubicBezTo>
                        <a:pt x="12136" y="8540"/>
                        <a:pt x="12157" y="8540"/>
                        <a:pt x="12178" y="8519"/>
                      </a:cubicBezTo>
                      <a:lnTo>
                        <a:pt x="12303" y="8519"/>
                      </a:lnTo>
                      <a:cubicBezTo>
                        <a:pt x="12450" y="8498"/>
                        <a:pt x="12617" y="8456"/>
                        <a:pt x="12743" y="8394"/>
                      </a:cubicBezTo>
                      <a:cubicBezTo>
                        <a:pt x="13015" y="8289"/>
                        <a:pt x="13266" y="8163"/>
                        <a:pt x="13475" y="8017"/>
                      </a:cubicBezTo>
                      <a:cubicBezTo>
                        <a:pt x="13894" y="7724"/>
                        <a:pt x="14228" y="7410"/>
                        <a:pt x="14480" y="7138"/>
                      </a:cubicBezTo>
                      <a:cubicBezTo>
                        <a:pt x="14752" y="6866"/>
                        <a:pt x="14940" y="6636"/>
                        <a:pt x="15086" y="6469"/>
                      </a:cubicBezTo>
                      <a:cubicBezTo>
                        <a:pt x="15149" y="6364"/>
                        <a:pt x="15212" y="6301"/>
                        <a:pt x="15233" y="6238"/>
                      </a:cubicBezTo>
                      <a:cubicBezTo>
                        <a:pt x="16530" y="6259"/>
                        <a:pt x="17890" y="6259"/>
                        <a:pt x="19313" y="6280"/>
                      </a:cubicBezTo>
                      <a:cubicBezTo>
                        <a:pt x="19125" y="6385"/>
                        <a:pt x="18957" y="6531"/>
                        <a:pt x="18790" y="6678"/>
                      </a:cubicBezTo>
                      <a:cubicBezTo>
                        <a:pt x="18560" y="6887"/>
                        <a:pt x="18329" y="7159"/>
                        <a:pt x="18162" y="7452"/>
                      </a:cubicBezTo>
                      <a:cubicBezTo>
                        <a:pt x="18057" y="7598"/>
                        <a:pt x="17974" y="7745"/>
                        <a:pt x="17911" y="7912"/>
                      </a:cubicBezTo>
                      <a:cubicBezTo>
                        <a:pt x="17869" y="7996"/>
                        <a:pt x="17848" y="8080"/>
                        <a:pt x="17827" y="8184"/>
                      </a:cubicBezTo>
                      <a:lnTo>
                        <a:pt x="17806" y="8247"/>
                      </a:lnTo>
                      <a:lnTo>
                        <a:pt x="17785" y="8289"/>
                      </a:lnTo>
                      <a:lnTo>
                        <a:pt x="17785" y="8331"/>
                      </a:lnTo>
                      <a:cubicBezTo>
                        <a:pt x="17765" y="8414"/>
                        <a:pt x="17744" y="8498"/>
                        <a:pt x="17723" y="8582"/>
                      </a:cubicBezTo>
                      <a:lnTo>
                        <a:pt x="17702" y="8833"/>
                      </a:lnTo>
                      <a:cubicBezTo>
                        <a:pt x="17848" y="8854"/>
                        <a:pt x="17995" y="8896"/>
                        <a:pt x="18162" y="8896"/>
                      </a:cubicBezTo>
                      <a:cubicBezTo>
                        <a:pt x="18183" y="8917"/>
                        <a:pt x="18204" y="8917"/>
                        <a:pt x="18225" y="8917"/>
                      </a:cubicBezTo>
                      <a:lnTo>
                        <a:pt x="18288" y="8917"/>
                      </a:lnTo>
                      <a:cubicBezTo>
                        <a:pt x="18309" y="8917"/>
                        <a:pt x="18329" y="8917"/>
                        <a:pt x="18350" y="8896"/>
                      </a:cubicBezTo>
                      <a:lnTo>
                        <a:pt x="18497" y="8896"/>
                      </a:lnTo>
                      <a:cubicBezTo>
                        <a:pt x="18685" y="8875"/>
                        <a:pt x="18853" y="8812"/>
                        <a:pt x="19020" y="8749"/>
                      </a:cubicBezTo>
                      <a:cubicBezTo>
                        <a:pt x="19334" y="8645"/>
                        <a:pt x="19606" y="8477"/>
                        <a:pt x="19857" y="8310"/>
                      </a:cubicBezTo>
                      <a:cubicBezTo>
                        <a:pt x="20359" y="7954"/>
                        <a:pt x="20736" y="7578"/>
                        <a:pt x="21050" y="7264"/>
                      </a:cubicBezTo>
                      <a:cubicBezTo>
                        <a:pt x="21363" y="6950"/>
                        <a:pt x="21594" y="6678"/>
                        <a:pt x="21740" y="6489"/>
                      </a:cubicBezTo>
                      <a:cubicBezTo>
                        <a:pt x="21803" y="6406"/>
                        <a:pt x="21866" y="6343"/>
                        <a:pt x="21886" y="6280"/>
                      </a:cubicBezTo>
                      <a:cubicBezTo>
                        <a:pt x="23414" y="6280"/>
                        <a:pt x="24983" y="6301"/>
                        <a:pt x="26573" y="6301"/>
                      </a:cubicBezTo>
                      <a:cubicBezTo>
                        <a:pt x="26364" y="6427"/>
                        <a:pt x="26155" y="6594"/>
                        <a:pt x="25946" y="6782"/>
                      </a:cubicBezTo>
                      <a:cubicBezTo>
                        <a:pt x="25653" y="7075"/>
                        <a:pt x="25381" y="7389"/>
                        <a:pt x="25130" y="7787"/>
                      </a:cubicBezTo>
                      <a:cubicBezTo>
                        <a:pt x="25025" y="7975"/>
                        <a:pt x="24920" y="8163"/>
                        <a:pt x="24816" y="8394"/>
                      </a:cubicBezTo>
                      <a:cubicBezTo>
                        <a:pt x="24774" y="8498"/>
                        <a:pt x="24732" y="8603"/>
                        <a:pt x="24711" y="8728"/>
                      </a:cubicBezTo>
                      <a:lnTo>
                        <a:pt x="24669" y="8812"/>
                      </a:lnTo>
                      <a:lnTo>
                        <a:pt x="24669" y="8854"/>
                      </a:lnTo>
                      <a:lnTo>
                        <a:pt x="24648" y="8938"/>
                      </a:lnTo>
                      <a:cubicBezTo>
                        <a:pt x="24627" y="9021"/>
                        <a:pt x="24607" y="9126"/>
                        <a:pt x="24586" y="9230"/>
                      </a:cubicBezTo>
                      <a:lnTo>
                        <a:pt x="24544" y="9565"/>
                      </a:lnTo>
                      <a:cubicBezTo>
                        <a:pt x="24753" y="9607"/>
                        <a:pt x="24941" y="9649"/>
                        <a:pt x="25151" y="9670"/>
                      </a:cubicBezTo>
                      <a:lnTo>
                        <a:pt x="25402" y="9670"/>
                      </a:lnTo>
                      <a:cubicBezTo>
                        <a:pt x="25443" y="9649"/>
                        <a:pt x="25506" y="9649"/>
                        <a:pt x="25569" y="9649"/>
                      </a:cubicBezTo>
                      <a:cubicBezTo>
                        <a:pt x="25820" y="9607"/>
                        <a:pt x="26029" y="9544"/>
                        <a:pt x="26239" y="9461"/>
                      </a:cubicBezTo>
                      <a:cubicBezTo>
                        <a:pt x="26657" y="9314"/>
                        <a:pt x="27013" y="9105"/>
                        <a:pt x="27348" y="8875"/>
                      </a:cubicBezTo>
                      <a:cubicBezTo>
                        <a:pt x="27975" y="8435"/>
                        <a:pt x="28477" y="7954"/>
                        <a:pt x="28875" y="7557"/>
                      </a:cubicBezTo>
                      <a:cubicBezTo>
                        <a:pt x="29272" y="7138"/>
                        <a:pt x="29565" y="6782"/>
                        <a:pt x="29775" y="6531"/>
                      </a:cubicBezTo>
                      <a:cubicBezTo>
                        <a:pt x="29837" y="6448"/>
                        <a:pt x="29900" y="6364"/>
                        <a:pt x="29942" y="6301"/>
                      </a:cubicBezTo>
                      <a:cubicBezTo>
                        <a:pt x="31365" y="6280"/>
                        <a:pt x="32746" y="6280"/>
                        <a:pt x="34085" y="6280"/>
                      </a:cubicBezTo>
                      <a:cubicBezTo>
                        <a:pt x="33771" y="6489"/>
                        <a:pt x="33457" y="6720"/>
                        <a:pt x="33143" y="7013"/>
                      </a:cubicBezTo>
                      <a:cubicBezTo>
                        <a:pt x="32725" y="7410"/>
                        <a:pt x="32306" y="7891"/>
                        <a:pt x="31972" y="8435"/>
                      </a:cubicBezTo>
                      <a:cubicBezTo>
                        <a:pt x="31804" y="8707"/>
                        <a:pt x="31658" y="9021"/>
                        <a:pt x="31511" y="9335"/>
                      </a:cubicBezTo>
                      <a:cubicBezTo>
                        <a:pt x="31449" y="9482"/>
                        <a:pt x="31407" y="9649"/>
                        <a:pt x="31344" y="9816"/>
                      </a:cubicBezTo>
                      <a:lnTo>
                        <a:pt x="31302" y="9942"/>
                      </a:lnTo>
                      <a:lnTo>
                        <a:pt x="31302" y="10005"/>
                      </a:lnTo>
                      <a:lnTo>
                        <a:pt x="31260" y="10109"/>
                      </a:lnTo>
                      <a:cubicBezTo>
                        <a:pt x="31239" y="10256"/>
                        <a:pt x="31197" y="10402"/>
                        <a:pt x="31177" y="10570"/>
                      </a:cubicBezTo>
                      <a:lnTo>
                        <a:pt x="31114" y="11030"/>
                      </a:lnTo>
                      <a:cubicBezTo>
                        <a:pt x="31407" y="11093"/>
                        <a:pt x="31700" y="11155"/>
                        <a:pt x="31993" y="11176"/>
                      </a:cubicBezTo>
                      <a:lnTo>
                        <a:pt x="32348" y="11176"/>
                      </a:lnTo>
                      <a:cubicBezTo>
                        <a:pt x="32432" y="11155"/>
                        <a:pt x="32516" y="11155"/>
                        <a:pt x="32599" y="11135"/>
                      </a:cubicBezTo>
                      <a:cubicBezTo>
                        <a:pt x="32955" y="11093"/>
                        <a:pt x="33269" y="11009"/>
                        <a:pt x="33583" y="10883"/>
                      </a:cubicBezTo>
                      <a:cubicBezTo>
                        <a:pt x="34190" y="10674"/>
                        <a:pt x="34692" y="10360"/>
                        <a:pt x="35173" y="10047"/>
                      </a:cubicBezTo>
                      <a:cubicBezTo>
                        <a:pt x="36094" y="9398"/>
                        <a:pt x="36805" y="8707"/>
                        <a:pt x="37391" y="8122"/>
                      </a:cubicBezTo>
                      <a:cubicBezTo>
                        <a:pt x="37977" y="7515"/>
                        <a:pt x="38395" y="7013"/>
                        <a:pt x="38688" y="6657"/>
                      </a:cubicBezTo>
                      <a:cubicBezTo>
                        <a:pt x="38814" y="6489"/>
                        <a:pt x="38897" y="6364"/>
                        <a:pt x="38981" y="6259"/>
                      </a:cubicBezTo>
                      <a:cubicBezTo>
                        <a:pt x="40425" y="6238"/>
                        <a:pt x="41806" y="6238"/>
                        <a:pt x="43103" y="6217"/>
                      </a:cubicBezTo>
                      <a:lnTo>
                        <a:pt x="43103" y="6217"/>
                      </a:lnTo>
                      <a:cubicBezTo>
                        <a:pt x="42664" y="6489"/>
                        <a:pt x="42224" y="6824"/>
                        <a:pt x="41806" y="7222"/>
                      </a:cubicBezTo>
                      <a:cubicBezTo>
                        <a:pt x="41241" y="7724"/>
                        <a:pt x="40718" y="8352"/>
                        <a:pt x="40278" y="9063"/>
                      </a:cubicBezTo>
                      <a:cubicBezTo>
                        <a:pt x="40069" y="9419"/>
                        <a:pt x="39860" y="9795"/>
                        <a:pt x="39692" y="10214"/>
                      </a:cubicBezTo>
                      <a:cubicBezTo>
                        <a:pt x="39609" y="10402"/>
                        <a:pt x="39546" y="10611"/>
                        <a:pt x="39462" y="10842"/>
                      </a:cubicBezTo>
                      <a:lnTo>
                        <a:pt x="39420" y="10988"/>
                      </a:lnTo>
                      <a:lnTo>
                        <a:pt x="39400" y="11072"/>
                      </a:lnTo>
                      <a:lnTo>
                        <a:pt x="39379" y="11218"/>
                      </a:lnTo>
                      <a:cubicBezTo>
                        <a:pt x="39316" y="11386"/>
                        <a:pt x="39295" y="11595"/>
                        <a:pt x="39253" y="11804"/>
                      </a:cubicBezTo>
                      <a:lnTo>
                        <a:pt x="39169" y="12411"/>
                      </a:lnTo>
                      <a:cubicBezTo>
                        <a:pt x="39567" y="12474"/>
                        <a:pt x="39923" y="12557"/>
                        <a:pt x="40320" y="12578"/>
                      </a:cubicBezTo>
                      <a:cubicBezTo>
                        <a:pt x="40362" y="12578"/>
                        <a:pt x="40404" y="12599"/>
                        <a:pt x="40467" y="12599"/>
                      </a:cubicBezTo>
                      <a:lnTo>
                        <a:pt x="40592" y="12599"/>
                      </a:lnTo>
                      <a:cubicBezTo>
                        <a:pt x="40655" y="12599"/>
                        <a:pt x="40697" y="12578"/>
                        <a:pt x="40760" y="12578"/>
                      </a:cubicBezTo>
                      <a:cubicBezTo>
                        <a:pt x="40885" y="12578"/>
                        <a:pt x="40990" y="12557"/>
                        <a:pt x="41094" y="12557"/>
                      </a:cubicBezTo>
                      <a:cubicBezTo>
                        <a:pt x="41555" y="12495"/>
                        <a:pt x="41952" y="12369"/>
                        <a:pt x="42350" y="12223"/>
                      </a:cubicBezTo>
                      <a:cubicBezTo>
                        <a:pt x="43124" y="11930"/>
                        <a:pt x="43793" y="11532"/>
                        <a:pt x="44400" y="11135"/>
                      </a:cubicBezTo>
                      <a:cubicBezTo>
                        <a:pt x="45593" y="10298"/>
                        <a:pt x="46514" y="9398"/>
                        <a:pt x="47267" y="8645"/>
                      </a:cubicBezTo>
                      <a:cubicBezTo>
                        <a:pt x="48020" y="7870"/>
                        <a:pt x="48564" y="7222"/>
                        <a:pt x="48941" y="6761"/>
                      </a:cubicBezTo>
                      <a:cubicBezTo>
                        <a:pt x="49171" y="6469"/>
                        <a:pt x="49317" y="6259"/>
                        <a:pt x="49380" y="6113"/>
                      </a:cubicBezTo>
                      <a:cubicBezTo>
                        <a:pt x="52853" y="6050"/>
                        <a:pt x="54904" y="5945"/>
                        <a:pt x="54904" y="5841"/>
                      </a:cubicBezTo>
                      <a:cubicBezTo>
                        <a:pt x="54904" y="5736"/>
                        <a:pt x="52644" y="5653"/>
                        <a:pt x="48878" y="5569"/>
                      </a:cubicBezTo>
                      <a:cubicBezTo>
                        <a:pt x="48857" y="5569"/>
                        <a:pt x="48836" y="5569"/>
                        <a:pt x="48836" y="5548"/>
                      </a:cubicBezTo>
                      <a:cubicBezTo>
                        <a:pt x="48271" y="5360"/>
                        <a:pt x="47434" y="5129"/>
                        <a:pt x="46430" y="4837"/>
                      </a:cubicBezTo>
                      <a:cubicBezTo>
                        <a:pt x="45446" y="4523"/>
                        <a:pt x="44254" y="4146"/>
                        <a:pt x="43019" y="3581"/>
                      </a:cubicBezTo>
                      <a:cubicBezTo>
                        <a:pt x="42413" y="3309"/>
                        <a:pt x="41806" y="2974"/>
                        <a:pt x="41241" y="2556"/>
                      </a:cubicBezTo>
                      <a:cubicBezTo>
                        <a:pt x="40969" y="2326"/>
                        <a:pt x="40718" y="2096"/>
                        <a:pt x="40488" y="1844"/>
                      </a:cubicBezTo>
                      <a:cubicBezTo>
                        <a:pt x="40446" y="1782"/>
                        <a:pt x="40383" y="1698"/>
                        <a:pt x="40341" y="1635"/>
                      </a:cubicBezTo>
                      <a:cubicBezTo>
                        <a:pt x="40320" y="1593"/>
                        <a:pt x="40278" y="1572"/>
                        <a:pt x="40257" y="1531"/>
                      </a:cubicBezTo>
                      <a:cubicBezTo>
                        <a:pt x="40257" y="1510"/>
                        <a:pt x="40257" y="1510"/>
                        <a:pt x="40257" y="1510"/>
                      </a:cubicBezTo>
                      <a:lnTo>
                        <a:pt x="40278" y="1510"/>
                      </a:lnTo>
                      <a:lnTo>
                        <a:pt x="40488" y="1447"/>
                      </a:lnTo>
                      <a:cubicBezTo>
                        <a:pt x="40655" y="1384"/>
                        <a:pt x="40843" y="1342"/>
                        <a:pt x="41011" y="1300"/>
                      </a:cubicBezTo>
                      <a:cubicBezTo>
                        <a:pt x="41387" y="1238"/>
                        <a:pt x="41743" y="1196"/>
                        <a:pt x="42120" y="1175"/>
                      </a:cubicBezTo>
                      <a:cubicBezTo>
                        <a:pt x="42246" y="1167"/>
                        <a:pt x="42372" y="1164"/>
                        <a:pt x="42497" y="1164"/>
                      </a:cubicBezTo>
                      <a:cubicBezTo>
                        <a:pt x="43082" y="1164"/>
                        <a:pt x="43661" y="1239"/>
                        <a:pt x="44212" y="1342"/>
                      </a:cubicBezTo>
                      <a:cubicBezTo>
                        <a:pt x="45530" y="1614"/>
                        <a:pt x="46660" y="2158"/>
                        <a:pt x="47434" y="2786"/>
                      </a:cubicBezTo>
                      <a:cubicBezTo>
                        <a:pt x="48229" y="3414"/>
                        <a:pt x="48690" y="4125"/>
                        <a:pt x="48941" y="4648"/>
                      </a:cubicBezTo>
                      <a:cubicBezTo>
                        <a:pt x="49205" y="5156"/>
                        <a:pt x="49291" y="5486"/>
                        <a:pt x="49373" y="5486"/>
                      </a:cubicBezTo>
                      <a:cubicBezTo>
                        <a:pt x="49375" y="5486"/>
                        <a:pt x="49378" y="5486"/>
                        <a:pt x="49380" y="5485"/>
                      </a:cubicBezTo>
                      <a:cubicBezTo>
                        <a:pt x="49464" y="5485"/>
                        <a:pt x="49527" y="5129"/>
                        <a:pt x="49380" y="4502"/>
                      </a:cubicBezTo>
                      <a:cubicBezTo>
                        <a:pt x="49255" y="3874"/>
                        <a:pt x="48836" y="2974"/>
                        <a:pt x="47999" y="2158"/>
                      </a:cubicBezTo>
                      <a:cubicBezTo>
                        <a:pt x="47162" y="1342"/>
                        <a:pt x="45928" y="652"/>
                        <a:pt x="44442" y="275"/>
                      </a:cubicBezTo>
                      <a:cubicBezTo>
                        <a:pt x="43772" y="103"/>
                        <a:pt x="43049" y="1"/>
                        <a:pt x="42289" y="1"/>
                      </a:cubicBezTo>
                      <a:close/>
                    </a:path>
                  </a:pathLst>
                </a:custGeom>
                <a:solidFill>
                  <a:srgbClr val="D8C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00" name="Google Shape;200;p5"/>
          <p:cNvSpPr txBox="1">
            <a:spLocks noGrp="1"/>
          </p:cNvSpPr>
          <p:nvPr>
            <p:ph type="subTitle" idx="1"/>
          </p:nvPr>
        </p:nvSpPr>
        <p:spPr>
          <a:xfrm>
            <a:off x="1268400" y="2020817"/>
            <a:ext cx="3146400" cy="18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01" name="Google Shape;201;p5"/>
          <p:cNvSpPr txBox="1">
            <a:spLocks noGrp="1"/>
          </p:cNvSpPr>
          <p:nvPr>
            <p:ph type="subTitle" idx="2"/>
          </p:nvPr>
        </p:nvSpPr>
        <p:spPr>
          <a:xfrm>
            <a:off x="4732375" y="2020817"/>
            <a:ext cx="3146400" cy="18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02" name="Google Shape;202;p5"/>
          <p:cNvSpPr txBox="1">
            <a:spLocks noGrp="1"/>
          </p:cNvSpPr>
          <p:nvPr>
            <p:ph type="title"/>
          </p:nvPr>
        </p:nvSpPr>
        <p:spPr>
          <a:xfrm>
            <a:off x="1265225" y="715575"/>
            <a:ext cx="6613500" cy="5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6"/>
          <p:cNvGrpSpPr/>
          <p:nvPr/>
        </p:nvGrpSpPr>
        <p:grpSpPr>
          <a:xfrm>
            <a:off x="173464" y="144153"/>
            <a:ext cx="8806351" cy="4854907"/>
            <a:chOff x="173464" y="144153"/>
            <a:chExt cx="8806351" cy="4854907"/>
          </a:xfrm>
        </p:grpSpPr>
        <p:grpSp>
          <p:nvGrpSpPr>
            <p:cNvPr id="205" name="Google Shape;205;p6"/>
            <p:cNvGrpSpPr/>
            <p:nvPr/>
          </p:nvGrpSpPr>
          <p:grpSpPr>
            <a:xfrm rot="10800000">
              <a:off x="173464" y="3846720"/>
              <a:ext cx="1149526" cy="1152340"/>
              <a:chOff x="5572075" y="979350"/>
              <a:chExt cx="1149526" cy="1152340"/>
            </a:xfrm>
          </p:grpSpPr>
          <p:sp>
            <p:nvSpPr>
              <p:cNvPr id="206" name="Google Shape;206;p6"/>
              <p:cNvSpPr/>
              <p:nvPr/>
            </p:nvSpPr>
            <p:spPr>
              <a:xfrm>
                <a:off x="5572075" y="979350"/>
                <a:ext cx="851450" cy="177425"/>
              </a:xfrm>
              <a:custGeom>
                <a:avLst/>
                <a:gdLst/>
                <a:ahLst/>
                <a:cxnLst/>
                <a:rect l="l" t="t" r="r" b="b"/>
                <a:pathLst>
                  <a:path w="34058" h="7097" extrusionOk="0">
                    <a:moveTo>
                      <a:pt x="2490" y="0"/>
                    </a:moveTo>
                    <a:cubicBezTo>
                      <a:pt x="2252" y="0"/>
                      <a:pt x="2018" y="42"/>
                      <a:pt x="1802" y="125"/>
                    </a:cubicBezTo>
                    <a:cubicBezTo>
                      <a:pt x="1335" y="292"/>
                      <a:pt x="934" y="592"/>
                      <a:pt x="667" y="959"/>
                    </a:cubicBezTo>
                    <a:cubicBezTo>
                      <a:pt x="67" y="1760"/>
                      <a:pt x="0" y="2827"/>
                      <a:pt x="334" y="3728"/>
                    </a:cubicBezTo>
                    <a:cubicBezTo>
                      <a:pt x="667" y="4628"/>
                      <a:pt x="1335" y="5362"/>
                      <a:pt x="2135" y="5863"/>
                    </a:cubicBezTo>
                    <a:cubicBezTo>
                      <a:pt x="2936" y="6396"/>
                      <a:pt x="3836" y="6630"/>
                      <a:pt x="4770" y="6797"/>
                    </a:cubicBezTo>
                    <a:cubicBezTo>
                      <a:pt x="5671" y="6930"/>
                      <a:pt x="6572" y="6963"/>
                      <a:pt x="7472" y="6997"/>
                    </a:cubicBezTo>
                    <a:cubicBezTo>
                      <a:pt x="9307" y="6997"/>
                      <a:pt x="11108" y="6830"/>
                      <a:pt x="12910" y="6597"/>
                    </a:cubicBezTo>
                    <a:cubicBezTo>
                      <a:pt x="14677" y="6363"/>
                      <a:pt x="16445" y="6096"/>
                      <a:pt x="18213" y="5829"/>
                    </a:cubicBezTo>
                    <a:cubicBezTo>
                      <a:pt x="19981" y="5596"/>
                      <a:pt x="21749" y="5429"/>
                      <a:pt x="23550" y="5396"/>
                    </a:cubicBezTo>
                    <a:cubicBezTo>
                      <a:pt x="23729" y="5392"/>
                      <a:pt x="23908" y="5391"/>
                      <a:pt x="24087" y="5391"/>
                    </a:cubicBezTo>
                    <a:cubicBezTo>
                      <a:pt x="25682" y="5391"/>
                      <a:pt x="27295" y="5523"/>
                      <a:pt x="28854" y="5763"/>
                    </a:cubicBezTo>
                    <a:cubicBezTo>
                      <a:pt x="30622" y="6029"/>
                      <a:pt x="32357" y="6496"/>
                      <a:pt x="34058" y="7097"/>
                    </a:cubicBezTo>
                    <a:cubicBezTo>
                      <a:pt x="32423" y="6363"/>
                      <a:pt x="30689" y="5796"/>
                      <a:pt x="28921" y="5429"/>
                    </a:cubicBezTo>
                    <a:cubicBezTo>
                      <a:pt x="27153" y="5062"/>
                      <a:pt x="25352" y="4895"/>
                      <a:pt x="23550" y="4862"/>
                    </a:cubicBezTo>
                    <a:cubicBezTo>
                      <a:pt x="23365" y="4859"/>
                      <a:pt x="23178" y="4857"/>
                      <a:pt x="22992" y="4857"/>
                    </a:cubicBezTo>
                    <a:cubicBezTo>
                      <a:pt x="21371" y="4857"/>
                      <a:pt x="19732" y="4983"/>
                      <a:pt x="18147" y="5162"/>
                    </a:cubicBezTo>
                    <a:cubicBezTo>
                      <a:pt x="16345" y="5396"/>
                      <a:pt x="14577" y="5696"/>
                      <a:pt x="12809" y="5896"/>
                    </a:cubicBezTo>
                    <a:cubicBezTo>
                      <a:pt x="11042" y="6130"/>
                      <a:pt x="9274" y="6296"/>
                      <a:pt x="7472" y="6296"/>
                    </a:cubicBezTo>
                    <a:cubicBezTo>
                      <a:pt x="5738" y="6296"/>
                      <a:pt x="3903" y="6263"/>
                      <a:pt x="2402" y="5396"/>
                    </a:cubicBezTo>
                    <a:cubicBezTo>
                      <a:pt x="1668" y="4962"/>
                      <a:pt x="1068" y="4328"/>
                      <a:pt x="734" y="3561"/>
                    </a:cubicBezTo>
                    <a:cubicBezTo>
                      <a:pt x="434" y="2794"/>
                      <a:pt x="467" y="1860"/>
                      <a:pt x="934" y="1159"/>
                    </a:cubicBezTo>
                    <a:cubicBezTo>
                      <a:pt x="1302" y="634"/>
                      <a:pt x="1939" y="233"/>
                      <a:pt x="2584" y="233"/>
                    </a:cubicBezTo>
                    <a:cubicBezTo>
                      <a:pt x="2758" y="233"/>
                      <a:pt x="2933" y="262"/>
                      <a:pt x="3103" y="325"/>
                    </a:cubicBezTo>
                    <a:cubicBezTo>
                      <a:pt x="3536" y="459"/>
                      <a:pt x="3870" y="759"/>
                      <a:pt x="4103" y="1126"/>
                    </a:cubicBezTo>
                    <a:cubicBezTo>
                      <a:pt x="4370" y="1493"/>
                      <a:pt x="4537" y="1893"/>
                      <a:pt x="4637" y="2327"/>
                    </a:cubicBezTo>
                    <a:cubicBezTo>
                      <a:pt x="4570" y="1893"/>
                      <a:pt x="4437" y="1460"/>
                      <a:pt x="4203" y="1059"/>
                    </a:cubicBezTo>
                    <a:cubicBezTo>
                      <a:pt x="3970" y="659"/>
                      <a:pt x="3636" y="325"/>
                      <a:pt x="3203" y="125"/>
                    </a:cubicBezTo>
                    <a:cubicBezTo>
                      <a:pt x="2969" y="42"/>
                      <a:pt x="2727" y="0"/>
                      <a:pt x="24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6"/>
              <p:cNvSpPr/>
              <p:nvPr/>
            </p:nvSpPr>
            <p:spPr>
              <a:xfrm rot="5400000">
                <a:off x="6207151" y="1617240"/>
                <a:ext cx="851475" cy="177425"/>
              </a:xfrm>
              <a:custGeom>
                <a:avLst/>
                <a:gdLst/>
                <a:ahLst/>
                <a:cxnLst/>
                <a:rect l="l" t="t" r="r" b="b"/>
                <a:pathLst>
                  <a:path w="34059" h="7097" extrusionOk="0">
                    <a:moveTo>
                      <a:pt x="31556" y="0"/>
                    </a:moveTo>
                    <a:cubicBezTo>
                      <a:pt x="31315" y="0"/>
                      <a:pt x="31073" y="42"/>
                      <a:pt x="30856" y="125"/>
                    </a:cubicBezTo>
                    <a:cubicBezTo>
                      <a:pt x="30422" y="325"/>
                      <a:pt x="30089" y="659"/>
                      <a:pt x="29855" y="1059"/>
                    </a:cubicBezTo>
                    <a:cubicBezTo>
                      <a:pt x="29622" y="1460"/>
                      <a:pt x="29488" y="1893"/>
                      <a:pt x="29421" y="2327"/>
                    </a:cubicBezTo>
                    <a:cubicBezTo>
                      <a:pt x="29522" y="1893"/>
                      <a:pt x="29688" y="1493"/>
                      <a:pt x="29955" y="1126"/>
                    </a:cubicBezTo>
                    <a:cubicBezTo>
                      <a:pt x="30189" y="759"/>
                      <a:pt x="30522" y="459"/>
                      <a:pt x="30923" y="325"/>
                    </a:cubicBezTo>
                    <a:cubicBezTo>
                      <a:pt x="31100" y="262"/>
                      <a:pt x="31280" y="233"/>
                      <a:pt x="31458" y="233"/>
                    </a:cubicBezTo>
                    <a:cubicBezTo>
                      <a:pt x="32119" y="233"/>
                      <a:pt x="32756" y="634"/>
                      <a:pt x="33124" y="1159"/>
                    </a:cubicBezTo>
                    <a:cubicBezTo>
                      <a:pt x="33591" y="1860"/>
                      <a:pt x="33624" y="2794"/>
                      <a:pt x="33291" y="3561"/>
                    </a:cubicBezTo>
                    <a:cubicBezTo>
                      <a:pt x="32991" y="4328"/>
                      <a:pt x="32357" y="4962"/>
                      <a:pt x="31656" y="5396"/>
                    </a:cubicBezTo>
                    <a:cubicBezTo>
                      <a:pt x="30155" y="6263"/>
                      <a:pt x="28321" y="6296"/>
                      <a:pt x="26553" y="6296"/>
                    </a:cubicBezTo>
                    <a:cubicBezTo>
                      <a:pt x="24785" y="6296"/>
                      <a:pt x="23017" y="6130"/>
                      <a:pt x="21249" y="5896"/>
                    </a:cubicBezTo>
                    <a:cubicBezTo>
                      <a:pt x="19481" y="5696"/>
                      <a:pt x="17713" y="5396"/>
                      <a:pt x="15912" y="5162"/>
                    </a:cubicBezTo>
                    <a:cubicBezTo>
                      <a:pt x="14296" y="4983"/>
                      <a:pt x="12681" y="4857"/>
                      <a:pt x="11066" y="4857"/>
                    </a:cubicBezTo>
                    <a:cubicBezTo>
                      <a:pt x="10880" y="4857"/>
                      <a:pt x="10694" y="4859"/>
                      <a:pt x="10508" y="4862"/>
                    </a:cubicBezTo>
                    <a:cubicBezTo>
                      <a:pt x="8707" y="4895"/>
                      <a:pt x="6905" y="5062"/>
                      <a:pt x="5137" y="5429"/>
                    </a:cubicBezTo>
                    <a:cubicBezTo>
                      <a:pt x="3370" y="5796"/>
                      <a:pt x="1635" y="6363"/>
                      <a:pt x="0" y="7097"/>
                    </a:cubicBezTo>
                    <a:cubicBezTo>
                      <a:pt x="1702" y="6496"/>
                      <a:pt x="3403" y="6029"/>
                      <a:pt x="5171" y="5763"/>
                    </a:cubicBezTo>
                    <a:cubicBezTo>
                      <a:pt x="6760" y="5523"/>
                      <a:pt x="8376" y="5391"/>
                      <a:pt x="9971" y="5391"/>
                    </a:cubicBezTo>
                    <a:cubicBezTo>
                      <a:pt x="10150" y="5391"/>
                      <a:pt x="10329" y="5392"/>
                      <a:pt x="10508" y="5396"/>
                    </a:cubicBezTo>
                    <a:cubicBezTo>
                      <a:pt x="12276" y="5429"/>
                      <a:pt x="14077" y="5596"/>
                      <a:pt x="15845" y="5829"/>
                    </a:cubicBezTo>
                    <a:cubicBezTo>
                      <a:pt x="17613" y="6096"/>
                      <a:pt x="19381" y="6363"/>
                      <a:pt x="21149" y="6597"/>
                    </a:cubicBezTo>
                    <a:cubicBezTo>
                      <a:pt x="22950" y="6830"/>
                      <a:pt x="24751" y="6997"/>
                      <a:pt x="26553" y="6997"/>
                    </a:cubicBezTo>
                    <a:cubicBezTo>
                      <a:pt x="27487" y="6963"/>
                      <a:pt x="28387" y="6930"/>
                      <a:pt x="29288" y="6797"/>
                    </a:cubicBezTo>
                    <a:cubicBezTo>
                      <a:pt x="30189" y="6630"/>
                      <a:pt x="31123" y="6396"/>
                      <a:pt x="31923" y="5863"/>
                    </a:cubicBezTo>
                    <a:cubicBezTo>
                      <a:pt x="32724" y="5362"/>
                      <a:pt x="33391" y="4628"/>
                      <a:pt x="33725" y="3728"/>
                    </a:cubicBezTo>
                    <a:cubicBezTo>
                      <a:pt x="34058" y="2827"/>
                      <a:pt x="33991" y="1760"/>
                      <a:pt x="33391" y="959"/>
                    </a:cubicBezTo>
                    <a:cubicBezTo>
                      <a:pt x="33091" y="592"/>
                      <a:pt x="32724" y="292"/>
                      <a:pt x="32257" y="125"/>
                    </a:cubicBezTo>
                    <a:cubicBezTo>
                      <a:pt x="32040" y="42"/>
                      <a:pt x="31798" y="0"/>
                      <a:pt x="315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6"/>
              <p:cNvSpPr/>
              <p:nvPr/>
            </p:nvSpPr>
            <p:spPr>
              <a:xfrm rot="5400000">
                <a:off x="6008726" y="1617065"/>
                <a:ext cx="851475" cy="177775"/>
              </a:xfrm>
              <a:custGeom>
                <a:avLst/>
                <a:gdLst/>
                <a:ahLst/>
                <a:cxnLst/>
                <a:rect l="l" t="t" r="r" b="b"/>
                <a:pathLst>
                  <a:path w="34059" h="711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635" y="735"/>
                      <a:pt x="3370" y="1302"/>
                      <a:pt x="5137" y="1669"/>
                    </a:cubicBezTo>
                    <a:cubicBezTo>
                      <a:pt x="6905" y="2036"/>
                      <a:pt x="8707" y="2202"/>
                      <a:pt x="10508" y="2236"/>
                    </a:cubicBezTo>
                    <a:cubicBezTo>
                      <a:pt x="10783" y="2246"/>
                      <a:pt x="11059" y="2251"/>
                      <a:pt x="11334" y="2251"/>
                    </a:cubicBezTo>
                    <a:cubicBezTo>
                      <a:pt x="12860" y="2251"/>
                      <a:pt x="14386" y="2105"/>
                      <a:pt x="15912" y="1936"/>
                    </a:cubicBezTo>
                    <a:cubicBezTo>
                      <a:pt x="17713" y="1702"/>
                      <a:pt x="19481" y="1435"/>
                      <a:pt x="21249" y="1202"/>
                    </a:cubicBezTo>
                    <a:cubicBezTo>
                      <a:pt x="23017" y="968"/>
                      <a:pt x="24785" y="801"/>
                      <a:pt x="26553" y="801"/>
                    </a:cubicBezTo>
                    <a:cubicBezTo>
                      <a:pt x="28321" y="801"/>
                      <a:pt x="30155" y="868"/>
                      <a:pt x="31656" y="1702"/>
                    </a:cubicBezTo>
                    <a:cubicBezTo>
                      <a:pt x="32357" y="2136"/>
                      <a:pt x="32991" y="2769"/>
                      <a:pt x="33291" y="3570"/>
                    </a:cubicBezTo>
                    <a:cubicBezTo>
                      <a:pt x="33624" y="4304"/>
                      <a:pt x="33591" y="5271"/>
                      <a:pt x="33124" y="5938"/>
                    </a:cubicBezTo>
                    <a:cubicBezTo>
                      <a:pt x="32756" y="6491"/>
                      <a:pt x="32118" y="6898"/>
                      <a:pt x="31455" y="6898"/>
                    </a:cubicBezTo>
                    <a:cubicBezTo>
                      <a:pt x="31278" y="6898"/>
                      <a:pt x="31099" y="6869"/>
                      <a:pt x="30923" y="6806"/>
                    </a:cubicBezTo>
                    <a:cubicBezTo>
                      <a:pt x="30522" y="6672"/>
                      <a:pt x="30189" y="6339"/>
                      <a:pt x="29955" y="6005"/>
                    </a:cubicBezTo>
                    <a:cubicBezTo>
                      <a:pt x="29688" y="5638"/>
                      <a:pt x="29522" y="5205"/>
                      <a:pt x="29421" y="4771"/>
                    </a:cubicBezTo>
                    <a:lnTo>
                      <a:pt x="29421" y="4771"/>
                    </a:lnTo>
                    <a:cubicBezTo>
                      <a:pt x="29488" y="5205"/>
                      <a:pt x="29622" y="5672"/>
                      <a:pt x="29855" y="6038"/>
                    </a:cubicBezTo>
                    <a:cubicBezTo>
                      <a:pt x="30089" y="6439"/>
                      <a:pt x="30422" y="6772"/>
                      <a:pt x="30856" y="6972"/>
                    </a:cubicBezTo>
                    <a:cubicBezTo>
                      <a:pt x="31063" y="7068"/>
                      <a:pt x="31293" y="7110"/>
                      <a:pt x="31524" y="7110"/>
                    </a:cubicBezTo>
                    <a:cubicBezTo>
                      <a:pt x="31776" y="7110"/>
                      <a:pt x="32030" y="7060"/>
                      <a:pt x="32257" y="6972"/>
                    </a:cubicBezTo>
                    <a:cubicBezTo>
                      <a:pt x="32724" y="6806"/>
                      <a:pt x="33091" y="6539"/>
                      <a:pt x="33391" y="6139"/>
                    </a:cubicBezTo>
                    <a:cubicBezTo>
                      <a:pt x="33991" y="5371"/>
                      <a:pt x="34058" y="4304"/>
                      <a:pt x="33725" y="3403"/>
                    </a:cubicBezTo>
                    <a:cubicBezTo>
                      <a:pt x="33391" y="2503"/>
                      <a:pt x="32724" y="1769"/>
                      <a:pt x="31923" y="1235"/>
                    </a:cubicBezTo>
                    <a:cubicBezTo>
                      <a:pt x="31123" y="735"/>
                      <a:pt x="30189" y="468"/>
                      <a:pt x="29288" y="334"/>
                    </a:cubicBezTo>
                    <a:cubicBezTo>
                      <a:pt x="28387" y="201"/>
                      <a:pt x="27487" y="134"/>
                      <a:pt x="26553" y="134"/>
                    </a:cubicBezTo>
                    <a:cubicBezTo>
                      <a:pt x="26398" y="131"/>
                      <a:pt x="26244" y="130"/>
                      <a:pt x="26089" y="130"/>
                    </a:cubicBezTo>
                    <a:cubicBezTo>
                      <a:pt x="24442" y="130"/>
                      <a:pt x="22796" y="288"/>
                      <a:pt x="21149" y="501"/>
                    </a:cubicBezTo>
                    <a:cubicBezTo>
                      <a:pt x="19381" y="735"/>
                      <a:pt x="17613" y="1035"/>
                      <a:pt x="15812" y="1268"/>
                    </a:cubicBezTo>
                    <a:cubicBezTo>
                      <a:pt x="14077" y="1535"/>
                      <a:pt x="12276" y="1669"/>
                      <a:pt x="10508" y="1702"/>
                    </a:cubicBezTo>
                    <a:cubicBezTo>
                      <a:pt x="10329" y="1705"/>
                      <a:pt x="10150" y="1707"/>
                      <a:pt x="9971" y="1707"/>
                    </a:cubicBezTo>
                    <a:cubicBezTo>
                      <a:pt x="8376" y="1707"/>
                      <a:pt x="6760" y="1575"/>
                      <a:pt x="5171" y="1335"/>
                    </a:cubicBezTo>
                    <a:cubicBezTo>
                      <a:pt x="3403" y="1068"/>
                      <a:pt x="1702" y="601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6"/>
              <p:cNvSpPr/>
              <p:nvPr/>
            </p:nvSpPr>
            <p:spPr>
              <a:xfrm>
                <a:off x="5572075" y="1177600"/>
                <a:ext cx="851450" cy="177775"/>
              </a:xfrm>
              <a:custGeom>
                <a:avLst/>
                <a:gdLst/>
                <a:ahLst/>
                <a:cxnLst/>
                <a:rect l="l" t="t" r="r" b="b"/>
                <a:pathLst>
                  <a:path w="34058" h="7111" extrusionOk="0">
                    <a:moveTo>
                      <a:pt x="34058" y="1"/>
                    </a:moveTo>
                    <a:cubicBezTo>
                      <a:pt x="32357" y="601"/>
                      <a:pt x="30622" y="1068"/>
                      <a:pt x="28854" y="1335"/>
                    </a:cubicBezTo>
                    <a:cubicBezTo>
                      <a:pt x="27295" y="1575"/>
                      <a:pt x="25682" y="1707"/>
                      <a:pt x="24087" y="1707"/>
                    </a:cubicBezTo>
                    <a:cubicBezTo>
                      <a:pt x="23908" y="1707"/>
                      <a:pt x="23729" y="1705"/>
                      <a:pt x="23550" y="1702"/>
                    </a:cubicBezTo>
                    <a:cubicBezTo>
                      <a:pt x="21749" y="1669"/>
                      <a:pt x="19981" y="1535"/>
                      <a:pt x="18213" y="1268"/>
                    </a:cubicBezTo>
                    <a:cubicBezTo>
                      <a:pt x="16445" y="1035"/>
                      <a:pt x="14677" y="735"/>
                      <a:pt x="12910" y="501"/>
                    </a:cubicBezTo>
                    <a:cubicBezTo>
                      <a:pt x="11263" y="288"/>
                      <a:pt x="9616" y="130"/>
                      <a:pt x="7944" y="130"/>
                    </a:cubicBezTo>
                    <a:cubicBezTo>
                      <a:pt x="7787" y="130"/>
                      <a:pt x="7630" y="131"/>
                      <a:pt x="7472" y="134"/>
                    </a:cubicBezTo>
                    <a:cubicBezTo>
                      <a:pt x="6572" y="134"/>
                      <a:pt x="5671" y="201"/>
                      <a:pt x="4770" y="334"/>
                    </a:cubicBezTo>
                    <a:cubicBezTo>
                      <a:pt x="3836" y="468"/>
                      <a:pt x="2936" y="735"/>
                      <a:pt x="2135" y="1235"/>
                    </a:cubicBezTo>
                    <a:cubicBezTo>
                      <a:pt x="1335" y="1769"/>
                      <a:pt x="667" y="2503"/>
                      <a:pt x="334" y="3403"/>
                    </a:cubicBezTo>
                    <a:cubicBezTo>
                      <a:pt x="0" y="4304"/>
                      <a:pt x="67" y="5371"/>
                      <a:pt x="667" y="6139"/>
                    </a:cubicBezTo>
                    <a:cubicBezTo>
                      <a:pt x="934" y="6539"/>
                      <a:pt x="1335" y="6806"/>
                      <a:pt x="1802" y="6972"/>
                    </a:cubicBezTo>
                    <a:cubicBezTo>
                      <a:pt x="2028" y="7060"/>
                      <a:pt x="2273" y="7110"/>
                      <a:pt x="2522" y="7110"/>
                    </a:cubicBezTo>
                    <a:cubicBezTo>
                      <a:pt x="2749" y="7110"/>
                      <a:pt x="2980" y="7068"/>
                      <a:pt x="3203" y="6972"/>
                    </a:cubicBezTo>
                    <a:cubicBezTo>
                      <a:pt x="3636" y="6772"/>
                      <a:pt x="3970" y="6439"/>
                      <a:pt x="4203" y="6038"/>
                    </a:cubicBezTo>
                    <a:cubicBezTo>
                      <a:pt x="4437" y="5672"/>
                      <a:pt x="4570" y="5205"/>
                      <a:pt x="4637" y="4771"/>
                    </a:cubicBezTo>
                    <a:lnTo>
                      <a:pt x="4637" y="4771"/>
                    </a:lnTo>
                    <a:cubicBezTo>
                      <a:pt x="4537" y="5205"/>
                      <a:pt x="4370" y="5638"/>
                      <a:pt x="4103" y="6005"/>
                    </a:cubicBezTo>
                    <a:cubicBezTo>
                      <a:pt x="3870" y="6339"/>
                      <a:pt x="3536" y="6672"/>
                      <a:pt x="3103" y="6806"/>
                    </a:cubicBezTo>
                    <a:cubicBezTo>
                      <a:pt x="2933" y="6869"/>
                      <a:pt x="2760" y="6898"/>
                      <a:pt x="2587" y="6898"/>
                    </a:cubicBezTo>
                    <a:cubicBezTo>
                      <a:pt x="1941" y="6898"/>
                      <a:pt x="1303" y="6491"/>
                      <a:pt x="934" y="5938"/>
                    </a:cubicBezTo>
                    <a:cubicBezTo>
                      <a:pt x="467" y="5271"/>
                      <a:pt x="434" y="4304"/>
                      <a:pt x="734" y="3570"/>
                    </a:cubicBezTo>
                    <a:cubicBezTo>
                      <a:pt x="1068" y="2769"/>
                      <a:pt x="1668" y="2136"/>
                      <a:pt x="2402" y="1702"/>
                    </a:cubicBezTo>
                    <a:cubicBezTo>
                      <a:pt x="3903" y="868"/>
                      <a:pt x="5738" y="801"/>
                      <a:pt x="7472" y="801"/>
                    </a:cubicBezTo>
                    <a:cubicBezTo>
                      <a:pt x="9274" y="801"/>
                      <a:pt x="11042" y="968"/>
                      <a:pt x="12809" y="1202"/>
                    </a:cubicBezTo>
                    <a:cubicBezTo>
                      <a:pt x="14577" y="1435"/>
                      <a:pt x="16345" y="1702"/>
                      <a:pt x="18147" y="1936"/>
                    </a:cubicBezTo>
                    <a:cubicBezTo>
                      <a:pt x="19644" y="2105"/>
                      <a:pt x="21190" y="2251"/>
                      <a:pt x="22722" y="2251"/>
                    </a:cubicBezTo>
                    <a:cubicBezTo>
                      <a:pt x="22999" y="2251"/>
                      <a:pt x="23275" y="2246"/>
                      <a:pt x="23550" y="2236"/>
                    </a:cubicBezTo>
                    <a:cubicBezTo>
                      <a:pt x="25352" y="2202"/>
                      <a:pt x="27153" y="2036"/>
                      <a:pt x="28921" y="1669"/>
                    </a:cubicBezTo>
                    <a:cubicBezTo>
                      <a:pt x="30689" y="1302"/>
                      <a:pt x="32423" y="735"/>
                      <a:pt x="340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6"/>
              <p:cNvSpPr/>
              <p:nvPr/>
            </p:nvSpPr>
            <p:spPr>
              <a:xfrm>
                <a:off x="6480225" y="1098450"/>
                <a:ext cx="106750" cy="119300"/>
              </a:xfrm>
              <a:custGeom>
                <a:avLst/>
                <a:gdLst/>
                <a:ahLst/>
                <a:cxnLst/>
                <a:rect l="l" t="t" r="r" b="b"/>
                <a:pathLst>
                  <a:path w="4270" h="4772" extrusionOk="0">
                    <a:moveTo>
                      <a:pt x="2343" y="0"/>
                    </a:moveTo>
                    <a:cubicBezTo>
                      <a:pt x="2152" y="0"/>
                      <a:pt x="1958" y="22"/>
                      <a:pt x="1768" y="65"/>
                    </a:cubicBezTo>
                    <a:cubicBezTo>
                      <a:pt x="1168" y="231"/>
                      <a:pt x="601" y="665"/>
                      <a:pt x="334" y="1232"/>
                    </a:cubicBezTo>
                    <a:cubicBezTo>
                      <a:pt x="34" y="1833"/>
                      <a:pt x="0" y="2533"/>
                      <a:pt x="200" y="3133"/>
                    </a:cubicBezTo>
                    <a:cubicBezTo>
                      <a:pt x="401" y="3767"/>
                      <a:pt x="834" y="4334"/>
                      <a:pt x="1468" y="4601"/>
                    </a:cubicBezTo>
                    <a:cubicBezTo>
                      <a:pt x="1731" y="4712"/>
                      <a:pt x="2018" y="4771"/>
                      <a:pt x="2306" y="4771"/>
                    </a:cubicBezTo>
                    <a:cubicBezTo>
                      <a:pt x="2711" y="4771"/>
                      <a:pt x="3119" y="4654"/>
                      <a:pt x="3469" y="4401"/>
                    </a:cubicBezTo>
                    <a:cubicBezTo>
                      <a:pt x="4036" y="3967"/>
                      <a:pt x="4270" y="3200"/>
                      <a:pt x="4036" y="2533"/>
                    </a:cubicBezTo>
                    <a:cubicBezTo>
                      <a:pt x="3936" y="2199"/>
                      <a:pt x="3703" y="1899"/>
                      <a:pt x="3369" y="1766"/>
                    </a:cubicBezTo>
                    <a:cubicBezTo>
                      <a:pt x="3212" y="1679"/>
                      <a:pt x="3028" y="1628"/>
                      <a:pt x="2845" y="1628"/>
                    </a:cubicBezTo>
                    <a:cubicBezTo>
                      <a:pt x="2678" y="1628"/>
                      <a:pt x="2512" y="1670"/>
                      <a:pt x="2369" y="1766"/>
                    </a:cubicBezTo>
                    <a:cubicBezTo>
                      <a:pt x="2068" y="1966"/>
                      <a:pt x="1868" y="2333"/>
                      <a:pt x="2002" y="2666"/>
                    </a:cubicBezTo>
                    <a:cubicBezTo>
                      <a:pt x="2084" y="2914"/>
                      <a:pt x="2347" y="3093"/>
                      <a:pt x="2586" y="3093"/>
                    </a:cubicBezTo>
                    <a:cubicBezTo>
                      <a:pt x="2638" y="3093"/>
                      <a:pt x="2688" y="3084"/>
                      <a:pt x="2736" y="3067"/>
                    </a:cubicBezTo>
                    <a:lnTo>
                      <a:pt x="2736" y="3067"/>
                    </a:lnTo>
                    <a:cubicBezTo>
                      <a:pt x="2718" y="3069"/>
                      <a:pt x="2701" y="3070"/>
                      <a:pt x="2685" y="3070"/>
                    </a:cubicBezTo>
                    <a:cubicBezTo>
                      <a:pt x="2413" y="3070"/>
                      <a:pt x="2233" y="2820"/>
                      <a:pt x="2202" y="2600"/>
                    </a:cubicBezTo>
                    <a:cubicBezTo>
                      <a:pt x="2168" y="2366"/>
                      <a:pt x="2335" y="2166"/>
                      <a:pt x="2535" y="2066"/>
                    </a:cubicBezTo>
                    <a:cubicBezTo>
                      <a:pt x="2603" y="2038"/>
                      <a:pt x="2673" y="2025"/>
                      <a:pt x="2744" y="2025"/>
                    </a:cubicBezTo>
                    <a:cubicBezTo>
                      <a:pt x="3092" y="2025"/>
                      <a:pt x="3447" y="2339"/>
                      <a:pt x="3503" y="2700"/>
                    </a:cubicBezTo>
                    <a:cubicBezTo>
                      <a:pt x="3603" y="3133"/>
                      <a:pt x="3436" y="3634"/>
                      <a:pt x="3069" y="3867"/>
                    </a:cubicBezTo>
                    <a:cubicBezTo>
                      <a:pt x="2855" y="4004"/>
                      <a:pt x="2584" y="4072"/>
                      <a:pt x="2316" y="4072"/>
                    </a:cubicBezTo>
                    <a:cubicBezTo>
                      <a:pt x="2125" y="4072"/>
                      <a:pt x="1935" y="4037"/>
                      <a:pt x="1768" y="3967"/>
                    </a:cubicBezTo>
                    <a:cubicBezTo>
                      <a:pt x="901" y="3600"/>
                      <a:pt x="467" y="2366"/>
                      <a:pt x="834" y="1466"/>
                    </a:cubicBezTo>
                    <a:cubicBezTo>
                      <a:pt x="1001" y="999"/>
                      <a:pt x="1368" y="598"/>
                      <a:pt x="1868" y="398"/>
                    </a:cubicBezTo>
                    <a:cubicBezTo>
                      <a:pt x="2133" y="285"/>
                      <a:pt x="2442" y="225"/>
                      <a:pt x="2762" y="225"/>
                    </a:cubicBezTo>
                    <a:cubicBezTo>
                      <a:pt x="3006" y="225"/>
                      <a:pt x="3258" y="259"/>
                      <a:pt x="3503" y="331"/>
                    </a:cubicBezTo>
                    <a:cubicBezTo>
                      <a:pt x="3161" y="104"/>
                      <a:pt x="2757" y="0"/>
                      <a:pt x="23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" name="Google Shape;211;p6"/>
            <p:cNvGrpSpPr/>
            <p:nvPr/>
          </p:nvGrpSpPr>
          <p:grpSpPr>
            <a:xfrm rot="10800000" flipH="1">
              <a:off x="7830289" y="3846720"/>
              <a:ext cx="1149526" cy="1152340"/>
              <a:chOff x="5572075" y="979350"/>
              <a:chExt cx="1149526" cy="1152340"/>
            </a:xfrm>
          </p:grpSpPr>
          <p:sp>
            <p:nvSpPr>
              <p:cNvPr id="212" name="Google Shape;212;p6"/>
              <p:cNvSpPr/>
              <p:nvPr/>
            </p:nvSpPr>
            <p:spPr>
              <a:xfrm>
                <a:off x="5572075" y="979350"/>
                <a:ext cx="851450" cy="177425"/>
              </a:xfrm>
              <a:custGeom>
                <a:avLst/>
                <a:gdLst/>
                <a:ahLst/>
                <a:cxnLst/>
                <a:rect l="l" t="t" r="r" b="b"/>
                <a:pathLst>
                  <a:path w="34058" h="7097" extrusionOk="0">
                    <a:moveTo>
                      <a:pt x="2490" y="0"/>
                    </a:moveTo>
                    <a:cubicBezTo>
                      <a:pt x="2252" y="0"/>
                      <a:pt x="2018" y="42"/>
                      <a:pt x="1802" y="125"/>
                    </a:cubicBezTo>
                    <a:cubicBezTo>
                      <a:pt x="1335" y="292"/>
                      <a:pt x="934" y="592"/>
                      <a:pt x="667" y="959"/>
                    </a:cubicBezTo>
                    <a:cubicBezTo>
                      <a:pt x="67" y="1760"/>
                      <a:pt x="0" y="2827"/>
                      <a:pt x="334" y="3728"/>
                    </a:cubicBezTo>
                    <a:cubicBezTo>
                      <a:pt x="667" y="4628"/>
                      <a:pt x="1335" y="5362"/>
                      <a:pt x="2135" y="5863"/>
                    </a:cubicBezTo>
                    <a:cubicBezTo>
                      <a:pt x="2936" y="6396"/>
                      <a:pt x="3836" y="6630"/>
                      <a:pt x="4770" y="6797"/>
                    </a:cubicBezTo>
                    <a:cubicBezTo>
                      <a:pt x="5671" y="6930"/>
                      <a:pt x="6572" y="6963"/>
                      <a:pt x="7472" y="6997"/>
                    </a:cubicBezTo>
                    <a:cubicBezTo>
                      <a:pt x="9307" y="6997"/>
                      <a:pt x="11108" y="6830"/>
                      <a:pt x="12910" y="6597"/>
                    </a:cubicBezTo>
                    <a:cubicBezTo>
                      <a:pt x="14677" y="6363"/>
                      <a:pt x="16445" y="6096"/>
                      <a:pt x="18213" y="5829"/>
                    </a:cubicBezTo>
                    <a:cubicBezTo>
                      <a:pt x="19981" y="5596"/>
                      <a:pt x="21749" y="5429"/>
                      <a:pt x="23550" y="5396"/>
                    </a:cubicBezTo>
                    <a:cubicBezTo>
                      <a:pt x="23729" y="5392"/>
                      <a:pt x="23908" y="5391"/>
                      <a:pt x="24087" y="5391"/>
                    </a:cubicBezTo>
                    <a:cubicBezTo>
                      <a:pt x="25682" y="5391"/>
                      <a:pt x="27295" y="5523"/>
                      <a:pt x="28854" y="5763"/>
                    </a:cubicBezTo>
                    <a:cubicBezTo>
                      <a:pt x="30622" y="6029"/>
                      <a:pt x="32357" y="6496"/>
                      <a:pt x="34058" y="7097"/>
                    </a:cubicBezTo>
                    <a:cubicBezTo>
                      <a:pt x="32423" y="6363"/>
                      <a:pt x="30689" y="5796"/>
                      <a:pt x="28921" y="5429"/>
                    </a:cubicBezTo>
                    <a:cubicBezTo>
                      <a:pt x="27153" y="5062"/>
                      <a:pt x="25352" y="4895"/>
                      <a:pt x="23550" y="4862"/>
                    </a:cubicBezTo>
                    <a:cubicBezTo>
                      <a:pt x="23365" y="4859"/>
                      <a:pt x="23178" y="4857"/>
                      <a:pt x="22992" y="4857"/>
                    </a:cubicBezTo>
                    <a:cubicBezTo>
                      <a:pt x="21371" y="4857"/>
                      <a:pt x="19732" y="4983"/>
                      <a:pt x="18147" y="5162"/>
                    </a:cubicBezTo>
                    <a:cubicBezTo>
                      <a:pt x="16345" y="5396"/>
                      <a:pt x="14577" y="5696"/>
                      <a:pt x="12809" y="5896"/>
                    </a:cubicBezTo>
                    <a:cubicBezTo>
                      <a:pt x="11042" y="6130"/>
                      <a:pt x="9274" y="6296"/>
                      <a:pt x="7472" y="6296"/>
                    </a:cubicBezTo>
                    <a:cubicBezTo>
                      <a:pt x="5738" y="6296"/>
                      <a:pt x="3903" y="6263"/>
                      <a:pt x="2402" y="5396"/>
                    </a:cubicBezTo>
                    <a:cubicBezTo>
                      <a:pt x="1668" y="4962"/>
                      <a:pt x="1068" y="4328"/>
                      <a:pt x="734" y="3561"/>
                    </a:cubicBezTo>
                    <a:cubicBezTo>
                      <a:pt x="434" y="2794"/>
                      <a:pt x="467" y="1860"/>
                      <a:pt x="934" y="1159"/>
                    </a:cubicBezTo>
                    <a:cubicBezTo>
                      <a:pt x="1302" y="634"/>
                      <a:pt x="1939" y="233"/>
                      <a:pt x="2584" y="233"/>
                    </a:cubicBezTo>
                    <a:cubicBezTo>
                      <a:pt x="2758" y="233"/>
                      <a:pt x="2933" y="262"/>
                      <a:pt x="3103" y="325"/>
                    </a:cubicBezTo>
                    <a:cubicBezTo>
                      <a:pt x="3536" y="459"/>
                      <a:pt x="3870" y="759"/>
                      <a:pt x="4103" y="1126"/>
                    </a:cubicBezTo>
                    <a:cubicBezTo>
                      <a:pt x="4370" y="1493"/>
                      <a:pt x="4537" y="1893"/>
                      <a:pt x="4637" y="2327"/>
                    </a:cubicBezTo>
                    <a:cubicBezTo>
                      <a:pt x="4570" y="1893"/>
                      <a:pt x="4437" y="1460"/>
                      <a:pt x="4203" y="1059"/>
                    </a:cubicBezTo>
                    <a:cubicBezTo>
                      <a:pt x="3970" y="659"/>
                      <a:pt x="3636" y="325"/>
                      <a:pt x="3203" y="125"/>
                    </a:cubicBezTo>
                    <a:cubicBezTo>
                      <a:pt x="2969" y="42"/>
                      <a:pt x="2727" y="0"/>
                      <a:pt x="24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6"/>
              <p:cNvSpPr/>
              <p:nvPr/>
            </p:nvSpPr>
            <p:spPr>
              <a:xfrm rot="5400000">
                <a:off x="6207151" y="1617240"/>
                <a:ext cx="851475" cy="177425"/>
              </a:xfrm>
              <a:custGeom>
                <a:avLst/>
                <a:gdLst/>
                <a:ahLst/>
                <a:cxnLst/>
                <a:rect l="l" t="t" r="r" b="b"/>
                <a:pathLst>
                  <a:path w="34059" h="7097" extrusionOk="0">
                    <a:moveTo>
                      <a:pt x="31556" y="0"/>
                    </a:moveTo>
                    <a:cubicBezTo>
                      <a:pt x="31315" y="0"/>
                      <a:pt x="31073" y="42"/>
                      <a:pt x="30856" y="125"/>
                    </a:cubicBezTo>
                    <a:cubicBezTo>
                      <a:pt x="30422" y="325"/>
                      <a:pt x="30089" y="659"/>
                      <a:pt x="29855" y="1059"/>
                    </a:cubicBezTo>
                    <a:cubicBezTo>
                      <a:pt x="29622" y="1460"/>
                      <a:pt x="29488" y="1893"/>
                      <a:pt x="29421" y="2327"/>
                    </a:cubicBezTo>
                    <a:cubicBezTo>
                      <a:pt x="29522" y="1893"/>
                      <a:pt x="29688" y="1493"/>
                      <a:pt x="29955" y="1126"/>
                    </a:cubicBezTo>
                    <a:cubicBezTo>
                      <a:pt x="30189" y="759"/>
                      <a:pt x="30522" y="459"/>
                      <a:pt x="30923" y="325"/>
                    </a:cubicBezTo>
                    <a:cubicBezTo>
                      <a:pt x="31100" y="262"/>
                      <a:pt x="31280" y="233"/>
                      <a:pt x="31458" y="233"/>
                    </a:cubicBezTo>
                    <a:cubicBezTo>
                      <a:pt x="32119" y="233"/>
                      <a:pt x="32756" y="634"/>
                      <a:pt x="33124" y="1159"/>
                    </a:cubicBezTo>
                    <a:cubicBezTo>
                      <a:pt x="33591" y="1860"/>
                      <a:pt x="33624" y="2794"/>
                      <a:pt x="33291" y="3561"/>
                    </a:cubicBezTo>
                    <a:cubicBezTo>
                      <a:pt x="32991" y="4328"/>
                      <a:pt x="32357" y="4962"/>
                      <a:pt x="31656" y="5396"/>
                    </a:cubicBezTo>
                    <a:cubicBezTo>
                      <a:pt x="30155" y="6263"/>
                      <a:pt x="28321" y="6296"/>
                      <a:pt x="26553" y="6296"/>
                    </a:cubicBezTo>
                    <a:cubicBezTo>
                      <a:pt x="24785" y="6296"/>
                      <a:pt x="23017" y="6130"/>
                      <a:pt x="21249" y="5896"/>
                    </a:cubicBezTo>
                    <a:cubicBezTo>
                      <a:pt x="19481" y="5696"/>
                      <a:pt x="17713" y="5396"/>
                      <a:pt x="15912" y="5162"/>
                    </a:cubicBezTo>
                    <a:cubicBezTo>
                      <a:pt x="14296" y="4983"/>
                      <a:pt x="12681" y="4857"/>
                      <a:pt x="11066" y="4857"/>
                    </a:cubicBezTo>
                    <a:cubicBezTo>
                      <a:pt x="10880" y="4857"/>
                      <a:pt x="10694" y="4859"/>
                      <a:pt x="10508" y="4862"/>
                    </a:cubicBezTo>
                    <a:cubicBezTo>
                      <a:pt x="8707" y="4895"/>
                      <a:pt x="6905" y="5062"/>
                      <a:pt x="5137" y="5429"/>
                    </a:cubicBezTo>
                    <a:cubicBezTo>
                      <a:pt x="3370" y="5796"/>
                      <a:pt x="1635" y="6363"/>
                      <a:pt x="0" y="7097"/>
                    </a:cubicBezTo>
                    <a:cubicBezTo>
                      <a:pt x="1702" y="6496"/>
                      <a:pt x="3403" y="6029"/>
                      <a:pt x="5171" y="5763"/>
                    </a:cubicBezTo>
                    <a:cubicBezTo>
                      <a:pt x="6760" y="5523"/>
                      <a:pt x="8376" y="5391"/>
                      <a:pt x="9971" y="5391"/>
                    </a:cubicBezTo>
                    <a:cubicBezTo>
                      <a:pt x="10150" y="5391"/>
                      <a:pt x="10329" y="5392"/>
                      <a:pt x="10508" y="5396"/>
                    </a:cubicBezTo>
                    <a:cubicBezTo>
                      <a:pt x="12276" y="5429"/>
                      <a:pt x="14077" y="5596"/>
                      <a:pt x="15845" y="5829"/>
                    </a:cubicBezTo>
                    <a:cubicBezTo>
                      <a:pt x="17613" y="6096"/>
                      <a:pt x="19381" y="6363"/>
                      <a:pt x="21149" y="6597"/>
                    </a:cubicBezTo>
                    <a:cubicBezTo>
                      <a:pt x="22950" y="6830"/>
                      <a:pt x="24751" y="6997"/>
                      <a:pt x="26553" y="6997"/>
                    </a:cubicBezTo>
                    <a:cubicBezTo>
                      <a:pt x="27487" y="6963"/>
                      <a:pt x="28387" y="6930"/>
                      <a:pt x="29288" y="6797"/>
                    </a:cubicBezTo>
                    <a:cubicBezTo>
                      <a:pt x="30189" y="6630"/>
                      <a:pt x="31123" y="6396"/>
                      <a:pt x="31923" y="5863"/>
                    </a:cubicBezTo>
                    <a:cubicBezTo>
                      <a:pt x="32724" y="5362"/>
                      <a:pt x="33391" y="4628"/>
                      <a:pt x="33725" y="3728"/>
                    </a:cubicBezTo>
                    <a:cubicBezTo>
                      <a:pt x="34058" y="2827"/>
                      <a:pt x="33991" y="1760"/>
                      <a:pt x="33391" y="959"/>
                    </a:cubicBezTo>
                    <a:cubicBezTo>
                      <a:pt x="33091" y="592"/>
                      <a:pt x="32724" y="292"/>
                      <a:pt x="32257" y="125"/>
                    </a:cubicBezTo>
                    <a:cubicBezTo>
                      <a:pt x="32040" y="42"/>
                      <a:pt x="31798" y="0"/>
                      <a:pt x="315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6"/>
              <p:cNvSpPr/>
              <p:nvPr/>
            </p:nvSpPr>
            <p:spPr>
              <a:xfrm rot="5400000">
                <a:off x="6008726" y="1617065"/>
                <a:ext cx="851475" cy="177775"/>
              </a:xfrm>
              <a:custGeom>
                <a:avLst/>
                <a:gdLst/>
                <a:ahLst/>
                <a:cxnLst/>
                <a:rect l="l" t="t" r="r" b="b"/>
                <a:pathLst>
                  <a:path w="34059" h="711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635" y="735"/>
                      <a:pt x="3370" y="1302"/>
                      <a:pt x="5137" y="1669"/>
                    </a:cubicBezTo>
                    <a:cubicBezTo>
                      <a:pt x="6905" y="2036"/>
                      <a:pt x="8707" y="2202"/>
                      <a:pt x="10508" y="2236"/>
                    </a:cubicBezTo>
                    <a:cubicBezTo>
                      <a:pt x="10783" y="2246"/>
                      <a:pt x="11059" y="2251"/>
                      <a:pt x="11334" y="2251"/>
                    </a:cubicBezTo>
                    <a:cubicBezTo>
                      <a:pt x="12860" y="2251"/>
                      <a:pt x="14386" y="2105"/>
                      <a:pt x="15912" y="1936"/>
                    </a:cubicBezTo>
                    <a:cubicBezTo>
                      <a:pt x="17713" y="1702"/>
                      <a:pt x="19481" y="1435"/>
                      <a:pt x="21249" y="1202"/>
                    </a:cubicBezTo>
                    <a:cubicBezTo>
                      <a:pt x="23017" y="968"/>
                      <a:pt x="24785" y="801"/>
                      <a:pt x="26553" y="801"/>
                    </a:cubicBezTo>
                    <a:cubicBezTo>
                      <a:pt x="28321" y="801"/>
                      <a:pt x="30155" y="868"/>
                      <a:pt x="31656" y="1702"/>
                    </a:cubicBezTo>
                    <a:cubicBezTo>
                      <a:pt x="32357" y="2136"/>
                      <a:pt x="32991" y="2769"/>
                      <a:pt x="33291" y="3570"/>
                    </a:cubicBezTo>
                    <a:cubicBezTo>
                      <a:pt x="33624" y="4304"/>
                      <a:pt x="33591" y="5271"/>
                      <a:pt x="33124" y="5938"/>
                    </a:cubicBezTo>
                    <a:cubicBezTo>
                      <a:pt x="32756" y="6491"/>
                      <a:pt x="32118" y="6898"/>
                      <a:pt x="31455" y="6898"/>
                    </a:cubicBezTo>
                    <a:cubicBezTo>
                      <a:pt x="31278" y="6898"/>
                      <a:pt x="31099" y="6869"/>
                      <a:pt x="30923" y="6806"/>
                    </a:cubicBezTo>
                    <a:cubicBezTo>
                      <a:pt x="30522" y="6672"/>
                      <a:pt x="30189" y="6339"/>
                      <a:pt x="29955" y="6005"/>
                    </a:cubicBezTo>
                    <a:cubicBezTo>
                      <a:pt x="29688" y="5638"/>
                      <a:pt x="29522" y="5205"/>
                      <a:pt x="29421" y="4771"/>
                    </a:cubicBezTo>
                    <a:lnTo>
                      <a:pt x="29421" y="4771"/>
                    </a:lnTo>
                    <a:cubicBezTo>
                      <a:pt x="29488" y="5205"/>
                      <a:pt x="29622" y="5672"/>
                      <a:pt x="29855" y="6038"/>
                    </a:cubicBezTo>
                    <a:cubicBezTo>
                      <a:pt x="30089" y="6439"/>
                      <a:pt x="30422" y="6772"/>
                      <a:pt x="30856" y="6972"/>
                    </a:cubicBezTo>
                    <a:cubicBezTo>
                      <a:pt x="31063" y="7068"/>
                      <a:pt x="31293" y="7110"/>
                      <a:pt x="31524" y="7110"/>
                    </a:cubicBezTo>
                    <a:cubicBezTo>
                      <a:pt x="31776" y="7110"/>
                      <a:pt x="32030" y="7060"/>
                      <a:pt x="32257" y="6972"/>
                    </a:cubicBezTo>
                    <a:cubicBezTo>
                      <a:pt x="32724" y="6806"/>
                      <a:pt x="33091" y="6539"/>
                      <a:pt x="33391" y="6139"/>
                    </a:cubicBezTo>
                    <a:cubicBezTo>
                      <a:pt x="33991" y="5371"/>
                      <a:pt x="34058" y="4304"/>
                      <a:pt x="33725" y="3403"/>
                    </a:cubicBezTo>
                    <a:cubicBezTo>
                      <a:pt x="33391" y="2503"/>
                      <a:pt x="32724" y="1769"/>
                      <a:pt x="31923" y="1235"/>
                    </a:cubicBezTo>
                    <a:cubicBezTo>
                      <a:pt x="31123" y="735"/>
                      <a:pt x="30189" y="468"/>
                      <a:pt x="29288" y="334"/>
                    </a:cubicBezTo>
                    <a:cubicBezTo>
                      <a:pt x="28387" y="201"/>
                      <a:pt x="27487" y="134"/>
                      <a:pt x="26553" y="134"/>
                    </a:cubicBezTo>
                    <a:cubicBezTo>
                      <a:pt x="26398" y="131"/>
                      <a:pt x="26244" y="130"/>
                      <a:pt x="26089" y="130"/>
                    </a:cubicBezTo>
                    <a:cubicBezTo>
                      <a:pt x="24442" y="130"/>
                      <a:pt x="22796" y="288"/>
                      <a:pt x="21149" y="501"/>
                    </a:cubicBezTo>
                    <a:cubicBezTo>
                      <a:pt x="19381" y="735"/>
                      <a:pt x="17613" y="1035"/>
                      <a:pt x="15812" y="1268"/>
                    </a:cubicBezTo>
                    <a:cubicBezTo>
                      <a:pt x="14077" y="1535"/>
                      <a:pt x="12276" y="1669"/>
                      <a:pt x="10508" y="1702"/>
                    </a:cubicBezTo>
                    <a:cubicBezTo>
                      <a:pt x="10329" y="1705"/>
                      <a:pt x="10150" y="1707"/>
                      <a:pt x="9971" y="1707"/>
                    </a:cubicBezTo>
                    <a:cubicBezTo>
                      <a:pt x="8376" y="1707"/>
                      <a:pt x="6760" y="1575"/>
                      <a:pt x="5171" y="1335"/>
                    </a:cubicBezTo>
                    <a:cubicBezTo>
                      <a:pt x="3403" y="1068"/>
                      <a:pt x="1702" y="601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6"/>
              <p:cNvSpPr/>
              <p:nvPr/>
            </p:nvSpPr>
            <p:spPr>
              <a:xfrm>
                <a:off x="5572075" y="1177600"/>
                <a:ext cx="851450" cy="177775"/>
              </a:xfrm>
              <a:custGeom>
                <a:avLst/>
                <a:gdLst/>
                <a:ahLst/>
                <a:cxnLst/>
                <a:rect l="l" t="t" r="r" b="b"/>
                <a:pathLst>
                  <a:path w="34058" h="7111" extrusionOk="0">
                    <a:moveTo>
                      <a:pt x="34058" y="1"/>
                    </a:moveTo>
                    <a:cubicBezTo>
                      <a:pt x="32357" y="601"/>
                      <a:pt x="30622" y="1068"/>
                      <a:pt x="28854" y="1335"/>
                    </a:cubicBezTo>
                    <a:cubicBezTo>
                      <a:pt x="27295" y="1575"/>
                      <a:pt x="25682" y="1707"/>
                      <a:pt x="24087" y="1707"/>
                    </a:cubicBezTo>
                    <a:cubicBezTo>
                      <a:pt x="23908" y="1707"/>
                      <a:pt x="23729" y="1705"/>
                      <a:pt x="23550" y="1702"/>
                    </a:cubicBezTo>
                    <a:cubicBezTo>
                      <a:pt x="21749" y="1669"/>
                      <a:pt x="19981" y="1535"/>
                      <a:pt x="18213" y="1268"/>
                    </a:cubicBezTo>
                    <a:cubicBezTo>
                      <a:pt x="16445" y="1035"/>
                      <a:pt x="14677" y="735"/>
                      <a:pt x="12910" y="501"/>
                    </a:cubicBezTo>
                    <a:cubicBezTo>
                      <a:pt x="11263" y="288"/>
                      <a:pt x="9616" y="130"/>
                      <a:pt x="7944" y="130"/>
                    </a:cubicBezTo>
                    <a:cubicBezTo>
                      <a:pt x="7787" y="130"/>
                      <a:pt x="7630" y="131"/>
                      <a:pt x="7472" y="134"/>
                    </a:cubicBezTo>
                    <a:cubicBezTo>
                      <a:pt x="6572" y="134"/>
                      <a:pt x="5671" y="201"/>
                      <a:pt x="4770" y="334"/>
                    </a:cubicBezTo>
                    <a:cubicBezTo>
                      <a:pt x="3836" y="468"/>
                      <a:pt x="2936" y="735"/>
                      <a:pt x="2135" y="1235"/>
                    </a:cubicBezTo>
                    <a:cubicBezTo>
                      <a:pt x="1335" y="1769"/>
                      <a:pt x="667" y="2503"/>
                      <a:pt x="334" y="3403"/>
                    </a:cubicBezTo>
                    <a:cubicBezTo>
                      <a:pt x="0" y="4304"/>
                      <a:pt x="67" y="5371"/>
                      <a:pt x="667" y="6139"/>
                    </a:cubicBezTo>
                    <a:cubicBezTo>
                      <a:pt x="934" y="6539"/>
                      <a:pt x="1335" y="6806"/>
                      <a:pt x="1802" y="6972"/>
                    </a:cubicBezTo>
                    <a:cubicBezTo>
                      <a:pt x="2028" y="7060"/>
                      <a:pt x="2273" y="7110"/>
                      <a:pt x="2522" y="7110"/>
                    </a:cubicBezTo>
                    <a:cubicBezTo>
                      <a:pt x="2749" y="7110"/>
                      <a:pt x="2980" y="7068"/>
                      <a:pt x="3203" y="6972"/>
                    </a:cubicBezTo>
                    <a:cubicBezTo>
                      <a:pt x="3636" y="6772"/>
                      <a:pt x="3970" y="6439"/>
                      <a:pt x="4203" y="6038"/>
                    </a:cubicBezTo>
                    <a:cubicBezTo>
                      <a:pt x="4437" y="5672"/>
                      <a:pt x="4570" y="5205"/>
                      <a:pt x="4637" y="4771"/>
                    </a:cubicBezTo>
                    <a:lnTo>
                      <a:pt x="4637" y="4771"/>
                    </a:lnTo>
                    <a:cubicBezTo>
                      <a:pt x="4537" y="5205"/>
                      <a:pt x="4370" y="5638"/>
                      <a:pt x="4103" y="6005"/>
                    </a:cubicBezTo>
                    <a:cubicBezTo>
                      <a:pt x="3870" y="6339"/>
                      <a:pt x="3536" y="6672"/>
                      <a:pt x="3103" y="6806"/>
                    </a:cubicBezTo>
                    <a:cubicBezTo>
                      <a:pt x="2933" y="6869"/>
                      <a:pt x="2760" y="6898"/>
                      <a:pt x="2587" y="6898"/>
                    </a:cubicBezTo>
                    <a:cubicBezTo>
                      <a:pt x="1941" y="6898"/>
                      <a:pt x="1303" y="6491"/>
                      <a:pt x="934" y="5938"/>
                    </a:cubicBezTo>
                    <a:cubicBezTo>
                      <a:pt x="467" y="5271"/>
                      <a:pt x="434" y="4304"/>
                      <a:pt x="734" y="3570"/>
                    </a:cubicBezTo>
                    <a:cubicBezTo>
                      <a:pt x="1068" y="2769"/>
                      <a:pt x="1668" y="2136"/>
                      <a:pt x="2402" y="1702"/>
                    </a:cubicBezTo>
                    <a:cubicBezTo>
                      <a:pt x="3903" y="868"/>
                      <a:pt x="5738" y="801"/>
                      <a:pt x="7472" y="801"/>
                    </a:cubicBezTo>
                    <a:cubicBezTo>
                      <a:pt x="9274" y="801"/>
                      <a:pt x="11042" y="968"/>
                      <a:pt x="12809" y="1202"/>
                    </a:cubicBezTo>
                    <a:cubicBezTo>
                      <a:pt x="14577" y="1435"/>
                      <a:pt x="16345" y="1702"/>
                      <a:pt x="18147" y="1936"/>
                    </a:cubicBezTo>
                    <a:cubicBezTo>
                      <a:pt x="19644" y="2105"/>
                      <a:pt x="21190" y="2251"/>
                      <a:pt x="22722" y="2251"/>
                    </a:cubicBezTo>
                    <a:cubicBezTo>
                      <a:pt x="22999" y="2251"/>
                      <a:pt x="23275" y="2246"/>
                      <a:pt x="23550" y="2236"/>
                    </a:cubicBezTo>
                    <a:cubicBezTo>
                      <a:pt x="25352" y="2202"/>
                      <a:pt x="27153" y="2036"/>
                      <a:pt x="28921" y="1669"/>
                    </a:cubicBezTo>
                    <a:cubicBezTo>
                      <a:pt x="30689" y="1302"/>
                      <a:pt x="32423" y="735"/>
                      <a:pt x="340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6"/>
              <p:cNvSpPr/>
              <p:nvPr/>
            </p:nvSpPr>
            <p:spPr>
              <a:xfrm>
                <a:off x="6480225" y="1098450"/>
                <a:ext cx="106750" cy="119300"/>
              </a:xfrm>
              <a:custGeom>
                <a:avLst/>
                <a:gdLst/>
                <a:ahLst/>
                <a:cxnLst/>
                <a:rect l="l" t="t" r="r" b="b"/>
                <a:pathLst>
                  <a:path w="4270" h="4772" extrusionOk="0">
                    <a:moveTo>
                      <a:pt x="2343" y="0"/>
                    </a:moveTo>
                    <a:cubicBezTo>
                      <a:pt x="2152" y="0"/>
                      <a:pt x="1958" y="22"/>
                      <a:pt x="1768" y="65"/>
                    </a:cubicBezTo>
                    <a:cubicBezTo>
                      <a:pt x="1168" y="231"/>
                      <a:pt x="601" y="665"/>
                      <a:pt x="334" y="1232"/>
                    </a:cubicBezTo>
                    <a:cubicBezTo>
                      <a:pt x="34" y="1833"/>
                      <a:pt x="0" y="2533"/>
                      <a:pt x="200" y="3133"/>
                    </a:cubicBezTo>
                    <a:cubicBezTo>
                      <a:pt x="401" y="3767"/>
                      <a:pt x="834" y="4334"/>
                      <a:pt x="1468" y="4601"/>
                    </a:cubicBezTo>
                    <a:cubicBezTo>
                      <a:pt x="1731" y="4712"/>
                      <a:pt x="2018" y="4771"/>
                      <a:pt x="2306" y="4771"/>
                    </a:cubicBezTo>
                    <a:cubicBezTo>
                      <a:pt x="2711" y="4771"/>
                      <a:pt x="3119" y="4654"/>
                      <a:pt x="3469" y="4401"/>
                    </a:cubicBezTo>
                    <a:cubicBezTo>
                      <a:pt x="4036" y="3967"/>
                      <a:pt x="4270" y="3200"/>
                      <a:pt x="4036" y="2533"/>
                    </a:cubicBezTo>
                    <a:cubicBezTo>
                      <a:pt x="3936" y="2199"/>
                      <a:pt x="3703" y="1899"/>
                      <a:pt x="3369" y="1766"/>
                    </a:cubicBezTo>
                    <a:cubicBezTo>
                      <a:pt x="3212" y="1679"/>
                      <a:pt x="3028" y="1628"/>
                      <a:pt x="2845" y="1628"/>
                    </a:cubicBezTo>
                    <a:cubicBezTo>
                      <a:pt x="2678" y="1628"/>
                      <a:pt x="2512" y="1670"/>
                      <a:pt x="2369" y="1766"/>
                    </a:cubicBezTo>
                    <a:cubicBezTo>
                      <a:pt x="2068" y="1966"/>
                      <a:pt x="1868" y="2333"/>
                      <a:pt x="2002" y="2666"/>
                    </a:cubicBezTo>
                    <a:cubicBezTo>
                      <a:pt x="2084" y="2914"/>
                      <a:pt x="2347" y="3093"/>
                      <a:pt x="2586" y="3093"/>
                    </a:cubicBezTo>
                    <a:cubicBezTo>
                      <a:pt x="2638" y="3093"/>
                      <a:pt x="2688" y="3084"/>
                      <a:pt x="2736" y="3067"/>
                    </a:cubicBezTo>
                    <a:lnTo>
                      <a:pt x="2736" y="3067"/>
                    </a:lnTo>
                    <a:cubicBezTo>
                      <a:pt x="2718" y="3069"/>
                      <a:pt x="2701" y="3070"/>
                      <a:pt x="2685" y="3070"/>
                    </a:cubicBezTo>
                    <a:cubicBezTo>
                      <a:pt x="2413" y="3070"/>
                      <a:pt x="2233" y="2820"/>
                      <a:pt x="2202" y="2600"/>
                    </a:cubicBezTo>
                    <a:cubicBezTo>
                      <a:pt x="2168" y="2366"/>
                      <a:pt x="2335" y="2166"/>
                      <a:pt x="2535" y="2066"/>
                    </a:cubicBezTo>
                    <a:cubicBezTo>
                      <a:pt x="2603" y="2038"/>
                      <a:pt x="2673" y="2025"/>
                      <a:pt x="2744" y="2025"/>
                    </a:cubicBezTo>
                    <a:cubicBezTo>
                      <a:pt x="3092" y="2025"/>
                      <a:pt x="3447" y="2339"/>
                      <a:pt x="3503" y="2700"/>
                    </a:cubicBezTo>
                    <a:cubicBezTo>
                      <a:pt x="3603" y="3133"/>
                      <a:pt x="3436" y="3634"/>
                      <a:pt x="3069" y="3867"/>
                    </a:cubicBezTo>
                    <a:cubicBezTo>
                      <a:pt x="2855" y="4004"/>
                      <a:pt x="2584" y="4072"/>
                      <a:pt x="2316" y="4072"/>
                    </a:cubicBezTo>
                    <a:cubicBezTo>
                      <a:pt x="2125" y="4072"/>
                      <a:pt x="1935" y="4037"/>
                      <a:pt x="1768" y="3967"/>
                    </a:cubicBezTo>
                    <a:cubicBezTo>
                      <a:pt x="901" y="3600"/>
                      <a:pt x="467" y="2366"/>
                      <a:pt x="834" y="1466"/>
                    </a:cubicBezTo>
                    <a:cubicBezTo>
                      <a:pt x="1001" y="999"/>
                      <a:pt x="1368" y="598"/>
                      <a:pt x="1868" y="398"/>
                    </a:cubicBezTo>
                    <a:cubicBezTo>
                      <a:pt x="2133" y="285"/>
                      <a:pt x="2442" y="225"/>
                      <a:pt x="2762" y="225"/>
                    </a:cubicBezTo>
                    <a:cubicBezTo>
                      <a:pt x="3006" y="225"/>
                      <a:pt x="3258" y="259"/>
                      <a:pt x="3503" y="331"/>
                    </a:cubicBezTo>
                    <a:cubicBezTo>
                      <a:pt x="3161" y="104"/>
                      <a:pt x="2757" y="0"/>
                      <a:pt x="23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7" name="Google Shape;217;p6"/>
            <p:cNvGrpSpPr/>
            <p:nvPr/>
          </p:nvGrpSpPr>
          <p:grpSpPr>
            <a:xfrm>
              <a:off x="7830289" y="144153"/>
              <a:ext cx="1149526" cy="1152340"/>
              <a:chOff x="5572075" y="979350"/>
              <a:chExt cx="1149526" cy="1152340"/>
            </a:xfrm>
          </p:grpSpPr>
          <p:sp>
            <p:nvSpPr>
              <p:cNvPr id="218" name="Google Shape;218;p6"/>
              <p:cNvSpPr/>
              <p:nvPr/>
            </p:nvSpPr>
            <p:spPr>
              <a:xfrm>
                <a:off x="5572075" y="979350"/>
                <a:ext cx="851450" cy="177425"/>
              </a:xfrm>
              <a:custGeom>
                <a:avLst/>
                <a:gdLst/>
                <a:ahLst/>
                <a:cxnLst/>
                <a:rect l="l" t="t" r="r" b="b"/>
                <a:pathLst>
                  <a:path w="34058" h="7097" extrusionOk="0">
                    <a:moveTo>
                      <a:pt x="2490" y="0"/>
                    </a:moveTo>
                    <a:cubicBezTo>
                      <a:pt x="2252" y="0"/>
                      <a:pt x="2018" y="42"/>
                      <a:pt x="1802" y="125"/>
                    </a:cubicBezTo>
                    <a:cubicBezTo>
                      <a:pt x="1335" y="292"/>
                      <a:pt x="934" y="592"/>
                      <a:pt x="667" y="959"/>
                    </a:cubicBezTo>
                    <a:cubicBezTo>
                      <a:pt x="67" y="1760"/>
                      <a:pt x="0" y="2827"/>
                      <a:pt x="334" y="3728"/>
                    </a:cubicBezTo>
                    <a:cubicBezTo>
                      <a:pt x="667" y="4628"/>
                      <a:pt x="1335" y="5362"/>
                      <a:pt x="2135" y="5863"/>
                    </a:cubicBezTo>
                    <a:cubicBezTo>
                      <a:pt x="2936" y="6396"/>
                      <a:pt x="3836" y="6630"/>
                      <a:pt x="4770" y="6797"/>
                    </a:cubicBezTo>
                    <a:cubicBezTo>
                      <a:pt x="5671" y="6930"/>
                      <a:pt x="6572" y="6963"/>
                      <a:pt x="7472" y="6997"/>
                    </a:cubicBezTo>
                    <a:cubicBezTo>
                      <a:pt x="9307" y="6997"/>
                      <a:pt x="11108" y="6830"/>
                      <a:pt x="12910" y="6597"/>
                    </a:cubicBezTo>
                    <a:cubicBezTo>
                      <a:pt x="14677" y="6363"/>
                      <a:pt x="16445" y="6096"/>
                      <a:pt x="18213" y="5829"/>
                    </a:cubicBezTo>
                    <a:cubicBezTo>
                      <a:pt x="19981" y="5596"/>
                      <a:pt x="21749" y="5429"/>
                      <a:pt x="23550" y="5396"/>
                    </a:cubicBezTo>
                    <a:cubicBezTo>
                      <a:pt x="23729" y="5392"/>
                      <a:pt x="23908" y="5391"/>
                      <a:pt x="24087" y="5391"/>
                    </a:cubicBezTo>
                    <a:cubicBezTo>
                      <a:pt x="25682" y="5391"/>
                      <a:pt x="27295" y="5523"/>
                      <a:pt x="28854" y="5763"/>
                    </a:cubicBezTo>
                    <a:cubicBezTo>
                      <a:pt x="30622" y="6029"/>
                      <a:pt x="32357" y="6496"/>
                      <a:pt x="34058" y="7097"/>
                    </a:cubicBezTo>
                    <a:cubicBezTo>
                      <a:pt x="32423" y="6363"/>
                      <a:pt x="30689" y="5796"/>
                      <a:pt x="28921" y="5429"/>
                    </a:cubicBezTo>
                    <a:cubicBezTo>
                      <a:pt x="27153" y="5062"/>
                      <a:pt x="25352" y="4895"/>
                      <a:pt x="23550" y="4862"/>
                    </a:cubicBezTo>
                    <a:cubicBezTo>
                      <a:pt x="23365" y="4859"/>
                      <a:pt x="23178" y="4857"/>
                      <a:pt x="22992" y="4857"/>
                    </a:cubicBezTo>
                    <a:cubicBezTo>
                      <a:pt x="21371" y="4857"/>
                      <a:pt x="19732" y="4983"/>
                      <a:pt x="18147" y="5162"/>
                    </a:cubicBezTo>
                    <a:cubicBezTo>
                      <a:pt x="16345" y="5396"/>
                      <a:pt x="14577" y="5696"/>
                      <a:pt x="12809" y="5896"/>
                    </a:cubicBezTo>
                    <a:cubicBezTo>
                      <a:pt x="11042" y="6130"/>
                      <a:pt x="9274" y="6296"/>
                      <a:pt x="7472" y="6296"/>
                    </a:cubicBezTo>
                    <a:cubicBezTo>
                      <a:pt x="5738" y="6296"/>
                      <a:pt x="3903" y="6263"/>
                      <a:pt x="2402" y="5396"/>
                    </a:cubicBezTo>
                    <a:cubicBezTo>
                      <a:pt x="1668" y="4962"/>
                      <a:pt x="1068" y="4328"/>
                      <a:pt x="734" y="3561"/>
                    </a:cubicBezTo>
                    <a:cubicBezTo>
                      <a:pt x="434" y="2794"/>
                      <a:pt x="467" y="1860"/>
                      <a:pt x="934" y="1159"/>
                    </a:cubicBezTo>
                    <a:cubicBezTo>
                      <a:pt x="1302" y="634"/>
                      <a:pt x="1939" y="233"/>
                      <a:pt x="2584" y="233"/>
                    </a:cubicBezTo>
                    <a:cubicBezTo>
                      <a:pt x="2758" y="233"/>
                      <a:pt x="2933" y="262"/>
                      <a:pt x="3103" y="325"/>
                    </a:cubicBezTo>
                    <a:cubicBezTo>
                      <a:pt x="3536" y="459"/>
                      <a:pt x="3870" y="759"/>
                      <a:pt x="4103" y="1126"/>
                    </a:cubicBezTo>
                    <a:cubicBezTo>
                      <a:pt x="4370" y="1493"/>
                      <a:pt x="4537" y="1893"/>
                      <a:pt x="4637" y="2327"/>
                    </a:cubicBezTo>
                    <a:cubicBezTo>
                      <a:pt x="4570" y="1893"/>
                      <a:pt x="4437" y="1460"/>
                      <a:pt x="4203" y="1059"/>
                    </a:cubicBezTo>
                    <a:cubicBezTo>
                      <a:pt x="3970" y="659"/>
                      <a:pt x="3636" y="325"/>
                      <a:pt x="3203" y="125"/>
                    </a:cubicBezTo>
                    <a:cubicBezTo>
                      <a:pt x="2969" y="42"/>
                      <a:pt x="2727" y="0"/>
                      <a:pt x="24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 rot="5400000">
                <a:off x="6207151" y="1617240"/>
                <a:ext cx="851475" cy="177425"/>
              </a:xfrm>
              <a:custGeom>
                <a:avLst/>
                <a:gdLst/>
                <a:ahLst/>
                <a:cxnLst/>
                <a:rect l="l" t="t" r="r" b="b"/>
                <a:pathLst>
                  <a:path w="34059" h="7097" extrusionOk="0">
                    <a:moveTo>
                      <a:pt x="31556" y="0"/>
                    </a:moveTo>
                    <a:cubicBezTo>
                      <a:pt x="31315" y="0"/>
                      <a:pt x="31073" y="42"/>
                      <a:pt x="30856" y="125"/>
                    </a:cubicBezTo>
                    <a:cubicBezTo>
                      <a:pt x="30422" y="325"/>
                      <a:pt x="30089" y="659"/>
                      <a:pt x="29855" y="1059"/>
                    </a:cubicBezTo>
                    <a:cubicBezTo>
                      <a:pt x="29622" y="1460"/>
                      <a:pt x="29488" y="1893"/>
                      <a:pt x="29421" y="2327"/>
                    </a:cubicBezTo>
                    <a:cubicBezTo>
                      <a:pt x="29522" y="1893"/>
                      <a:pt x="29688" y="1493"/>
                      <a:pt x="29955" y="1126"/>
                    </a:cubicBezTo>
                    <a:cubicBezTo>
                      <a:pt x="30189" y="759"/>
                      <a:pt x="30522" y="459"/>
                      <a:pt x="30923" y="325"/>
                    </a:cubicBezTo>
                    <a:cubicBezTo>
                      <a:pt x="31100" y="262"/>
                      <a:pt x="31280" y="233"/>
                      <a:pt x="31458" y="233"/>
                    </a:cubicBezTo>
                    <a:cubicBezTo>
                      <a:pt x="32119" y="233"/>
                      <a:pt x="32756" y="634"/>
                      <a:pt x="33124" y="1159"/>
                    </a:cubicBezTo>
                    <a:cubicBezTo>
                      <a:pt x="33591" y="1860"/>
                      <a:pt x="33624" y="2794"/>
                      <a:pt x="33291" y="3561"/>
                    </a:cubicBezTo>
                    <a:cubicBezTo>
                      <a:pt x="32991" y="4328"/>
                      <a:pt x="32357" y="4962"/>
                      <a:pt x="31656" y="5396"/>
                    </a:cubicBezTo>
                    <a:cubicBezTo>
                      <a:pt x="30155" y="6263"/>
                      <a:pt x="28321" y="6296"/>
                      <a:pt x="26553" y="6296"/>
                    </a:cubicBezTo>
                    <a:cubicBezTo>
                      <a:pt x="24785" y="6296"/>
                      <a:pt x="23017" y="6130"/>
                      <a:pt x="21249" y="5896"/>
                    </a:cubicBezTo>
                    <a:cubicBezTo>
                      <a:pt x="19481" y="5696"/>
                      <a:pt x="17713" y="5396"/>
                      <a:pt x="15912" y="5162"/>
                    </a:cubicBezTo>
                    <a:cubicBezTo>
                      <a:pt x="14296" y="4983"/>
                      <a:pt x="12681" y="4857"/>
                      <a:pt x="11066" y="4857"/>
                    </a:cubicBezTo>
                    <a:cubicBezTo>
                      <a:pt x="10880" y="4857"/>
                      <a:pt x="10694" y="4859"/>
                      <a:pt x="10508" y="4862"/>
                    </a:cubicBezTo>
                    <a:cubicBezTo>
                      <a:pt x="8707" y="4895"/>
                      <a:pt x="6905" y="5062"/>
                      <a:pt x="5137" y="5429"/>
                    </a:cubicBezTo>
                    <a:cubicBezTo>
                      <a:pt x="3370" y="5796"/>
                      <a:pt x="1635" y="6363"/>
                      <a:pt x="0" y="7097"/>
                    </a:cubicBezTo>
                    <a:cubicBezTo>
                      <a:pt x="1702" y="6496"/>
                      <a:pt x="3403" y="6029"/>
                      <a:pt x="5171" y="5763"/>
                    </a:cubicBezTo>
                    <a:cubicBezTo>
                      <a:pt x="6760" y="5523"/>
                      <a:pt x="8376" y="5391"/>
                      <a:pt x="9971" y="5391"/>
                    </a:cubicBezTo>
                    <a:cubicBezTo>
                      <a:pt x="10150" y="5391"/>
                      <a:pt x="10329" y="5392"/>
                      <a:pt x="10508" y="5396"/>
                    </a:cubicBezTo>
                    <a:cubicBezTo>
                      <a:pt x="12276" y="5429"/>
                      <a:pt x="14077" y="5596"/>
                      <a:pt x="15845" y="5829"/>
                    </a:cubicBezTo>
                    <a:cubicBezTo>
                      <a:pt x="17613" y="6096"/>
                      <a:pt x="19381" y="6363"/>
                      <a:pt x="21149" y="6597"/>
                    </a:cubicBezTo>
                    <a:cubicBezTo>
                      <a:pt x="22950" y="6830"/>
                      <a:pt x="24751" y="6997"/>
                      <a:pt x="26553" y="6997"/>
                    </a:cubicBezTo>
                    <a:cubicBezTo>
                      <a:pt x="27487" y="6963"/>
                      <a:pt x="28387" y="6930"/>
                      <a:pt x="29288" y="6797"/>
                    </a:cubicBezTo>
                    <a:cubicBezTo>
                      <a:pt x="30189" y="6630"/>
                      <a:pt x="31123" y="6396"/>
                      <a:pt x="31923" y="5863"/>
                    </a:cubicBezTo>
                    <a:cubicBezTo>
                      <a:pt x="32724" y="5362"/>
                      <a:pt x="33391" y="4628"/>
                      <a:pt x="33725" y="3728"/>
                    </a:cubicBezTo>
                    <a:cubicBezTo>
                      <a:pt x="34058" y="2827"/>
                      <a:pt x="33991" y="1760"/>
                      <a:pt x="33391" y="959"/>
                    </a:cubicBezTo>
                    <a:cubicBezTo>
                      <a:pt x="33091" y="592"/>
                      <a:pt x="32724" y="292"/>
                      <a:pt x="32257" y="125"/>
                    </a:cubicBezTo>
                    <a:cubicBezTo>
                      <a:pt x="32040" y="42"/>
                      <a:pt x="31798" y="0"/>
                      <a:pt x="315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 rot="5400000">
                <a:off x="6008726" y="1617065"/>
                <a:ext cx="851475" cy="177775"/>
              </a:xfrm>
              <a:custGeom>
                <a:avLst/>
                <a:gdLst/>
                <a:ahLst/>
                <a:cxnLst/>
                <a:rect l="l" t="t" r="r" b="b"/>
                <a:pathLst>
                  <a:path w="34059" h="711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635" y="735"/>
                      <a:pt x="3370" y="1302"/>
                      <a:pt x="5137" y="1669"/>
                    </a:cubicBezTo>
                    <a:cubicBezTo>
                      <a:pt x="6905" y="2036"/>
                      <a:pt x="8707" y="2202"/>
                      <a:pt x="10508" y="2236"/>
                    </a:cubicBezTo>
                    <a:cubicBezTo>
                      <a:pt x="10783" y="2246"/>
                      <a:pt x="11059" y="2251"/>
                      <a:pt x="11334" y="2251"/>
                    </a:cubicBezTo>
                    <a:cubicBezTo>
                      <a:pt x="12860" y="2251"/>
                      <a:pt x="14386" y="2105"/>
                      <a:pt x="15912" y="1936"/>
                    </a:cubicBezTo>
                    <a:cubicBezTo>
                      <a:pt x="17713" y="1702"/>
                      <a:pt x="19481" y="1435"/>
                      <a:pt x="21249" y="1202"/>
                    </a:cubicBezTo>
                    <a:cubicBezTo>
                      <a:pt x="23017" y="968"/>
                      <a:pt x="24785" y="801"/>
                      <a:pt x="26553" y="801"/>
                    </a:cubicBezTo>
                    <a:cubicBezTo>
                      <a:pt x="28321" y="801"/>
                      <a:pt x="30155" y="868"/>
                      <a:pt x="31656" y="1702"/>
                    </a:cubicBezTo>
                    <a:cubicBezTo>
                      <a:pt x="32357" y="2136"/>
                      <a:pt x="32991" y="2769"/>
                      <a:pt x="33291" y="3570"/>
                    </a:cubicBezTo>
                    <a:cubicBezTo>
                      <a:pt x="33624" y="4304"/>
                      <a:pt x="33591" y="5271"/>
                      <a:pt x="33124" y="5938"/>
                    </a:cubicBezTo>
                    <a:cubicBezTo>
                      <a:pt x="32756" y="6491"/>
                      <a:pt x="32118" y="6898"/>
                      <a:pt x="31455" y="6898"/>
                    </a:cubicBezTo>
                    <a:cubicBezTo>
                      <a:pt x="31278" y="6898"/>
                      <a:pt x="31099" y="6869"/>
                      <a:pt x="30923" y="6806"/>
                    </a:cubicBezTo>
                    <a:cubicBezTo>
                      <a:pt x="30522" y="6672"/>
                      <a:pt x="30189" y="6339"/>
                      <a:pt x="29955" y="6005"/>
                    </a:cubicBezTo>
                    <a:cubicBezTo>
                      <a:pt x="29688" y="5638"/>
                      <a:pt x="29522" y="5205"/>
                      <a:pt x="29421" y="4771"/>
                    </a:cubicBezTo>
                    <a:lnTo>
                      <a:pt x="29421" y="4771"/>
                    </a:lnTo>
                    <a:cubicBezTo>
                      <a:pt x="29488" y="5205"/>
                      <a:pt x="29622" y="5672"/>
                      <a:pt x="29855" y="6038"/>
                    </a:cubicBezTo>
                    <a:cubicBezTo>
                      <a:pt x="30089" y="6439"/>
                      <a:pt x="30422" y="6772"/>
                      <a:pt x="30856" y="6972"/>
                    </a:cubicBezTo>
                    <a:cubicBezTo>
                      <a:pt x="31063" y="7068"/>
                      <a:pt x="31293" y="7110"/>
                      <a:pt x="31524" y="7110"/>
                    </a:cubicBezTo>
                    <a:cubicBezTo>
                      <a:pt x="31776" y="7110"/>
                      <a:pt x="32030" y="7060"/>
                      <a:pt x="32257" y="6972"/>
                    </a:cubicBezTo>
                    <a:cubicBezTo>
                      <a:pt x="32724" y="6806"/>
                      <a:pt x="33091" y="6539"/>
                      <a:pt x="33391" y="6139"/>
                    </a:cubicBezTo>
                    <a:cubicBezTo>
                      <a:pt x="33991" y="5371"/>
                      <a:pt x="34058" y="4304"/>
                      <a:pt x="33725" y="3403"/>
                    </a:cubicBezTo>
                    <a:cubicBezTo>
                      <a:pt x="33391" y="2503"/>
                      <a:pt x="32724" y="1769"/>
                      <a:pt x="31923" y="1235"/>
                    </a:cubicBezTo>
                    <a:cubicBezTo>
                      <a:pt x="31123" y="735"/>
                      <a:pt x="30189" y="468"/>
                      <a:pt x="29288" y="334"/>
                    </a:cubicBezTo>
                    <a:cubicBezTo>
                      <a:pt x="28387" y="201"/>
                      <a:pt x="27487" y="134"/>
                      <a:pt x="26553" y="134"/>
                    </a:cubicBezTo>
                    <a:cubicBezTo>
                      <a:pt x="26398" y="131"/>
                      <a:pt x="26244" y="130"/>
                      <a:pt x="26089" y="130"/>
                    </a:cubicBezTo>
                    <a:cubicBezTo>
                      <a:pt x="24442" y="130"/>
                      <a:pt x="22796" y="288"/>
                      <a:pt x="21149" y="501"/>
                    </a:cubicBezTo>
                    <a:cubicBezTo>
                      <a:pt x="19381" y="735"/>
                      <a:pt x="17613" y="1035"/>
                      <a:pt x="15812" y="1268"/>
                    </a:cubicBezTo>
                    <a:cubicBezTo>
                      <a:pt x="14077" y="1535"/>
                      <a:pt x="12276" y="1669"/>
                      <a:pt x="10508" y="1702"/>
                    </a:cubicBezTo>
                    <a:cubicBezTo>
                      <a:pt x="10329" y="1705"/>
                      <a:pt x="10150" y="1707"/>
                      <a:pt x="9971" y="1707"/>
                    </a:cubicBezTo>
                    <a:cubicBezTo>
                      <a:pt x="8376" y="1707"/>
                      <a:pt x="6760" y="1575"/>
                      <a:pt x="5171" y="1335"/>
                    </a:cubicBezTo>
                    <a:cubicBezTo>
                      <a:pt x="3403" y="1068"/>
                      <a:pt x="1702" y="601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5572075" y="1177600"/>
                <a:ext cx="851450" cy="177775"/>
              </a:xfrm>
              <a:custGeom>
                <a:avLst/>
                <a:gdLst/>
                <a:ahLst/>
                <a:cxnLst/>
                <a:rect l="l" t="t" r="r" b="b"/>
                <a:pathLst>
                  <a:path w="34058" h="7111" extrusionOk="0">
                    <a:moveTo>
                      <a:pt x="34058" y="1"/>
                    </a:moveTo>
                    <a:cubicBezTo>
                      <a:pt x="32357" y="601"/>
                      <a:pt x="30622" y="1068"/>
                      <a:pt x="28854" y="1335"/>
                    </a:cubicBezTo>
                    <a:cubicBezTo>
                      <a:pt x="27295" y="1575"/>
                      <a:pt x="25682" y="1707"/>
                      <a:pt x="24087" y="1707"/>
                    </a:cubicBezTo>
                    <a:cubicBezTo>
                      <a:pt x="23908" y="1707"/>
                      <a:pt x="23729" y="1705"/>
                      <a:pt x="23550" y="1702"/>
                    </a:cubicBezTo>
                    <a:cubicBezTo>
                      <a:pt x="21749" y="1669"/>
                      <a:pt x="19981" y="1535"/>
                      <a:pt x="18213" y="1268"/>
                    </a:cubicBezTo>
                    <a:cubicBezTo>
                      <a:pt x="16445" y="1035"/>
                      <a:pt x="14677" y="735"/>
                      <a:pt x="12910" y="501"/>
                    </a:cubicBezTo>
                    <a:cubicBezTo>
                      <a:pt x="11263" y="288"/>
                      <a:pt x="9616" y="130"/>
                      <a:pt x="7944" y="130"/>
                    </a:cubicBezTo>
                    <a:cubicBezTo>
                      <a:pt x="7787" y="130"/>
                      <a:pt x="7630" y="131"/>
                      <a:pt x="7472" y="134"/>
                    </a:cubicBezTo>
                    <a:cubicBezTo>
                      <a:pt x="6572" y="134"/>
                      <a:pt x="5671" y="201"/>
                      <a:pt x="4770" y="334"/>
                    </a:cubicBezTo>
                    <a:cubicBezTo>
                      <a:pt x="3836" y="468"/>
                      <a:pt x="2936" y="735"/>
                      <a:pt x="2135" y="1235"/>
                    </a:cubicBezTo>
                    <a:cubicBezTo>
                      <a:pt x="1335" y="1769"/>
                      <a:pt x="667" y="2503"/>
                      <a:pt x="334" y="3403"/>
                    </a:cubicBezTo>
                    <a:cubicBezTo>
                      <a:pt x="0" y="4304"/>
                      <a:pt x="67" y="5371"/>
                      <a:pt x="667" y="6139"/>
                    </a:cubicBezTo>
                    <a:cubicBezTo>
                      <a:pt x="934" y="6539"/>
                      <a:pt x="1335" y="6806"/>
                      <a:pt x="1802" y="6972"/>
                    </a:cubicBezTo>
                    <a:cubicBezTo>
                      <a:pt x="2028" y="7060"/>
                      <a:pt x="2273" y="7110"/>
                      <a:pt x="2522" y="7110"/>
                    </a:cubicBezTo>
                    <a:cubicBezTo>
                      <a:pt x="2749" y="7110"/>
                      <a:pt x="2980" y="7068"/>
                      <a:pt x="3203" y="6972"/>
                    </a:cubicBezTo>
                    <a:cubicBezTo>
                      <a:pt x="3636" y="6772"/>
                      <a:pt x="3970" y="6439"/>
                      <a:pt x="4203" y="6038"/>
                    </a:cubicBezTo>
                    <a:cubicBezTo>
                      <a:pt x="4437" y="5672"/>
                      <a:pt x="4570" y="5205"/>
                      <a:pt x="4637" y="4771"/>
                    </a:cubicBezTo>
                    <a:lnTo>
                      <a:pt x="4637" y="4771"/>
                    </a:lnTo>
                    <a:cubicBezTo>
                      <a:pt x="4537" y="5205"/>
                      <a:pt x="4370" y="5638"/>
                      <a:pt x="4103" y="6005"/>
                    </a:cubicBezTo>
                    <a:cubicBezTo>
                      <a:pt x="3870" y="6339"/>
                      <a:pt x="3536" y="6672"/>
                      <a:pt x="3103" y="6806"/>
                    </a:cubicBezTo>
                    <a:cubicBezTo>
                      <a:pt x="2933" y="6869"/>
                      <a:pt x="2760" y="6898"/>
                      <a:pt x="2587" y="6898"/>
                    </a:cubicBezTo>
                    <a:cubicBezTo>
                      <a:pt x="1941" y="6898"/>
                      <a:pt x="1303" y="6491"/>
                      <a:pt x="934" y="5938"/>
                    </a:cubicBezTo>
                    <a:cubicBezTo>
                      <a:pt x="467" y="5271"/>
                      <a:pt x="434" y="4304"/>
                      <a:pt x="734" y="3570"/>
                    </a:cubicBezTo>
                    <a:cubicBezTo>
                      <a:pt x="1068" y="2769"/>
                      <a:pt x="1668" y="2136"/>
                      <a:pt x="2402" y="1702"/>
                    </a:cubicBezTo>
                    <a:cubicBezTo>
                      <a:pt x="3903" y="868"/>
                      <a:pt x="5738" y="801"/>
                      <a:pt x="7472" y="801"/>
                    </a:cubicBezTo>
                    <a:cubicBezTo>
                      <a:pt x="9274" y="801"/>
                      <a:pt x="11042" y="968"/>
                      <a:pt x="12809" y="1202"/>
                    </a:cubicBezTo>
                    <a:cubicBezTo>
                      <a:pt x="14577" y="1435"/>
                      <a:pt x="16345" y="1702"/>
                      <a:pt x="18147" y="1936"/>
                    </a:cubicBezTo>
                    <a:cubicBezTo>
                      <a:pt x="19644" y="2105"/>
                      <a:pt x="21190" y="2251"/>
                      <a:pt x="22722" y="2251"/>
                    </a:cubicBezTo>
                    <a:cubicBezTo>
                      <a:pt x="22999" y="2251"/>
                      <a:pt x="23275" y="2246"/>
                      <a:pt x="23550" y="2236"/>
                    </a:cubicBezTo>
                    <a:cubicBezTo>
                      <a:pt x="25352" y="2202"/>
                      <a:pt x="27153" y="2036"/>
                      <a:pt x="28921" y="1669"/>
                    </a:cubicBezTo>
                    <a:cubicBezTo>
                      <a:pt x="30689" y="1302"/>
                      <a:pt x="32423" y="735"/>
                      <a:pt x="340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6480225" y="1098450"/>
                <a:ext cx="106750" cy="119300"/>
              </a:xfrm>
              <a:custGeom>
                <a:avLst/>
                <a:gdLst/>
                <a:ahLst/>
                <a:cxnLst/>
                <a:rect l="l" t="t" r="r" b="b"/>
                <a:pathLst>
                  <a:path w="4270" h="4772" extrusionOk="0">
                    <a:moveTo>
                      <a:pt x="2343" y="0"/>
                    </a:moveTo>
                    <a:cubicBezTo>
                      <a:pt x="2152" y="0"/>
                      <a:pt x="1958" y="22"/>
                      <a:pt x="1768" y="65"/>
                    </a:cubicBezTo>
                    <a:cubicBezTo>
                      <a:pt x="1168" y="231"/>
                      <a:pt x="601" y="665"/>
                      <a:pt x="334" y="1232"/>
                    </a:cubicBezTo>
                    <a:cubicBezTo>
                      <a:pt x="34" y="1833"/>
                      <a:pt x="0" y="2533"/>
                      <a:pt x="200" y="3133"/>
                    </a:cubicBezTo>
                    <a:cubicBezTo>
                      <a:pt x="401" y="3767"/>
                      <a:pt x="834" y="4334"/>
                      <a:pt x="1468" y="4601"/>
                    </a:cubicBezTo>
                    <a:cubicBezTo>
                      <a:pt x="1731" y="4712"/>
                      <a:pt x="2018" y="4771"/>
                      <a:pt x="2306" y="4771"/>
                    </a:cubicBezTo>
                    <a:cubicBezTo>
                      <a:pt x="2711" y="4771"/>
                      <a:pt x="3119" y="4654"/>
                      <a:pt x="3469" y="4401"/>
                    </a:cubicBezTo>
                    <a:cubicBezTo>
                      <a:pt x="4036" y="3967"/>
                      <a:pt x="4270" y="3200"/>
                      <a:pt x="4036" y="2533"/>
                    </a:cubicBezTo>
                    <a:cubicBezTo>
                      <a:pt x="3936" y="2199"/>
                      <a:pt x="3703" y="1899"/>
                      <a:pt x="3369" y="1766"/>
                    </a:cubicBezTo>
                    <a:cubicBezTo>
                      <a:pt x="3212" y="1679"/>
                      <a:pt x="3028" y="1628"/>
                      <a:pt x="2845" y="1628"/>
                    </a:cubicBezTo>
                    <a:cubicBezTo>
                      <a:pt x="2678" y="1628"/>
                      <a:pt x="2512" y="1670"/>
                      <a:pt x="2369" y="1766"/>
                    </a:cubicBezTo>
                    <a:cubicBezTo>
                      <a:pt x="2068" y="1966"/>
                      <a:pt x="1868" y="2333"/>
                      <a:pt x="2002" y="2666"/>
                    </a:cubicBezTo>
                    <a:cubicBezTo>
                      <a:pt x="2084" y="2914"/>
                      <a:pt x="2347" y="3093"/>
                      <a:pt x="2586" y="3093"/>
                    </a:cubicBezTo>
                    <a:cubicBezTo>
                      <a:pt x="2638" y="3093"/>
                      <a:pt x="2688" y="3084"/>
                      <a:pt x="2736" y="3067"/>
                    </a:cubicBezTo>
                    <a:lnTo>
                      <a:pt x="2736" y="3067"/>
                    </a:lnTo>
                    <a:cubicBezTo>
                      <a:pt x="2718" y="3069"/>
                      <a:pt x="2701" y="3070"/>
                      <a:pt x="2685" y="3070"/>
                    </a:cubicBezTo>
                    <a:cubicBezTo>
                      <a:pt x="2413" y="3070"/>
                      <a:pt x="2233" y="2820"/>
                      <a:pt x="2202" y="2600"/>
                    </a:cubicBezTo>
                    <a:cubicBezTo>
                      <a:pt x="2168" y="2366"/>
                      <a:pt x="2335" y="2166"/>
                      <a:pt x="2535" y="2066"/>
                    </a:cubicBezTo>
                    <a:cubicBezTo>
                      <a:pt x="2603" y="2038"/>
                      <a:pt x="2673" y="2025"/>
                      <a:pt x="2744" y="2025"/>
                    </a:cubicBezTo>
                    <a:cubicBezTo>
                      <a:pt x="3092" y="2025"/>
                      <a:pt x="3447" y="2339"/>
                      <a:pt x="3503" y="2700"/>
                    </a:cubicBezTo>
                    <a:cubicBezTo>
                      <a:pt x="3603" y="3133"/>
                      <a:pt x="3436" y="3634"/>
                      <a:pt x="3069" y="3867"/>
                    </a:cubicBezTo>
                    <a:cubicBezTo>
                      <a:pt x="2855" y="4004"/>
                      <a:pt x="2584" y="4072"/>
                      <a:pt x="2316" y="4072"/>
                    </a:cubicBezTo>
                    <a:cubicBezTo>
                      <a:pt x="2125" y="4072"/>
                      <a:pt x="1935" y="4037"/>
                      <a:pt x="1768" y="3967"/>
                    </a:cubicBezTo>
                    <a:cubicBezTo>
                      <a:pt x="901" y="3600"/>
                      <a:pt x="467" y="2366"/>
                      <a:pt x="834" y="1466"/>
                    </a:cubicBezTo>
                    <a:cubicBezTo>
                      <a:pt x="1001" y="999"/>
                      <a:pt x="1368" y="598"/>
                      <a:pt x="1868" y="398"/>
                    </a:cubicBezTo>
                    <a:cubicBezTo>
                      <a:pt x="2133" y="285"/>
                      <a:pt x="2442" y="225"/>
                      <a:pt x="2762" y="225"/>
                    </a:cubicBezTo>
                    <a:cubicBezTo>
                      <a:pt x="3006" y="225"/>
                      <a:pt x="3258" y="259"/>
                      <a:pt x="3503" y="331"/>
                    </a:cubicBezTo>
                    <a:cubicBezTo>
                      <a:pt x="3161" y="104"/>
                      <a:pt x="2757" y="0"/>
                      <a:pt x="23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6"/>
            <p:cNvGrpSpPr/>
            <p:nvPr/>
          </p:nvGrpSpPr>
          <p:grpSpPr>
            <a:xfrm>
              <a:off x="3611363" y="4737060"/>
              <a:ext cx="1930575" cy="256925"/>
              <a:chOff x="3827075" y="1678375"/>
              <a:chExt cx="1930575" cy="256925"/>
            </a:xfrm>
          </p:grpSpPr>
          <p:sp>
            <p:nvSpPr>
              <p:cNvPr id="224" name="Google Shape;224;p6"/>
              <p:cNvSpPr/>
              <p:nvPr/>
            </p:nvSpPr>
            <p:spPr>
              <a:xfrm>
                <a:off x="4906175" y="1757525"/>
                <a:ext cx="851475" cy="177775"/>
              </a:xfrm>
              <a:custGeom>
                <a:avLst/>
                <a:gdLst/>
                <a:ahLst/>
                <a:cxnLst/>
                <a:rect l="l" t="t" r="r" b="b"/>
                <a:pathLst>
                  <a:path w="34059" h="711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635" y="735"/>
                      <a:pt x="3370" y="1302"/>
                      <a:pt x="5137" y="1669"/>
                    </a:cubicBezTo>
                    <a:cubicBezTo>
                      <a:pt x="6905" y="2036"/>
                      <a:pt x="8707" y="2202"/>
                      <a:pt x="10508" y="2236"/>
                    </a:cubicBezTo>
                    <a:cubicBezTo>
                      <a:pt x="10783" y="2246"/>
                      <a:pt x="11059" y="2251"/>
                      <a:pt x="11334" y="2251"/>
                    </a:cubicBezTo>
                    <a:cubicBezTo>
                      <a:pt x="12860" y="2251"/>
                      <a:pt x="14386" y="2105"/>
                      <a:pt x="15912" y="1936"/>
                    </a:cubicBezTo>
                    <a:cubicBezTo>
                      <a:pt x="17713" y="1702"/>
                      <a:pt x="19481" y="1435"/>
                      <a:pt x="21249" y="1202"/>
                    </a:cubicBezTo>
                    <a:cubicBezTo>
                      <a:pt x="23017" y="968"/>
                      <a:pt x="24785" y="801"/>
                      <a:pt x="26553" y="801"/>
                    </a:cubicBezTo>
                    <a:cubicBezTo>
                      <a:pt x="28321" y="801"/>
                      <a:pt x="30155" y="868"/>
                      <a:pt x="31656" y="1702"/>
                    </a:cubicBezTo>
                    <a:cubicBezTo>
                      <a:pt x="32357" y="2136"/>
                      <a:pt x="32991" y="2769"/>
                      <a:pt x="33291" y="3570"/>
                    </a:cubicBezTo>
                    <a:cubicBezTo>
                      <a:pt x="33624" y="4304"/>
                      <a:pt x="33591" y="5271"/>
                      <a:pt x="33124" y="5938"/>
                    </a:cubicBezTo>
                    <a:cubicBezTo>
                      <a:pt x="32756" y="6491"/>
                      <a:pt x="32118" y="6898"/>
                      <a:pt x="31455" y="6898"/>
                    </a:cubicBezTo>
                    <a:cubicBezTo>
                      <a:pt x="31278" y="6898"/>
                      <a:pt x="31099" y="6869"/>
                      <a:pt x="30923" y="6806"/>
                    </a:cubicBezTo>
                    <a:cubicBezTo>
                      <a:pt x="30522" y="6672"/>
                      <a:pt x="30189" y="6339"/>
                      <a:pt x="29955" y="6005"/>
                    </a:cubicBezTo>
                    <a:cubicBezTo>
                      <a:pt x="29688" y="5638"/>
                      <a:pt x="29522" y="5205"/>
                      <a:pt x="29421" y="4771"/>
                    </a:cubicBezTo>
                    <a:lnTo>
                      <a:pt x="29421" y="4771"/>
                    </a:lnTo>
                    <a:cubicBezTo>
                      <a:pt x="29488" y="5205"/>
                      <a:pt x="29622" y="5672"/>
                      <a:pt x="29855" y="6038"/>
                    </a:cubicBezTo>
                    <a:cubicBezTo>
                      <a:pt x="30089" y="6439"/>
                      <a:pt x="30422" y="6772"/>
                      <a:pt x="30856" y="6972"/>
                    </a:cubicBezTo>
                    <a:cubicBezTo>
                      <a:pt x="31063" y="7068"/>
                      <a:pt x="31293" y="7110"/>
                      <a:pt x="31524" y="7110"/>
                    </a:cubicBezTo>
                    <a:cubicBezTo>
                      <a:pt x="31776" y="7110"/>
                      <a:pt x="32030" y="7060"/>
                      <a:pt x="32257" y="6972"/>
                    </a:cubicBezTo>
                    <a:cubicBezTo>
                      <a:pt x="32724" y="6806"/>
                      <a:pt x="33091" y="6539"/>
                      <a:pt x="33391" y="6139"/>
                    </a:cubicBezTo>
                    <a:cubicBezTo>
                      <a:pt x="33991" y="5371"/>
                      <a:pt x="34058" y="4304"/>
                      <a:pt x="33725" y="3403"/>
                    </a:cubicBezTo>
                    <a:cubicBezTo>
                      <a:pt x="33391" y="2503"/>
                      <a:pt x="32724" y="1769"/>
                      <a:pt x="31923" y="1235"/>
                    </a:cubicBezTo>
                    <a:cubicBezTo>
                      <a:pt x="31123" y="735"/>
                      <a:pt x="30189" y="468"/>
                      <a:pt x="29288" y="334"/>
                    </a:cubicBezTo>
                    <a:cubicBezTo>
                      <a:pt x="28387" y="201"/>
                      <a:pt x="27487" y="134"/>
                      <a:pt x="26553" y="134"/>
                    </a:cubicBezTo>
                    <a:cubicBezTo>
                      <a:pt x="26398" y="131"/>
                      <a:pt x="26244" y="130"/>
                      <a:pt x="26089" y="130"/>
                    </a:cubicBezTo>
                    <a:cubicBezTo>
                      <a:pt x="24442" y="130"/>
                      <a:pt x="22796" y="288"/>
                      <a:pt x="21149" y="501"/>
                    </a:cubicBezTo>
                    <a:cubicBezTo>
                      <a:pt x="19381" y="735"/>
                      <a:pt x="17613" y="1035"/>
                      <a:pt x="15812" y="1268"/>
                    </a:cubicBezTo>
                    <a:cubicBezTo>
                      <a:pt x="14077" y="1535"/>
                      <a:pt x="12276" y="1669"/>
                      <a:pt x="10508" y="1702"/>
                    </a:cubicBezTo>
                    <a:cubicBezTo>
                      <a:pt x="10329" y="1705"/>
                      <a:pt x="10150" y="1707"/>
                      <a:pt x="9971" y="1707"/>
                    </a:cubicBezTo>
                    <a:cubicBezTo>
                      <a:pt x="8376" y="1707"/>
                      <a:pt x="6760" y="1575"/>
                      <a:pt x="5171" y="1335"/>
                    </a:cubicBezTo>
                    <a:cubicBezTo>
                      <a:pt x="3403" y="1068"/>
                      <a:pt x="1702" y="601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3827075" y="1757525"/>
                <a:ext cx="851450" cy="177775"/>
              </a:xfrm>
              <a:custGeom>
                <a:avLst/>
                <a:gdLst/>
                <a:ahLst/>
                <a:cxnLst/>
                <a:rect l="l" t="t" r="r" b="b"/>
                <a:pathLst>
                  <a:path w="34058" h="7111" extrusionOk="0">
                    <a:moveTo>
                      <a:pt x="34058" y="1"/>
                    </a:moveTo>
                    <a:cubicBezTo>
                      <a:pt x="32357" y="601"/>
                      <a:pt x="30622" y="1068"/>
                      <a:pt x="28854" y="1335"/>
                    </a:cubicBezTo>
                    <a:cubicBezTo>
                      <a:pt x="27295" y="1575"/>
                      <a:pt x="25682" y="1707"/>
                      <a:pt x="24087" y="1707"/>
                    </a:cubicBezTo>
                    <a:cubicBezTo>
                      <a:pt x="23908" y="1707"/>
                      <a:pt x="23729" y="1705"/>
                      <a:pt x="23550" y="1702"/>
                    </a:cubicBezTo>
                    <a:cubicBezTo>
                      <a:pt x="21749" y="1669"/>
                      <a:pt x="19981" y="1535"/>
                      <a:pt x="18213" y="1268"/>
                    </a:cubicBezTo>
                    <a:cubicBezTo>
                      <a:pt x="16445" y="1035"/>
                      <a:pt x="14677" y="735"/>
                      <a:pt x="12910" y="501"/>
                    </a:cubicBezTo>
                    <a:cubicBezTo>
                      <a:pt x="11263" y="288"/>
                      <a:pt x="9616" y="130"/>
                      <a:pt x="7944" y="130"/>
                    </a:cubicBezTo>
                    <a:cubicBezTo>
                      <a:pt x="7787" y="130"/>
                      <a:pt x="7630" y="131"/>
                      <a:pt x="7472" y="134"/>
                    </a:cubicBezTo>
                    <a:cubicBezTo>
                      <a:pt x="6572" y="134"/>
                      <a:pt x="5671" y="201"/>
                      <a:pt x="4770" y="334"/>
                    </a:cubicBezTo>
                    <a:cubicBezTo>
                      <a:pt x="3836" y="468"/>
                      <a:pt x="2936" y="735"/>
                      <a:pt x="2135" y="1235"/>
                    </a:cubicBezTo>
                    <a:cubicBezTo>
                      <a:pt x="1335" y="1769"/>
                      <a:pt x="667" y="2503"/>
                      <a:pt x="334" y="3403"/>
                    </a:cubicBezTo>
                    <a:cubicBezTo>
                      <a:pt x="0" y="4304"/>
                      <a:pt x="67" y="5371"/>
                      <a:pt x="667" y="6139"/>
                    </a:cubicBezTo>
                    <a:cubicBezTo>
                      <a:pt x="934" y="6539"/>
                      <a:pt x="1335" y="6806"/>
                      <a:pt x="1802" y="6972"/>
                    </a:cubicBezTo>
                    <a:cubicBezTo>
                      <a:pt x="2028" y="7060"/>
                      <a:pt x="2273" y="7110"/>
                      <a:pt x="2522" y="7110"/>
                    </a:cubicBezTo>
                    <a:cubicBezTo>
                      <a:pt x="2749" y="7110"/>
                      <a:pt x="2980" y="7068"/>
                      <a:pt x="3203" y="6972"/>
                    </a:cubicBezTo>
                    <a:cubicBezTo>
                      <a:pt x="3636" y="6772"/>
                      <a:pt x="3970" y="6439"/>
                      <a:pt x="4203" y="6038"/>
                    </a:cubicBezTo>
                    <a:cubicBezTo>
                      <a:pt x="4437" y="5672"/>
                      <a:pt x="4570" y="5205"/>
                      <a:pt x="4637" y="4771"/>
                    </a:cubicBezTo>
                    <a:lnTo>
                      <a:pt x="4637" y="4771"/>
                    </a:lnTo>
                    <a:cubicBezTo>
                      <a:pt x="4537" y="5205"/>
                      <a:pt x="4370" y="5638"/>
                      <a:pt x="4103" y="6005"/>
                    </a:cubicBezTo>
                    <a:cubicBezTo>
                      <a:pt x="3870" y="6339"/>
                      <a:pt x="3536" y="6672"/>
                      <a:pt x="3103" y="6806"/>
                    </a:cubicBezTo>
                    <a:cubicBezTo>
                      <a:pt x="2933" y="6869"/>
                      <a:pt x="2760" y="6898"/>
                      <a:pt x="2587" y="6898"/>
                    </a:cubicBezTo>
                    <a:cubicBezTo>
                      <a:pt x="1941" y="6898"/>
                      <a:pt x="1303" y="6491"/>
                      <a:pt x="934" y="5938"/>
                    </a:cubicBezTo>
                    <a:cubicBezTo>
                      <a:pt x="467" y="5271"/>
                      <a:pt x="434" y="4304"/>
                      <a:pt x="734" y="3570"/>
                    </a:cubicBezTo>
                    <a:cubicBezTo>
                      <a:pt x="1068" y="2769"/>
                      <a:pt x="1668" y="2136"/>
                      <a:pt x="2402" y="1702"/>
                    </a:cubicBezTo>
                    <a:cubicBezTo>
                      <a:pt x="3903" y="868"/>
                      <a:pt x="5738" y="801"/>
                      <a:pt x="7472" y="801"/>
                    </a:cubicBezTo>
                    <a:cubicBezTo>
                      <a:pt x="9274" y="801"/>
                      <a:pt x="11042" y="968"/>
                      <a:pt x="12809" y="1202"/>
                    </a:cubicBezTo>
                    <a:cubicBezTo>
                      <a:pt x="14577" y="1435"/>
                      <a:pt x="16345" y="1702"/>
                      <a:pt x="18147" y="1936"/>
                    </a:cubicBezTo>
                    <a:cubicBezTo>
                      <a:pt x="19644" y="2105"/>
                      <a:pt x="21190" y="2251"/>
                      <a:pt x="22722" y="2251"/>
                    </a:cubicBezTo>
                    <a:cubicBezTo>
                      <a:pt x="22999" y="2251"/>
                      <a:pt x="23275" y="2246"/>
                      <a:pt x="23550" y="2236"/>
                    </a:cubicBezTo>
                    <a:cubicBezTo>
                      <a:pt x="25352" y="2202"/>
                      <a:pt x="27153" y="2036"/>
                      <a:pt x="28921" y="1669"/>
                    </a:cubicBezTo>
                    <a:cubicBezTo>
                      <a:pt x="30689" y="1302"/>
                      <a:pt x="32423" y="735"/>
                      <a:pt x="340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4735225" y="1678375"/>
                <a:ext cx="106750" cy="119300"/>
              </a:xfrm>
              <a:custGeom>
                <a:avLst/>
                <a:gdLst/>
                <a:ahLst/>
                <a:cxnLst/>
                <a:rect l="l" t="t" r="r" b="b"/>
                <a:pathLst>
                  <a:path w="4270" h="4772" extrusionOk="0">
                    <a:moveTo>
                      <a:pt x="2343" y="0"/>
                    </a:moveTo>
                    <a:cubicBezTo>
                      <a:pt x="2152" y="0"/>
                      <a:pt x="1958" y="22"/>
                      <a:pt x="1768" y="65"/>
                    </a:cubicBezTo>
                    <a:cubicBezTo>
                      <a:pt x="1168" y="231"/>
                      <a:pt x="601" y="665"/>
                      <a:pt x="334" y="1232"/>
                    </a:cubicBezTo>
                    <a:cubicBezTo>
                      <a:pt x="34" y="1833"/>
                      <a:pt x="0" y="2533"/>
                      <a:pt x="200" y="3133"/>
                    </a:cubicBezTo>
                    <a:cubicBezTo>
                      <a:pt x="401" y="3767"/>
                      <a:pt x="834" y="4334"/>
                      <a:pt x="1468" y="4601"/>
                    </a:cubicBezTo>
                    <a:cubicBezTo>
                      <a:pt x="1731" y="4712"/>
                      <a:pt x="2018" y="4771"/>
                      <a:pt x="2306" y="4771"/>
                    </a:cubicBezTo>
                    <a:cubicBezTo>
                      <a:pt x="2711" y="4771"/>
                      <a:pt x="3119" y="4654"/>
                      <a:pt x="3469" y="4401"/>
                    </a:cubicBezTo>
                    <a:cubicBezTo>
                      <a:pt x="4036" y="3967"/>
                      <a:pt x="4270" y="3200"/>
                      <a:pt x="4036" y="2533"/>
                    </a:cubicBezTo>
                    <a:cubicBezTo>
                      <a:pt x="3936" y="2199"/>
                      <a:pt x="3703" y="1899"/>
                      <a:pt x="3369" y="1766"/>
                    </a:cubicBezTo>
                    <a:cubicBezTo>
                      <a:pt x="3212" y="1679"/>
                      <a:pt x="3028" y="1628"/>
                      <a:pt x="2845" y="1628"/>
                    </a:cubicBezTo>
                    <a:cubicBezTo>
                      <a:pt x="2678" y="1628"/>
                      <a:pt x="2512" y="1670"/>
                      <a:pt x="2369" y="1766"/>
                    </a:cubicBezTo>
                    <a:cubicBezTo>
                      <a:pt x="2068" y="1966"/>
                      <a:pt x="1868" y="2333"/>
                      <a:pt x="2002" y="2666"/>
                    </a:cubicBezTo>
                    <a:cubicBezTo>
                      <a:pt x="2084" y="2914"/>
                      <a:pt x="2347" y="3093"/>
                      <a:pt x="2586" y="3093"/>
                    </a:cubicBezTo>
                    <a:cubicBezTo>
                      <a:pt x="2638" y="3093"/>
                      <a:pt x="2688" y="3084"/>
                      <a:pt x="2736" y="3067"/>
                    </a:cubicBezTo>
                    <a:lnTo>
                      <a:pt x="2736" y="3067"/>
                    </a:lnTo>
                    <a:cubicBezTo>
                      <a:pt x="2718" y="3069"/>
                      <a:pt x="2701" y="3070"/>
                      <a:pt x="2685" y="3070"/>
                    </a:cubicBezTo>
                    <a:cubicBezTo>
                      <a:pt x="2413" y="3070"/>
                      <a:pt x="2233" y="2820"/>
                      <a:pt x="2202" y="2600"/>
                    </a:cubicBezTo>
                    <a:cubicBezTo>
                      <a:pt x="2168" y="2366"/>
                      <a:pt x="2335" y="2166"/>
                      <a:pt x="2535" y="2066"/>
                    </a:cubicBezTo>
                    <a:cubicBezTo>
                      <a:pt x="2603" y="2038"/>
                      <a:pt x="2673" y="2025"/>
                      <a:pt x="2744" y="2025"/>
                    </a:cubicBezTo>
                    <a:cubicBezTo>
                      <a:pt x="3092" y="2025"/>
                      <a:pt x="3447" y="2339"/>
                      <a:pt x="3503" y="2700"/>
                    </a:cubicBezTo>
                    <a:cubicBezTo>
                      <a:pt x="3603" y="3133"/>
                      <a:pt x="3436" y="3634"/>
                      <a:pt x="3069" y="3867"/>
                    </a:cubicBezTo>
                    <a:cubicBezTo>
                      <a:pt x="2855" y="4004"/>
                      <a:pt x="2584" y="4072"/>
                      <a:pt x="2316" y="4072"/>
                    </a:cubicBezTo>
                    <a:cubicBezTo>
                      <a:pt x="2125" y="4072"/>
                      <a:pt x="1935" y="4037"/>
                      <a:pt x="1768" y="3967"/>
                    </a:cubicBezTo>
                    <a:cubicBezTo>
                      <a:pt x="901" y="3600"/>
                      <a:pt x="467" y="2366"/>
                      <a:pt x="834" y="1466"/>
                    </a:cubicBezTo>
                    <a:cubicBezTo>
                      <a:pt x="1001" y="999"/>
                      <a:pt x="1368" y="598"/>
                      <a:pt x="1868" y="398"/>
                    </a:cubicBezTo>
                    <a:cubicBezTo>
                      <a:pt x="2133" y="285"/>
                      <a:pt x="2442" y="225"/>
                      <a:pt x="2762" y="225"/>
                    </a:cubicBezTo>
                    <a:cubicBezTo>
                      <a:pt x="3006" y="225"/>
                      <a:pt x="3258" y="259"/>
                      <a:pt x="3503" y="331"/>
                    </a:cubicBezTo>
                    <a:cubicBezTo>
                      <a:pt x="3161" y="104"/>
                      <a:pt x="2757" y="0"/>
                      <a:pt x="23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7" name="Google Shape;227;p6"/>
          <p:cNvSpPr txBox="1">
            <a:spLocks noGrp="1"/>
          </p:cNvSpPr>
          <p:nvPr>
            <p:ph type="title"/>
          </p:nvPr>
        </p:nvSpPr>
        <p:spPr>
          <a:xfrm>
            <a:off x="713225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28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"/>
          <p:cNvSpPr txBox="1">
            <a:spLocks noGrp="1"/>
          </p:cNvSpPr>
          <p:nvPr>
            <p:ph type="title"/>
          </p:nvPr>
        </p:nvSpPr>
        <p:spPr>
          <a:xfrm>
            <a:off x="1817525" y="2706850"/>
            <a:ext cx="55089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7"/>
          <p:cNvSpPr txBox="1">
            <a:spLocks noGrp="1"/>
          </p:cNvSpPr>
          <p:nvPr>
            <p:ph type="subTitle" idx="1"/>
          </p:nvPr>
        </p:nvSpPr>
        <p:spPr>
          <a:xfrm>
            <a:off x="1817663" y="3774600"/>
            <a:ext cx="55089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1" name="Google Shape;231;p7"/>
          <p:cNvSpPr>
            <a:spLocks noGrp="1"/>
          </p:cNvSpPr>
          <p:nvPr>
            <p:ph type="pic" idx="2"/>
          </p:nvPr>
        </p:nvSpPr>
        <p:spPr>
          <a:xfrm>
            <a:off x="1360950" y="-3985925"/>
            <a:ext cx="6400800" cy="64008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232" name="Google Shape;232;p7"/>
          <p:cNvGrpSpPr/>
          <p:nvPr/>
        </p:nvGrpSpPr>
        <p:grpSpPr>
          <a:xfrm>
            <a:off x="173464" y="3846720"/>
            <a:ext cx="8806351" cy="1152340"/>
            <a:chOff x="173464" y="3846720"/>
            <a:chExt cx="8806351" cy="1152340"/>
          </a:xfrm>
        </p:grpSpPr>
        <p:grpSp>
          <p:nvGrpSpPr>
            <p:cNvPr id="233" name="Google Shape;233;p7"/>
            <p:cNvGrpSpPr/>
            <p:nvPr/>
          </p:nvGrpSpPr>
          <p:grpSpPr>
            <a:xfrm rot="10800000">
              <a:off x="173464" y="3846720"/>
              <a:ext cx="1149526" cy="1152340"/>
              <a:chOff x="5572075" y="979350"/>
              <a:chExt cx="1149526" cy="1152340"/>
            </a:xfrm>
          </p:grpSpPr>
          <p:sp>
            <p:nvSpPr>
              <p:cNvPr id="234" name="Google Shape;234;p7"/>
              <p:cNvSpPr/>
              <p:nvPr/>
            </p:nvSpPr>
            <p:spPr>
              <a:xfrm>
                <a:off x="5572075" y="979350"/>
                <a:ext cx="851450" cy="177425"/>
              </a:xfrm>
              <a:custGeom>
                <a:avLst/>
                <a:gdLst/>
                <a:ahLst/>
                <a:cxnLst/>
                <a:rect l="l" t="t" r="r" b="b"/>
                <a:pathLst>
                  <a:path w="34058" h="7097" extrusionOk="0">
                    <a:moveTo>
                      <a:pt x="2490" y="0"/>
                    </a:moveTo>
                    <a:cubicBezTo>
                      <a:pt x="2252" y="0"/>
                      <a:pt x="2018" y="42"/>
                      <a:pt x="1802" y="125"/>
                    </a:cubicBezTo>
                    <a:cubicBezTo>
                      <a:pt x="1335" y="292"/>
                      <a:pt x="934" y="592"/>
                      <a:pt x="667" y="959"/>
                    </a:cubicBezTo>
                    <a:cubicBezTo>
                      <a:pt x="67" y="1760"/>
                      <a:pt x="0" y="2827"/>
                      <a:pt x="334" y="3728"/>
                    </a:cubicBezTo>
                    <a:cubicBezTo>
                      <a:pt x="667" y="4628"/>
                      <a:pt x="1335" y="5362"/>
                      <a:pt x="2135" y="5863"/>
                    </a:cubicBezTo>
                    <a:cubicBezTo>
                      <a:pt x="2936" y="6396"/>
                      <a:pt x="3836" y="6630"/>
                      <a:pt x="4770" y="6797"/>
                    </a:cubicBezTo>
                    <a:cubicBezTo>
                      <a:pt x="5671" y="6930"/>
                      <a:pt x="6572" y="6963"/>
                      <a:pt x="7472" y="6997"/>
                    </a:cubicBezTo>
                    <a:cubicBezTo>
                      <a:pt x="9307" y="6997"/>
                      <a:pt x="11108" y="6830"/>
                      <a:pt x="12910" y="6597"/>
                    </a:cubicBezTo>
                    <a:cubicBezTo>
                      <a:pt x="14677" y="6363"/>
                      <a:pt x="16445" y="6096"/>
                      <a:pt x="18213" y="5829"/>
                    </a:cubicBezTo>
                    <a:cubicBezTo>
                      <a:pt x="19981" y="5596"/>
                      <a:pt x="21749" y="5429"/>
                      <a:pt x="23550" y="5396"/>
                    </a:cubicBezTo>
                    <a:cubicBezTo>
                      <a:pt x="23729" y="5392"/>
                      <a:pt x="23908" y="5391"/>
                      <a:pt x="24087" y="5391"/>
                    </a:cubicBezTo>
                    <a:cubicBezTo>
                      <a:pt x="25682" y="5391"/>
                      <a:pt x="27295" y="5523"/>
                      <a:pt x="28854" y="5763"/>
                    </a:cubicBezTo>
                    <a:cubicBezTo>
                      <a:pt x="30622" y="6029"/>
                      <a:pt x="32357" y="6496"/>
                      <a:pt x="34058" y="7097"/>
                    </a:cubicBezTo>
                    <a:cubicBezTo>
                      <a:pt x="32423" y="6363"/>
                      <a:pt x="30689" y="5796"/>
                      <a:pt x="28921" y="5429"/>
                    </a:cubicBezTo>
                    <a:cubicBezTo>
                      <a:pt x="27153" y="5062"/>
                      <a:pt x="25352" y="4895"/>
                      <a:pt x="23550" y="4862"/>
                    </a:cubicBezTo>
                    <a:cubicBezTo>
                      <a:pt x="23365" y="4859"/>
                      <a:pt x="23178" y="4857"/>
                      <a:pt x="22992" y="4857"/>
                    </a:cubicBezTo>
                    <a:cubicBezTo>
                      <a:pt x="21371" y="4857"/>
                      <a:pt x="19732" y="4983"/>
                      <a:pt x="18147" y="5162"/>
                    </a:cubicBezTo>
                    <a:cubicBezTo>
                      <a:pt x="16345" y="5396"/>
                      <a:pt x="14577" y="5696"/>
                      <a:pt x="12809" y="5896"/>
                    </a:cubicBezTo>
                    <a:cubicBezTo>
                      <a:pt x="11042" y="6130"/>
                      <a:pt x="9274" y="6296"/>
                      <a:pt x="7472" y="6296"/>
                    </a:cubicBezTo>
                    <a:cubicBezTo>
                      <a:pt x="5738" y="6296"/>
                      <a:pt x="3903" y="6263"/>
                      <a:pt x="2402" y="5396"/>
                    </a:cubicBezTo>
                    <a:cubicBezTo>
                      <a:pt x="1668" y="4962"/>
                      <a:pt x="1068" y="4328"/>
                      <a:pt x="734" y="3561"/>
                    </a:cubicBezTo>
                    <a:cubicBezTo>
                      <a:pt x="434" y="2794"/>
                      <a:pt x="467" y="1860"/>
                      <a:pt x="934" y="1159"/>
                    </a:cubicBezTo>
                    <a:cubicBezTo>
                      <a:pt x="1302" y="634"/>
                      <a:pt x="1939" y="233"/>
                      <a:pt x="2584" y="233"/>
                    </a:cubicBezTo>
                    <a:cubicBezTo>
                      <a:pt x="2758" y="233"/>
                      <a:pt x="2933" y="262"/>
                      <a:pt x="3103" y="325"/>
                    </a:cubicBezTo>
                    <a:cubicBezTo>
                      <a:pt x="3536" y="459"/>
                      <a:pt x="3870" y="759"/>
                      <a:pt x="4103" y="1126"/>
                    </a:cubicBezTo>
                    <a:cubicBezTo>
                      <a:pt x="4370" y="1493"/>
                      <a:pt x="4537" y="1893"/>
                      <a:pt x="4637" y="2327"/>
                    </a:cubicBezTo>
                    <a:cubicBezTo>
                      <a:pt x="4570" y="1893"/>
                      <a:pt x="4437" y="1460"/>
                      <a:pt x="4203" y="1059"/>
                    </a:cubicBezTo>
                    <a:cubicBezTo>
                      <a:pt x="3970" y="659"/>
                      <a:pt x="3636" y="325"/>
                      <a:pt x="3203" y="125"/>
                    </a:cubicBezTo>
                    <a:cubicBezTo>
                      <a:pt x="2969" y="42"/>
                      <a:pt x="2727" y="0"/>
                      <a:pt x="24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7"/>
              <p:cNvSpPr/>
              <p:nvPr/>
            </p:nvSpPr>
            <p:spPr>
              <a:xfrm rot="5400000">
                <a:off x="6207151" y="1617240"/>
                <a:ext cx="851475" cy="177425"/>
              </a:xfrm>
              <a:custGeom>
                <a:avLst/>
                <a:gdLst/>
                <a:ahLst/>
                <a:cxnLst/>
                <a:rect l="l" t="t" r="r" b="b"/>
                <a:pathLst>
                  <a:path w="34059" h="7097" extrusionOk="0">
                    <a:moveTo>
                      <a:pt x="31556" y="0"/>
                    </a:moveTo>
                    <a:cubicBezTo>
                      <a:pt x="31315" y="0"/>
                      <a:pt x="31073" y="42"/>
                      <a:pt x="30856" y="125"/>
                    </a:cubicBezTo>
                    <a:cubicBezTo>
                      <a:pt x="30422" y="325"/>
                      <a:pt x="30089" y="659"/>
                      <a:pt x="29855" y="1059"/>
                    </a:cubicBezTo>
                    <a:cubicBezTo>
                      <a:pt x="29622" y="1460"/>
                      <a:pt x="29488" y="1893"/>
                      <a:pt x="29421" y="2327"/>
                    </a:cubicBezTo>
                    <a:cubicBezTo>
                      <a:pt x="29522" y="1893"/>
                      <a:pt x="29688" y="1493"/>
                      <a:pt x="29955" y="1126"/>
                    </a:cubicBezTo>
                    <a:cubicBezTo>
                      <a:pt x="30189" y="759"/>
                      <a:pt x="30522" y="459"/>
                      <a:pt x="30923" y="325"/>
                    </a:cubicBezTo>
                    <a:cubicBezTo>
                      <a:pt x="31100" y="262"/>
                      <a:pt x="31280" y="233"/>
                      <a:pt x="31458" y="233"/>
                    </a:cubicBezTo>
                    <a:cubicBezTo>
                      <a:pt x="32119" y="233"/>
                      <a:pt x="32756" y="634"/>
                      <a:pt x="33124" y="1159"/>
                    </a:cubicBezTo>
                    <a:cubicBezTo>
                      <a:pt x="33591" y="1860"/>
                      <a:pt x="33624" y="2794"/>
                      <a:pt x="33291" y="3561"/>
                    </a:cubicBezTo>
                    <a:cubicBezTo>
                      <a:pt x="32991" y="4328"/>
                      <a:pt x="32357" y="4962"/>
                      <a:pt x="31656" y="5396"/>
                    </a:cubicBezTo>
                    <a:cubicBezTo>
                      <a:pt x="30155" y="6263"/>
                      <a:pt x="28321" y="6296"/>
                      <a:pt x="26553" y="6296"/>
                    </a:cubicBezTo>
                    <a:cubicBezTo>
                      <a:pt x="24785" y="6296"/>
                      <a:pt x="23017" y="6130"/>
                      <a:pt x="21249" y="5896"/>
                    </a:cubicBezTo>
                    <a:cubicBezTo>
                      <a:pt x="19481" y="5696"/>
                      <a:pt x="17713" y="5396"/>
                      <a:pt x="15912" y="5162"/>
                    </a:cubicBezTo>
                    <a:cubicBezTo>
                      <a:pt x="14296" y="4983"/>
                      <a:pt x="12681" y="4857"/>
                      <a:pt x="11066" y="4857"/>
                    </a:cubicBezTo>
                    <a:cubicBezTo>
                      <a:pt x="10880" y="4857"/>
                      <a:pt x="10694" y="4859"/>
                      <a:pt x="10508" y="4862"/>
                    </a:cubicBezTo>
                    <a:cubicBezTo>
                      <a:pt x="8707" y="4895"/>
                      <a:pt x="6905" y="5062"/>
                      <a:pt x="5137" y="5429"/>
                    </a:cubicBezTo>
                    <a:cubicBezTo>
                      <a:pt x="3370" y="5796"/>
                      <a:pt x="1635" y="6363"/>
                      <a:pt x="0" y="7097"/>
                    </a:cubicBezTo>
                    <a:cubicBezTo>
                      <a:pt x="1702" y="6496"/>
                      <a:pt x="3403" y="6029"/>
                      <a:pt x="5171" y="5763"/>
                    </a:cubicBezTo>
                    <a:cubicBezTo>
                      <a:pt x="6760" y="5523"/>
                      <a:pt x="8376" y="5391"/>
                      <a:pt x="9971" y="5391"/>
                    </a:cubicBezTo>
                    <a:cubicBezTo>
                      <a:pt x="10150" y="5391"/>
                      <a:pt x="10329" y="5392"/>
                      <a:pt x="10508" y="5396"/>
                    </a:cubicBezTo>
                    <a:cubicBezTo>
                      <a:pt x="12276" y="5429"/>
                      <a:pt x="14077" y="5596"/>
                      <a:pt x="15845" y="5829"/>
                    </a:cubicBezTo>
                    <a:cubicBezTo>
                      <a:pt x="17613" y="6096"/>
                      <a:pt x="19381" y="6363"/>
                      <a:pt x="21149" y="6597"/>
                    </a:cubicBezTo>
                    <a:cubicBezTo>
                      <a:pt x="22950" y="6830"/>
                      <a:pt x="24751" y="6997"/>
                      <a:pt x="26553" y="6997"/>
                    </a:cubicBezTo>
                    <a:cubicBezTo>
                      <a:pt x="27487" y="6963"/>
                      <a:pt x="28387" y="6930"/>
                      <a:pt x="29288" y="6797"/>
                    </a:cubicBezTo>
                    <a:cubicBezTo>
                      <a:pt x="30189" y="6630"/>
                      <a:pt x="31123" y="6396"/>
                      <a:pt x="31923" y="5863"/>
                    </a:cubicBezTo>
                    <a:cubicBezTo>
                      <a:pt x="32724" y="5362"/>
                      <a:pt x="33391" y="4628"/>
                      <a:pt x="33725" y="3728"/>
                    </a:cubicBezTo>
                    <a:cubicBezTo>
                      <a:pt x="34058" y="2827"/>
                      <a:pt x="33991" y="1760"/>
                      <a:pt x="33391" y="959"/>
                    </a:cubicBezTo>
                    <a:cubicBezTo>
                      <a:pt x="33091" y="592"/>
                      <a:pt x="32724" y="292"/>
                      <a:pt x="32257" y="125"/>
                    </a:cubicBezTo>
                    <a:cubicBezTo>
                      <a:pt x="32040" y="42"/>
                      <a:pt x="31798" y="0"/>
                      <a:pt x="315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7"/>
              <p:cNvSpPr/>
              <p:nvPr/>
            </p:nvSpPr>
            <p:spPr>
              <a:xfrm rot="5400000">
                <a:off x="6008726" y="1617065"/>
                <a:ext cx="851475" cy="177775"/>
              </a:xfrm>
              <a:custGeom>
                <a:avLst/>
                <a:gdLst/>
                <a:ahLst/>
                <a:cxnLst/>
                <a:rect l="l" t="t" r="r" b="b"/>
                <a:pathLst>
                  <a:path w="34059" h="711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635" y="735"/>
                      <a:pt x="3370" y="1302"/>
                      <a:pt x="5137" y="1669"/>
                    </a:cubicBezTo>
                    <a:cubicBezTo>
                      <a:pt x="6905" y="2036"/>
                      <a:pt x="8707" y="2202"/>
                      <a:pt x="10508" y="2236"/>
                    </a:cubicBezTo>
                    <a:cubicBezTo>
                      <a:pt x="10783" y="2246"/>
                      <a:pt x="11059" y="2251"/>
                      <a:pt x="11334" y="2251"/>
                    </a:cubicBezTo>
                    <a:cubicBezTo>
                      <a:pt x="12860" y="2251"/>
                      <a:pt x="14386" y="2105"/>
                      <a:pt x="15912" y="1936"/>
                    </a:cubicBezTo>
                    <a:cubicBezTo>
                      <a:pt x="17713" y="1702"/>
                      <a:pt x="19481" y="1435"/>
                      <a:pt x="21249" y="1202"/>
                    </a:cubicBezTo>
                    <a:cubicBezTo>
                      <a:pt x="23017" y="968"/>
                      <a:pt x="24785" y="801"/>
                      <a:pt x="26553" y="801"/>
                    </a:cubicBezTo>
                    <a:cubicBezTo>
                      <a:pt x="28321" y="801"/>
                      <a:pt x="30155" y="868"/>
                      <a:pt x="31656" y="1702"/>
                    </a:cubicBezTo>
                    <a:cubicBezTo>
                      <a:pt x="32357" y="2136"/>
                      <a:pt x="32991" y="2769"/>
                      <a:pt x="33291" y="3570"/>
                    </a:cubicBezTo>
                    <a:cubicBezTo>
                      <a:pt x="33624" y="4304"/>
                      <a:pt x="33591" y="5271"/>
                      <a:pt x="33124" y="5938"/>
                    </a:cubicBezTo>
                    <a:cubicBezTo>
                      <a:pt x="32756" y="6491"/>
                      <a:pt x="32118" y="6898"/>
                      <a:pt x="31455" y="6898"/>
                    </a:cubicBezTo>
                    <a:cubicBezTo>
                      <a:pt x="31278" y="6898"/>
                      <a:pt x="31099" y="6869"/>
                      <a:pt x="30923" y="6806"/>
                    </a:cubicBezTo>
                    <a:cubicBezTo>
                      <a:pt x="30522" y="6672"/>
                      <a:pt x="30189" y="6339"/>
                      <a:pt x="29955" y="6005"/>
                    </a:cubicBezTo>
                    <a:cubicBezTo>
                      <a:pt x="29688" y="5638"/>
                      <a:pt x="29522" y="5205"/>
                      <a:pt x="29421" y="4771"/>
                    </a:cubicBezTo>
                    <a:lnTo>
                      <a:pt x="29421" y="4771"/>
                    </a:lnTo>
                    <a:cubicBezTo>
                      <a:pt x="29488" y="5205"/>
                      <a:pt x="29622" y="5672"/>
                      <a:pt x="29855" y="6038"/>
                    </a:cubicBezTo>
                    <a:cubicBezTo>
                      <a:pt x="30089" y="6439"/>
                      <a:pt x="30422" y="6772"/>
                      <a:pt x="30856" y="6972"/>
                    </a:cubicBezTo>
                    <a:cubicBezTo>
                      <a:pt x="31063" y="7068"/>
                      <a:pt x="31293" y="7110"/>
                      <a:pt x="31524" y="7110"/>
                    </a:cubicBezTo>
                    <a:cubicBezTo>
                      <a:pt x="31776" y="7110"/>
                      <a:pt x="32030" y="7060"/>
                      <a:pt x="32257" y="6972"/>
                    </a:cubicBezTo>
                    <a:cubicBezTo>
                      <a:pt x="32724" y="6806"/>
                      <a:pt x="33091" y="6539"/>
                      <a:pt x="33391" y="6139"/>
                    </a:cubicBezTo>
                    <a:cubicBezTo>
                      <a:pt x="33991" y="5371"/>
                      <a:pt x="34058" y="4304"/>
                      <a:pt x="33725" y="3403"/>
                    </a:cubicBezTo>
                    <a:cubicBezTo>
                      <a:pt x="33391" y="2503"/>
                      <a:pt x="32724" y="1769"/>
                      <a:pt x="31923" y="1235"/>
                    </a:cubicBezTo>
                    <a:cubicBezTo>
                      <a:pt x="31123" y="735"/>
                      <a:pt x="30189" y="468"/>
                      <a:pt x="29288" y="334"/>
                    </a:cubicBezTo>
                    <a:cubicBezTo>
                      <a:pt x="28387" y="201"/>
                      <a:pt x="27487" y="134"/>
                      <a:pt x="26553" y="134"/>
                    </a:cubicBezTo>
                    <a:cubicBezTo>
                      <a:pt x="26398" y="131"/>
                      <a:pt x="26244" y="130"/>
                      <a:pt x="26089" y="130"/>
                    </a:cubicBezTo>
                    <a:cubicBezTo>
                      <a:pt x="24442" y="130"/>
                      <a:pt x="22796" y="288"/>
                      <a:pt x="21149" y="501"/>
                    </a:cubicBezTo>
                    <a:cubicBezTo>
                      <a:pt x="19381" y="735"/>
                      <a:pt x="17613" y="1035"/>
                      <a:pt x="15812" y="1268"/>
                    </a:cubicBezTo>
                    <a:cubicBezTo>
                      <a:pt x="14077" y="1535"/>
                      <a:pt x="12276" y="1669"/>
                      <a:pt x="10508" y="1702"/>
                    </a:cubicBezTo>
                    <a:cubicBezTo>
                      <a:pt x="10329" y="1705"/>
                      <a:pt x="10150" y="1707"/>
                      <a:pt x="9971" y="1707"/>
                    </a:cubicBezTo>
                    <a:cubicBezTo>
                      <a:pt x="8376" y="1707"/>
                      <a:pt x="6760" y="1575"/>
                      <a:pt x="5171" y="1335"/>
                    </a:cubicBezTo>
                    <a:cubicBezTo>
                      <a:pt x="3403" y="1068"/>
                      <a:pt x="1702" y="601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7"/>
              <p:cNvSpPr/>
              <p:nvPr/>
            </p:nvSpPr>
            <p:spPr>
              <a:xfrm>
                <a:off x="5572075" y="1177600"/>
                <a:ext cx="851450" cy="177775"/>
              </a:xfrm>
              <a:custGeom>
                <a:avLst/>
                <a:gdLst/>
                <a:ahLst/>
                <a:cxnLst/>
                <a:rect l="l" t="t" r="r" b="b"/>
                <a:pathLst>
                  <a:path w="34058" h="7111" extrusionOk="0">
                    <a:moveTo>
                      <a:pt x="34058" y="1"/>
                    </a:moveTo>
                    <a:cubicBezTo>
                      <a:pt x="32357" y="601"/>
                      <a:pt x="30622" y="1068"/>
                      <a:pt x="28854" y="1335"/>
                    </a:cubicBezTo>
                    <a:cubicBezTo>
                      <a:pt x="27295" y="1575"/>
                      <a:pt x="25682" y="1707"/>
                      <a:pt x="24087" y="1707"/>
                    </a:cubicBezTo>
                    <a:cubicBezTo>
                      <a:pt x="23908" y="1707"/>
                      <a:pt x="23729" y="1705"/>
                      <a:pt x="23550" y="1702"/>
                    </a:cubicBezTo>
                    <a:cubicBezTo>
                      <a:pt x="21749" y="1669"/>
                      <a:pt x="19981" y="1535"/>
                      <a:pt x="18213" y="1268"/>
                    </a:cubicBezTo>
                    <a:cubicBezTo>
                      <a:pt x="16445" y="1035"/>
                      <a:pt x="14677" y="735"/>
                      <a:pt x="12910" y="501"/>
                    </a:cubicBezTo>
                    <a:cubicBezTo>
                      <a:pt x="11263" y="288"/>
                      <a:pt x="9616" y="130"/>
                      <a:pt x="7944" y="130"/>
                    </a:cubicBezTo>
                    <a:cubicBezTo>
                      <a:pt x="7787" y="130"/>
                      <a:pt x="7630" y="131"/>
                      <a:pt x="7472" y="134"/>
                    </a:cubicBezTo>
                    <a:cubicBezTo>
                      <a:pt x="6572" y="134"/>
                      <a:pt x="5671" y="201"/>
                      <a:pt x="4770" y="334"/>
                    </a:cubicBezTo>
                    <a:cubicBezTo>
                      <a:pt x="3836" y="468"/>
                      <a:pt x="2936" y="735"/>
                      <a:pt x="2135" y="1235"/>
                    </a:cubicBezTo>
                    <a:cubicBezTo>
                      <a:pt x="1335" y="1769"/>
                      <a:pt x="667" y="2503"/>
                      <a:pt x="334" y="3403"/>
                    </a:cubicBezTo>
                    <a:cubicBezTo>
                      <a:pt x="0" y="4304"/>
                      <a:pt x="67" y="5371"/>
                      <a:pt x="667" y="6139"/>
                    </a:cubicBezTo>
                    <a:cubicBezTo>
                      <a:pt x="934" y="6539"/>
                      <a:pt x="1335" y="6806"/>
                      <a:pt x="1802" y="6972"/>
                    </a:cubicBezTo>
                    <a:cubicBezTo>
                      <a:pt x="2028" y="7060"/>
                      <a:pt x="2273" y="7110"/>
                      <a:pt x="2522" y="7110"/>
                    </a:cubicBezTo>
                    <a:cubicBezTo>
                      <a:pt x="2749" y="7110"/>
                      <a:pt x="2980" y="7068"/>
                      <a:pt x="3203" y="6972"/>
                    </a:cubicBezTo>
                    <a:cubicBezTo>
                      <a:pt x="3636" y="6772"/>
                      <a:pt x="3970" y="6439"/>
                      <a:pt x="4203" y="6038"/>
                    </a:cubicBezTo>
                    <a:cubicBezTo>
                      <a:pt x="4437" y="5672"/>
                      <a:pt x="4570" y="5205"/>
                      <a:pt x="4637" y="4771"/>
                    </a:cubicBezTo>
                    <a:lnTo>
                      <a:pt x="4637" y="4771"/>
                    </a:lnTo>
                    <a:cubicBezTo>
                      <a:pt x="4537" y="5205"/>
                      <a:pt x="4370" y="5638"/>
                      <a:pt x="4103" y="6005"/>
                    </a:cubicBezTo>
                    <a:cubicBezTo>
                      <a:pt x="3870" y="6339"/>
                      <a:pt x="3536" y="6672"/>
                      <a:pt x="3103" y="6806"/>
                    </a:cubicBezTo>
                    <a:cubicBezTo>
                      <a:pt x="2933" y="6869"/>
                      <a:pt x="2760" y="6898"/>
                      <a:pt x="2587" y="6898"/>
                    </a:cubicBezTo>
                    <a:cubicBezTo>
                      <a:pt x="1941" y="6898"/>
                      <a:pt x="1303" y="6491"/>
                      <a:pt x="934" y="5938"/>
                    </a:cubicBezTo>
                    <a:cubicBezTo>
                      <a:pt x="467" y="5271"/>
                      <a:pt x="434" y="4304"/>
                      <a:pt x="734" y="3570"/>
                    </a:cubicBezTo>
                    <a:cubicBezTo>
                      <a:pt x="1068" y="2769"/>
                      <a:pt x="1668" y="2136"/>
                      <a:pt x="2402" y="1702"/>
                    </a:cubicBezTo>
                    <a:cubicBezTo>
                      <a:pt x="3903" y="868"/>
                      <a:pt x="5738" y="801"/>
                      <a:pt x="7472" y="801"/>
                    </a:cubicBezTo>
                    <a:cubicBezTo>
                      <a:pt x="9274" y="801"/>
                      <a:pt x="11042" y="968"/>
                      <a:pt x="12809" y="1202"/>
                    </a:cubicBezTo>
                    <a:cubicBezTo>
                      <a:pt x="14577" y="1435"/>
                      <a:pt x="16345" y="1702"/>
                      <a:pt x="18147" y="1936"/>
                    </a:cubicBezTo>
                    <a:cubicBezTo>
                      <a:pt x="19644" y="2105"/>
                      <a:pt x="21190" y="2251"/>
                      <a:pt x="22722" y="2251"/>
                    </a:cubicBezTo>
                    <a:cubicBezTo>
                      <a:pt x="22999" y="2251"/>
                      <a:pt x="23275" y="2246"/>
                      <a:pt x="23550" y="2236"/>
                    </a:cubicBezTo>
                    <a:cubicBezTo>
                      <a:pt x="25352" y="2202"/>
                      <a:pt x="27153" y="2036"/>
                      <a:pt x="28921" y="1669"/>
                    </a:cubicBezTo>
                    <a:cubicBezTo>
                      <a:pt x="30689" y="1302"/>
                      <a:pt x="32423" y="735"/>
                      <a:pt x="340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7"/>
              <p:cNvSpPr/>
              <p:nvPr/>
            </p:nvSpPr>
            <p:spPr>
              <a:xfrm>
                <a:off x="6480225" y="1098450"/>
                <a:ext cx="106750" cy="119300"/>
              </a:xfrm>
              <a:custGeom>
                <a:avLst/>
                <a:gdLst/>
                <a:ahLst/>
                <a:cxnLst/>
                <a:rect l="l" t="t" r="r" b="b"/>
                <a:pathLst>
                  <a:path w="4270" h="4772" extrusionOk="0">
                    <a:moveTo>
                      <a:pt x="2343" y="0"/>
                    </a:moveTo>
                    <a:cubicBezTo>
                      <a:pt x="2152" y="0"/>
                      <a:pt x="1958" y="22"/>
                      <a:pt x="1768" y="65"/>
                    </a:cubicBezTo>
                    <a:cubicBezTo>
                      <a:pt x="1168" y="231"/>
                      <a:pt x="601" y="665"/>
                      <a:pt x="334" y="1232"/>
                    </a:cubicBezTo>
                    <a:cubicBezTo>
                      <a:pt x="34" y="1833"/>
                      <a:pt x="0" y="2533"/>
                      <a:pt x="200" y="3133"/>
                    </a:cubicBezTo>
                    <a:cubicBezTo>
                      <a:pt x="401" y="3767"/>
                      <a:pt x="834" y="4334"/>
                      <a:pt x="1468" y="4601"/>
                    </a:cubicBezTo>
                    <a:cubicBezTo>
                      <a:pt x="1731" y="4712"/>
                      <a:pt x="2018" y="4771"/>
                      <a:pt x="2306" y="4771"/>
                    </a:cubicBezTo>
                    <a:cubicBezTo>
                      <a:pt x="2711" y="4771"/>
                      <a:pt x="3119" y="4654"/>
                      <a:pt x="3469" y="4401"/>
                    </a:cubicBezTo>
                    <a:cubicBezTo>
                      <a:pt x="4036" y="3967"/>
                      <a:pt x="4270" y="3200"/>
                      <a:pt x="4036" y="2533"/>
                    </a:cubicBezTo>
                    <a:cubicBezTo>
                      <a:pt x="3936" y="2199"/>
                      <a:pt x="3703" y="1899"/>
                      <a:pt x="3369" y="1766"/>
                    </a:cubicBezTo>
                    <a:cubicBezTo>
                      <a:pt x="3212" y="1679"/>
                      <a:pt x="3028" y="1628"/>
                      <a:pt x="2845" y="1628"/>
                    </a:cubicBezTo>
                    <a:cubicBezTo>
                      <a:pt x="2678" y="1628"/>
                      <a:pt x="2512" y="1670"/>
                      <a:pt x="2369" y="1766"/>
                    </a:cubicBezTo>
                    <a:cubicBezTo>
                      <a:pt x="2068" y="1966"/>
                      <a:pt x="1868" y="2333"/>
                      <a:pt x="2002" y="2666"/>
                    </a:cubicBezTo>
                    <a:cubicBezTo>
                      <a:pt x="2084" y="2914"/>
                      <a:pt x="2347" y="3093"/>
                      <a:pt x="2586" y="3093"/>
                    </a:cubicBezTo>
                    <a:cubicBezTo>
                      <a:pt x="2638" y="3093"/>
                      <a:pt x="2688" y="3084"/>
                      <a:pt x="2736" y="3067"/>
                    </a:cubicBezTo>
                    <a:lnTo>
                      <a:pt x="2736" y="3067"/>
                    </a:lnTo>
                    <a:cubicBezTo>
                      <a:pt x="2718" y="3069"/>
                      <a:pt x="2701" y="3070"/>
                      <a:pt x="2685" y="3070"/>
                    </a:cubicBezTo>
                    <a:cubicBezTo>
                      <a:pt x="2413" y="3070"/>
                      <a:pt x="2233" y="2820"/>
                      <a:pt x="2202" y="2600"/>
                    </a:cubicBezTo>
                    <a:cubicBezTo>
                      <a:pt x="2168" y="2366"/>
                      <a:pt x="2335" y="2166"/>
                      <a:pt x="2535" y="2066"/>
                    </a:cubicBezTo>
                    <a:cubicBezTo>
                      <a:pt x="2603" y="2038"/>
                      <a:pt x="2673" y="2025"/>
                      <a:pt x="2744" y="2025"/>
                    </a:cubicBezTo>
                    <a:cubicBezTo>
                      <a:pt x="3092" y="2025"/>
                      <a:pt x="3447" y="2339"/>
                      <a:pt x="3503" y="2700"/>
                    </a:cubicBezTo>
                    <a:cubicBezTo>
                      <a:pt x="3603" y="3133"/>
                      <a:pt x="3436" y="3634"/>
                      <a:pt x="3069" y="3867"/>
                    </a:cubicBezTo>
                    <a:cubicBezTo>
                      <a:pt x="2855" y="4004"/>
                      <a:pt x="2584" y="4072"/>
                      <a:pt x="2316" y="4072"/>
                    </a:cubicBezTo>
                    <a:cubicBezTo>
                      <a:pt x="2125" y="4072"/>
                      <a:pt x="1935" y="4037"/>
                      <a:pt x="1768" y="3967"/>
                    </a:cubicBezTo>
                    <a:cubicBezTo>
                      <a:pt x="901" y="3600"/>
                      <a:pt x="467" y="2366"/>
                      <a:pt x="834" y="1466"/>
                    </a:cubicBezTo>
                    <a:cubicBezTo>
                      <a:pt x="1001" y="999"/>
                      <a:pt x="1368" y="598"/>
                      <a:pt x="1868" y="398"/>
                    </a:cubicBezTo>
                    <a:cubicBezTo>
                      <a:pt x="2133" y="285"/>
                      <a:pt x="2442" y="225"/>
                      <a:pt x="2762" y="225"/>
                    </a:cubicBezTo>
                    <a:cubicBezTo>
                      <a:pt x="3006" y="225"/>
                      <a:pt x="3258" y="259"/>
                      <a:pt x="3503" y="331"/>
                    </a:cubicBezTo>
                    <a:cubicBezTo>
                      <a:pt x="3161" y="104"/>
                      <a:pt x="2757" y="0"/>
                      <a:pt x="23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7"/>
            <p:cNvGrpSpPr/>
            <p:nvPr/>
          </p:nvGrpSpPr>
          <p:grpSpPr>
            <a:xfrm rot="10800000" flipH="1">
              <a:off x="7830289" y="3846720"/>
              <a:ext cx="1149526" cy="1152340"/>
              <a:chOff x="5572075" y="979350"/>
              <a:chExt cx="1149526" cy="1152340"/>
            </a:xfrm>
          </p:grpSpPr>
          <p:sp>
            <p:nvSpPr>
              <p:cNvPr id="240" name="Google Shape;240;p7"/>
              <p:cNvSpPr/>
              <p:nvPr/>
            </p:nvSpPr>
            <p:spPr>
              <a:xfrm>
                <a:off x="5572075" y="979350"/>
                <a:ext cx="851450" cy="177425"/>
              </a:xfrm>
              <a:custGeom>
                <a:avLst/>
                <a:gdLst/>
                <a:ahLst/>
                <a:cxnLst/>
                <a:rect l="l" t="t" r="r" b="b"/>
                <a:pathLst>
                  <a:path w="34058" h="7097" extrusionOk="0">
                    <a:moveTo>
                      <a:pt x="2490" y="0"/>
                    </a:moveTo>
                    <a:cubicBezTo>
                      <a:pt x="2252" y="0"/>
                      <a:pt x="2018" y="42"/>
                      <a:pt x="1802" y="125"/>
                    </a:cubicBezTo>
                    <a:cubicBezTo>
                      <a:pt x="1335" y="292"/>
                      <a:pt x="934" y="592"/>
                      <a:pt x="667" y="959"/>
                    </a:cubicBezTo>
                    <a:cubicBezTo>
                      <a:pt x="67" y="1760"/>
                      <a:pt x="0" y="2827"/>
                      <a:pt x="334" y="3728"/>
                    </a:cubicBezTo>
                    <a:cubicBezTo>
                      <a:pt x="667" y="4628"/>
                      <a:pt x="1335" y="5362"/>
                      <a:pt x="2135" y="5863"/>
                    </a:cubicBezTo>
                    <a:cubicBezTo>
                      <a:pt x="2936" y="6396"/>
                      <a:pt x="3836" y="6630"/>
                      <a:pt x="4770" y="6797"/>
                    </a:cubicBezTo>
                    <a:cubicBezTo>
                      <a:pt x="5671" y="6930"/>
                      <a:pt x="6572" y="6963"/>
                      <a:pt x="7472" y="6997"/>
                    </a:cubicBezTo>
                    <a:cubicBezTo>
                      <a:pt x="9307" y="6997"/>
                      <a:pt x="11108" y="6830"/>
                      <a:pt x="12910" y="6597"/>
                    </a:cubicBezTo>
                    <a:cubicBezTo>
                      <a:pt x="14677" y="6363"/>
                      <a:pt x="16445" y="6096"/>
                      <a:pt x="18213" y="5829"/>
                    </a:cubicBezTo>
                    <a:cubicBezTo>
                      <a:pt x="19981" y="5596"/>
                      <a:pt x="21749" y="5429"/>
                      <a:pt x="23550" y="5396"/>
                    </a:cubicBezTo>
                    <a:cubicBezTo>
                      <a:pt x="23729" y="5392"/>
                      <a:pt x="23908" y="5391"/>
                      <a:pt x="24087" y="5391"/>
                    </a:cubicBezTo>
                    <a:cubicBezTo>
                      <a:pt x="25682" y="5391"/>
                      <a:pt x="27295" y="5523"/>
                      <a:pt x="28854" y="5763"/>
                    </a:cubicBezTo>
                    <a:cubicBezTo>
                      <a:pt x="30622" y="6029"/>
                      <a:pt x="32357" y="6496"/>
                      <a:pt x="34058" y="7097"/>
                    </a:cubicBezTo>
                    <a:cubicBezTo>
                      <a:pt x="32423" y="6363"/>
                      <a:pt x="30689" y="5796"/>
                      <a:pt x="28921" y="5429"/>
                    </a:cubicBezTo>
                    <a:cubicBezTo>
                      <a:pt x="27153" y="5062"/>
                      <a:pt x="25352" y="4895"/>
                      <a:pt x="23550" y="4862"/>
                    </a:cubicBezTo>
                    <a:cubicBezTo>
                      <a:pt x="23365" y="4859"/>
                      <a:pt x="23178" y="4857"/>
                      <a:pt x="22992" y="4857"/>
                    </a:cubicBezTo>
                    <a:cubicBezTo>
                      <a:pt x="21371" y="4857"/>
                      <a:pt x="19732" y="4983"/>
                      <a:pt x="18147" y="5162"/>
                    </a:cubicBezTo>
                    <a:cubicBezTo>
                      <a:pt x="16345" y="5396"/>
                      <a:pt x="14577" y="5696"/>
                      <a:pt x="12809" y="5896"/>
                    </a:cubicBezTo>
                    <a:cubicBezTo>
                      <a:pt x="11042" y="6130"/>
                      <a:pt x="9274" y="6296"/>
                      <a:pt x="7472" y="6296"/>
                    </a:cubicBezTo>
                    <a:cubicBezTo>
                      <a:pt x="5738" y="6296"/>
                      <a:pt x="3903" y="6263"/>
                      <a:pt x="2402" y="5396"/>
                    </a:cubicBezTo>
                    <a:cubicBezTo>
                      <a:pt x="1668" y="4962"/>
                      <a:pt x="1068" y="4328"/>
                      <a:pt x="734" y="3561"/>
                    </a:cubicBezTo>
                    <a:cubicBezTo>
                      <a:pt x="434" y="2794"/>
                      <a:pt x="467" y="1860"/>
                      <a:pt x="934" y="1159"/>
                    </a:cubicBezTo>
                    <a:cubicBezTo>
                      <a:pt x="1302" y="634"/>
                      <a:pt x="1939" y="233"/>
                      <a:pt x="2584" y="233"/>
                    </a:cubicBezTo>
                    <a:cubicBezTo>
                      <a:pt x="2758" y="233"/>
                      <a:pt x="2933" y="262"/>
                      <a:pt x="3103" y="325"/>
                    </a:cubicBezTo>
                    <a:cubicBezTo>
                      <a:pt x="3536" y="459"/>
                      <a:pt x="3870" y="759"/>
                      <a:pt x="4103" y="1126"/>
                    </a:cubicBezTo>
                    <a:cubicBezTo>
                      <a:pt x="4370" y="1493"/>
                      <a:pt x="4537" y="1893"/>
                      <a:pt x="4637" y="2327"/>
                    </a:cubicBezTo>
                    <a:cubicBezTo>
                      <a:pt x="4570" y="1893"/>
                      <a:pt x="4437" y="1460"/>
                      <a:pt x="4203" y="1059"/>
                    </a:cubicBezTo>
                    <a:cubicBezTo>
                      <a:pt x="3970" y="659"/>
                      <a:pt x="3636" y="325"/>
                      <a:pt x="3203" y="125"/>
                    </a:cubicBezTo>
                    <a:cubicBezTo>
                      <a:pt x="2969" y="42"/>
                      <a:pt x="2727" y="0"/>
                      <a:pt x="24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7"/>
              <p:cNvSpPr/>
              <p:nvPr/>
            </p:nvSpPr>
            <p:spPr>
              <a:xfrm rot="5400000">
                <a:off x="6207151" y="1617240"/>
                <a:ext cx="851475" cy="177425"/>
              </a:xfrm>
              <a:custGeom>
                <a:avLst/>
                <a:gdLst/>
                <a:ahLst/>
                <a:cxnLst/>
                <a:rect l="l" t="t" r="r" b="b"/>
                <a:pathLst>
                  <a:path w="34059" h="7097" extrusionOk="0">
                    <a:moveTo>
                      <a:pt x="31556" y="0"/>
                    </a:moveTo>
                    <a:cubicBezTo>
                      <a:pt x="31315" y="0"/>
                      <a:pt x="31073" y="42"/>
                      <a:pt x="30856" y="125"/>
                    </a:cubicBezTo>
                    <a:cubicBezTo>
                      <a:pt x="30422" y="325"/>
                      <a:pt x="30089" y="659"/>
                      <a:pt x="29855" y="1059"/>
                    </a:cubicBezTo>
                    <a:cubicBezTo>
                      <a:pt x="29622" y="1460"/>
                      <a:pt x="29488" y="1893"/>
                      <a:pt x="29421" y="2327"/>
                    </a:cubicBezTo>
                    <a:cubicBezTo>
                      <a:pt x="29522" y="1893"/>
                      <a:pt x="29688" y="1493"/>
                      <a:pt x="29955" y="1126"/>
                    </a:cubicBezTo>
                    <a:cubicBezTo>
                      <a:pt x="30189" y="759"/>
                      <a:pt x="30522" y="459"/>
                      <a:pt x="30923" y="325"/>
                    </a:cubicBezTo>
                    <a:cubicBezTo>
                      <a:pt x="31100" y="262"/>
                      <a:pt x="31280" y="233"/>
                      <a:pt x="31458" y="233"/>
                    </a:cubicBezTo>
                    <a:cubicBezTo>
                      <a:pt x="32119" y="233"/>
                      <a:pt x="32756" y="634"/>
                      <a:pt x="33124" y="1159"/>
                    </a:cubicBezTo>
                    <a:cubicBezTo>
                      <a:pt x="33591" y="1860"/>
                      <a:pt x="33624" y="2794"/>
                      <a:pt x="33291" y="3561"/>
                    </a:cubicBezTo>
                    <a:cubicBezTo>
                      <a:pt x="32991" y="4328"/>
                      <a:pt x="32357" y="4962"/>
                      <a:pt x="31656" y="5396"/>
                    </a:cubicBezTo>
                    <a:cubicBezTo>
                      <a:pt x="30155" y="6263"/>
                      <a:pt x="28321" y="6296"/>
                      <a:pt x="26553" y="6296"/>
                    </a:cubicBezTo>
                    <a:cubicBezTo>
                      <a:pt x="24785" y="6296"/>
                      <a:pt x="23017" y="6130"/>
                      <a:pt x="21249" y="5896"/>
                    </a:cubicBezTo>
                    <a:cubicBezTo>
                      <a:pt x="19481" y="5696"/>
                      <a:pt x="17713" y="5396"/>
                      <a:pt x="15912" y="5162"/>
                    </a:cubicBezTo>
                    <a:cubicBezTo>
                      <a:pt x="14296" y="4983"/>
                      <a:pt x="12681" y="4857"/>
                      <a:pt x="11066" y="4857"/>
                    </a:cubicBezTo>
                    <a:cubicBezTo>
                      <a:pt x="10880" y="4857"/>
                      <a:pt x="10694" y="4859"/>
                      <a:pt x="10508" y="4862"/>
                    </a:cubicBezTo>
                    <a:cubicBezTo>
                      <a:pt x="8707" y="4895"/>
                      <a:pt x="6905" y="5062"/>
                      <a:pt x="5137" y="5429"/>
                    </a:cubicBezTo>
                    <a:cubicBezTo>
                      <a:pt x="3370" y="5796"/>
                      <a:pt x="1635" y="6363"/>
                      <a:pt x="0" y="7097"/>
                    </a:cubicBezTo>
                    <a:cubicBezTo>
                      <a:pt x="1702" y="6496"/>
                      <a:pt x="3403" y="6029"/>
                      <a:pt x="5171" y="5763"/>
                    </a:cubicBezTo>
                    <a:cubicBezTo>
                      <a:pt x="6760" y="5523"/>
                      <a:pt x="8376" y="5391"/>
                      <a:pt x="9971" y="5391"/>
                    </a:cubicBezTo>
                    <a:cubicBezTo>
                      <a:pt x="10150" y="5391"/>
                      <a:pt x="10329" y="5392"/>
                      <a:pt x="10508" y="5396"/>
                    </a:cubicBezTo>
                    <a:cubicBezTo>
                      <a:pt x="12276" y="5429"/>
                      <a:pt x="14077" y="5596"/>
                      <a:pt x="15845" y="5829"/>
                    </a:cubicBezTo>
                    <a:cubicBezTo>
                      <a:pt x="17613" y="6096"/>
                      <a:pt x="19381" y="6363"/>
                      <a:pt x="21149" y="6597"/>
                    </a:cubicBezTo>
                    <a:cubicBezTo>
                      <a:pt x="22950" y="6830"/>
                      <a:pt x="24751" y="6997"/>
                      <a:pt x="26553" y="6997"/>
                    </a:cubicBezTo>
                    <a:cubicBezTo>
                      <a:pt x="27487" y="6963"/>
                      <a:pt x="28387" y="6930"/>
                      <a:pt x="29288" y="6797"/>
                    </a:cubicBezTo>
                    <a:cubicBezTo>
                      <a:pt x="30189" y="6630"/>
                      <a:pt x="31123" y="6396"/>
                      <a:pt x="31923" y="5863"/>
                    </a:cubicBezTo>
                    <a:cubicBezTo>
                      <a:pt x="32724" y="5362"/>
                      <a:pt x="33391" y="4628"/>
                      <a:pt x="33725" y="3728"/>
                    </a:cubicBezTo>
                    <a:cubicBezTo>
                      <a:pt x="34058" y="2827"/>
                      <a:pt x="33991" y="1760"/>
                      <a:pt x="33391" y="959"/>
                    </a:cubicBezTo>
                    <a:cubicBezTo>
                      <a:pt x="33091" y="592"/>
                      <a:pt x="32724" y="292"/>
                      <a:pt x="32257" y="125"/>
                    </a:cubicBezTo>
                    <a:cubicBezTo>
                      <a:pt x="32040" y="42"/>
                      <a:pt x="31798" y="0"/>
                      <a:pt x="315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7"/>
              <p:cNvSpPr/>
              <p:nvPr/>
            </p:nvSpPr>
            <p:spPr>
              <a:xfrm rot="5400000">
                <a:off x="6008726" y="1617065"/>
                <a:ext cx="851475" cy="177775"/>
              </a:xfrm>
              <a:custGeom>
                <a:avLst/>
                <a:gdLst/>
                <a:ahLst/>
                <a:cxnLst/>
                <a:rect l="l" t="t" r="r" b="b"/>
                <a:pathLst>
                  <a:path w="34059" h="711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635" y="735"/>
                      <a:pt x="3370" y="1302"/>
                      <a:pt x="5137" y="1669"/>
                    </a:cubicBezTo>
                    <a:cubicBezTo>
                      <a:pt x="6905" y="2036"/>
                      <a:pt x="8707" y="2202"/>
                      <a:pt x="10508" y="2236"/>
                    </a:cubicBezTo>
                    <a:cubicBezTo>
                      <a:pt x="10783" y="2246"/>
                      <a:pt x="11059" y="2251"/>
                      <a:pt x="11334" y="2251"/>
                    </a:cubicBezTo>
                    <a:cubicBezTo>
                      <a:pt x="12860" y="2251"/>
                      <a:pt x="14386" y="2105"/>
                      <a:pt x="15912" y="1936"/>
                    </a:cubicBezTo>
                    <a:cubicBezTo>
                      <a:pt x="17713" y="1702"/>
                      <a:pt x="19481" y="1435"/>
                      <a:pt x="21249" y="1202"/>
                    </a:cubicBezTo>
                    <a:cubicBezTo>
                      <a:pt x="23017" y="968"/>
                      <a:pt x="24785" y="801"/>
                      <a:pt x="26553" y="801"/>
                    </a:cubicBezTo>
                    <a:cubicBezTo>
                      <a:pt x="28321" y="801"/>
                      <a:pt x="30155" y="868"/>
                      <a:pt x="31656" y="1702"/>
                    </a:cubicBezTo>
                    <a:cubicBezTo>
                      <a:pt x="32357" y="2136"/>
                      <a:pt x="32991" y="2769"/>
                      <a:pt x="33291" y="3570"/>
                    </a:cubicBezTo>
                    <a:cubicBezTo>
                      <a:pt x="33624" y="4304"/>
                      <a:pt x="33591" y="5271"/>
                      <a:pt x="33124" y="5938"/>
                    </a:cubicBezTo>
                    <a:cubicBezTo>
                      <a:pt x="32756" y="6491"/>
                      <a:pt x="32118" y="6898"/>
                      <a:pt x="31455" y="6898"/>
                    </a:cubicBezTo>
                    <a:cubicBezTo>
                      <a:pt x="31278" y="6898"/>
                      <a:pt x="31099" y="6869"/>
                      <a:pt x="30923" y="6806"/>
                    </a:cubicBezTo>
                    <a:cubicBezTo>
                      <a:pt x="30522" y="6672"/>
                      <a:pt x="30189" y="6339"/>
                      <a:pt x="29955" y="6005"/>
                    </a:cubicBezTo>
                    <a:cubicBezTo>
                      <a:pt x="29688" y="5638"/>
                      <a:pt x="29522" y="5205"/>
                      <a:pt x="29421" y="4771"/>
                    </a:cubicBezTo>
                    <a:lnTo>
                      <a:pt x="29421" y="4771"/>
                    </a:lnTo>
                    <a:cubicBezTo>
                      <a:pt x="29488" y="5205"/>
                      <a:pt x="29622" y="5672"/>
                      <a:pt x="29855" y="6038"/>
                    </a:cubicBezTo>
                    <a:cubicBezTo>
                      <a:pt x="30089" y="6439"/>
                      <a:pt x="30422" y="6772"/>
                      <a:pt x="30856" y="6972"/>
                    </a:cubicBezTo>
                    <a:cubicBezTo>
                      <a:pt x="31063" y="7068"/>
                      <a:pt x="31293" y="7110"/>
                      <a:pt x="31524" y="7110"/>
                    </a:cubicBezTo>
                    <a:cubicBezTo>
                      <a:pt x="31776" y="7110"/>
                      <a:pt x="32030" y="7060"/>
                      <a:pt x="32257" y="6972"/>
                    </a:cubicBezTo>
                    <a:cubicBezTo>
                      <a:pt x="32724" y="6806"/>
                      <a:pt x="33091" y="6539"/>
                      <a:pt x="33391" y="6139"/>
                    </a:cubicBezTo>
                    <a:cubicBezTo>
                      <a:pt x="33991" y="5371"/>
                      <a:pt x="34058" y="4304"/>
                      <a:pt x="33725" y="3403"/>
                    </a:cubicBezTo>
                    <a:cubicBezTo>
                      <a:pt x="33391" y="2503"/>
                      <a:pt x="32724" y="1769"/>
                      <a:pt x="31923" y="1235"/>
                    </a:cubicBezTo>
                    <a:cubicBezTo>
                      <a:pt x="31123" y="735"/>
                      <a:pt x="30189" y="468"/>
                      <a:pt x="29288" y="334"/>
                    </a:cubicBezTo>
                    <a:cubicBezTo>
                      <a:pt x="28387" y="201"/>
                      <a:pt x="27487" y="134"/>
                      <a:pt x="26553" y="134"/>
                    </a:cubicBezTo>
                    <a:cubicBezTo>
                      <a:pt x="26398" y="131"/>
                      <a:pt x="26244" y="130"/>
                      <a:pt x="26089" y="130"/>
                    </a:cubicBezTo>
                    <a:cubicBezTo>
                      <a:pt x="24442" y="130"/>
                      <a:pt x="22796" y="288"/>
                      <a:pt x="21149" y="501"/>
                    </a:cubicBezTo>
                    <a:cubicBezTo>
                      <a:pt x="19381" y="735"/>
                      <a:pt x="17613" y="1035"/>
                      <a:pt x="15812" y="1268"/>
                    </a:cubicBezTo>
                    <a:cubicBezTo>
                      <a:pt x="14077" y="1535"/>
                      <a:pt x="12276" y="1669"/>
                      <a:pt x="10508" y="1702"/>
                    </a:cubicBezTo>
                    <a:cubicBezTo>
                      <a:pt x="10329" y="1705"/>
                      <a:pt x="10150" y="1707"/>
                      <a:pt x="9971" y="1707"/>
                    </a:cubicBezTo>
                    <a:cubicBezTo>
                      <a:pt x="8376" y="1707"/>
                      <a:pt x="6760" y="1575"/>
                      <a:pt x="5171" y="1335"/>
                    </a:cubicBezTo>
                    <a:cubicBezTo>
                      <a:pt x="3403" y="1068"/>
                      <a:pt x="1702" y="601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7"/>
              <p:cNvSpPr/>
              <p:nvPr/>
            </p:nvSpPr>
            <p:spPr>
              <a:xfrm>
                <a:off x="5572075" y="1177600"/>
                <a:ext cx="851450" cy="177775"/>
              </a:xfrm>
              <a:custGeom>
                <a:avLst/>
                <a:gdLst/>
                <a:ahLst/>
                <a:cxnLst/>
                <a:rect l="l" t="t" r="r" b="b"/>
                <a:pathLst>
                  <a:path w="34058" h="7111" extrusionOk="0">
                    <a:moveTo>
                      <a:pt x="34058" y="1"/>
                    </a:moveTo>
                    <a:cubicBezTo>
                      <a:pt x="32357" y="601"/>
                      <a:pt x="30622" y="1068"/>
                      <a:pt x="28854" y="1335"/>
                    </a:cubicBezTo>
                    <a:cubicBezTo>
                      <a:pt x="27295" y="1575"/>
                      <a:pt x="25682" y="1707"/>
                      <a:pt x="24087" y="1707"/>
                    </a:cubicBezTo>
                    <a:cubicBezTo>
                      <a:pt x="23908" y="1707"/>
                      <a:pt x="23729" y="1705"/>
                      <a:pt x="23550" y="1702"/>
                    </a:cubicBezTo>
                    <a:cubicBezTo>
                      <a:pt x="21749" y="1669"/>
                      <a:pt x="19981" y="1535"/>
                      <a:pt x="18213" y="1268"/>
                    </a:cubicBezTo>
                    <a:cubicBezTo>
                      <a:pt x="16445" y="1035"/>
                      <a:pt x="14677" y="735"/>
                      <a:pt x="12910" y="501"/>
                    </a:cubicBezTo>
                    <a:cubicBezTo>
                      <a:pt x="11263" y="288"/>
                      <a:pt x="9616" y="130"/>
                      <a:pt x="7944" y="130"/>
                    </a:cubicBezTo>
                    <a:cubicBezTo>
                      <a:pt x="7787" y="130"/>
                      <a:pt x="7630" y="131"/>
                      <a:pt x="7472" y="134"/>
                    </a:cubicBezTo>
                    <a:cubicBezTo>
                      <a:pt x="6572" y="134"/>
                      <a:pt x="5671" y="201"/>
                      <a:pt x="4770" y="334"/>
                    </a:cubicBezTo>
                    <a:cubicBezTo>
                      <a:pt x="3836" y="468"/>
                      <a:pt x="2936" y="735"/>
                      <a:pt x="2135" y="1235"/>
                    </a:cubicBezTo>
                    <a:cubicBezTo>
                      <a:pt x="1335" y="1769"/>
                      <a:pt x="667" y="2503"/>
                      <a:pt x="334" y="3403"/>
                    </a:cubicBezTo>
                    <a:cubicBezTo>
                      <a:pt x="0" y="4304"/>
                      <a:pt x="67" y="5371"/>
                      <a:pt x="667" y="6139"/>
                    </a:cubicBezTo>
                    <a:cubicBezTo>
                      <a:pt x="934" y="6539"/>
                      <a:pt x="1335" y="6806"/>
                      <a:pt x="1802" y="6972"/>
                    </a:cubicBezTo>
                    <a:cubicBezTo>
                      <a:pt x="2028" y="7060"/>
                      <a:pt x="2273" y="7110"/>
                      <a:pt x="2522" y="7110"/>
                    </a:cubicBezTo>
                    <a:cubicBezTo>
                      <a:pt x="2749" y="7110"/>
                      <a:pt x="2980" y="7068"/>
                      <a:pt x="3203" y="6972"/>
                    </a:cubicBezTo>
                    <a:cubicBezTo>
                      <a:pt x="3636" y="6772"/>
                      <a:pt x="3970" y="6439"/>
                      <a:pt x="4203" y="6038"/>
                    </a:cubicBezTo>
                    <a:cubicBezTo>
                      <a:pt x="4437" y="5672"/>
                      <a:pt x="4570" y="5205"/>
                      <a:pt x="4637" y="4771"/>
                    </a:cubicBezTo>
                    <a:lnTo>
                      <a:pt x="4637" y="4771"/>
                    </a:lnTo>
                    <a:cubicBezTo>
                      <a:pt x="4537" y="5205"/>
                      <a:pt x="4370" y="5638"/>
                      <a:pt x="4103" y="6005"/>
                    </a:cubicBezTo>
                    <a:cubicBezTo>
                      <a:pt x="3870" y="6339"/>
                      <a:pt x="3536" y="6672"/>
                      <a:pt x="3103" y="6806"/>
                    </a:cubicBezTo>
                    <a:cubicBezTo>
                      <a:pt x="2933" y="6869"/>
                      <a:pt x="2760" y="6898"/>
                      <a:pt x="2587" y="6898"/>
                    </a:cubicBezTo>
                    <a:cubicBezTo>
                      <a:pt x="1941" y="6898"/>
                      <a:pt x="1303" y="6491"/>
                      <a:pt x="934" y="5938"/>
                    </a:cubicBezTo>
                    <a:cubicBezTo>
                      <a:pt x="467" y="5271"/>
                      <a:pt x="434" y="4304"/>
                      <a:pt x="734" y="3570"/>
                    </a:cubicBezTo>
                    <a:cubicBezTo>
                      <a:pt x="1068" y="2769"/>
                      <a:pt x="1668" y="2136"/>
                      <a:pt x="2402" y="1702"/>
                    </a:cubicBezTo>
                    <a:cubicBezTo>
                      <a:pt x="3903" y="868"/>
                      <a:pt x="5738" y="801"/>
                      <a:pt x="7472" y="801"/>
                    </a:cubicBezTo>
                    <a:cubicBezTo>
                      <a:pt x="9274" y="801"/>
                      <a:pt x="11042" y="968"/>
                      <a:pt x="12809" y="1202"/>
                    </a:cubicBezTo>
                    <a:cubicBezTo>
                      <a:pt x="14577" y="1435"/>
                      <a:pt x="16345" y="1702"/>
                      <a:pt x="18147" y="1936"/>
                    </a:cubicBezTo>
                    <a:cubicBezTo>
                      <a:pt x="19644" y="2105"/>
                      <a:pt x="21190" y="2251"/>
                      <a:pt x="22722" y="2251"/>
                    </a:cubicBezTo>
                    <a:cubicBezTo>
                      <a:pt x="22999" y="2251"/>
                      <a:pt x="23275" y="2246"/>
                      <a:pt x="23550" y="2236"/>
                    </a:cubicBezTo>
                    <a:cubicBezTo>
                      <a:pt x="25352" y="2202"/>
                      <a:pt x="27153" y="2036"/>
                      <a:pt x="28921" y="1669"/>
                    </a:cubicBezTo>
                    <a:cubicBezTo>
                      <a:pt x="30689" y="1302"/>
                      <a:pt x="32423" y="735"/>
                      <a:pt x="340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7"/>
              <p:cNvSpPr/>
              <p:nvPr/>
            </p:nvSpPr>
            <p:spPr>
              <a:xfrm>
                <a:off x="6480225" y="1098450"/>
                <a:ext cx="106750" cy="119300"/>
              </a:xfrm>
              <a:custGeom>
                <a:avLst/>
                <a:gdLst/>
                <a:ahLst/>
                <a:cxnLst/>
                <a:rect l="l" t="t" r="r" b="b"/>
                <a:pathLst>
                  <a:path w="4270" h="4772" extrusionOk="0">
                    <a:moveTo>
                      <a:pt x="2343" y="0"/>
                    </a:moveTo>
                    <a:cubicBezTo>
                      <a:pt x="2152" y="0"/>
                      <a:pt x="1958" y="22"/>
                      <a:pt x="1768" y="65"/>
                    </a:cubicBezTo>
                    <a:cubicBezTo>
                      <a:pt x="1168" y="231"/>
                      <a:pt x="601" y="665"/>
                      <a:pt x="334" y="1232"/>
                    </a:cubicBezTo>
                    <a:cubicBezTo>
                      <a:pt x="34" y="1833"/>
                      <a:pt x="0" y="2533"/>
                      <a:pt x="200" y="3133"/>
                    </a:cubicBezTo>
                    <a:cubicBezTo>
                      <a:pt x="401" y="3767"/>
                      <a:pt x="834" y="4334"/>
                      <a:pt x="1468" y="4601"/>
                    </a:cubicBezTo>
                    <a:cubicBezTo>
                      <a:pt x="1731" y="4712"/>
                      <a:pt x="2018" y="4771"/>
                      <a:pt x="2306" y="4771"/>
                    </a:cubicBezTo>
                    <a:cubicBezTo>
                      <a:pt x="2711" y="4771"/>
                      <a:pt x="3119" y="4654"/>
                      <a:pt x="3469" y="4401"/>
                    </a:cubicBezTo>
                    <a:cubicBezTo>
                      <a:pt x="4036" y="3967"/>
                      <a:pt x="4270" y="3200"/>
                      <a:pt x="4036" y="2533"/>
                    </a:cubicBezTo>
                    <a:cubicBezTo>
                      <a:pt x="3936" y="2199"/>
                      <a:pt x="3703" y="1899"/>
                      <a:pt x="3369" y="1766"/>
                    </a:cubicBezTo>
                    <a:cubicBezTo>
                      <a:pt x="3212" y="1679"/>
                      <a:pt x="3028" y="1628"/>
                      <a:pt x="2845" y="1628"/>
                    </a:cubicBezTo>
                    <a:cubicBezTo>
                      <a:pt x="2678" y="1628"/>
                      <a:pt x="2512" y="1670"/>
                      <a:pt x="2369" y="1766"/>
                    </a:cubicBezTo>
                    <a:cubicBezTo>
                      <a:pt x="2068" y="1966"/>
                      <a:pt x="1868" y="2333"/>
                      <a:pt x="2002" y="2666"/>
                    </a:cubicBezTo>
                    <a:cubicBezTo>
                      <a:pt x="2084" y="2914"/>
                      <a:pt x="2347" y="3093"/>
                      <a:pt x="2586" y="3093"/>
                    </a:cubicBezTo>
                    <a:cubicBezTo>
                      <a:pt x="2638" y="3093"/>
                      <a:pt x="2688" y="3084"/>
                      <a:pt x="2736" y="3067"/>
                    </a:cubicBezTo>
                    <a:lnTo>
                      <a:pt x="2736" y="3067"/>
                    </a:lnTo>
                    <a:cubicBezTo>
                      <a:pt x="2718" y="3069"/>
                      <a:pt x="2701" y="3070"/>
                      <a:pt x="2685" y="3070"/>
                    </a:cubicBezTo>
                    <a:cubicBezTo>
                      <a:pt x="2413" y="3070"/>
                      <a:pt x="2233" y="2820"/>
                      <a:pt x="2202" y="2600"/>
                    </a:cubicBezTo>
                    <a:cubicBezTo>
                      <a:pt x="2168" y="2366"/>
                      <a:pt x="2335" y="2166"/>
                      <a:pt x="2535" y="2066"/>
                    </a:cubicBezTo>
                    <a:cubicBezTo>
                      <a:pt x="2603" y="2038"/>
                      <a:pt x="2673" y="2025"/>
                      <a:pt x="2744" y="2025"/>
                    </a:cubicBezTo>
                    <a:cubicBezTo>
                      <a:pt x="3092" y="2025"/>
                      <a:pt x="3447" y="2339"/>
                      <a:pt x="3503" y="2700"/>
                    </a:cubicBezTo>
                    <a:cubicBezTo>
                      <a:pt x="3603" y="3133"/>
                      <a:pt x="3436" y="3634"/>
                      <a:pt x="3069" y="3867"/>
                    </a:cubicBezTo>
                    <a:cubicBezTo>
                      <a:pt x="2855" y="4004"/>
                      <a:pt x="2584" y="4072"/>
                      <a:pt x="2316" y="4072"/>
                    </a:cubicBezTo>
                    <a:cubicBezTo>
                      <a:pt x="2125" y="4072"/>
                      <a:pt x="1935" y="4037"/>
                      <a:pt x="1768" y="3967"/>
                    </a:cubicBezTo>
                    <a:cubicBezTo>
                      <a:pt x="901" y="3600"/>
                      <a:pt x="467" y="2366"/>
                      <a:pt x="834" y="1466"/>
                    </a:cubicBezTo>
                    <a:cubicBezTo>
                      <a:pt x="1001" y="999"/>
                      <a:pt x="1368" y="598"/>
                      <a:pt x="1868" y="398"/>
                    </a:cubicBezTo>
                    <a:cubicBezTo>
                      <a:pt x="2133" y="285"/>
                      <a:pt x="2442" y="225"/>
                      <a:pt x="2762" y="225"/>
                    </a:cubicBezTo>
                    <a:cubicBezTo>
                      <a:pt x="3006" y="225"/>
                      <a:pt x="3258" y="259"/>
                      <a:pt x="3503" y="331"/>
                    </a:cubicBezTo>
                    <a:cubicBezTo>
                      <a:pt x="3161" y="104"/>
                      <a:pt x="2757" y="0"/>
                      <a:pt x="23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5" name="Google Shape;245;p7"/>
            <p:cNvGrpSpPr/>
            <p:nvPr/>
          </p:nvGrpSpPr>
          <p:grpSpPr>
            <a:xfrm>
              <a:off x="3611363" y="4737060"/>
              <a:ext cx="1930575" cy="256925"/>
              <a:chOff x="3827075" y="1678375"/>
              <a:chExt cx="1930575" cy="256925"/>
            </a:xfrm>
          </p:grpSpPr>
          <p:sp>
            <p:nvSpPr>
              <p:cNvPr id="246" name="Google Shape;246;p7"/>
              <p:cNvSpPr/>
              <p:nvPr/>
            </p:nvSpPr>
            <p:spPr>
              <a:xfrm>
                <a:off x="4906175" y="1757525"/>
                <a:ext cx="851475" cy="177775"/>
              </a:xfrm>
              <a:custGeom>
                <a:avLst/>
                <a:gdLst/>
                <a:ahLst/>
                <a:cxnLst/>
                <a:rect l="l" t="t" r="r" b="b"/>
                <a:pathLst>
                  <a:path w="34059" h="711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635" y="735"/>
                      <a:pt x="3370" y="1302"/>
                      <a:pt x="5137" y="1669"/>
                    </a:cubicBezTo>
                    <a:cubicBezTo>
                      <a:pt x="6905" y="2036"/>
                      <a:pt x="8707" y="2202"/>
                      <a:pt x="10508" y="2236"/>
                    </a:cubicBezTo>
                    <a:cubicBezTo>
                      <a:pt x="10783" y="2246"/>
                      <a:pt x="11059" y="2251"/>
                      <a:pt x="11334" y="2251"/>
                    </a:cubicBezTo>
                    <a:cubicBezTo>
                      <a:pt x="12860" y="2251"/>
                      <a:pt x="14386" y="2105"/>
                      <a:pt x="15912" y="1936"/>
                    </a:cubicBezTo>
                    <a:cubicBezTo>
                      <a:pt x="17713" y="1702"/>
                      <a:pt x="19481" y="1435"/>
                      <a:pt x="21249" y="1202"/>
                    </a:cubicBezTo>
                    <a:cubicBezTo>
                      <a:pt x="23017" y="968"/>
                      <a:pt x="24785" y="801"/>
                      <a:pt x="26553" y="801"/>
                    </a:cubicBezTo>
                    <a:cubicBezTo>
                      <a:pt x="28321" y="801"/>
                      <a:pt x="30155" y="868"/>
                      <a:pt x="31656" y="1702"/>
                    </a:cubicBezTo>
                    <a:cubicBezTo>
                      <a:pt x="32357" y="2136"/>
                      <a:pt x="32991" y="2769"/>
                      <a:pt x="33291" y="3570"/>
                    </a:cubicBezTo>
                    <a:cubicBezTo>
                      <a:pt x="33624" y="4304"/>
                      <a:pt x="33591" y="5271"/>
                      <a:pt x="33124" y="5938"/>
                    </a:cubicBezTo>
                    <a:cubicBezTo>
                      <a:pt x="32756" y="6491"/>
                      <a:pt x="32118" y="6898"/>
                      <a:pt x="31455" y="6898"/>
                    </a:cubicBezTo>
                    <a:cubicBezTo>
                      <a:pt x="31278" y="6898"/>
                      <a:pt x="31099" y="6869"/>
                      <a:pt x="30923" y="6806"/>
                    </a:cubicBezTo>
                    <a:cubicBezTo>
                      <a:pt x="30522" y="6672"/>
                      <a:pt x="30189" y="6339"/>
                      <a:pt x="29955" y="6005"/>
                    </a:cubicBezTo>
                    <a:cubicBezTo>
                      <a:pt x="29688" y="5638"/>
                      <a:pt x="29522" y="5205"/>
                      <a:pt x="29421" y="4771"/>
                    </a:cubicBezTo>
                    <a:lnTo>
                      <a:pt x="29421" y="4771"/>
                    </a:lnTo>
                    <a:cubicBezTo>
                      <a:pt x="29488" y="5205"/>
                      <a:pt x="29622" y="5672"/>
                      <a:pt x="29855" y="6038"/>
                    </a:cubicBezTo>
                    <a:cubicBezTo>
                      <a:pt x="30089" y="6439"/>
                      <a:pt x="30422" y="6772"/>
                      <a:pt x="30856" y="6972"/>
                    </a:cubicBezTo>
                    <a:cubicBezTo>
                      <a:pt x="31063" y="7068"/>
                      <a:pt x="31293" y="7110"/>
                      <a:pt x="31524" y="7110"/>
                    </a:cubicBezTo>
                    <a:cubicBezTo>
                      <a:pt x="31776" y="7110"/>
                      <a:pt x="32030" y="7060"/>
                      <a:pt x="32257" y="6972"/>
                    </a:cubicBezTo>
                    <a:cubicBezTo>
                      <a:pt x="32724" y="6806"/>
                      <a:pt x="33091" y="6539"/>
                      <a:pt x="33391" y="6139"/>
                    </a:cubicBezTo>
                    <a:cubicBezTo>
                      <a:pt x="33991" y="5371"/>
                      <a:pt x="34058" y="4304"/>
                      <a:pt x="33725" y="3403"/>
                    </a:cubicBezTo>
                    <a:cubicBezTo>
                      <a:pt x="33391" y="2503"/>
                      <a:pt x="32724" y="1769"/>
                      <a:pt x="31923" y="1235"/>
                    </a:cubicBezTo>
                    <a:cubicBezTo>
                      <a:pt x="31123" y="735"/>
                      <a:pt x="30189" y="468"/>
                      <a:pt x="29288" y="334"/>
                    </a:cubicBezTo>
                    <a:cubicBezTo>
                      <a:pt x="28387" y="201"/>
                      <a:pt x="27487" y="134"/>
                      <a:pt x="26553" y="134"/>
                    </a:cubicBezTo>
                    <a:cubicBezTo>
                      <a:pt x="26398" y="131"/>
                      <a:pt x="26244" y="130"/>
                      <a:pt x="26089" y="130"/>
                    </a:cubicBezTo>
                    <a:cubicBezTo>
                      <a:pt x="24442" y="130"/>
                      <a:pt x="22796" y="288"/>
                      <a:pt x="21149" y="501"/>
                    </a:cubicBezTo>
                    <a:cubicBezTo>
                      <a:pt x="19381" y="735"/>
                      <a:pt x="17613" y="1035"/>
                      <a:pt x="15812" y="1268"/>
                    </a:cubicBezTo>
                    <a:cubicBezTo>
                      <a:pt x="14077" y="1535"/>
                      <a:pt x="12276" y="1669"/>
                      <a:pt x="10508" y="1702"/>
                    </a:cubicBezTo>
                    <a:cubicBezTo>
                      <a:pt x="10329" y="1705"/>
                      <a:pt x="10150" y="1707"/>
                      <a:pt x="9971" y="1707"/>
                    </a:cubicBezTo>
                    <a:cubicBezTo>
                      <a:pt x="8376" y="1707"/>
                      <a:pt x="6760" y="1575"/>
                      <a:pt x="5171" y="1335"/>
                    </a:cubicBezTo>
                    <a:cubicBezTo>
                      <a:pt x="3403" y="1068"/>
                      <a:pt x="1702" y="601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7"/>
              <p:cNvSpPr/>
              <p:nvPr/>
            </p:nvSpPr>
            <p:spPr>
              <a:xfrm>
                <a:off x="3827075" y="1757525"/>
                <a:ext cx="851450" cy="177775"/>
              </a:xfrm>
              <a:custGeom>
                <a:avLst/>
                <a:gdLst/>
                <a:ahLst/>
                <a:cxnLst/>
                <a:rect l="l" t="t" r="r" b="b"/>
                <a:pathLst>
                  <a:path w="34058" h="7111" extrusionOk="0">
                    <a:moveTo>
                      <a:pt x="34058" y="1"/>
                    </a:moveTo>
                    <a:cubicBezTo>
                      <a:pt x="32357" y="601"/>
                      <a:pt x="30622" y="1068"/>
                      <a:pt x="28854" y="1335"/>
                    </a:cubicBezTo>
                    <a:cubicBezTo>
                      <a:pt x="27295" y="1575"/>
                      <a:pt x="25682" y="1707"/>
                      <a:pt x="24087" y="1707"/>
                    </a:cubicBezTo>
                    <a:cubicBezTo>
                      <a:pt x="23908" y="1707"/>
                      <a:pt x="23729" y="1705"/>
                      <a:pt x="23550" y="1702"/>
                    </a:cubicBezTo>
                    <a:cubicBezTo>
                      <a:pt x="21749" y="1669"/>
                      <a:pt x="19981" y="1535"/>
                      <a:pt x="18213" y="1268"/>
                    </a:cubicBezTo>
                    <a:cubicBezTo>
                      <a:pt x="16445" y="1035"/>
                      <a:pt x="14677" y="735"/>
                      <a:pt x="12910" y="501"/>
                    </a:cubicBezTo>
                    <a:cubicBezTo>
                      <a:pt x="11263" y="288"/>
                      <a:pt x="9616" y="130"/>
                      <a:pt x="7944" y="130"/>
                    </a:cubicBezTo>
                    <a:cubicBezTo>
                      <a:pt x="7787" y="130"/>
                      <a:pt x="7630" y="131"/>
                      <a:pt x="7472" y="134"/>
                    </a:cubicBezTo>
                    <a:cubicBezTo>
                      <a:pt x="6572" y="134"/>
                      <a:pt x="5671" y="201"/>
                      <a:pt x="4770" y="334"/>
                    </a:cubicBezTo>
                    <a:cubicBezTo>
                      <a:pt x="3836" y="468"/>
                      <a:pt x="2936" y="735"/>
                      <a:pt x="2135" y="1235"/>
                    </a:cubicBezTo>
                    <a:cubicBezTo>
                      <a:pt x="1335" y="1769"/>
                      <a:pt x="667" y="2503"/>
                      <a:pt x="334" y="3403"/>
                    </a:cubicBezTo>
                    <a:cubicBezTo>
                      <a:pt x="0" y="4304"/>
                      <a:pt x="67" y="5371"/>
                      <a:pt x="667" y="6139"/>
                    </a:cubicBezTo>
                    <a:cubicBezTo>
                      <a:pt x="934" y="6539"/>
                      <a:pt x="1335" y="6806"/>
                      <a:pt x="1802" y="6972"/>
                    </a:cubicBezTo>
                    <a:cubicBezTo>
                      <a:pt x="2028" y="7060"/>
                      <a:pt x="2273" y="7110"/>
                      <a:pt x="2522" y="7110"/>
                    </a:cubicBezTo>
                    <a:cubicBezTo>
                      <a:pt x="2749" y="7110"/>
                      <a:pt x="2980" y="7068"/>
                      <a:pt x="3203" y="6972"/>
                    </a:cubicBezTo>
                    <a:cubicBezTo>
                      <a:pt x="3636" y="6772"/>
                      <a:pt x="3970" y="6439"/>
                      <a:pt x="4203" y="6038"/>
                    </a:cubicBezTo>
                    <a:cubicBezTo>
                      <a:pt x="4437" y="5672"/>
                      <a:pt x="4570" y="5205"/>
                      <a:pt x="4637" y="4771"/>
                    </a:cubicBezTo>
                    <a:lnTo>
                      <a:pt x="4637" y="4771"/>
                    </a:lnTo>
                    <a:cubicBezTo>
                      <a:pt x="4537" y="5205"/>
                      <a:pt x="4370" y="5638"/>
                      <a:pt x="4103" y="6005"/>
                    </a:cubicBezTo>
                    <a:cubicBezTo>
                      <a:pt x="3870" y="6339"/>
                      <a:pt x="3536" y="6672"/>
                      <a:pt x="3103" y="6806"/>
                    </a:cubicBezTo>
                    <a:cubicBezTo>
                      <a:pt x="2933" y="6869"/>
                      <a:pt x="2760" y="6898"/>
                      <a:pt x="2587" y="6898"/>
                    </a:cubicBezTo>
                    <a:cubicBezTo>
                      <a:pt x="1941" y="6898"/>
                      <a:pt x="1303" y="6491"/>
                      <a:pt x="934" y="5938"/>
                    </a:cubicBezTo>
                    <a:cubicBezTo>
                      <a:pt x="467" y="5271"/>
                      <a:pt x="434" y="4304"/>
                      <a:pt x="734" y="3570"/>
                    </a:cubicBezTo>
                    <a:cubicBezTo>
                      <a:pt x="1068" y="2769"/>
                      <a:pt x="1668" y="2136"/>
                      <a:pt x="2402" y="1702"/>
                    </a:cubicBezTo>
                    <a:cubicBezTo>
                      <a:pt x="3903" y="868"/>
                      <a:pt x="5738" y="801"/>
                      <a:pt x="7472" y="801"/>
                    </a:cubicBezTo>
                    <a:cubicBezTo>
                      <a:pt x="9274" y="801"/>
                      <a:pt x="11042" y="968"/>
                      <a:pt x="12809" y="1202"/>
                    </a:cubicBezTo>
                    <a:cubicBezTo>
                      <a:pt x="14577" y="1435"/>
                      <a:pt x="16345" y="1702"/>
                      <a:pt x="18147" y="1936"/>
                    </a:cubicBezTo>
                    <a:cubicBezTo>
                      <a:pt x="19644" y="2105"/>
                      <a:pt x="21190" y="2251"/>
                      <a:pt x="22722" y="2251"/>
                    </a:cubicBezTo>
                    <a:cubicBezTo>
                      <a:pt x="22999" y="2251"/>
                      <a:pt x="23275" y="2246"/>
                      <a:pt x="23550" y="2236"/>
                    </a:cubicBezTo>
                    <a:cubicBezTo>
                      <a:pt x="25352" y="2202"/>
                      <a:pt x="27153" y="2036"/>
                      <a:pt x="28921" y="1669"/>
                    </a:cubicBezTo>
                    <a:cubicBezTo>
                      <a:pt x="30689" y="1302"/>
                      <a:pt x="32423" y="735"/>
                      <a:pt x="340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7"/>
              <p:cNvSpPr/>
              <p:nvPr/>
            </p:nvSpPr>
            <p:spPr>
              <a:xfrm>
                <a:off x="4735225" y="1678375"/>
                <a:ext cx="106750" cy="119300"/>
              </a:xfrm>
              <a:custGeom>
                <a:avLst/>
                <a:gdLst/>
                <a:ahLst/>
                <a:cxnLst/>
                <a:rect l="l" t="t" r="r" b="b"/>
                <a:pathLst>
                  <a:path w="4270" h="4772" extrusionOk="0">
                    <a:moveTo>
                      <a:pt x="2343" y="0"/>
                    </a:moveTo>
                    <a:cubicBezTo>
                      <a:pt x="2152" y="0"/>
                      <a:pt x="1958" y="22"/>
                      <a:pt x="1768" y="65"/>
                    </a:cubicBezTo>
                    <a:cubicBezTo>
                      <a:pt x="1168" y="231"/>
                      <a:pt x="601" y="665"/>
                      <a:pt x="334" y="1232"/>
                    </a:cubicBezTo>
                    <a:cubicBezTo>
                      <a:pt x="34" y="1833"/>
                      <a:pt x="0" y="2533"/>
                      <a:pt x="200" y="3133"/>
                    </a:cubicBezTo>
                    <a:cubicBezTo>
                      <a:pt x="401" y="3767"/>
                      <a:pt x="834" y="4334"/>
                      <a:pt x="1468" y="4601"/>
                    </a:cubicBezTo>
                    <a:cubicBezTo>
                      <a:pt x="1731" y="4712"/>
                      <a:pt x="2018" y="4771"/>
                      <a:pt x="2306" y="4771"/>
                    </a:cubicBezTo>
                    <a:cubicBezTo>
                      <a:pt x="2711" y="4771"/>
                      <a:pt x="3119" y="4654"/>
                      <a:pt x="3469" y="4401"/>
                    </a:cubicBezTo>
                    <a:cubicBezTo>
                      <a:pt x="4036" y="3967"/>
                      <a:pt x="4270" y="3200"/>
                      <a:pt x="4036" y="2533"/>
                    </a:cubicBezTo>
                    <a:cubicBezTo>
                      <a:pt x="3936" y="2199"/>
                      <a:pt x="3703" y="1899"/>
                      <a:pt x="3369" y="1766"/>
                    </a:cubicBezTo>
                    <a:cubicBezTo>
                      <a:pt x="3212" y="1679"/>
                      <a:pt x="3028" y="1628"/>
                      <a:pt x="2845" y="1628"/>
                    </a:cubicBezTo>
                    <a:cubicBezTo>
                      <a:pt x="2678" y="1628"/>
                      <a:pt x="2512" y="1670"/>
                      <a:pt x="2369" y="1766"/>
                    </a:cubicBezTo>
                    <a:cubicBezTo>
                      <a:pt x="2068" y="1966"/>
                      <a:pt x="1868" y="2333"/>
                      <a:pt x="2002" y="2666"/>
                    </a:cubicBezTo>
                    <a:cubicBezTo>
                      <a:pt x="2084" y="2914"/>
                      <a:pt x="2347" y="3093"/>
                      <a:pt x="2586" y="3093"/>
                    </a:cubicBezTo>
                    <a:cubicBezTo>
                      <a:pt x="2638" y="3093"/>
                      <a:pt x="2688" y="3084"/>
                      <a:pt x="2736" y="3067"/>
                    </a:cubicBezTo>
                    <a:lnTo>
                      <a:pt x="2736" y="3067"/>
                    </a:lnTo>
                    <a:cubicBezTo>
                      <a:pt x="2718" y="3069"/>
                      <a:pt x="2701" y="3070"/>
                      <a:pt x="2685" y="3070"/>
                    </a:cubicBezTo>
                    <a:cubicBezTo>
                      <a:pt x="2413" y="3070"/>
                      <a:pt x="2233" y="2820"/>
                      <a:pt x="2202" y="2600"/>
                    </a:cubicBezTo>
                    <a:cubicBezTo>
                      <a:pt x="2168" y="2366"/>
                      <a:pt x="2335" y="2166"/>
                      <a:pt x="2535" y="2066"/>
                    </a:cubicBezTo>
                    <a:cubicBezTo>
                      <a:pt x="2603" y="2038"/>
                      <a:pt x="2673" y="2025"/>
                      <a:pt x="2744" y="2025"/>
                    </a:cubicBezTo>
                    <a:cubicBezTo>
                      <a:pt x="3092" y="2025"/>
                      <a:pt x="3447" y="2339"/>
                      <a:pt x="3503" y="2700"/>
                    </a:cubicBezTo>
                    <a:cubicBezTo>
                      <a:pt x="3603" y="3133"/>
                      <a:pt x="3436" y="3634"/>
                      <a:pt x="3069" y="3867"/>
                    </a:cubicBezTo>
                    <a:cubicBezTo>
                      <a:pt x="2855" y="4004"/>
                      <a:pt x="2584" y="4072"/>
                      <a:pt x="2316" y="4072"/>
                    </a:cubicBezTo>
                    <a:cubicBezTo>
                      <a:pt x="2125" y="4072"/>
                      <a:pt x="1935" y="4037"/>
                      <a:pt x="1768" y="3967"/>
                    </a:cubicBezTo>
                    <a:cubicBezTo>
                      <a:pt x="901" y="3600"/>
                      <a:pt x="467" y="2366"/>
                      <a:pt x="834" y="1466"/>
                    </a:cubicBezTo>
                    <a:cubicBezTo>
                      <a:pt x="1001" y="999"/>
                      <a:pt x="1368" y="598"/>
                      <a:pt x="1868" y="398"/>
                    </a:cubicBezTo>
                    <a:cubicBezTo>
                      <a:pt x="2133" y="285"/>
                      <a:pt x="2442" y="225"/>
                      <a:pt x="2762" y="225"/>
                    </a:cubicBezTo>
                    <a:cubicBezTo>
                      <a:pt x="3006" y="225"/>
                      <a:pt x="3258" y="259"/>
                      <a:pt x="3503" y="331"/>
                    </a:cubicBezTo>
                    <a:cubicBezTo>
                      <a:pt x="3161" y="104"/>
                      <a:pt x="2757" y="0"/>
                      <a:pt x="23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8"/>
          <p:cNvGrpSpPr/>
          <p:nvPr/>
        </p:nvGrpSpPr>
        <p:grpSpPr>
          <a:xfrm>
            <a:off x="3535017" y="146050"/>
            <a:ext cx="5444800" cy="4853009"/>
            <a:chOff x="3535017" y="146050"/>
            <a:chExt cx="5444800" cy="4853009"/>
          </a:xfrm>
        </p:grpSpPr>
        <p:grpSp>
          <p:nvGrpSpPr>
            <p:cNvPr id="251" name="Google Shape;251;p8"/>
            <p:cNvGrpSpPr/>
            <p:nvPr/>
          </p:nvGrpSpPr>
          <p:grpSpPr>
            <a:xfrm flipH="1">
              <a:off x="3535017" y="4703975"/>
              <a:ext cx="2074000" cy="295075"/>
              <a:chOff x="3755350" y="2827625"/>
              <a:chExt cx="2074000" cy="295075"/>
            </a:xfrm>
          </p:grpSpPr>
          <p:sp>
            <p:nvSpPr>
              <p:cNvPr id="252" name="Google Shape;252;p8"/>
              <p:cNvSpPr/>
              <p:nvPr/>
            </p:nvSpPr>
            <p:spPr>
              <a:xfrm>
                <a:off x="3755350" y="2827775"/>
                <a:ext cx="949875" cy="204675"/>
              </a:xfrm>
              <a:custGeom>
                <a:avLst/>
                <a:gdLst/>
                <a:ahLst/>
                <a:cxnLst/>
                <a:rect l="l" t="t" r="r" b="b"/>
                <a:pathLst>
                  <a:path w="37995" h="8187" extrusionOk="0">
                    <a:moveTo>
                      <a:pt x="7103" y="0"/>
                    </a:moveTo>
                    <a:cubicBezTo>
                      <a:pt x="6595" y="0"/>
                      <a:pt x="6083" y="26"/>
                      <a:pt x="5571" y="88"/>
                    </a:cubicBezTo>
                    <a:cubicBezTo>
                      <a:pt x="4504" y="188"/>
                      <a:pt x="3403" y="489"/>
                      <a:pt x="2436" y="1056"/>
                    </a:cubicBezTo>
                    <a:cubicBezTo>
                      <a:pt x="1502" y="1623"/>
                      <a:pt x="668" y="2490"/>
                      <a:pt x="301" y="3557"/>
                    </a:cubicBezTo>
                    <a:cubicBezTo>
                      <a:pt x="101" y="4091"/>
                      <a:pt x="1" y="4658"/>
                      <a:pt x="34" y="5225"/>
                    </a:cubicBezTo>
                    <a:cubicBezTo>
                      <a:pt x="67" y="5759"/>
                      <a:pt x="267" y="6326"/>
                      <a:pt x="568" y="6793"/>
                    </a:cubicBezTo>
                    <a:cubicBezTo>
                      <a:pt x="868" y="7260"/>
                      <a:pt x="1302" y="7660"/>
                      <a:pt x="1802" y="7894"/>
                    </a:cubicBezTo>
                    <a:cubicBezTo>
                      <a:pt x="2153" y="8081"/>
                      <a:pt x="2537" y="8186"/>
                      <a:pt x="2930" y="8186"/>
                    </a:cubicBezTo>
                    <a:cubicBezTo>
                      <a:pt x="3098" y="8186"/>
                      <a:pt x="3267" y="8167"/>
                      <a:pt x="3436" y="8127"/>
                    </a:cubicBezTo>
                    <a:cubicBezTo>
                      <a:pt x="3970" y="8027"/>
                      <a:pt x="4470" y="7727"/>
                      <a:pt x="4837" y="7327"/>
                    </a:cubicBezTo>
                    <a:cubicBezTo>
                      <a:pt x="5204" y="6926"/>
                      <a:pt x="5404" y="6393"/>
                      <a:pt x="5404" y="5859"/>
                    </a:cubicBezTo>
                    <a:lnTo>
                      <a:pt x="5404" y="5859"/>
                    </a:lnTo>
                    <a:cubicBezTo>
                      <a:pt x="5338" y="6960"/>
                      <a:pt x="4404" y="7794"/>
                      <a:pt x="3403" y="7961"/>
                    </a:cubicBezTo>
                    <a:cubicBezTo>
                      <a:pt x="3295" y="7978"/>
                      <a:pt x="3188" y="7986"/>
                      <a:pt x="3081" y="7986"/>
                    </a:cubicBezTo>
                    <a:cubicBezTo>
                      <a:pt x="2166" y="7986"/>
                      <a:pt x="1316" y="7373"/>
                      <a:pt x="868" y="6626"/>
                    </a:cubicBezTo>
                    <a:cubicBezTo>
                      <a:pt x="334" y="5759"/>
                      <a:pt x="334" y="4658"/>
                      <a:pt x="701" y="3724"/>
                    </a:cubicBezTo>
                    <a:cubicBezTo>
                      <a:pt x="1101" y="2790"/>
                      <a:pt x="1835" y="2023"/>
                      <a:pt x="2703" y="1523"/>
                    </a:cubicBezTo>
                    <a:cubicBezTo>
                      <a:pt x="3603" y="1022"/>
                      <a:pt x="4604" y="789"/>
                      <a:pt x="5638" y="689"/>
                    </a:cubicBezTo>
                    <a:cubicBezTo>
                      <a:pt x="5998" y="654"/>
                      <a:pt x="6359" y="639"/>
                      <a:pt x="6721" y="639"/>
                    </a:cubicBezTo>
                    <a:cubicBezTo>
                      <a:pt x="7397" y="639"/>
                      <a:pt x="8078" y="690"/>
                      <a:pt x="8774" y="755"/>
                    </a:cubicBezTo>
                    <a:cubicBezTo>
                      <a:pt x="10875" y="956"/>
                      <a:pt x="12943" y="1356"/>
                      <a:pt x="14978" y="1856"/>
                    </a:cubicBezTo>
                    <a:cubicBezTo>
                      <a:pt x="19114" y="2857"/>
                      <a:pt x="23184" y="4191"/>
                      <a:pt x="27420" y="4792"/>
                    </a:cubicBezTo>
                    <a:cubicBezTo>
                      <a:pt x="28488" y="4958"/>
                      <a:pt x="29555" y="5025"/>
                      <a:pt x="30622" y="5092"/>
                    </a:cubicBezTo>
                    <a:cubicBezTo>
                      <a:pt x="30932" y="5101"/>
                      <a:pt x="31244" y="5108"/>
                      <a:pt x="31558" y="5108"/>
                    </a:cubicBezTo>
                    <a:cubicBezTo>
                      <a:pt x="32325" y="5108"/>
                      <a:pt x="33100" y="5067"/>
                      <a:pt x="33858" y="4925"/>
                    </a:cubicBezTo>
                    <a:cubicBezTo>
                      <a:pt x="34926" y="4758"/>
                      <a:pt x="35960" y="4291"/>
                      <a:pt x="36794" y="3591"/>
                    </a:cubicBezTo>
                    <a:cubicBezTo>
                      <a:pt x="37194" y="3257"/>
                      <a:pt x="37561" y="2824"/>
                      <a:pt x="37761" y="2323"/>
                    </a:cubicBezTo>
                    <a:cubicBezTo>
                      <a:pt x="37994" y="1823"/>
                      <a:pt x="37994" y="1256"/>
                      <a:pt x="37828" y="722"/>
                    </a:cubicBezTo>
                    <a:lnTo>
                      <a:pt x="37828" y="722"/>
                    </a:lnTo>
                    <a:cubicBezTo>
                      <a:pt x="37961" y="1256"/>
                      <a:pt x="37894" y="1789"/>
                      <a:pt x="37661" y="2256"/>
                    </a:cubicBezTo>
                    <a:cubicBezTo>
                      <a:pt x="37461" y="2757"/>
                      <a:pt x="37094" y="3124"/>
                      <a:pt x="36660" y="3457"/>
                    </a:cubicBezTo>
                    <a:cubicBezTo>
                      <a:pt x="35826" y="4058"/>
                      <a:pt x="34825" y="4458"/>
                      <a:pt x="33791" y="4591"/>
                    </a:cubicBezTo>
                    <a:cubicBezTo>
                      <a:pt x="33274" y="4675"/>
                      <a:pt x="32757" y="4708"/>
                      <a:pt x="32236" y="4708"/>
                    </a:cubicBezTo>
                    <a:cubicBezTo>
                      <a:pt x="31715" y="4708"/>
                      <a:pt x="31190" y="4675"/>
                      <a:pt x="30656" y="4625"/>
                    </a:cubicBezTo>
                    <a:cubicBezTo>
                      <a:pt x="29622" y="4558"/>
                      <a:pt x="28554" y="4425"/>
                      <a:pt x="27520" y="4258"/>
                    </a:cubicBezTo>
                    <a:cubicBezTo>
                      <a:pt x="23351" y="3557"/>
                      <a:pt x="19314" y="2190"/>
                      <a:pt x="15145" y="1189"/>
                    </a:cubicBezTo>
                    <a:cubicBezTo>
                      <a:pt x="13077" y="689"/>
                      <a:pt x="10975" y="288"/>
                      <a:pt x="8840" y="88"/>
                    </a:cubicBezTo>
                    <a:cubicBezTo>
                      <a:pt x="8269" y="35"/>
                      <a:pt x="7688" y="0"/>
                      <a:pt x="7103" y="0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8"/>
              <p:cNvSpPr/>
              <p:nvPr/>
            </p:nvSpPr>
            <p:spPr>
              <a:xfrm>
                <a:off x="3947150" y="2878725"/>
                <a:ext cx="665500" cy="243975"/>
              </a:xfrm>
              <a:custGeom>
                <a:avLst/>
                <a:gdLst/>
                <a:ahLst/>
                <a:cxnLst/>
                <a:rect l="l" t="t" r="r" b="b"/>
                <a:pathLst>
                  <a:path w="26620" h="9759" extrusionOk="0">
                    <a:moveTo>
                      <a:pt x="2366" y="1"/>
                    </a:moveTo>
                    <a:cubicBezTo>
                      <a:pt x="1777" y="1"/>
                      <a:pt x="1183" y="279"/>
                      <a:pt x="768" y="719"/>
                    </a:cubicBezTo>
                    <a:cubicBezTo>
                      <a:pt x="168" y="1286"/>
                      <a:pt x="1" y="2220"/>
                      <a:pt x="134" y="3020"/>
                    </a:cubicBezTo>
                    <a:cubicBezTo>
                      <a:pt x="268" y="3821"/>
                      <a:pt x="735" y="4555"/>
                      <a:pt x="1335" y="5089"/>
                    </a:cubicBezTo>
                    <a:cubicBezTo>
                      <a:pt x="1969" y="5622"/>
                      <a:pt x="2703" y="5989"/>
                      <a:pt x="3470" y="6223"/>
                    </a:cubicBezTo>
                    <a:cubicBezTo>
                      <a:pt x="4237" y="6423"/>
                      <a:pt x="5004" y="6556"/>
                      <a:pt x="5772" y="6623"/>
                    </a:cubicBezTo>
                    <a:cubicBezTo>
                      <a:pt x="6612" y="6695"/>
                      <a:pt x="7442" y="6728"/>
                      <a:pt x="8268" y="6728"/>
                    </a:cubicBezTo>
                    <a:cubicBezTo>
                      <a:pt x="8984" y="6728"/>
                      <a:pt x="9696" y="6703"/>
                      <a:pt x="10408" y="6656"/>
                    </a:cubicBezTo>
                    <a:cubicBezTo>
                      <a:pt x="13372" y="6495"/>
                      <a:pt x="16304" y="6054"/>
                      <a:pt x="19206" y="6054"/>
                    </a:cubicBezTo>
                    <a:cubicBezTo>
                      <a:pt x="19309" y="6054"/>
                      <a:pt x="19412" y="6055"/>
                      <a:pt x="19515" y="6056"/>
                    </a:cubicBezTo>
                    <a:cubicBezTo>
                      <a:pt x="19655" y="6050"/>
                      <a:pt x="19796" y="6047"/>
                      <a:pt x="19937" y="6047"/>
                    </a:cubicBezTo>
                    <a:cubicBezTo>
                      <a:pt x="20562" y="6047"/>
                      <a:pt x="21184" y="6102"/>
                      <a:pt x="21783" y="6156"/>
                    </a:cubicBezTo>
                    <a:cubicBezTo>
                      <a:pt x="22550" y="6223"/>
                      <a:pt x="23284" y="6323"/>
                      <a:pt x="23985" y="6556"/>
                    </a:cubicBezTo>
                    <a:cubicBezTo>
                      <a:pt x="24718" y="6790"/>
                      <a:pt x="25352" y="7190"/>
                      <a:pt x="25886" y="7724"/>
                    </a:cubicBezTo>
                    <a:cubicBezTo>
                      <a:pt x="26119" y="7991"/>
                      <a:pt x="26353" y="8291"/>
                      <a:pt x="26453" y="8658"/>
                    </a:cubicBezTo>
                    <a:cubicBezTo>
                      <a:pt x="26553" y="9025"/>
                      <a:pt x="26520" y="9425"/>
                      <a:pt x="26386" y="9759"/>
                    </a:cubicBezTo>
                    <a:cubicBezTo>
                      <a:pt x="26553" y="9425"/>
                      <a:pt x="26620" y="9025"/>
                      <a:pt x="26553" y="8624"/>
                    </a:cubicBezTo>
                    <a:cubicBezTo>
                      <a:pt x="26486" y="8258"/>
                      <a:pt x="26286" y="7891"/>
                      <a:pt x="26019" y="7590"/>
                    </a:cubicBezTo>
                    <a:cubicBezTo>
                      <a:pt x="25519" y="6990"/>
                      <a:pt x="24852" y="6523"/>
                      <a:pt x="24118" y="6256"/>
                    </a:cubicBezTo>
                    <a:cubicBezTo>
                      <a:pt x="23384" y="5956"/>
                      <a:pt x="22617" y="5822"/>
                      <a:pt x="21850" y="5722"/>
                    </a:cubicBezTo>
                    <a:cubicBezTo>
                      <a:pt x="21082" y="5589"/>
                      <a:pt x="20315" y="5522"/>
                      <a:pt x="19548" y="5489"/>
                    </a:cubicBezTo>
                    <a:cubicBezTo>
                      <a:pt x="19144" y="5472"/>
                      <a:pt x="18742" y="5464"/>
                      <a:pt x="18341" y="5464"/>
                    </a:cubicBezTo>
                    <a:cubicBezTo>
                      <a:pt x="15656" y="5464"/>
                      <a:pt x="13015" y="5811"/>
                      <a:pt x="10375" y="5956"/>
                    </a:cubicBezTo>
                    <a:cubicBezTo>
                      <a:pt x="9554" y="6009"/>
                      <a:pt x="8742" y="6044"/>
                      <a:pt x="7935" y="6044"/>
                    </a:cubicBezTo>
                    <a:cubicBezTo>
                      <a:pt x="7234" y="6044"/>
                      <a:pt x="6536" y="6018"/>
                      <a:pt x="5838" y="5956"/>
                    </a:cubicBezTo>
                    <a:cubicBezTo>
                      <a:pt x="4337" y="5856"/>
                      <a:pt x="2836" y="5589"/>
                      <a:pt x="1702" y="4688"/>
                    </a:cubicBezTo>
                    <a:cubicBezTo>
                      <a:pt x="1135" y="4221"/>
                      <a:pt x="735" y="3621"/>
                      <a:pt x="568" y="2920"/>
                    </a:cubicBezTo>
                    <a:cubicBezTo>
                      <a:pt x="434" y="2220"/>
                      <a:pt x="534" y="1486"/>
                      <a:pt x="1035" y="952"/>
                    </a:cubicBezTo>
                    <a:cubicBezTo>
                      <a:pt x="1368" y="517"/>
                      <a:pt x="1897" y="239"/>
                      <a:pt x="2442" y="239"/>
                    </a:cubicBezTo>
                    <a:cubicBezTo>
                      <a:pt x="2607" y="239"/>
                      <a:pt x="2774" y="264"/>
                      <a:pt x="2936" y="319"/>
                    </a:cubicBezTo>
                    <a:cubicBezTo>
                      <a:pt x="3603" y="519"/>
                      <a:pt x="4204" y="1219"/>
                      <a:pt x="4104" y="2020"/>
                    </a:cubicBezTo>
                    <a:cubicBezTo>
                      <a:pt x="4170" y="1619"/>
                      <a:pt x="4104" y="1219"/>
                      <a:pt x="3904" y="886"/>
                    </a:cubicBezTo>
                    <a:cubicBezTo>
                      <a:pt x="3703" y="552"/>
                      <a:pt x="3370" y="285"/>
                      <a:pt x="3003" y="118"/>
                    </a:cubicBezTo>
                    <a:cubicBezTo>
                      <a:pt x="2797" y="38"/>
                      <a:pt x="2582" y="1"/>
                      <a:pt x="2366" y="1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8"/>
              <p:cNvSpPr/>
              <p:nvPr/>
            </p:nvSpPr>
            <p:spPr>
              <a:xfrm>
                <a:off x="4879500" y="2827625"/>
                <a:ext cx="949850" cy="204825"/>
              </a:xfrm>
              <a:custGeom>
                <a:avLst/>
                <a:gdLst/>
                <a:ahLst/>
                <a:cxnLst/>
                <a:rect l="l" t="t" r="r" b="b"/>
                <a:pathLst>
                  <a:path w="37994" h="8193" extrusionOk="0">
                    <a:moveTo>
                      <a:pt x="31036" y="0"/>
                    </a:moveTo>
                    <a:cubicBezTo>
                      <a:pt x="30406" y="0"/>
                      <a:pt x="29775" y="36"/>
                      <a:pt x="29154" y="94"/>
                    </a:cubicBezTo>
                    <a:cubicBezTo>
                      <a:pt x="27019" y="294"/>
                      <a:pt x="24918" y="695"/>
                      <a:pt x="22816" y="1195"/>
                    </a:cubicBezTo>
                    <a:cubicBezTo>
                      <a:pt x="18680" y="2196"/>
                      <a:pt x="14644" y="3563"/>
                      <a:pt x="10474" y="4264"/>
                    </a:cubicBezTo>
                    <a:cubicBezTo>
                      <a:pt x="9440" y="4431"/>
                      <a:pt x="8373" y="4564"/>
                      <a:pt x="7339" y="4631"/>
                    </a:cubicBezTo>
                    <a:cubicBezTo>
                      <a:pt x="6805" y="4681"/>
                      <a:pt x="6271" y="4714"/>
                      <a:pt x="5746" y="4714"/>
                    </a:cubicBezTo>
                    <a:cubicBezTo>
                      <a:pt x="5220" y="4714"/>
                      <a:pt x="4703" y="4681"/>
                      <a:pt x="4203" y="4597"/>
                    </a:cubicBezTo>
                    <a:cubicBezTo>
                      <a:pt x="3169" y="4464"/>
                      <a:pt x="2168" y="4064"/>
                      <a:pt x="1334" y="3463"/>
                    </a:cubicBezTo>
                    <a:cubicBezTo>
                      <a:pt x="901" y="3130"/>
                      <a:pt x="534" y="2763"/>
                      <a:pt x="300" y="2262"/>
                    </a:cubicBezTo>
                    <a:cubicBezTo>
                      <a:pt x="67" y="1795"/>
                      <a:pt x="33" y="1262"/>
                      <a:pt x="167" y="728"/>
                    </a:cubicBezTo>
                    <a:lnTo>
                      <a:pt x="167" y="728"/>
                    </a:lnTo>
                    <a:cubicBezTo>
                      <a:pt x="0" y="1262"/>
                      <a:pt x="0" y="1829"/>
                      <a:pt x="200" y="2329"/>
                    </a:cubicBezTo>
                    <a:cubicBezTo>
                      <a:pt x="434" y="2830"/>
                      <a:pt x="801" y="3263"/>
                      <a:pt x="1201" y="3597"/>
                    </a:cubicBezTo>
                    <a:cubicBezTo>
                      <a:pt x="2035" y="4297"/>
                      <a:pt x="3069" y="4731"/>
                      <a:pt x="4136" y="4931"/>
                    </a:cubicBezTo>
                    <a:cubicBezTo>
                      <a:pt x="4894" y="5073"/>
                      <a:pt x="5652" y="5114"/>
                      <a:pt x="6410" y="5114"/>
                    </a:cubicBezTo>
                    <a:cubicBezTo>
                      <a:pt x="6720" y="5114"/>
                      <a:pt x="7029" y="5107"/>
                      <a:pt x="7339" y="5098"/>
                    </a:cubicBezTo>
                    <a:cubicBezTo>
                      <a:pt x="8439" y="5031"/>
                      <a:pt x="9507" y="4964"/>
                      <a:pt x="10541" y="4798"/>
                    </a:cubicBezTo>
                    <a:cubicBezTo>
                      <a:pt x="14811" y="4197"/>
                      <a:pt x="18880" y="2863"/>
                      <a:pt x="22983" y="1862"/>
                    </a:cubicBezTo>
                    <a:cubicBezTo>
                      <a:pt x="25051" y="1362"/>
                      <a:pt x="27119" y="962"/>
                      <a:pt x="29221" y="761"/>
                    </a:cubicBezTo>
                    <a:cubicBezTo>
                      <a:pt x="29895" y="696"/>
                      <a:pt x="30582" y="645"/>
                      <a:pt x="31266" y="645"/>
                    </a:cubicBezTo>
                    <a:cubicBezTo>
                      <a:pt x="31631" y="645"/>
                      <a:pt x="31996" y="660"/>
                      <a:pt x="32356" y="695"/>
                    </a:cubicBezTo>
                    <a:cubicBezTo>
                      <a:pt x="33357" y="795"/>
                      <a:pt x="34391" y="1028"/>
                      <a:pt x="35259" y="1529"/>
                    </a:cubicBezTo>
                    <a:cubicBezTo>
                      <a:pt x="36159" y="2029"/>
                      <a:pt x="36893" y="2796"/>
                      <a:pt x="37260" y="3730"/>
                    </a:cubicBezTo>
                    <a:cubicBezTo>
                      <a:pt x="37660" y="4664"/>
                      <a:pt x="37660" y="5765"/>
                      <a:pt x="37127" y="6632"/>
                    </a:cubicBezTo>
                    <a:cubicBezTo>
                      <a:pt x="36671" y="7391"/>
                      <a:pt x="35801" y="7984"/>
                      <a:pt x="34869" y="7984"/>
                    </a:cubicBezTo>
                    <a:cubicBezTo>
                      <a:pt x="34777" y="7984"/>
                      <a:pt x="34684" y="7979"/>
                      <a:pt x="34591" y="7967"/>
                    </a:cubicBezTo>
                    <a:cubicBezTo>
                      <a:pt x="33591" y="7800"/>
                      <a:pt x="32623" y="6966"/>
                      <a:pt x="32590" y="5865"/>
                    </a:cubicBezTo>
                    <a:lnTo>
                      <a:pt x="32590" y="5865"/>
                    </a:lnTo>
                    <a:cubicBezTo>
                      <a:pt x="32557" y="6399"/>
                      <a:pt x="32790" y="6932"/>
                      <a:pt x="33157" y="7333"/>
                    </a:cubicBezTo>
                    <a:cubicBezTo>
                      <a:pt x="33524" y="7733"/>
                      <a:pt x="34024" y="8033"/>
                      <a:pt x="34558" y="8133"/>
                    </a:cubicBezTo>
                    <a:cubicBezTo>
                      <a:pt x="34717" y="8173"/>
                      <a:pt x="34883" y="8192"/>
                      <a:pt x="35049" y="8192"/>
                    </a:cubicBezTo>
                    <a:cubicBezTo>
                      <a:pt x="35441" y="8192"/>
                      <a:pt x="35842" y="8087"/>
                      <a:pt x="36193" y="7900"/>
                    </a:cubicBezTo>
                    <a:cubicBezTo>
                      <a:pt x="36693" y="7666"/>
                      <a:pt x="37093" y="7266"/>
                      <a:pt x="37427" y="6799"/>
                    </a:cubicBezTo>
                    <a:cubicBezTo>
                      <a:pt x="37727" y="6332"/>
                      <a:pt x="37894" y="5765"/>
                      <a:pt x="37927" y="5198"/>
                    </a:cubicBezTo>
                    <a:cubicBezTo>
                      <a:pt x="37994" y="4664"/>
                      <a:pt x="37894" y="4097"/>
                      <a:pt x="37694" y="3563"/>
                    </a:cubicBezTo>
                    <a:cubicBezTo>
                      <a:pt x="37293" y="2496"/>
                      <a:pt x="36493" y="1629"/>
                      <a:pt x="35559" y="1062"/>
                    </a:cubicBezTo>
                    <a:cubicBezTo>
                      <a:pt x="34591" y="495"/>
                      <a:pt x="33491" y="194"/>
                      <a:pt x="32390" y="61"/>
                    </a:cubicBezTo>
                    <a:cubicBezTo>
                      <a:pt x="31943" y="19"/>
                      <a:pt x="31490" y="0"/>
                      <a:pt x="31036" y="0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8"/>
              <p:cNvSpPr/>
              <p:nvPr/>
            </p:nvSpPr>
            <p:spPr>
              <a:xfrm>
                <a:off x="4971225" y="2878725"/>
                <a:ext cx="666325" cy="243975"/>
              </a:xfrm>
              <a:custGeom>
                <a:avLst/>
                <a:gdLst/>
                <a:ahLst/>
                <a:cxnLst/>
                <a:rect l="l" t="t" r="r" b="b"/>
                <a:pathLst>
                  <a:path w="26653" h="9759" extrusionOk="0">
                    <a:moveTo>
                      <a:pt x="24287" y="1"/>
                    </a:moveTo>
                    <a:cubicBezTo>
                      <a:pt x="24071" y="1"/>
                      <a:pt x="23856" y="38"/>
                      <a:pt x="23651" y="118"/>
                    </a:cubicBezTo>
                    <a:cubicBezTo>
                      <a:pt x="23284" y="285"/>
                      <a:pt x="22950" y="552"/>
                      <a:pt x="22750" y="886"/>
                    </a:cubicBezTo>
                    <a:cubicBezTo>
                      <a:pt x="22550" y="1219"/>
                      <a:pt x="22450" y="1619"/>
                      <a:pt x="22550" y="2020"/>
                    </a:cubicBezTo>
                    <a:cubicBezTo>
                      <a:pt x="22450" y="1219"/>
                      <a:pt x="23017" y="519"/>
                      <a:pt x="23717" y="319"/>
                    </a:cubicBezTo>
                    <a:cubicBezTo>
                      <a:pt x="23880" y="264"/>
                      <a:pt x="24046" y="239"/>
                      <a:pt x="24211" y="239"/>
                    </a:cubicBezTo>
                    <a:cubicBezTo>
                      <a:pt x="24756" y="239"/>
                      <a:pt x="25286" y="517"/>
                      <a:pt x="25619" y="952"/>
                    </a:cubicBezTo>
                    <a:cubicBezTo>
                      <a:pt x="26086" y="1486"/>
                      <a:pt x="26219" y="2220"/>
                      <a:pt x="26086" y="2920"/>
                    </a:cubicBezTo>
                    <a:cubicBezTo>
                      <a:pt x="25919" y="3621"/>
                      <a:pt x="25519" y="4221"/>
                      <a:pt x="24951" y="4688"/>
                    </a:cubicBezTo>
                    <a:cubicBezTo>
                      <a:pt x="23817" y="5589"/>
                      <a:pt x="22316" y="5856"/>
                      <a:pt x="20815" y="5956"/>
                    </a:cubicBezTo>
                    <a:cubicBezTo>
                      <a:pt x="20117" y="6018"/>
                      <a:pt x="19413" y="6044"/>
                      <a:pt x="18707" y="6044"/>
                    </a:cubicBezTo>
                    <a:cubicBezTo>
                      <a:pt x="17895" y="6044"/>
                      <a:pt x="17082" y="6009"/>
                      <a:pt x="16279" y="5956"/>
                    </a:cubicBezTo>
                    <a:cubicBezTo>
                      <a:pt x="13638" y="5811"/>
                      <a:pt x="10997" y="5464"/>
                      <a:pt x="8313" y="5464"/>
                    </a:cubicBezTo>
                    <a:cubicBezTo>
                      <a:pt x="7911" y="5464"/>
                      <a:pt x="7509" y="5472"/>
                      <a:pt x="7105" y="5489"/>
                    </a:cubicBezTo>
                    <a:cubicBezTo>
                      <a:pt x="6338" y="5522"/>
                      <a:pt x="5571" y="5589"/>
                      <a:pt x="4804" y="5722"/>
                    </a:cubicBezTo>
                    <a:cubicBezTo>
                      <a:pt x="4037" y="5822"/>
                      <a:pt x="3269" y="5956"/>
                      <a:pt x="2535" y="6256"/>
                    </a:cubicBezTo>
                    <a:cubicBezTo>
                      <a:pt x="1802" y="6523"/>
                      <a:pt x="1134" y="6990"/>
                      <a:pt x="634" y="7590"/>
                    </a:cubicBezTo>
                    <a:cubicBezTo>
                      <a:pt x="367" y="7891"/>
                      <a:pt x="167" y="8258"/>
                      <a:pt x="100" y="8624"/>
                    </a:cubicBezTo>
                    <a:cubicBezTo>
                      <a:pt x="0" y="9025"/>
                      <a:pt x="67" y="9425"/>
                      <a:pt x="267" y="9759"/>
                    </a:cubicBezTo>
                    <a:cubicBezTo>
                      <a:pt x="100" y="9425"/>
                      <a:pt x="100" y="9025"/>
                      <a:pt x="200" y="8658"/>
                    </a:cubicBezTo>
                    <a:cubicBezTo>
                      <a:pt x="301" y="8291"/>
                      <a:pt x="501" y="7991"/>
                      <a:pt x="768" y="7724"/>
                    </a:cubicBezTo>
                    <a:cubicBezTo>
                      <a:pt x="1268" y="7190"/>
                      <a:pt x="1935" y="6790"/>
                      <a:pt x="2636" y="6556"/>
                    </a:cubicBezTo>
                    <a:cubicBezTo>
                      <a:pt x="3336" y="6323"/>
                      <a:pt x="4103" y="6223"/>
                      <a:pt x="4837" y="6156"/>
                    </a:cubicBezTo>
                    <a:cubicBezTo>
                      <a:pt x="5464" y="6102"/>
                      <a:pt x="6090" y="6047"/>
                      <a:pt x="6698" y="6047"/>
                    </a:cubicBezTo>
                    <a:cubicBezTo>
                      <a:pt x="6835" y="6047"/>
                      <a:pt x="6971" y="6050"/>
                      <a:pt x="7105" y="6056"/>
                    </a:cubicBezTo>
                    <a:cubicBezTo>
                      <a:pt x="7209" y="6055"/>
                      <a:pt x="7313" y="6054"/>
                      <a:pt x="7418" y="6054"/>
                    </a:cubicBezTo>
                    <a:cubicBezTo>
                      <a:pt x="10349" y="6054"/>
                      <a:pt x="13282" y="6495"/>
                      <a:pt x="16245" y="6656"/>
                    </a:cubicBezTo>
                    <a:cubicBezTo>
                      <a:pt x="16957" y="6703"/>
                      <a:pt x="17670" y="6728"/>
                      <a:pt x="18385" y="6728"/>
                    </a:cubicBezTo>
                    <a:cubicBezTo>
                      <a:pt x="19211" y="6728"/>
                      <a:pt x="20042" y="6695"/>
                      <a:pt x="20882" y="6623"/>
                    </a:cubicBezTo>
                    <a:cubicBezTo>
                      <a:pt x="21649" y="6556"/>
                      <a:pt x="22416" y="6423"/>
                      <a:pt x="23184" y="6223"/>
                    </a:cubicBezTo>
                    <a:cubicBezTo>
                      <a:pt x="23951" y="5989"/>
                      <a:pt x="24685" y="5622"/>
                      <a:pt x="25285" y="5089"/>
                    </a:cubicBezTo>
                    <a:cubicBezTo>
                      <a:pt x="25919" y="4555"/>
                      <a:pt x="26386" y="3821"/>
                      <a:pt x="26519" y="3020"/>
                    </a:cubicBezTo>
                    <a:cubicBezTo>
                      <a:pt x="26653" y="2220"/>
                      <a:pt x="26486" y="1286"/>
                      <a:pt x="25885" y="719"/>
                    </a:cubicBezTo>
                    <a:cubicBezTo>
                      <a:pt x="25470" y="279"/>
                      <a:pt x="24876" y="1"/>
                      <a:pt x="24287" y="1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8"/>
              <p:cNvSpPr/>
              <p:nvPr/>
            </p:nvSpPr>
            <p:spPr>
              <a:xfrm>
                <a:off x="4716050" y="2928375"/>
                <a:ext cx="152625" cy="152625"/>
              </a:xfrm>
              <a:custGeom>
                <a:avLst/>
                <a:gdLst/>
                <a:ahLst/>
                <a:cxnLst/>
                <a:rect l="l" t="t" r="r" b="b"/>
                <a:pathLst>
                  <a:path w="6105" h="6105" extrusionOk="0">
                    <a:moveTo>
                      <a:pt x="3036" y="367"/>
                    </a:moveTo>
                    <a:cubicBezTo>
                      <a:pt x="4537" y="367"/>
                      <a:pt x="5737" y="1568"/>
                      <a:pt x="5737" y="3069"/>
                    </a:cubicBezTo>
                    <a:cubicBezTo>
                      <a:pt x="5737" y="4537"/>
                      <a:pt x="4537" y="5771"/>
                      <a:pt x="3036" y="5771"/>
                    </a:cubicBezTo>
                    <a:cubicBezTo>
                      <a:pt x="1568" y="5771"/>
                      <a:pt x="334" y="4537"/>
                      <a:pt x="334" y="3069"/>
                    </a:cubicBezTo>
                    <a:cubicBezTo>
                      <a:pt x="334" y="1568"/>
                      <a:pt x="1568" y="367"/>
                      <a:pt x="3036" y="367"/>
                    </a:cubicBezTo>
                    <a:close/>
                    <a:moveTo>
                      <a:pt x="3036" y="0"/>
                    </a:moveTo>
                    <a:cubicBezTo>
                      <a:pt x="1368" y="0"/>
                      <a:pt x="0" y="1368"/>
                      <a:pt x="0" y="3069"/>
                    </a:cubicBezTo>
                    <a:cubicBezTo>
                      <a:pt x="0" y="4737"/>
                      <a:pt x="1368" y="6105"/>
                      <a:pt x="3036" y="6105"/>
                    </a:cubicBezTo>
                    <a:cubicBezTo>
                      <a:pt x="4737" y="6105"/>
                      <a:pt x="6104" y="4737"/>
                      <a:pt x="6104" y="3069"/>
                    </a:cubicBezTo>
                    <a:cubicBezTo>
                      <a:pt x="6104" y="1368"/>
                      <a:pt x="4737" y="0"/>
                      <a:pt x="3036" y="0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8"/>
              <p:cNvSpPr/>
              <p:nvPr/>
            </p:nvSpPr>
            <p:spPr>
              <a:xfrm>
                <a:off x="4732725" y="2964225"/>
                <a:ext cx="110100" cy="110100"/>
              </a:xfrm>
              <a:custGeom>
                <a:avLst/>
                <a:gdLst/>
                <a:ahLst/>
                <a:cxnLst/>
                <a:rect l="l" t="t" r="r" b="b"/>
                <a:pathLst>
                  <a:path w="4404" h="4404" extrusionOk="0">
                    <a:moveTo>
                      <a:pt x="2202" y="1"/>
                    </a:moveTo>
                    <a:cubicBezTo>
                      <a:pt x="1001" y="1"/>
                      <a:pt x="0" y="1001"/>
                      <a:pt x="0" y="2202"/>
                    </a:cubicBezTo>
                    <a:cubicBezTo>
                      <a:pt x="0" y="3403"/>
                      <a:pt x="1001" y="4404"/>
                      <a:pt x="2202" y="4404"/>
                    </a:cubicBezTo>
                    <a:cubicBezTo>
                      <a:pt x="3436" y="4404"/>
                      <a:pt x="4403" y="3403"/>
                      <a:pt x="4403" y="2202"/>
                    </a:cubicBezTo>
                    <a:cubicBezTo>
                      <a:pt x="4403" y="1001"/>
                      <a:pt x="3436" y="1"/>
                      <a:pt x="2202" y="1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8" name="Google Shape;258;p8"/>
            <p:cNvGrpSpPr/>
            <p:nvPr/>
          </p:nvGrpSpPr>
          <p:grpSpPr>
            <a:xfrm flipH="1">
              <a:off x="3535017" y="146050"/>
              <a:ext cx="2074000" cy="295075"/>
              <a:chOff x="3755350" y="2827625"/>
              <a:chExt cx="2074000" cy="295075"/>
            </a:xfrm>
          </p:grpSpPr>
          <p:sp>
            <p:nvSpPr>
              <p:cNvPr id="259" name="Google Shape;259;p8"/>
              <p:cNvSpPr/>
              <p:nvPr/>
            </p:nvSpPr>
            <p:spPr>
              <a:xfrm>
                <a:off x="3755350" y="2827775"/>
                <a:ext cx="949875" cy="204675"/>
              </a:xfrm>
              <a:custGeom>
                <a:avLst/>
                <a:gdLst/>
                <a:ahLst/>
                <a:cxnLst/>
                <a:rect l="l" t="t" r="r" b="b"/>
                <a:pathLst>
                  <a:path w="37995" h="8187" extrusionOk="0">
                    <a:moveTo>
                      <a:pt x="7103" y="0"/>
                    </a:moveTo>
                    <a:cubicBezTo>
                      <a:pt x="6595" y="0"/>
                      <a:pt x="6083" y="26"/>
                      <a:pt x="5571" y="88"/>
                    </a:cubicBezTo>
                    <a:cubicBezTo>
                      <a:pt x="4504" y="188"/>
                      <a:pt x="3403" y="489"/>
                      <a:pt x="2436" y="1056"/>
                    </a:cubicBezTo>
                    <a:cubicBezTo>
                      <a:pt x="1502" y="1623"/>
                      <a:pt x="668" y="2490"/>
                      <a:pt x="301" y="3557"/>
                    </a:cubicBezTo>
                    <a:cubicBezTo>
                      <a:pt x="101" y="4091"/>
                      <a:pt x="1" y="4658"/>
                      <a:pt x="34" y="5225"/>
                    </a:cubicBezTo>
                    <a:cubicBezTo>
                      <a:pt x="67" y="5759"/>
                      <a:pt x="267" y="6326"/>
                      <a:pt x="568" y="6793"/>
                    </a:cubicBezTo>
                    <a:cubicBezTo>
                      <a:pt x="868" y="7260"/>
                      <a:pt x="1302" y="7660"/>
                      <a:pt x="1802" y="7894"/>
                    </a:cubicBezTo>
                    <a:cubicBezTo>
                      <a:pt x="2153" y="8081"/>
                      <a:pt x="2537" y="8186"/>
                      <a:pt x="2930" y="8186"/>
                    </a:cubicBezTo>
                    <a:cubicBezTo>
                      <a:pt x="3098" y="8186"/>
                      <a:pt x="3267" y="8167"/>
                      <a:pt x="3436" y="8127"/>
                    </a:cubicBezTo>
                    <a:cubicBezTo>
                      <a:pt x="3970" y="8027"/>
                      <a:pt x="4470" y="7727"/>
                      <a:pt x="4837" y="7327"/>
                    </a:cubicBezTo>
                    <a:cubicBezTo>
                      <a:pt x="5204" y="6926"/>
                      <a:pt x="5404" y="6393"/>
                      <a:pt x="5404" y="5859"/>
                    </a:cubicBezTo>
                    <a:lnTo>
                      <a:pt x="5404" y="5859"/>
                    </a:lnTo>
                    <a:cubicBezTo>
                      <a:pt x="5338" y="6960"/>
                      <a:pt x="4404" y="7794"/>
                      <a:pt x="3403" y="7961"/>
                    </a:cubicBezTo>
                    <a:cubicBezTo>
                      <a:pt x="3295" y="7978"/>
                      <a:pt x="3188" y="7986"/>
                      <a:pt x="3081" y="7986"/>
                    </a:cubicBezTo>
                    <a:cubicBezTo>
                      <a:pt x="2166" y="7986"/>
                      <a:pt x="1316" y="7373"/>
                      <a:pt x="868" y="6626"/>
                    </a:cubicBezTo>
                    <a:cubicBezTo>
                      <a:pt x="334" y="5759"/>
                      <a:pt x="334" y="4658"/>
                      <a:pt x="701" y="3724"/>
                    </a:cubicBezTo>
                    <a:cubicBezTo>
                      <a:pt x="1101" y="2790"/>
                      <a:pt x="1835" y="2023"/>
                      <a:pt x="2703" y="1523"/>
                    </a:cubicBezTo>
                    <a:cubicBezTo>
                      <a:pt x="3603" y="1022"/>
                      <a:pt x="4604" y="789"/>
                      <a:pt x="5638" y="689"/>
                    </a:cubicBezTo>
                    <a:cubicBezTo>
                      <a:pt x="5998" y="654"/>
                      <a:pt x="6359" y="639"/>
                      <a:pt x="6721" y="639"/>
                    </a:cubicBezTo>
                    <a:cubicBezTo>
                      <a:pt x="7397" y="639"/>
                      <a:pt x="8078" y="690"/>
                      <a:pt x="8774" y="755"/>
                    </a:cubicBezTo>
                    <a:cubicBezTo>
                      <a:pt x="10875" y="956"/>
                      <a:pt x="12943" y="1356"/>
                      <a:pt x="14978" y="1856"/>
                    </a:cubicBezTo>
                    <a:cubicBezTo>
                      <a:pt x="19114" y="2857"/>
                      <a:pt x="23184" y="4191"/>
                      <a:pt x="27420" y="4792"/>
                    </a:cubicBezTo>
                    <a:cubicBezTo>
                      <a:pt x="28488" y="4958"/>
                      <a:pt x="29555" y="5025"/>
                      <a:pt x="30622" y="5092"/>
                    </a:cubicBezTo>
                    <a:cubicBezTo>
                      <a:pt x="30932" y="5101"/>
                      <a:pt x="31244" y="5108"/>
                      <a:pt x="31558" y="5108"/>
                    </a:cubicBezTo>
                    <a:cubicBezTo>
                      <a:pt x="32325" y="5108"/>
                      <a:pt x="33100" y="5067"/>
                      <a:pt x="33858" y="4925"/>
                    </a:cubicBezTo>
                    <a:cubicBezTo>
                      <a:pt x="34926" y="4758"/>
                      <a:pt x="35960" y="4291"/>
                      <a:pt x="36794" y="3591"/>
                    </a:cubicBezTo>
                    <a:cubicBezTo>
                      <a:pt x="37194" y="3257"/>
                      <a:pt x="37561" y="2824"/>
                      <a:pt x="37761" y="2323"/>
                    </a:cubicBezTo>
                    <a:cubicBezTo>
                      <a:pt x="37994" y="1823"/>
                      <a:pt x="37994" y="1256"/>
                      <a:pt x="37828" y="722"/>
                    </a:cubicBezTo>
                    <a:lnTo>
                      <a:pt x="37828" y="722"/>
                    </a:lnTo>
                    <a:cubicBezTo>
                      <a:pt x="37961" y="1256"/>
                      <a:pt x="37894" y="1789"/>
                      <a:pt x="37661" y="2256"/>
                    </a:cubicBezTo>
                    <a:cubicBezTo>
                      <a:pt x="37461" y="2757"/>
                      <a:pt x="37094" y="3124"/>
                      <a:pt x="36660" y="3457"/>
                    </a:cubicBezTo>
                    <a:cubicBezTo>
                      <a:pt x="35826" y="4058"/>
                      <a:pt x="34825" y="4458"/>
                      <a:pt x="33791" y="4591"/>
                    </a:cubicBezTo>
                    <a:cubicBezTo>
                      <a:pt x="33274" y="4675"/>
                      <a:pt x="32757" y="4708"/>
                      <a:pt x="32236" y="4708"/>
                    </a:cubicBezTo>
                    <a:cubicBezTo>
                      <a:pt x="31715" y="4708"/>
                      <a:pt x="31190" y="4675"/>
                      <a:pt x="30656" y="4625"/>
                    </a:cubicBezTo>
                    <a:cubicBezTo>
                      <a:pt x="29622" y="4558"/>
                      <a:pt x="28554" y="4425"/>
                      <a:pt x="27520" y="4258"/>
                    </a:cubicBezTo>
                    <a:cubicBezTo>
                      <a:pt x="23351" y="3557"/>
                      <a:pt x="19314" y="2190"/>
                      <a:pt x="15145" y="1189"/>
                    </a:cubicBezTo>
                    <a:cubicBezTo>
                      <a:pt x="13077" y="689"/>
                      <a:pt x="10975" y="288"/>
                      <a:pt x="8840" y="88"/>
                    </a:cubicBezTo>
                    <a:cubicBezTo>
                      <a:pt x="8269" y="35"/>
                      <a:pt x="7688" y="0"/>
                      <a:pt x="7103" y="0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8"/>
              <p:cNvSpPr/>
              <p:nvPr/>
            </p:nvSpPr>
            <p:spPr>
              <a:xfrm>
                <a:off x="3947150" y="2878725"/>
                <a:ext cx="665500" cy="243975"/>
              </a:xfrm>
              <a:custGeom>
                <a:avLst/>
                <a:gdLst/>
                <a:ahLst/>
                <a:cxnLst/>
                <a:rect l="l" t="t" r="r" b="b"/>
                <a:pathLst>
                  <a:path w="26620" h="9759" extrusionOk="0">
                    <a:moveTo>
                      <a:pt x="2366" y="1"/>
                    </a:moveTo>
                    <a:cubicBezTo>
                      <a:pt x="1777" y="1"/>
                      <a:pt x="1183" y="279"/>
                      <a:pt x="768" y="719"/>
                    </a:cubicBezTo>
                    <a:cubicBezTo>
                      <a:pt x="168" y="1286"/>
                      <a:pt x="1" y="2220"/>
                      <a:pt x="134" y="3020"/>
                    </a:cubicBezTo>
                    <a:cubicBezTo>
                      <a:pt x="268" y="3821"/>
                      <a:pt x="735" y="4555"/>
                      <a:pt x="1335" y="5089"/>
                    </a:cubicBezTo>
                    <a:cubicBezTo>
                      <a:pt x="1969" y="5622"/>
                      <a:pt x="2703" y="5989"/>
                      <a:pt x="3470" y="6223"/>
                    </a:cubicBezTo>
                    <a:cubicBezTo>
                      <a:pt x="4237" y="6423"/>
                      <a:pt x="5004" y="6556"/>
                      <a:pt x="5772" y="6623"/>
                    </a:cubicBezTo>
                    <a:cubicBezTo>
                      <a:pt x="6612" y="6695"/>
                      <a:pt x="7442" y="6728"/>
                      <a:pt x="8268" y="6728"/>
                    </a:cubicBezTo>
                    <a:cubicBezTo>
                      <a:pt x="8984" y="6728"/>
                      <a:pt x="9696" y="6703"/>
                      <a:pt x="10408" y="6656"/>
                    </a:cubicBezTo>
                    <a:cubicBezTo>
                      <a:pt x="13372" y="6495"/>
                      <a:pt x="16304" y="6054"/>
                      <a:pt x="19206" y="6054"/>
                    </a:cubicBezTo>
                    <a:cubicBezTo>
                      <a:pt x="19309" y="6054"/>
                      <a:pt x="19412" y="6055"/>
                      <a:pt x="19515" y="6056"/>
                    </a:cubicBezTo>
                    <a:cubicBezTo>
                      <a:pt x="19655" y="6050"/>
                      <a:pt x="19796" y="6047"/>
                      <a:pt x="19937" y="6047"/>
                    </a:cubicBezTo>
                    <a:cubicBezTo>
                      <a:pt x="20562" y="6047"/>
                      <a:pt x="21184" y="6102"/>
                      <a:pt x="21783" y="6156"/>
                    </a:cubicBezTo>
                    <a:cubicBezTo>
                      <a:pt x="22550" y="6223"/>
                      <a:pt x="23284" y="6323"/>
                      <a:pt x="23985" y="6556"/>
                    </a:cubicBezTo>
                    <a:cubicBezTo>
                      <a:pt x="24718" y="6790"/>
                      <a:pt x="25352" y="7190"/>
                      <a:pt x="25886" y="7724"/>
                    </a:cubicBezTo>
                    <a:cubicBezTo>
                      <a:pt x="26119" y="7991"/>
                      <a:pt x="26353" y="8291"/>
                      <a:pt x="26453" y="8658"/>
                    </a:cubicBezTo>
                    <a:cubicBezTo>
                      <a:pt x="26553" y="9025"/>
                      <a:pt x="26520" y="9425"/>
                      <a:pt x="26386" y="9759"/>
                    </a:cubicBezTo>
                    <a:cubicBezTo>
                      <a:pt x="26553" y="9425"/>
                      <a:pt x="26620" y="9025"/>
                      <a:pt x="26553" y="8624"/>
                    </a:cubicBezTo>
                    <a:cubicBezTo>
                      <a:pt x="26486" y="8258"/>
                      <a:pt x="26286" y="7891"/>
                      <a:pt x="26019" y="7590"/>
                    </a:cubicBezTo>
                    <a:cubicBezTo>
                      <a:pt x="25519" y="6990"/>
                      <a:pt x="24852" y="6523"/>
                      <a:pt x="24118" y="6256"/>
                    </a:cubicBezTo>
                    <a:cubicBezTo>
                      <a:pt x="23384" y="5956"/>
                      <a:pt x="22617" y="5822"/>
                      <a:pt x="21850" y="5722"/>
                    </a:cubicBezTo>
                    <a:cubicBezTo>
                      <a:pt x="21082" y="5589"/>
                      <a:pt x="20315" y="5522"/>
                      <a:pt x="19548" y="5489"/>
                    </a:cubicBezTo>
                    <a:cubicBezTo>
                      <a:pt x="19144" y="5472"/>
                      <a:pt x="18742" y="5464"/>
                      <a:pt x="18341" y="5464"/>
                    </a:cubicBezTo>
                    <a:cubicBezTo>
                      <a:pt x="15656" y="5464"/>
                      <a:pt x="13015" y="5811"/>
                      <a:pt x="10375" y="5956"/>
                    </a:cubicBezTo>
                    <a:cubicBezTo>
                      <a:pt x="9554" y="6009"/>
                      <a:pt x="8742" y="6044"/>
                      <a:pt x="7935" y="6044"/>
                    </a:cubicBezTo>
                    <a:cubicBezTo>
                      <a:pt x="7234" y="6044"/>
                      <a:pt x="6536" y="6018"/>
                      <a:pt x="5838" y="5956"/>
                    </a:cubicBezTo>
                    <a:cubicBezTo>
                      <a:pt x="4337" y="5856"/>
                      <a:pt x="2836" y="5589"/>
                      <a:pt x="1702" y="4688"/>
                    </a:cubicBezTo>
                    <a:cubicBezTo>
                      <a:pt x="1135" y="4221"/>
                      <a:pt x="735" y="3621"/>
                      <a:pt x="568" y="2920"/>
                    </a:cubicBezTo>
                    <a:cubicBezTo>
                      <a:pt x="434" y="2220"/>
                      <a:pt x="534" y="1486"/>
                      <a:pt x="1035" y="952"/>
                    </a:cubicBezTo>
                    <a:cubicBezTo>
                      <a:pt x="1368" y="517"/>
                      <a:pt x="1897" y="239"/>
                      <a:pt x="2442" y="239"/>
                    </a:cubicBezTo>
                    <a:cubicBezTo>
                      <a:pt x="2607" y="239"/>
                      <a:pt x="2774" y="264"/>
                      <a:pt x="2936" y="319"/>
                    </a:cubicBezTo>
                    <a:cubicBezTo>
                      <a:pt x="3603" y="519"/>
                      <a:pt x="4204" y="1219"/>
                      <a:pt x="4104" y="2020"/>
                    </a:cubicBezTo>
                    <a:cubicBezTo>
                      <a:pt x="4170" y="1619"/>
                      <a:pt x="4104" y="1219"/>
                      <a:pt x="3904" y="886"/>
                    </a:cubicBezTo>
                    <a:cubicBezTo>
                      <a:pt x="3703" y="552"/>
                      <a:pt x="3370" y="285"/>
                      <a:pt x="3003" y="118"/>
                    </a:cubicBezTo>
                    <a:cubicBezTo>
                      <a:pt x="2797" y="38"/>
                      <a:pt x="2582" y="1"/>
                      <a:pt x="2366" y="1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8"/>
              <p:cNvSpPr/>
              <p:nvPr/>
            </p:nvSpPr>
            <p:spPr>
              <a:xfrm>
                <a:off x="4879500" y="2827625"/>
                <a:ext cx="949850" cy="204825"/>
              </a:xfrm>
              <a:custGeom>
                <a:avLst/>
                <a:gdLst/>
                <a:ahLst/>
                <a:cxnLst/>
                <a:rect l="l" t="t" r="r" b="b"/>
                <a:pathLst>
                  <a:path w="37994" h="8193" extrusionOk="0">
                    <a:moveTo>
                      <a:pt x="31036" y="0"/>
                    </a:moveTo>
                    <a:cubicBezTo>
                      <a:pt x="30406" y="0"/>
                      <a:pt x="29775" y="36"/>
                      <a:pt x="29154" y="94"/>
                    </a:cubicBezTo>
                    <a:cubicBezTo>
                      <a:pt x="27019" y="294"/>
                      <a:pt x="24918" y="695"/>
                      <a:pt x="22816" y="1195"/>
                    </a:cubicBezTo>
                    <a:cubicBezTo>
                      <a:pt x="18680" y="2196"/>
                      <a:pt x="14644" y="3563"/>
                      <a:pt x="10474" y="4264"/>
                    </a:cubicBezTo>
                    <a:cubicBezTo>
                      <a:pt x="9440" y="4431"/>
                      <a:pt x="8373" y="4564"/>
                      <a:pt x="7339" y="4631"/>
                    </a:cubicBezTo>
                    <a:cubicBezTo>
                      <a:pt x="6805" y="4681"/>
                      <a:pt x="6271" y="4714"/>
                      <a:pt x="5746" y="4714"/>
                    </a:cubicBezTo>
                    <a:cubicBezTo>
                      <a:pt x="5220" y="4714"/>
                      <a:pt x="4703" y="4681"/>
                      <a:pt x="4203" y="4597"/>
                    </a:cubicBezTo>
                    <a:cubicBezTo>
                      <a:pt x="3169" y="4464"/>
                      <a:pt x="2168" y="4064"/>
                      <a:pt x="1334" y="3463"/>
                    </a:cubicBezTo>
                    <a:cubicBezTo>
                      <a:pt x="901" y="3130"/>
                      <a:pt x="534" y="2763"/>
                      <a:pt x="300" y="2262"/>
                    </a:cubicBezTo>
                    <a:cubicBezTo>
                      <a:pt x="67" y="1795"/>
                      <a:pt x="33" y="1262"/>
                      <a:pt x="167" y="728"/>
                    </a:cubicBezTo>
                    <a:lnTo>
                      <a:pt x="167" y="728"/>
                    </a:lnTo>
                    <a:cubicBezTo>
                      <a:pt x="0" y="1262"/>
                      <a:pt x="0" y="1829"/>
                      <a:pt x="200" y="2329"/>
                    </a:cubicBezTo>
                    <a:cubicBezTo>
                      <a:pt x="434" y="2830"/>
                      <a:pt x="801" y="3263"/>
                      <a:pt x="1201" y="3597"/>
                    </a:cubicBezTo>
                    <a:cubicBezTo>
                      <a:pt x="2035" y="4297"/>
                      <a:pt x="3069" y="4731"/>
                      <a:pt x="4136" y="4931"/>
                    </a:cubicBezTo>
                    <a:cubicBezTo>
                      <a:pt x="4894" y="5073"/>
                      <a:pt x="5652" y="5114"/>
                      <a:pt x="6410" y="5114"/>
                    </a:cubicBezTo>
                    <a:cubicBezTo>
                      <a:pt x="6720" y="5114"/>
                      <a:pt x="7029" y="5107"/>
                      <a:pt x="7339" y="5098"/>
                    </a:cubicBezTo>
                    <a:cubicBezTo>
                      <a:pt x="8439" y="5031"/>
                      <a:pt x="9507" y="4964"/>
                      <a:pt x="10541" y="4798"/>
                    </a:cubicBezTo>
                    <a:cubicBezTo>
                      <a:pt x="14811" y="4197"/>
                      <a:pt x="18880" y="2863"/>
                      <a:pt x="22983" y="1862"/>
                    </a:cubicBezTo>
                    <a:cubicBezTo>
                      <a:pt x="25051" y="1362"/>
                      <a:pt x="27119" y="962"/>
                      <a:pt x="29221" y="761"/>
                    </a:cubicBezTo>
                    <a:cubicBezTo>
                      <a:pt x="29895" y="696"/>
                      <a:pt x="30582" y="645"/>
                      <a:pt x="31266" y="645"/>
                    </a:cubicBezTo>
                    <a:cubicBezTo>
                      <a:pt x="31631" y="645"/>
                      <a:pt x="31996" y="660"/>
                      <a:pt x="32356" y="695"/>
                    </a:cubicBezTo>
                    <a:cubicBezTo>
                      <a:pt x="33357" y="795"/>
                      <a:pt x="34391" y="1028"/>
                      <a:pt x="35259" y="1529"/>
                    </a:cubicBezTo>
                    <a:cubicBezTo>
                      <a:pt x="36159" y="2029"/>
                      <a:pt x="36893" y="2796"/>
                      <a:pt x="37260" y="3730"/>
                    </a:cubicBezTo>
                    <a:cubicBezTo>
                      <a:pt x="37660" y="4664"/>
                      <a:pt x="37660" y="5765"/>
                      <a:pt x="37127" y="6632"/>
                    </a:cubicBezTo>
                    <a:cubicBezTo>
                      <a:pt x="36671" y="7391"/>
                      <a:pt x="35801" y="7984"/>
                      <a:pt x="34869" y="7984"/>
                    </a:cubicBezTo>
                    <a:cubicBezTo>
                      <a:pt x="34777" y="7984"/>
                      <a:pt x="34684" y="7979"/>
                      <a:pt x="34591" y="7967"/>
                    </a:cubicBezTo>
                    <a:cubicBezTo>
                      <a:pt x="33591" y="7800"/>
                      <a:pt x="32623" y="6966"/>
                      <a:pt x="32590" y="5865"/>
                    </a:cubicBezTo>
                    <a:lnTo>
                      <a:pt x="32590" y="5865"/>
                    </a:lnTo>
                    <a:cubicBezTo>
                      <a:pt x="32557" y="6399"/>
                      <a:pt x="32790" y="6932"/>
                      <a:pt x="33157" y="7333"/>
                    </a:cubicBezTo>
                    <a:cubicBezTo>
                      <a:pt x="33524" y="7733"/>
                      <a:pt x="34024" y="8033"/>
                      <a:pt x="34558" y="8133"/>
                    </a:cubicBezTo>
                    <a:cubicBezTo>
                      <a:pt x="34717" y="8173"/>
                      <a:pt x="34883" y="8192"/>
                      <a:pt x="35049" y="8192"/>
                    </a:cubicBezTo>
                    <a:cubicBezTo>
                      <a:pt x="35441" y="8192"/>
                      <a:pt x="35842" y="8087"/>
                      <a:pt x="36193" y="7900"/>
                    </a:cubicBezTo>
                    <a:cubicBezTo>
                      <a:pt x="36693" y="7666"/>
                      <a:pt x="37093" y="7266"/>
                      <a:pt x="37427" y="6799"/>
                    </a:cubicBezTo>
                    <a:cubicBezTo>
                      <a:pt x="37727" y="6332"/>
                      <a:pt x="37894" y="5765"/>
                      <a:pt x="37927" y="5198"/>
                    </a:cubicBezTo>
                    <a:cubicBezTo>
                      <a:pt x="37994" y="4664"/>
                      <a:pt x="37894" y="4097"/>
                      <a:pt x="37694" y="3563"/>
                    </a:cubicBezTo>
                    <a:cubicBezTo>
                      <a:pt x="37293" y="2496"/>
                      <a:pt x="36493" y="1629"/>
                      <a:pt x="35559" y="1062"/>
                    </a:cubicBezTo>
                    <a:cubicBezTo>
                      <a:pt x="34591" y="495"/>
                      <a:pt x="33491" y="194"/>
                      <a:pt x="32390" y="61"/>
                    </a:cubicBezTo>
                    <a:cubicBezTo>
                      <a:pt x="31943" y="19"/>
                      <a:pt x="31490" y="0"/>
                      <a:pt x="31036" y="0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8"/>
              <p:cNvSpPr/>
              <p:nvPr/>
            </p:nvSpPr>
            <p:spPr>
              <a:xfrm>
                <a:off x="4971225" y="2878725"/>
                <a:ext cx="666325" cy="243975"/>
              </a:xfrm>
              <a:custGeom>
                <a:avLst/>
                <a:gdLst/>
                <a:ahLst/>
                <a:cxnLst/>
                <a:rect l="l" t="t" r="r" b="b"/>
                <a:pathLst>
                  <a:path w="26653" h="9759" extrusionOk="0">
                    <a:moveTo>
                      <a:pt x="24287" y="1"/>
                    </a:moveTo>
                    <a:cubicBezTo>
                      <a:pt x="24071" y="1"/>
                      <a:pt x="23856" y="38"/>
                      <a:pt x="23651" y="118"/>
                    </a:cubicBezTo>
                    <a:cubicBezTo>
                      <a:pt x="23284" y="285"/>
                      <a:pt x="22950" y="552"/>
                      <a:pt x="22750" y="886"/>
                    </a:cubicBezTo>
                    <a:cubicBezTo>
                      <a:pt x="22550" y="1219"/>
                      <a:pt x="22450" y="1619"/>
                      <a:pt x="22550" y="2020"/>
                    </a:cubicBezTo>
                    <a:cubicBezTo>
                      <a:pt x="22450" y="1219"/>
                      <a:pt x="23017" y="519"/>
                      <a:pt x="23717" y="319"/>
                    </a:cubicBezTo>
                    <a:cubicBezTo>
                      <a:pt x="23880" y="264"/>
                      <a:pt x="24046" y="239"/>
                      <a:pt x="24211" y="239"/>
                    </a:cubicBezTo>
                    <a:cubicBezTo>
                      <a:pt x="24756" y="239"/>
                      <a:pt x="25286" y="517"/>
                      <a:pt x="25619" y="952"/>
                    </a:cubicBezTo>
                    <a:cubicBezTo>
                      <a:pt x="26086" y="1486"/>
                      <a:pt x="26219" y="2220"/>
                      <a:pt x="26086" y="2920"/>
                    </a:cubicBezTo>
                    <a:cubicBezTo>
                      <a:pt x="25919" y="3621"/>
                      <a:pt x="25519" y="4221"/>
                      <a:pt x="24951" y="4688"/>
                    </a:cubicBezTo>
                    <a:cubicBezTo>
                      <a:pt x="23817" y="5589"/>
                      <a:pt x="22316" y="5856"/>
                      <a:pt x="20815" y="5956"/>
                    </a:cubicBezTo>
                    <a:cubicBezTo>
                      <a:pt x="20117" y="6018"/>
                      <a:pt x="19413" y="6044"/>
                      <a:pt x="18707" y="6044"/>
                    </a:cubicBezTo>
                    <a:cubicBezTo>
                      <a:pt x="17895" y="6044"/>
                      <a:pt x="17082" y="6009"/>
                      <a:pt x="16279" y="5956"/>
                    </a:cubicBezTo>
                    <a:cubicBezTo>
                      <a:pt x="13638" y="5811"/>
                      <a:pt x="10997" y="5464"/>
                      <a:pt x="8313" y="5464"/>
                    </a:cubicBezTo>
                    <a:cubicBezTo>
                      <a:pt x="7911" y="5464"/>
                      <a:pt x="7509" y="5472"/>
                      <a:pt x="7105" y="5489"/>
                    </a:cubicBezTo>
                    <a:cubicBezTo>
                      <a:pt x="6338" y="5522"/>
                      <a:pt x="5571" y="5589"/>
                      <a:pt x="4804" y="5722"/>
                    </a:cubicBezTo>
                    <a:cubicBezTo>
                      <a:pt x="4037" y="5822"/>
                      <a:pt x="3269" y="5956"/>
                      <a:pt x="2535" y="6256"/>
                    </a:cubicBezTo>
                    <a:cubicBezTo>
                      <a:pt x="1802" y="6523"/>
                      <a:pt x="1134" y="6990"/>
                      <a:pt x="634" y="7590"/>
                    </a:cubicBezTo>
                    <a:cubicBezTo>
                      <a:pt x="367" y="7891"/>
                      <a:pt x="167" y="8258"/>
                      <a:pt x="100" y="8624"/>
                    </a:cubicBezTo>
                    <a:cubicBezTo>
                      <a:pt x="0" y="9025"/>
                      <a:pt x="67" y="9425"/>
                      <a:pt x="267" y="9759"/>
                    </a:cubicBezTo>
                    <a:cubicBezTo>
                      <a:pt x="100" y="9425"/>
                      <a:pt x="100" y="9025"/>
                      <a:pt x="200" y="8658"/>
                    </a:cubicBezTo>
                    <a:cubicBezTo>
                      <a:pt x="301" y="8291"/>
                      <a:pt x="501" y="7991"/>
                      <a:pt x="768" y="7724"/>
                    </a:cubicBezTo>
                    <a:cubicBezTo>
                      <a:pt x="1268" y="7190"/>
                      <a:pt x="1935" y="6790"/>
                      <a:pt x="2636" y="6556"/>
                    </a:cubicBezTo>
                    <a:cubicBezTo>
                      <a:pt x="3336" y="6323"/>
                      <a:pt x="4103" y="6223"/>
                      <a:pt x="4837" y="6156"/>
                    </a:cubicBezTo>
                    <a:cubicBezTo>
                      <a:pt x="5464" y="6102"/>
                      <a:pt x="6090" y="6047"/>
                      <a:pt x="6698" y="6047"/>
                    </a:cubicBezTo>
                    <a:cubicBezTo>
                      <a:pt x="6835" y="6047"/>
                      <a:pt x="6971" y="6050"/>
                      <a:pt x="7105" y="6056"/>
                    </a:cubicBezTo>
                    <a:cubicBezTo>
                      <a:pt x="7209" y="6055"/>
                      <a:pt x="7313" y="6054"/>
                      <a:pt x="7418" y="6054"/>
                    </a:cubicBezTo>
                    <a:cubicBezTo>
                      <a:pt x="10349" y="6054"/>
                      <a:pt x="13282" y="6495"/>
                      <a:pt x="16245" y="6656"/>
                    </a:cubicBezTo>
                    <a:cubicBezTo>
                      <a:pt x="16957" y="6703"/>
                      <a:pt x="17670" y="6728"/>
                      <a:pt x="18385" y="6728"/>
                    </a:cubicBezTo>
                    <a:cubicBezTo>
                      <a:pt x="19211" y="6728"/>
                      <a:pt x="20042" y="6695"/>
                      <a:pt x="20882" y="6623"/>
                    </a:cubicBezTo>
                    <a:cubicBezTo>
                      <a:pt x="21649" y="6556"/>
                      <a:pt x="22416" y="6423"/>
                      <a:pt x="23184" y="6223"/>
                    </a:cubicBezTo>
                    <a:cubicBezTo>
                      <a:pt x="23951" y="5989"/>
                      <a:pt x="24685" y="5622"/>
                      <a:pt x="25285" y="5089"/>
                    </a:cubicBezTo>
                    <a:cubicBezTo>
                      <a:pt x="25919" y="4555"/>
                      <a:pt x="26386" y="3821"/>
                      <a:pt x="26519" y="3020"/>
                    </a:cubicBezTo>
                    <a:cubicBezTo>
                      <a:pt x="26653" y="2220"/>
                      <a:pt x="26486" y="1286"/>
                      <a:pt x="25885" y="719"/>
                    </a:cubicBezTo>
                    <a:cubicBezTo>
                      <a:pt x="25470" y="279"/>
                      <a:pt x="24876" y="1"/>
                      <a:pt x="24287" y="1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8"/>
              <p:cNvSpPr/>
              <p:nvPr/>
            </p:nvSpPr>
            <p:spPr>
              <a:xfrm>
                <a:off x="4716050" y="2928375"/>
                <a:ext cx="152625" cy="152625"/>
              </a:xfrm>
              <a:custGeom>
                <a:avLst/>
                <a:gdLst/>
                <a:ahLst/>
                <a:cxnLst/>
                <a:rect l="l" t="t" r="r" b="b"/>
                <a:pathLst>
                  <a:path w="6105" h="6105" extrusionOk="0">
                    <a:moveTo>
                      <a:pt x="3036" y="367"/>
                    </a:moveTo>
                    <a:cubicBezTo>
                      <a:pt x="4537" y="367"/>
                      <a:pt x="5737" y="1568"/>
                      <a:pt x="5737" y="3069"/>
                    </a:cubicBezTo>
                    <a:cubicBezTo>
                      <a:pt x="5737" y="4537"/>
                      <a:pt x="4537" y="5771"/>
                      <a:pt x="3036" y="5771"/>
                    </a:cubicBezTo>
                    <a:cubicBezTo>
                      <a:pt x="1568" y="5771"/>
                      <a:pt x="334" y="4537"/>
                      <a:pt x="334" y="3069"/>
                    </a:cubicBezTo>
                    <a:cubicBezTo>
                      <a:pt x="334" y="1568"/>
                      <a:pt x="1568" y="367"/>
                      <a:pt x="3036" y="367"/>
                    </a:cubicBezTo>
                    <a:close/>
                    <a:moveTo>
                      <a:pt x="3036" y="0"/>
                    </a:moveTo>
                    <a:cubicBezTo>
                      <a:pt x="1368" y="0"/>
                      <a:pt x="0" y="1368"/>
                      <a:pt x="0" y="3069"/>
                    </a:cubicBezTo>
                    <a:cubicBezTo>
                      <a:pt x="0" y="4737"/>
                      <a:pt x="1368" y="6105"/>
                      <a:pt x="3036" y="6105"/>
                    </a:cubicBezTo>
                    <a:cubicBezTo>
                      <a:pt x="4737" y="6105"/>
                      <a:pt x="6104" y="4737"/>
                      <a:pt x="6104" y="3069"/>
                    </a:cubicBezTo>
                    <a:cubicBezTo>
                      <a:pt x="6104" y="1368"/>
                      <a:pt x="4737" y="0"/>
                      <a:pt x="3036" y="0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8"/>
              <p:cNvSpPr/>
              <p:nvPr/>
            </p:nvSpPr>
            <p:spPr>
              <a:xfrm>
                <a:off x="4732725" y="2964225"/>
                <a:ext cx="110100" cy="110100"/>
              </a:xfrm>
              <a:custGeom>
                <a:avLst/>
                <a:gdLst/>
                <a:ahLst/>
                <a:cxnLst/>
                <a:rect l="l" t="t" r="r" b="b"/>
                <a:pathLst>
                  <a:path w="4404" h="4404" extrusionOk="0">
                    <a:moveTo>
                      <a:pt x="2202" y="1"/>
                    </a:moveTo>
                    <a:cubicBezTo>
                      <a:pt x="1001" y="1"/>
                      <a:pt x="0" y="1001"/>
                      <a:pt x="0" y="2202"/>
                    </a:cubicBezTo>
                    <a:cubicBezTo>
                      <a:pt x="0" y="3403"/>
                      <a:pt x="1001" y="4404"/>
                      <a:pt x="2202" y="4404"/>
                    </a:cubicBezTo>
                    <a:cubicBezTo>
                      <a:pt x="3436" y="4404"/>
                      <a:pt x="4403" y="3403"/>
                      <a:pt x="4403" y="2202"/>
                    </a:cubicBezTo>
                    <a:cubicBezTo>
                      <a:pt x="4403" y="1001"/>
                      <a:pt x="3436" y="1"/>
                      <a:pt x="2202" y="1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5" name="Google Shape;265;p8"/>
            <p:cNvGrpSpPr/>
            <p:nvPr/>
          </p:nvGrpSpPr>
          <p:grpSpPr>
            <a:xfrm>
              <a:off x="7799848" y="146050"/>
              <a:ext cx="1179969" cy="1168584"/>
              <a:chOff x="6408400" y="3654075"/>
              <a:chExt cx="1179969" cy="1168584"/>
            </a:xfrm>
          </p:grpSpPr>
          <p:sp>
            <p:nvSpPr>
              <p:cNvPr id="266" name="Google Shape;266;p8"/>
              <p:cNvSpPr/>
              <p:nvPr/>
            </p:nvSpPr>
            <p:spPr>
              <a:xfrm>
                <a:off x="6408400" y="3654075"/>
                <a:ext cx="949875" cy="204675"/>
              </a:xfrm>
              <a:custGeom>
                <a:avLst/>
                <a:gdLst/>
                <a:ahLst/>
                <a:cxnLst/>
                <a:rect l="l" t="t" r="r" b="b"/>
                <a:pathLst>
                  <a:path w="37995" h="8187" extrusionOk="0">
                    <a:moveTo>
                      <a:pt x="7103" y="0"/>
                    </a:moveTo>
                    <a:cubicBezTo>
                      <a:pt x="6595" y="0"/>
                      <a:pt x="6083" y="26"/>
                      <a:pt x="5571" y="88"/>
                    </a:cubicBezTo>
                    <a:cubicBezTo>
                      <a:pt x="4504" y="188"/>
                      <a:pt x="3403" y="489"/>
                      <a:pt x="2436" y="1056"/>
                    </a:cubicBezTo>
                    <a:cubicBezTo>
                      <a:pt x="1502" y="1623"/>
                      <a:pt x="668" y="2490"/>
                      <a:pt x="301" y="3557"/>
                    </a:cubicBezTo>
                    <a:cubicBezTo>
                      <a:pt x="101" y="4091"/>
                      <a:pt x="1" y="4658"/>
                      <a:pt x="34" y="5225"/>
                    </a:cubicBezTo>
                    <a:cubicBezTo>
                      <a:pt x="67" y="5759"/>
                      <a:pt x="267" y="6326"/>
                      <a:pt x="568" y="6793"/>
                    </a:cubicBezTo>
                    <a:cubicBezTo>
                      <a:pt x="868" y="7260"/>
                      <a:pt x="1302" y="7660"/>
                      <a:pt x="1802" y="7894"/>
                    </a:cubicBezTo>
                    <a:cubicBezTo>
                      <a:pt x="2153" y="8081"/>
                      <a:pt x="2537" y="8186"/>
                      <a:pt x="2930" y="8186"/>
                    </a:cubicBezTo>
                    <a:cubicBezTo>
                      <a:pt x="3098" y="8186"/>
                      <a:pt x="3267" y="8167"/>
                      <a:pt x="3436" y="8127"/>
                    </a:cubicBezTo>
                    <a:cubicBezTo>
                      <a:pt x="3970" y="8027"/>
                      <a:pt x="4470" y="7727"/>
                      <a:pt x="4837" y="7327"/>
                    </a:cubicBezTo>
                    <a:cubicBezTo>
                      <a:pt x="5204" y="6926"/>
                      <a:pt x="5404" y="6393"/>
                      <a:pt x="5404" y="5859"/>
                    </a:cubicBezTo>
                    <a:lnTo>
                      <a:pt x="5404" y="5859"/>
                    </a:lnTo>
                    <a:cubicBezTo>
                      <a:pt x="5338" y="6960"/>
                      <a:pt x="4404" y="7794"/>
                      <a:pt x="3403" y="7961"/>
                    </a:cubicBezTo>
                    <a:cubicBezTo>
                      <a:pt x="3295" y="7978"/>
                      <a:pt x="3188" y="7986"/>
                      <a:pt x="3081" y="7986"/>
                    </a:cubicBezTo>
                    <a:cubicBezTo>
                      <a:pt x="2166" y="7986"/>
                      <a:pt x="1316" y="7373"/>
                      <a:pt x="868" y="6626"/>
                    </a:cubicBezTo>
                    <a:cubicBezTo>
                      <a:pt x="334" y="5759"/>
                      <a:pt x="334" y="4658"/>
                      <a:pt x="701" y="3724"/>
                    </a:cubicBezTo>
                    <a:cubicBezTo>
                      <a:pt x="1101" y="2790"/>
                      <a:pt x="1835" y="2023"/>
                      <a:pt x="2703" y="1523"/>
                    </a:cubicBezTo>
                    <a:cubicBezTo>
                      <a:pt x="3603" y="1022"/>
                      <a:pt x="4604" y="789"/>
                      <a:pt x="5638" y="689"/>
                    </a:cubicBezTo>
                    <a:cubicBezTo>
                      <a:pt x="5998" y="654"/>
                      <a:pt x="6359" y="639"/>
                      <a:pt x="6721" y="639"/>
                    </a:cubicBezTo>
                    <a:cubicBezTo>
                      <a:pt x="7397" y="639"/>
                      <a:pt x="8078" y="690"/>
                      <a:pt x="8774" y="755"/>
                    </a:cubicBezTo>
                    <a:cubicBezTo>
                      <a:pt x="10875" y="956"/>
                      <a:pt x="12943" y="1356"/>
                      <a:pt x="14978" y="1856"/>
                    </a:cubicBezTo>
                    <a:cubicBezTo>
                      <a:pt x="19114" y="2857"/>
                      <a:pt x="23184" y="4191"/>
                      <a:pt x="27420" y="4792"/>
                    </a:cubicBezTo>
                    <a:cubicBezTo>
                      <a:pt x="28488" y="4958"/>
                      <a:pt x="29555" y="5025"/>
                      <a:pt x="30622" y="5092"/>
                    </a:cubicBezTo>
                    <a:cubicBezTo>
                      <a:pt x="30932" y="5101"/>
                      <a:pt x="31244" y="5108"/>
                      <a:pt x="31558" y="5108"/>
                    </a:cubicBezTo>
                    <a:cubicBezTo>
                      <a:pt x="32325" y="5108"/>
                      <a:pt x="33100" y="5067"/>
                      <a:pt x="33858" y="4925"/>
                    </a:cubicBezTo>
                    <a:cubicBezTo>
                      <a:pt x="34926" y="4758"/>
                      <a:pt x="35960" y="4291"/>
                      <a:pt x="36794" y="3591"/>
                    </a:cubicBezTo>
                    <a:cubicBezTo>
                      <a:pt x="37194" y="3257"/>
                      <a:pt x="37561" y="2824"/>
                      <a:pt x="37761" y="2323"/>
                    </a:cubicBezTo>
                    <a:cubicBezTo>
                      <a:pt x="37994" y="1823"/>
                      <a:pt x="37994" y="1256"/>
                      <a:pt x="37828" y="722"/>
                    </a:cubicBezTo>
                    <a:lnTo>
                      <a:pt x="37828" y="722"/>
                    </a:lnTo>
                    <a:cubicBezTo>
                      <a:pt x="37961" y="1256"/>
                      <a:pt x="37894" y="1789"/>
                      <a:pt x="37661" y="2256"/>
                    </a:cubicBezTo>
                    <a:cubicBezTo>
                      <a:pt x="37461" y="2757"/>
                      <a:pt x="37094" y="3124"/>
                      <a:pt x="36660" y="3457"/>
                    </a:cubicBezTo>
                    <a:cubicBezTo>
                      <a:pt x="35826" y="4058"/>
                      <a:pt x="34825" y="4458"/>
                      <a:pt x="33791" y="4591"/>
                    </a:cubicBezTo>
                    <a:cubicBezTo>
                      <a:pt x="33274" y="4675"/>
                      <a:pt x="32757" y="4708"/>
                      <a:pt x="32236" y="4708"/>
                    </a:cubicBezTo>
                    <a:cubicBezTo>
                      <a:pt x="31715" y="4708"/>
                      <a:pt x="31190" y="4675"/>
                      <a:pt x="30656" y="4625"/>
                    </a:cubicBezTo>
                    <a:cubicBezTo>
                      <a:pt x="29622" y="4558"/>
                      <a:pt x="28554" y="4425"/>
                      <a:pt x="27520" y="4258"/>
                    </a:cubicBezTo>
                    <a:cubicBezTo>
                      <a:pt x="23351" y="3557"/>
                      <a:pt x="19314" y="2190"/>
                      <a:pt x="15145" y="1189"/>
                    </a:cubicBezTo>
                    <a:cubicBezTo>
                      <a:pt x="13077" y="689"/>
                      <a:pt x="10975" y="288"/>
                      <a:pt x="8840" y="88"/>
                    </a:cubicBezTo>
                    <a:cubicBezTo>
                      <a:pt x="8269" y="35"/>
                      <a:pt x="7688" y="0"/>
                      <a:pt x="7103" y="0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8"/>
              <p:cNvSpPr/>
              <p:nvPr/>
            </p:nvSpPr>
            <p:spPr>
              <a:xfrm>
                <a:off x="6600200" y="3705025"/>
                <a:ext cx="665500" cy="243975"/>
              </a:xfrm>
              <a:custGeom>
                <a:avLst/>
                <a:gdLst/>
                <a:ahLst/>
                <a:cxnLst/>
                <a:rect l="l" t="t" r="r" b="b"/>
                <a:pathLst>
                  <a:path w="26620" h="9759" extrusionOk="0">
                    <a:moveTo>
                      <a:pt x="2366" y="1"/>
                    </a:moveTo>
                    <a:cubicBezTo>
                      <a:pt x="1777" y="1"/>
                      <a:pt x="1183" y="279"/>
                      <a:pt x="768" y="719"/>
                    </a:cubicBezTo>
                    <a:cubicBezTo>
                      <a:pt x="168" y="1286"/>
                      <a:pt x="1" y="2220"/>
                      <a:pt x="134" y="3020"/>
                    </a:cubicBezTo>
                    <a:cubicBezTo>
                      <a:pt x="268" y="3821"/>
                      <a:pt x="735" y="4555"/>
                      <a:pt x="1335" y="5089"/>
                    </a:cubicBezTo>
                    <a:cubicBezTo>
                      <a:pt x="1969" y="5622"/>
                      <a:pt x="2703" y="5989"/>
                      <a:pt x="3470" y="6223"/>
                    </a:cubicBezTo>
                    <a:cubicBezTo>
                      <a:pt x="4237" y="6423"/>
                      <a:pt x="5004" y="6556"/>
                      <a:pt x="5772" y="6623"/>
                    </a:cubicBezTo>
                    <a:cubicBezTo>
                      <a:pt x="6612" y="6695"/>
                      <a:pt x="7442" y="6728"/>
                      <a:pt x="8268" y="6728"/>
                    </a:cubicBezTo>
                    <a:cubicBezTo>
                      <a:pt x="8984" y="6728"/>
                      <a:pt x="9696" y="6703"/>
                      <a:pt x="10408" y="6656"/>
                    </a:cubicBezTo>
                    <a:cubicBezTo>
                      <a:pt x="13372" y="6495"/>
                      <a:pt x="16304" y="6054"/>
                      <a:pt x="19206" y="6054"/>
                    </a:cubicBezTo>
                    <a:cubicBezTo>
                      <a:pt x="19309" y="6054"/>
                      <a:pt x="19412" y="6055"/>
                      <a:pt x="19515" y="6056"/>
                    </a:cubicBezTo>
                    <a:cubicBezTo>
                      <a:pt x="19655" y="6050"/>
                      <a:pt x="19796" y="6047"/>
                      <a:pt x="19937" y="6047"/>
                    </a:cubicBezTo>
                    <a:cubicBezTo>
                      <a:pt x="20562" y="6047"/>
                      <a:pt x="21184" y="6102"/>
                      <a:pt x="21783" y="6156"/>
                    </a:cubicBezTo>
                    <a:cubicBezTo>
                      <a:pt x="22550" y="6223"/>
                      <a:pt x="23284" y="6323"/>
                      <a:pt x="23985" y="6556"/>
                    </a:cubicBezTo>
                    <a:cubicBezTo>
                      <a:pt x="24718" y="6790"/>
                      <a:pt x="25352" y="7190"/>
                      <a:pt x="25886" y="7724"/>
                    </a:cubicBezTo>
                    <a:cubicBezTo>
                      <a:pt x="26119" y="7991"/>
                      <a:pt x="26353" y="8291"/>
                      <a:pt x="26453" y="8658"/>
                    </a:cubicBezTo>
                    <a:cubicBezTo>
                      <a:pt x="26553" y="9025"/>
                      <a:pt x="26520" y="9425"/>
                      <a:pt x="26386" y="9759"/>
                    </a:cubicBezTo>
                    <a:cubicBezTo>
                      <a:pt x="26553" y="9425"/>
                      <a:pt x="26620" y="9025"/>
                      <a:pt x="26553" y="8624"/>
                    </a:cubicBezTo>
                    <a:cubicBezTo>
                      <a:pt x="26486" y="8258"/>
                      <a:pt x="26286" y="7891"/>
                      <a:pt x="26019" y="7590"/>
                    </a:cubicBezTo>
                    <a:cubicBezTo>
                      <a:pt x="25519" y="6990"/>
                      <a:pt x="24852" y="6523"/>
                      <a:pt x="24118" y="6256"/>
                    </a:cubicBezTo>
                    <a:cubicBezTo>
                      <a:pt x="23384" y="5956"/>
                      <a:pt x="22617" y="5822"/>
                      <a:pt x="21850" y="5722"/>
                    </a:cubicBezTo>
                    <a:cubicBezTo>
                      <a:pt x="21082" y="5589"/>
                      <a:pt x="20315" y="5522"/>
                      <a:pt x="19548" y="5489"/>
                    </a:cubicBezTo>
                    <a:cubicBezTo>
                      <a:pt x="19144" y="5472"/>
                      <a:pt x="18742" y="5464"/>
                      <a:pt x="18341" y="5464"/>
                    </a:cubicBezTo>
                    <a:cubicBezTo>
                      <a:pt x="15656" y="5464"/>
                      <a:pt x="13015" y="5811"/>
                      <a:pt x="10375" y="5956"/>
                    </a:cubicBezTo>
                    <a:cubicBezTo>
                      <a:pt x="9554" y="6009"/>
                      <a:pt x="8742" y="6044"/>
                      <a:pt x="7935" y="6044"/>
                    </a:cubicBezTo>
                    <a:cubicBezTo>
                      <a:pt x="7234" y="6044"/>
                      <a:pt x="6536" y="6018"/>
                      <a:pt x="5838" y="5956"/>
                    </a:cubicBezTo>
                    <a:cubicBezTo>
                      <a:pt x="4337" y="5856"/>
                      <a:pt x="2836" y="5589"/>
                      <a:pt x="1702" y="4688"/>
                    </a:cubicBezTo>
                    <a:cubicBezTo>
                      <a:pt x="1135" y="4221"/>
                      <a:pt x="735" y="3621"/>
                      <a:pt x="568" y="2920"/>
                    </a:cubicBezTo>
                    <a:cubicBezTo>
                      <a:pt x="434" y="2220"/>
                      <a:pt x="534" y="1486"/>
                      <a:pt x="1035" y="952"/>
                    </a:cubicBezTo>
                    <a:cubicBezTo>
                      <a:pt x="1368" y="517"/>
                      <a:pt x="1897" y="239"/>
                      <a:pt x="2442" y="239"/>
                    </a:cubicBezTo>
                    <a:cubicBezTo>
                      <a:pt x="2607" y="239"/>
                      <a:pt x="2774" y="264"/>
                      <a:pt x="2936" y="319"/>
                    </a:cubicBezTo>
                    <a:cubicBezTo>
                      <a:pt x="3603" y="519"/>
                      <a:pt x="4204" y="1219"/>
                      <a:pt x="4104" y="2020"/>
                    </a:cubicBezTo>
                    <a:cubicBezTo>
                      <a:pt x="4170" y="1619"/>
                      <a:pt x="4104" y="1219"/>
                      <a:pt x="3904" y="886"/>
                    </a:cubicBezTo>
                    <a:cubicBezTo>
                      <a:pt x="3703" y="552"/>
                      <a:pt x="3370" y="285"/>
                      <a:pt x="3003" y="118"/>
                    </a:cubicBezTo>
                    <a:cubicBezTo>
                      <a:pt x="2797" y="38"/>
                      <a:pt x="2582" y="1"/>
                      <a:pt x="2366" y="1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8"/>
              <p:cNvSpPr/>
              <p:nvPr/>
            </p:nvSpPr>
            <p:spPr>
              <a:xfrm rot="5400000">
                <a:off x="7011031" y="4245321"/>
                <a:ext cx="949850" cy="204825"/>
              </a:xfrm>
              <a:custGeom>
                <a:avLst/>
                <a:gdLst/>
                <a:ahLst/>
                <a:cxnLst/>
                <a:rect l="l" t="t" r="r" b="b"/>
                <a:pathLst>
                  <a:path w="37994" h="8193" extrusionOk="0">
                    <a:moveTo>
                      <a:pt x="31036" y="0"/>
                    </a:moveTo>
                    <a:cubicBezTo>
                      <a:pt x="30406" y="0"/>
                      <a:pt x="29775" y="36"/>
                      <a:pt x="29154" y="94"/>
                    </a:cubicBezTo>
                    <a:cubicBezTo>
                      <a:pt x="27019" y="294"/>
                      <a:pt x="24918" y="695"/>
                      <a:pt x="22816" y="1195"/>
                    </a:cubicBezTo>
                    <a:cubicBezTo>
                      <a:pt x="18680" y="2196"/>
                      <a:pt x="14644" y="3563"/>
                      <a:pt x="10474" y="4264"/>
                    </a:cubicBezTo>
                    <a:cubicBezTo>
                      <a:pt x="9440" y="4431"/>
                      <a:pt x="8373" y="4564"/>
                      <a:pt x="7339" y="4631"/>
                    </a:cubicBezTo>
                    <a:cubicBezTo>
                      <a:pt x="6805" y="4681"/>
                      <a:pt x="6271" y="4714"/>
                      <a:pt x="5746" y="4714"/>
                    </a:cubicBezTo>
                    <a:cubicBezTo>
                      <a:pt x="5220" y="4714"/>
                      <a:pt x="4703" y="4681"/>
                      <a:pt x="4203" y="4597"/>
                    </a:cubicBezTo>
                    <a:cubicBezTo>
                      <a:pt x="3169" y="4464"/>
                      <a:pt x="2168" y="4064"/>
                      <a:pt x="1334" y="3463"/>
                    </a:cubicBezTo>
                    <a:cubicBezTo>
                      <a:pt x="901" y="3130"/>
                      <a:pt x="534" y="2763"/>
                      <a:pt x="300" y="2262"/>
                    </a:cubicBezTo>
                    <a:cubicBezTo>
                      <a:pt x="67" y="1795"/>
                      <a:pt x="33" y="1262"/>
                      <a:pt x="167" y="728"/>
                    </a:cubicBezTo>
                    <a:lnTo>
                      <a:pt x="167" y="728"/>
                    </a:lnTo>
                    <a:cubicBezTo>
                      <a:pt x="0" y="1262"/>
                      <a:pt x="0" y="1829"/>
                      <a:pt x="200" y="2329"/>
                    </a:cubicBezTo>
                    <a:cubicBezTo>
                      <a:pt x="434" y="2830"/>
                      <a:pt x="801" y="3263"/>
                      <a:pt x="1201" y="3597"/>
                    </a:cubicBezTo>
                    <a:cubicBezTo>
                      <a:pt x="2035" y="4297"/>
                      <a:pt x="3069" y="4731"/>
                      <a:pt x="4136" y="4931"/>
                    </a:cubicBezTo>
                    <a:cubicBezTo>
                      <a:pt x="4894" y="5073"/>
                      <a:pt x="5652" y="5114"/>
                      <a:pt x="6410" y="5114"/>
                    </a:cubicBezTo>
                    <a:cubicBezTo>
                      <a:pt x="6720" y="5114"/>
                      <a:pt x="7029" y="5107"/>
                      <a:pt x="7339" y="5098"/>
                    </a:cubicBezTo>
                    <a:cubicBezTo>
                      <a:pt x="8439" y="5031"/>
                      <a:pt x="9507" y="4964"/>
                      <a:pt x="10541" y="4798"/>
                    </a:cubicBezTo>
                    <a:cubicBezTo>
                      <a:pt x="14811" y="4197"/>
                      <a:pt x="18880" y="2863"/>
                      <a:pt x="22983" y="1862"/>
                    </a:cubicBezTo>
                    <a:cubicBezTo>
                      <a:pt x="25051" y="1362"/>
                      <a:pt x="27119" y="962"/>
                      <a:pt x="29221" y="761"/>
                    </a:cubicBezTo>
                    <a:cubicBezTo>
                      <a:pt x="29895" y="696"/>
                      <a:pt x="30582" y="645"/>
                      <a:pt x="31266" y="645"/>
                    </a:cubicBezTo>
                    <a:cubicBezTo>
                      <a:pt x="31631" y="645"/>
                      <a:pt x="31996" y="660"/>
                      <a:pt x="32356" y="695"/>
                    </a:cubicBezTo>
                    <a:cubicBezTo>
                      <a:pt x="33357" y="795"/>
                      <a:pt x="34391" y="1028"/>
                      <a:pt x="35259" y="1529"/>
                    </a:cubicBezTo>
                    <a:cubicBezTo>
                      <a:pt x="36159" y="2029"/>
                      <a:pt x="36893" y="2796"/>
                      <a:pt x="37260" y="3730"/>
                    </a:cubicBezTo>
                    <a:cubicBezTo>
                      <a:pt x="37660" y="4664"/>
                      <a:pt x="37660" y="5765"/>
                      <a:pt x="37127" y="6632"/>
                    </a:cubicBezTo>
                    <a:cubicBezTo>
                      <a:pt x="36671" y="7391"/>
                      <a:pt x="35801" y="7984"/>
                      <a:pt x="34869" y="7984"/>
                    </a:cubicBezTo>
                    <a:cubicBezTo>
                      <a:pt x="34777" y="7984"/>
                      <a:pt x="34684" y="7979"/>
                      <a:pt x="34591" y="7967"/>
                    </a:cubicBezTo>
                    <a:cubicBezTo>
                      <a:pt x="33591" y="7800"/>
                      <a:pt x="32623" y="6966"/>
                      <a:pt x="32590" y="5865"/>
                    </a:cubicBezTo>
                    <a:lnTo>
                      <a:pt x="32590" y="5865"/>
                    </a:lnTo>
                    <a:cubicBezTo>
                      <a:pt x="32557" y="6399"/>
                      <a:pt x="32790" y="6932"/>
                      <a:pt x="33157" y="7333"/>
                    </a:cubicBezTo>
                    <a:cubicBezTo>
                      <a:pt x="33524" y="7733"/>
                      <a:pt x="34024" y="8033"/>
                      <a:pt x="34558" y="8133"/>
                    </a:cubicBezTo>
                    <a:cubicBezTo>
                      <a:pt x="34717" y="8173"/>
                      <a:pt x="34883" y="8192"/>
                      <a:pt x="35049" y="8192"/>
                    </a:cubicBezTo>
                    <a:cubicBezTo>
                      <a:pt x="35441" y="8192"/>
                      <a:pt x="35842" y="8087"/>
                      <a:pt x="36193" y="7900"/>
                    </a:cubicBezTo>
                    <a:cubicBezTo>
                      <a:pt x="36693" y="7666"/>
                      <a:pt x="37093" y="7266"/>
                      <a:pt x="37427" y="6799"/>
                    </a:cubicBezTo>
                    <a:cubicBezTo>
                      <a:pt x="37727" y="6332"/>
                      <a:pt x="37894" y="5765"/>
                      <a:pt x="37927" y="5198"/>
                    </a:cubicBezTo>
                    <a:cubicBezTo>
                      <a:pt x="37994" y="4664"/>
                      <a:pt x="37894" y="4097"/>
                      <a:pt x="37694" y="3563"/>
                    </a:cubicBezTo>
                    <a:cubicBezTo>
                      <a:pt x="37293" y="2496"/>
                      <a:pt x="36493" y="1629"/>
                      <a:pt x="35559" y="1062"/>
                    </a:cubicBezTo>
                    <a:cubicBezTo>
                      <a:pt x="34591" y="495"/>
                      <a:pt x="33491" y="194"/>
                      <a:pt x="32390" y="61"/>
                    </a:cubicBezTo>
                    <a:cubicBezTo>
                      <a:pt x="31943" y="19"/>
                      <a:pt x="31490" y="0"/>
                      <a:pt x="31036" y="0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8"/>
              <p:cNvSpPr/>
              <p:nvPr/>
            </p:nvSpPr>
            <p:spPr>
              <a:xfrm rot="5400000">
                <a:off x="7082119" y="4175709"/>
                <a:ext cx="666325" cy="243975"/>
              </a:xfrm>
              <a:custGeom>
                <a:avLst/>
                <a:gdLst/>
                <a:ahLst/>
                <a:cxnLst/>
                <a:rect l="l" t="t" r="r" b="b"/>
                <a:pathLst>
                  <a:path w="26653" h="9759" extrusionOk="0">
                    <a:moveTo>
                      <a:pt x="24287" y="1"/>
                    </a:moveTo>
                    <a:cubicBezTo>
                      <a:pt x="24071" y="1"/>
                      <a:pt x="23856" y="38"/>
                      <a:pt x="23651" y="118"/>
                    </a:cubicBezTo>
                    <a:cubicBezTo>
                      <a:pt x="23284" y="285"/>
                      <a:pt x="22950" y="552"/>
                      <a:pt x="22750" y="886"/>
                    </a:cubicBezTo>
                    <a:cubicBezTo>
                      <a:pt x="22550" y="1219"/>
                      <a:pt x="22450" y="1619"/>
                      <a:pt x="22550" y="2020"/>
                    </a:cubicBezTo>
                    <a:cubicBezTo>
                      <a:pt x="22450" y="1219"/>
                      <a:pt x="23017" y="519"/>
                      <a:pt x="23717" y="319"/>
                    </a:cubicBezTo>
                    <a:cubicBezTo>
                      <a:pt x="23880" y="264"/>
                      <a:pt x="24046" y="239"/>
                      <a:pt x="24211" y="239"/>
                    </a:cubicBezTo>
                    <a:cubicBezTo>
                      <a:pt x="24756" y="239"/>
                      <a:pt x="25286" y="517"/>
                      <a:pt x="25619" y="952"/>
                    </a:cubicBezTo>
                    <a:cubicBezTo>
                      <a:pt x="26086" y="1486"/>
                      <a:pt x="26219" y="2220"/>
                      <a:pt x="26086" y="2920"/>
                    </a:cubicBezTo>
                    <a:cubicBezTo>
                      <a:pt x="25919" y="3621"/>
                      <a:pt x="25519" y="4221"/>
                      <a:pt x="24951" y="4688"/>
                    </a:cubicBezTo>
                    <a:cubicBezTo>
                      <a:pt x="23817" y="5589"/>
                      <a:pt x="22316" y="5856"/>
                      <a:pt x="20815" y="5956"/>
                    </a:cubicBezTo>
                    <a:cubicBezTo>
                      <a:pt x="20117" y="6018"/>
                      <a:pt x="19413" y="6044"/>
                      <a:pt x="18707" y="6044"/>
                    </a:cubicBezTo>
                    <a:cubicBezTo>
                      <a:pt x="17895" y="6044"/>
                      <a:pt x="17082" y="6009"/>
                      <a:pt x="16279" y="5956"/>
                    </a:cubicBezTo>
                    <a:cubicBezTo>
                      <a:pt x="13638" y="5811"/>
                      <a:pt x="10997" y="5464"/>
                      <a:pt x="8313" y="5464"/>
                    </a:cubicBezTo>
                    <a:cubicBezTo>
                      <a:pt x="7911" y="5464"/>
                      <a:pt x="7509" y="5472"/>
                      <a:pt x="7105" y="5489"/>
                    </a:cubicBezTo>
                    <a:cubicBezTo>
                      <a:pt x="6338" y="5522"/>
                      <a:pt x="5571" y="5589"/>
                      <a:pt x="4804" y="5722"/>
                    </a:cubicBezTo>
                    <a:cubicBezTo>
                      <a:pt x="4037" y="5822"/>
                      <a:pt x="3269" y="5956"/>
                      <a:pt x="2535" y="6256"/>
                    </a:cubicBezTo>
                    <a:cubicBezTo>
                      <a:pt x="1802" y="6523"/>
                      <a:pt x="1134" y="6990"/>
                      <a:pt x="634" y="7590"/>
                    </a:cubicBezTo>
                    <a:cubicBezTo>
                      <a:pt x="367" y="7891"/>
                      <a:pt x="167" y="8258"/>
                      <a:pt x="100" y="8624"/>
                    </a:cubicBezTo>
                    <a:cubicBezTo>
                      <a:pt x="0" y="9025"/>
                      <a:pt x="67" y="9425"/>
                      <a:pt x="267" y="9759"/>
                    </a:cubicBezTo>
                    <a:cubicBezTo>
                      <a:pt x="100" y="9425"/>
                      <a:pt x="100" y="9025"/>
                      <a:pt x="200" y="8658"/>
                    </a:cubicBezTo>
                    <a:cubicBezTo>
                      <a:pt x="301" y="8291"/>
                      <a:pt x="501" y="7991"/>
                      <a:pt x="768" y="7724"/>
                    </a:cubicBezTo>
                    <a:cubicBezTo>
                      <a:pt x="1268" y="7190"/>
                      <a:pt x="1935" y="6790"/>
                      <a:pt x="2636" y="6556"/>
                    </a:cubicBezTo>
                    <a:cubicBezTo>
                      <a:pt x="3336" y="6323"/>
                      <a:pt x="4103" y="6223"/>
                      <a:pt x="4837" y="6156"/>
                    </a:cubicBezTo>
                    <a:cubicBezTo>
                      <a:pt x="5464" y="6102"/>
                      <a:pt x="6090" y="6047"/>
                      <a:pt x="6698" y="6047"/>
                    </a:cubicBezTo>
                    <a:cubicBezTo>
                      <a:pt x="6835" y="6047"/>
                      <a:pt x="6971" y="6050"/>
                      <a:pt x="7105" y="6056"/>
                    </a:cubicBezTo>
                    <a:cubicBezTo>
                      <a:pt x="7209" y="6055"/>
                      <a:pt x="7313" y="6054"/>
                      <a:pt x="7418" y="6054"/>
                    </a:cubicBezTo>
                    <a:cubicBezTo>
                      <a:pt x="10349" y="6054"/>
                      <a:pt x="13282" y="6495"/>
                      <a:pt x="16245" y="6656"/>
                    </a:cubicBezTo>
                    <a:cubicBezTo>
                      <a:pt x="16957" y="6703"/>
                      <a:pt x="17670" y="6728"/>
                      <a:pt x="18385" y="6728"/>
                    </a:cubicBezTo>
                    <a:cubicBezTo>
                      <a:pt x="19211" y="6728"/>
                      <a:pt x="20042" y="6695"/>
                      <a:pt x="20882" y="6623"/>
                    </a:cubicBezTo>
                    <a:cubicBezTo>
                      <a:pt x="21649" y="6556"/>
                      <a:pt x="22416" y="6423"/>
                      <a:pt x="23184" y="6223"/>
                    </a:cubicBezTo>
                    <a:cubicBezTo>
                      <a:pt x="23951" y="5989"/>
                      <a:pt x="24685" y="5622"/>
                      <a:pt x="25285" y="5089"/>
                    </a:cubicBezTo>
                    <a:cubicBezTo>
                      <a:pt x="25919" y="4555"/>
                      <a:pt x="26386" y="3821"/>
                      <a:pt x="26519" y="3020"/>
                    </a:cubicBezTo>
                    <a:cubicBezTo>
                      <a:pt x="26653" y="2220"/>
                      <a:pt x="26486" y="1286"/>
                      <a:pt x="25885" y="719"/>
                    </a:cubicBezTo>
                    <a:cubicBezTo>
                      <a:pt x="25470" y="279"/>
                      <a:pt x="24876" y="1"/>
                      <a:pt x="24287" y="1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0" name="Google Shape;270;p8"/>
            <p:cNvGrpSpPr/>
            <p:nvPr/>
          </p:nvGrpSpPr>
          <p:grpSpPr>
            <a:xfrm rot="10800000" flipH="1">
              <a:off x="7799848" y="3830475"/>
              <a:ext cx="1179969" cy="1168584"/>
              <a:chOff x="6408400" y="3654075"/>
              <a:chExt cx="1179969" cy="1168584"/>
            </a:xfrm>
          </p:grpSpPr>
          <p:sp>
            <p:nvSpPr>
              <p:cNvPr id="271" name="Google Shape;271;p8"/>
              <p:cNvSpPr/>
              <p:nvPr/>
            </p:nvSpPr>
            <p:spPr>
              <a:xfrm>
                <a:off x="6408400" y="3654075"/>
                <a:ext cx="949875" cy="204675"/>
              </a:xfrm>
              <a:custGeom>
                <a:avLst/>
                <a:gdLst/>
                <a:ahLst/>
                <a:cxnLst/>
                <a:rect l="l" t="t" r="r" b="b"/>
                <a:pathLst>
                  <a:path w="37995" h="8187" extrusionOk="0">
                    <a:moveTo>
                      <a:pt x="7103" y="0"/>
                    </a:moveTo>
                    <a:cubicBezTo>
                      <a:pt x="6595" y="0"/>
                      <a:pt x="6083" y="26"/>
                      <a:pt x="5571" y="88"/>
                    </a:cubicBezTo>
                    <a:cubicBezTo>
                      <a:pt x="4504" y="188"/>
                      <a:pt x="3403" y="489"/>
                      <a:pt x="2436" y="1056"/>
                    </a:cubicBezTo>
                    <a:cubicBezTo>
                      <a:pt x="1502" y="1623"/>
                      <a:pt x="668" y="2490"/>
                      <a:pt x="301" y="3557"/>
                    </a:cubicBezTo>
                    <a:cubicBezTo>
                      <a:pt x="101" y="4091"/>
                      <a:pt x="1" y="4658"/>
                      <a:pt x="34" y="5225"/>
                    </a:cubicBezTo>
                    <a:cubicBezTo>
                      <a:pt x="67" y="5759"/>
                      <a:pt x="267" y="6326"/>
                      <a:pt x="568" y="6793"/>
                    </a:cubicBezTo>
                    <a:cubicBezTo>
                      <a:pt x="868" y="7260"/>
                      <a:pt x="1302" y="7660"/>
                      <a:pt x="1802" y="7894"/>
                    </a:cubicBezTo>
                    <a:cubicBezTo>
                      <a:pt x="2153" y="8081"/>
                      <a:pt x="2537" y="8186"/>
                      <a:pt x="2930" y="8186"/>
                    </a:cubicBezTo>
                    <a:cubicBezTo>
                      <a:pt x="3098" y="8186"/>
                      <a:pt x="3267" y="8167"/>
                      <a:pt x="3436" y="8127"/>
                    </a:cubicBezTo>
                    <a:cubicBezTo>
                      <a:pt x="3970" y="8027"/>
                      <a:pt x="4470" y="7727"/>
                      <a:pt x="4837" y="7327"/>
                    </a:cubicBezTo>
                    <a:cubicBezTo>
                      <a:pt x="5204" y="6926"/>
                      <a:pt x="5404" y="6393"/>
                      <a:pt x="5404" y="5859"/>
                    </a:cubicBezTo>
                    <a:lnTo>
                      <a:pt x="5404" y="5859"/>
                    </a:lnTo>
                    <a:cubicBezTo>
                      <a:pt x="5338" y="6960"/>
                      <a:pt x="4404" y="7794"/>
                      <a:pt x="3403" y="7961"/>
                    </a:cubicBezTo>
                    <a:cubicBezTo>
                      <a:pt x="3295" y="7978"/>
                      <a:pt x="3188" y="7986"/>
                      <a:pt x="3081" y="7986"/>
                    </a:cubicBezTo>
                    <a:cubicBezTo>
                      <a:pt x="2166" y="7986"/>
                      <a:pt x="1316" y="7373"/>
                      <a:pt x="868" y="6626"/>
                    </a:cubicBezTo>
                    <a:cubicBezTo>
                      <a:pt x="334" y="5759"/>
                      <a:pt x="334" y="4658"/>
                      <a:pt x="701" y="3724"/>
                    </a:cubicBezTo>
                    <a:cubicBezTo>
                      <a:pt x="1101" y="2790"/>
                      <a:pt x="1835" y="2023"/>
                      <a:pt x="2703" y="1523"/>
                    </a:cubicBezTo>
                    <a:cubicBezTo>
                      <a:pt x="3603" y="1022"/>
                      <a:pt x="4604" y="789"/>
                      <a:pt x="5638" y="689"/>
                    </a:cubicBezTo>
                    <a:cubicBezTo>
                      <a:pt x="5998" y="654"/>
                      <a:pt x="6359" y="639"/>
                      <a:pt x="6721" y="639"/>
                    </a:cubicBezTo>
                    <a:cubicBezTo>
                      <a:pt x="7397" y="639"/>
                      <a:pt x="8078" y="690"/>
                      <a:pt x="8774" y="755"/>
                    </a:cubicBezTo>
                    <a:cubicBezTo>
                      <a:pt x="10875" y="956"/>
                      <a:pt x="12943" y="1356"/>
                      <a:pt x="14978" y="1856"/>
                    </a:cubicBezTo>
                    <a:cubicBezTo>
                      <a:pt x="19114" y="2857"/>
                      <a:pt x="23184" y="4191"/>
                      <a:pt x="27420" y="4792"/>
                    </a:cubicBezTo>
                    <a:cubicBezTo>
                      <a:pt x="28488" y="4958"/>
                      <a:pt x="29555" y="5025"/>
                      <a:pt x="30622" y="5092"/>
                    </a:cubicBezTo>
                    <a:cubicBezTo>
                      <a:pt x="30932" y="5101"/>
                      <a:pt x="31244" y="5108"/>
                      <a:pt x="31558" y="5108"/>
                    </a:cubicBezTo>
                    <a:cubicBezTo>
                      <a:pt x="32325" y="5108"/>
                      <a:pt x="33100" y="5067"/>
                      <a:pt x="33858" y="4925"/>
                    </a:cubicBezTo>
                    <a:cubicBezTo>
                      <a:pt x="34926" y="4758"/>
                      <a:pt x="35960" y="4291"/>
                      <a:pt x="36794" y="3591"/>
                    </a:cubicBezTo>
                    <a:cubicBezTo>
                      <a:pt x="37194" y="3257"/>
                      <a:pt x="37561" y="2824"/>
                      <a:pt x="37761" y="2323"/>
                    </a:cubicBezTo>
                    <a:cubicBezTo>
                      <a:pt x="37994" y="1823"/>
                      <a:pt x="37994" y="1256"/>
                      <a:pt x="37828" y="722"/>
                    </a:cubicBezTo>
                    <a:lnTo>
                      <a:pt x="37828" y="722"/>
                    </a:lnTo>
                    <a:cubicBezTo>
                      <a:pt x="37961" y="1256"/>
                      <a:pt x="37894" y="1789"/>
                      <a:pt x="37661" y="2256"/>
                    </a:cubicBezTo>
                    <a:cubicBezTo>
                      <a:pt x="37461" y="2757"/>
                      <a:pt x="37094" y="3124"/>
                      <a:pt x="36660" y="3457"/>
                    </a:cubicBezTo>
                    <a:cubicBezTo>
                      <a:pt x="35826" y="4058"/>
                      <a:pt x="34825" y="4458"/>
                      <a:pt x="33791" y="4591"/>
                    </a:cubicBezTo>
                    <a:cubicBezTo>
                      <a:pt x="33274" y="4675"/>
                      <a:pt x="32757" y="4708"/>
                      <a:pt x="32236" y="4708"/>
                    </a:cubicBezTo>
                    <a:cubicBezTo>
                      <a:pt x="31715" y="4708"/>
                      <a:pt x="31190" y="4675"/>
                      <a:pt x="30656" y="4625"/>
                    </a:cubicBezTo>
                    <a:cubicBezTo>
                      <a:pt x="29622" y="4558"/>
                      <a:pt x="28554" y="4425"/>
                      <a:pt x="27520" y="4258"/>
                    </a:cubicBezTo>
                    <a:cubicBezTo>
                      <a:pt x="23351" y="3557"/>
                      <a:pt x="19314" y="2190"/>
                      <a:pt x="15145" y="1189"/>
                    </a:cubicBezTo>
                    <a:cubicBezTo>
                      <a:pt x="13077" y="689"/>
                      <a:pt x="10975" y="288"/>
                      <a:pt x="8840" y="88"/>
                    </a:cubicBezTo>
                    <a:cubicBezTo>
                      <a:pt x="8269" y="35"/>
                      <a:pt x="7688" y="0"/>
                      <a:pt x="7103" y="0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8"/>
              <p:cNvSpPr/>
              <p:nvPr/>
            </p:nvSpPr>
            <p:spPr>
              <a:xfrm>
                <a:off x="6600200" y="3705025"/>
                <a:ext cx="665500" cy="243975"/>
              </a:xfrm>
              <a:custGeom>
                <a:avLst/>
                <a:gdLst/>
                <a:ahLst/>
                <a:cxnLst/>
                <a:rect l="l" t="t" r="r" b="b"/>
                <a:pathLst>
                  <a:path w="26620" h="9759" extrusionOk="0">
                    <a:moveTo>
                      <a:pt x="2366" y="1"/>
                    </a:moveTo>
                    <a:cubicBezTo>
                      <a:pt x="1777" y="1"/>
                      <a:pt x="1183" y="279"/>
                      <a:pt x="768" y="719"/>
                    </a:cubicBezTo>
                    <a:cubicBezTo>
                      <a:pt x="168" y="1286"/>
                      <a:pt x="1" y="2220"/>
                      <a:pt x="134" y="3020"/>
                    </a:cubicBezTo>
                    <a:cubicBezTo>
                      <a:pt x="268" y="3821"/>
                      <a:pt x="735" y="4555"/>
                      <a:pt x="1335" y="5089"/>
                    </a:cubicBezTo>
                    <a:cubicBezTo>
                      <a:pt x="1969" y="5622"/>
                      <a:pt x="2703" y="5989"/>
                      <a:pt x="3470" y="6223"/>
                    </a:cubicBezTo>
                    <a:cubicBezTo>
                      <a:pt x="4237" y="6423"/>
                      <a:pt x="5004" y="6556"/>
                      <a:pt x="5772" y="6623"/>
                    </a:cubicBezTo>
                    <a:cubicBezTo>
                      <a:pt x="6612" y="6695"/>
                      <a:pt x="7442" y="6728"/>
                      <a:pt x="8268" y="6728"/>
                    </a:cubicBezTo>
                    <a:cubicBezTo>
                      <a:pt x="8984" y="6728"/>
                      <a:pt x="9696" y="6703"/>
                      <a:pt x="10408" y="6656"/>
                    </a:cubicBezTo>
                    <a:cubicBezTo>
                      <a:pt x="13372" y="6495"/>
                      <a:pt x="16304" y="6054"/>
                      <a:pt x="19206" y="6054"/>
                    </a:cubicBezTo>
                    <a:cubicBezTo>
                      <a:pt x="19309" y="6054"/>
                      <a:pt x="19412" y="6055"/>
                      <a:pt x="19515" y="6056"/>
                    </a:cubicBezTo>
                    <a:cubicBezTo>
                      <a:pt x="19655" y="6050"/>
                      <a:pt x="19796" y="6047"/>
                      <a:pt x="19937" y="6047"/>
                    </a:cubicBezTo>
                    <a:cubicBezTo>
                      <a:pt x="20562" y="6047"/>
                      <a:pt x="21184" y="6102"/>
                      <a:pt x="21783" y="6156"/>
                    </a:cubicBezTo>
                    <a:cubicBezTo>
                      <a:pt x="22550" y="6223"/>
                      <a:pt x="23284" y="6323"/>
                      <a:pt x="23985" y="6556"/>
                    </a:cubicBezTo>
                    <a:cubicBezTo>
                      <a:pt x="24718" y="6790"/>
                      <a:pt x="25352" y="7190"/>
                      <a:pt x="25886" y="7724"/>
                    </a:cubicBezTo>
                    <a:cubicBezTo>
                      <a:pt x="26119" y="7991"/>
                      <a:pt x="26353" y="8291"/>
                      <a:pt x="26453" y="8658"/>
                    </a:cubicBezTo>
                    <a:cubicBezTo>
                      <a:pt x="26553" y="9025"/>
                      <a:pt x="26520" y="9425"/>
                      <a:pt x="26386" y="9759"/>
                    </a:cubicBezTo>
                    <a:cubicBezTo>
                      <a:pt x="26553" y="9425"/>
                      <a:pt x="26620" y="9025"/>
                      <a:pt x="26553" y="8624"/>
                    </a:cubicBezTo>
                    <a:cubicBezTo>
                      <a:pt x="26486" y="8258"/>
                      <a:pt x="26286" y="7891"/>
                      <a:pt x="26019" y="7590"/>
                    </a:cubicBezTo>
                    <a:cubicBezTo>
                      <a:pt x="25519" y="6990"/>
                      <a:pt x="24852" y="6523"/>
                      <a:pt x="24118" y="6256"/>
                    </a:cubicBezTo>
                    <a:cubicBezTo>
                      <a:pt x="23384" y="5956"/>
                      <a:pt x="22617" y="5822"/>
                      <a:pt x="21850" y="5722"/>
                    </a:cubicBezTo>
                    <a:cubicBezTo>
                      <a:pt x="21082" y="5589"/>
                      <a:pt x="20315" y="5522"/>
                      <a:pt x="19548" y="5489"/>
                    </a:cubicBezTo>
                    <a:cubicBezTo>
                      <a:pt x="19144" y="5472"/>
                      <a:pt x="18742" y="5464"/>
                      <a:pt x="18341" y="5464"/>
                    </a:cubicBezTo>
                    <a:cubicBezTo>
                      <a:pt x="15656" y="5464"/>
                      <a:pt x="13015" y="5811"/>
                      <a:pt x="10375" y="5956"/>
                    </a:cubicBezTo>
                    <a:cubicBezTo>
                      <a:pt x="9554" y="6009"/>
                      <a:pt x="8742" y="6044"/>
                      <a:pt x="7935" y="6044"/>
                    </a:cubicBezTo>
                    <a:cubicBezTo>
                      <a:pt x="7234" y="6044"/>
                      <a:pt x="6536" y="6018"/>
                      <a:pt x="5838" y="5956"/>
                    </a:cubicBezTo>
                    <a:cubicBezTo>
                      <a:pt x="4337" y="5856"/>
                      <a:pt x="2836" y="5589"/>
                      <a:pt x="1702" y="4688"/>
                    </a:cubicBezTo>
                    <a:cubicBezTo>
                      <a:pt x="1135" y="4221"/>
                      <a:pt x="735" y="3621"/>
                      <a:pt x="568" y="2920"/>
                    </a:cubicBezTo>
                    <a:cubicBezTo>
                      <a:pt x="434" y="2220"/>
                      <a:pt x="534" y="1486"/>
                      <a:pt x="1035" y="952"/>
                    </a:cubicBezTo>
                    <a:cubicBezTo>
                      <a:pt x="1368" y="517"/>
                      <a:pt x="1897" y="239"/>
                      <a:pt x="2442" y="239"/>
                    </a:cubicBezTo>
                    <a:cubicBezTo>
                      <a:pt x="2607" y="239"/>
                      <a:pt x="2774" y="264"/>
                      <a:pt x="2936" y="319"/>
                    </a:cubicBezTo>
                    <a:cubicBezTo>
                      <a:pt x="3603" y="519"/>
                      <a:pt x="4204" y="1219"/>
                      <a:pt x="4104" y="2020"/>
                    </a:cubicBezTo>
                    <a:cubicBezTo>
                      <a:pt x="4170" y="1619"/>
                      <a:pt x="4104" y="1219"/>
                      <a:pt x="3904" y="886"/>
                    </a:cubicBezTo>
                    <a:cubicBezTo>
                      <a:pt x="3703" y="552"/>
                      <a:pt x="3370" y="285"/>
                      <a:pt x="3003" y="118"/>
                    </a:cubicBezTo>
                    <a:cubicBezTo>
                      <a:pt x="2797" y="38"/>
                      <a:pt x="2582" y="1"/>
                      <a:pt x="2366" y="1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8"/>
              <p:cNvSpPr/>
              <p:nvPr/>
            </p:nvSpPr>
            <p:spPr>
              <a:xfrm rot="5400000">
                <a:off x="7011031" y="4245321"/>
                <a:ext cx="949850" cy="204825"/>
              </a:xfrm>
              <a:custGeom>
                <a:avLst/>
                <a:gdLst/>
                <a:ahLst/>
                <a:cxnLst/>
                <a:rect l="l" t="t" r="r" b="b"/>
                <a:pathLst>
                  <a:path w="37994" h="8193" extrusionOk="0">
                    <a:moveTo>
                      <a:pt x="31036" y="0"/>
                    </a:moveTo>
                    <a:cubicBezTo>
                      <a:pt x="30406" y="0"/>
                      <a:pt x="29775" y="36"/>
                      <a:pt x="29154" y="94"/>
                    </a:cubicBezTo>
                    <a:cubicBezTo>
                      <a:pt x="27019" y="294"/>
                      <a:pt x="24918" y="695"/>
                      <a:pt x="22816" y="1195"/>
                    </a:cubicBezTo>
                    <a:cubicBezTo>
                      <a:pt x="18680" y="2196"/>
                      <a:pt x="14644" y="3563"/>
                      <a:pt x="10474" y="4264"/>
                    </a:cubicBezTo>
                    <a:cubicBezTo>
                      <a:pt x="9440" y="4431"/>
                      <a:pt x="8373" y="4564"/>
                      <a:pt x="7339" y="4631"/>
                    </a:cubicBezTo>
                    <a:cubicBezTo>
                      <a:pt x="6805" y="4681"/>
                      <a:pt x="6271" y="4714"/>
                      <a:pt x="5746" y="4714"/>
                    </a:cubicBezTo>
                    <a:cubicBezTo>
                      <a:pt x="5220" y="4714"/>
                      <a:pt x="4703" y="4681"/>
                      <a:pt x="4203" y="4597"/>
                    </a:cubicBezTo>
                    <a:cubicBezTo>
                      <a:pt x="3169" y="4464"/>
                      <a:pt x="2168" y="4064"/>
                      <a:pt x="1334" y="3463"/>
                    </a:cubicBezTo>
                    <a:cubicBezTo>
                      <a:pt x="901" y="3130"/>
                      <a:pt x="534" y="2763"/>
                      <a:pt x="300" y="2262"/>
                    </a:cubicBezTo>
                    <a:cubicBezTo>
                      <a:pt x="67" y="1795"/>
                      <a:pt x="33" y="1262"/>
                      <a:pt x="167" y="728"/>
                    </a:cubicBezTo>
                    <a:lnTo>
                      <a:pt x="167" y="728"/>
                    </a:lnTo>
                    <a:cubicBezTo>
                      <a:pt x="0" y="1262"/>
                      <a:pt x="0" y="1829"/>
                      <a:pt x="200" y="2329"/>
                    </a:cubicBezTo>
                    <a:cubicBezTo>
                      <a:pt x="434" y="2830"/>
                      <a:pt x="801" y="3263"/>
                      <a:pt x="1201" y="3597"/>
                    </a:cubicBezTo>
                    <a:cubicBezTo>
                      <a:pt x="2035" y="4297"/>
                      <a:pt x="3069" y="4731"/>
                      <a:pt x="4136" y="4931"/>
                    </a:cubicBezTo>
                    <a:cubicBezTo>
                      <a:pt x="4894" y="5073"/>
                      <a:pt x="5652" y="5114"/>
                      <a:pt x="6410" y="5114"/>
                    </a:cubicBezTo>
                    <a:cubicBezTo>
                      <a:pt x="6720" y="5114"/>
                      <a:pt x="7029" y="5107"/>
                      <a:pt x="7339" y="5098"/>
                    </a:cubicBezTo>
                    <a:cubicBezTo>
                      <a:pt x="8439" y="5031"/>
                      <a:pt x="9507" y="4964"/>
                      <a:pt x="10541" y="4798"/>
                    </a:cubicBezTo>
                    <a:cubicBezTo>
                      <a:pt x="14811" y="4197"/>
                      <a:pt x="18880" y="2863"/>
                      <a:pt x="22983" y="1862"/>
                    </a:cubicBezTo>
                    <a:cubicBezTo>
                      <a:pt x="25051" y="1362"/>
                      <a:pt x="27119" y="962"/>
                      <a:pt x="29221" y="761"/>
                    </a:cubicBezTo>
                    <a:cubicBezTo>
                      <a:pt x="29895" y="696"/>
                      <a:pt x="30582" y="645"/>
                      <a:pt x="31266" y="645"/>
                    </a:cubicBezTo>
                    <a:cubicBezTo>
                      <a:pt x="31631" y="645"/>
                      <a:pt x="31996" y="660"/>
                      <a:pt x="32356" y="695"/>
                    </a:cubicBezTo>
                    <a:cubicBezTo>
                      <a:pt x="33357" y="795"/>
                      <a:pt x="34391" y="1028"/>
                      <a:pt x="35259" y="1529"/>
                    </a:cubicBezTo>
                    <a:cubicBezTo>
                      <a:pt x="36159" y="2029"/>
                      <a:pt x="36893" y="2796"/>
                      <a:pt x="37260" y="3730"/>
                    </a:cubicBezTo>
                    <a:cubicBezTo>
                      <a:pt x="37660" y="4664"/>
                      <a:pt x="37660" y="5765"/>
                      <a:pt x="37127" y="6632"/>
                    </a:cubicBezTo>
                    <a:cubicBezTo>
                      <a:pt x="36671" y="7391"/>
                      <a:pt x="35801" y="7984"/>
                      <a:pt x="34869" y="7984"/>
                    </a:cubicBezTo>
                    <a:cubicBezTo>
                      <a:pt x="34777" y="7984"/>
                      <a:pt x="34684" y="7979"/>
                      <a:pt x="34591" y="7967"/>
                    </a:cubicBezTo>
                    <a:cubicBezTo>
                      <a:pt x="33591" y="7800"/>
                      <a:pt x="32623" y="6966"/>
                      <a:pt x="32590" y="5865"/>
                    </a:cubicBezTo>
                    <a:lnTo>
                      <a:pt x="32590" y="5865"/>
                    </a:lnTo>
                    <a:cubicBezTo>
                      <a:pt x="32557" y="6399"/>
                      <a:pt x="32790" y="6932"/>
                      <a:pt x="33157" y="7333"/>
                    </a:cubicBezTo>
                    <a:cubicBezTo>
                      <a:pt x="33524" y="7733"/>
                      <a:pt x="34024" y="8033"/>
                      <a:pt x="34558" y="8133"/>
                    </a:cubicBezTo>
                    <a:cubicBezTo>
                      <a:pt x="34717" y="8173"/>
                      <a:pt x="34883" y="8192"/>
                      <a:pt x="35049" y="8192"/>
                    </a:cubicBezTo>
                    <a:cubicBezTo>
                      <a:pt x="35441" y="8192"/>
                      <a:pt x="35842" y="8087"/>
                      <a:pt x="36193" y="7900"/>
                    </a:cubicBezTo>
                    <a:cubicBezTo>
                      <a:pt x="36693" y="7666"/>
                      <a:pt x="37093" y="7266"/>
                      <a:pt x="37427" y="6799"/>
                    </a:cubicBezTo>
                    <a:cubicBezTo>
                      <a:pt x="37727" y="6332"/>
                      <a:pt x="37894" y="5765"/>
                      <a:pt x="37927" y="5198"/>
                    </a:cubicBezTo>
                    <a:cubicBezTo>
                      <a:pt x="37994" y="4664"/>
                      <a:pt x="37894" y="4097"/>
                      <a:pt x="37694" y="3563"/>
                    </a:cubicBezTo>
                    <a:cubicBezTo>
                      <a:pt x="37293" y="2496"/>
                      <a:pt x="36493" y="1629"/>
                      <a:pt x="35559" y="1062"/>
                    </a:cubicBezTo>
                    <a:cubicBezTo>
                      <a:pt x="34591" y="495"/>
                      <a:pt x="33491" y="194"/>
                      <a:pt x="32390" y="61"/>
                    </a:cubicBezTo>
                    <a:cubicBezTo>
                      <a:pt x="31943" y="19"/>
                      <a:pt x="31490" y="0"/>
                      <a:pt x="31036" y="0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8"/>
              <p:cNvSpPr/>
              <p:nvPr/>
            </p:nvSpPr>
            <p:spPr>
              <a:xfrm rot="5400000">
                <a:off x="7082119" y="4175709"/>
                <a:ext cx="666325" cy="243975"/>
              </a:xfrm>
              <a:custGeom>
                <a:avLst/>
                <a:gdLst/>
                <a:ahLst/>
                <a:cxnLst/>
                <a:rect l="l" t="t" r="r" b="b"/>
                <a:pathLst>
                  <a:path w="26653" h="9759" extrusionOk="0">
                    <a:moveTo>
                      <a:pt x="24287" y="1"/>
                    </a:moveTo>
                    <a:cubicBezTo>
                      <a:pt x="24071" y="1"/>
                      <a:pt x="23856" y="38"/>
                      <a:pt x="23651" y="118"/>
                    </a:cubicBezTo>
                    <a:cubicBezTo>
                      <a:pt x="23284" y="285"/>
                      <a:pt x="22950" y="552"/>
                      <a:pt x="22750" y="886"/>
                    </a:cubicBezTo>
                    <a:cubicBezTo>
                      <a:pt x="22550" y="1219"/>
                      <a:pt x="22450" y="1619"/>
                      <a:pt x="22550" y="2020"/>
                    </a:cubicBezTo>
                    <a:cubicBezTo>
                      <a:pt x="22450" y="1219"/>
                      <a:pt x="23017" y="519"/>
                      <a:pt x="23717" y="319"/>
                    </a:cubicBezTo>
                    <a:cubicBezTo>
                      <a:pt x="23880" y="264"/>
                      <a:pt x="24046" y="239"/>
                      <a:pt x="24211" y="239"/>
                    </a:cubicBezTo>
                    <a:cubicBezTo>
                      <a:pt x="24756" y="239"/>
                      <a:pt x="25286" y="517"/>
                      <a:pt x="25619" y="952"/>
                    </a:cubicBezTo>
                    <a:cubicBezTo>
                      <a:pt x="26086" y="1486"/>
                      <a:pt x="26219" y="2220"/>
                      <a:pt x="26086" y="2920"/>
                    </a:cubicBezTo>
                    <a:cubicBezTo>
                      <a:pt x="25919" y="3621"/>
                      <a:pt x="25519" y="4221"/>
                      <a:pt x="24951" y="4688"/>
                    </a:cubicBezTo>
                    <a:cubicBezTo>
                      <a:pt x="23817" y="5589"/>
                      <a:pt x="22316" y="5856"/>
                      <a:pt x="20815" y="5956"/>
                    </a:cubicBezTo>
                    <a:cubicBezTo>
                      <a:pt x="20117" y="6018"/>
                      <a:pt x="19413" y="6044"/>
                      <a:pt x="18707" y="6044"/>
                    </a:cubicBezTo>
                    <a:cubicBezTo>
                      <a:pt x="17895" y="6044"/>
                      <a:pt x="17082" y="6009"/>
                      <a:pt x="16279" y="5956"/>
                    </a:cubicBezTo>
                    <a:cubicBezTo>
                      <a:pt x="13638" y="5811"/>
                      <a:pt x="10997" y="5464"/>
                      <a:pt x="8313" y="5464"/>
                    </a:cubicBezTo>
                    <a:cubicBezTo>
                      <a:pt x="7911" y="5464"/>
                      <a:pt x="7509" y="5472"/>
                      <a:pt x="7105" y="5489"/>
                    </a:cubicBezTo>
                    <a:cubicBezTo>
                      <a:pt x="6338" y="5522"/>
                      <a:pt x="5571" y="5589"/>
                      <a:pt x="4804" y="5722"/>
                    </a:cubicBezTo>
                    <a:cubicBezTo>
                      <a:pt x="4037" y="5822"/>
                      <a:pt x="3269" y="5956"/>
                      <a:pt x="2535" y="6256"/>
                    </a:cubicBezTo>
                    <a:cubicBezTo>
                      <a:pt x="1802" y="6523"/>
                      <a:pt x="1134" y="6990"/>
                      <a:pt x="634" y="7590"/>
                    </a:cubicBezTo>
                    <a:cubicBezTo>
                      <a:pt x="367" y="7891"/>
                      <a:pt x="167" y="8258"/>
                      <a:pt x="100" y="8624"/>
                    </a:cubicBezTo>
                    <a:cubicBezTo>
                      <a:pt x="0" y="9025"/>
                      <a:pt x="67" y="9425"/>
                      <a:pt x="267" y="9759"/>
                    </a:cubicBezTo>
                    <a:cubicBezTo>
                      <a:pt x="100" y="9425"/>
                      <a:pt x="100" y="9025"/>
                      <a:pt x="200" y="8658"/>
                    </a:cubicBezTo>
                    <a:cubicBezTo>
                      <a:pt x="301" y="8291"/>
                      <a:pt x="501" y="7991"/>
                      <a:pt x="768" y="7724"/>
                    </a:cubicBezTo>
                    <a:cubicBezTo>
                      <a:pt x="1268" y="7190"/>
                      <a:pt x="1935" y="6790"/>
                      <a:pt x="2636" y="6556"/>
                    </a:cubicBezTo>
                    <a:cubicBezTo>
                      <a:pt x="3336" y="6323"/>
                      <a:pt x="4103" y="6223"/>
                      <a:pt x="4837" y="6156"/>
                    </a:cubicBezTo>
                    <a:cubicBezTo>
                      <a:pt x="5464" y="6102"/>
                      <a:pt x="6090" y="6047"/>
                      <a:pt x="6698" y="6047"/>
                    </a:cubicBezTo>
                    <a:cubicBezTo>
                      <a:pt x="6835" y="6047"/>
                      <a:pt x="6971" y="6050"/>
                      <a:pt x="7105" y="6056"/>
                    </a:cubicBezTo>
                    <a:cubicBezTo>
                      <a:pt x="7209" y="6055"/>
                      <a:pt x="7313" y="6054"/>
                      <a:pt x="7418" y="6054"/>
                    </a:cubicBezTo>
                    <a:cubicBezTo>
                      <a:pt x="10349" y="6054"/>
                      <a:pt x="13282" y="6495"/>
                      <a:pt x="16245" y="6656"/>
                    </a:cubicBezTo>
                    <a:cubicBezTo>
                      <a:pt x="16957" y="6703"/>
                      <a:pt x="17670" y="6728"/>
                      <a:pt x="18385" y="6728"/>
                    </a:cubicBezTo>
                    <a:cubicBezTo>
                      <a:pt x="19211" y="6728"/>
                      <a:pt x="20042" y="6695"/>
                      <a:pt x="20882" y="6623"/>
                    </a:cubicBezTo>
                    <a:cubicBezTo>
                      <a:pt x="21649" y="6556"/>
                      <a:pt x="22416" y="6423"/>
                      <a:pt x="23184" y="6223"/>
                    </a:cubicBezTo>
                    <a:cubicBezTo>
                      <a:pt x="23951" y="5989"/>
                      <a:pt x="24685" y="5622"/>
                      <a:pt x="25285" y="5089"/>
                    </a:cubicBezTo>
                    <a:cubicBezTo>
                      <a:pt x="25919" y="4555"/>
                      <a:pt x="26386" y="3821"/>
                      <a:pt x="26519" y="3020"/>
                    </a:cubicBezTo>
                    <a:cubicBezTo>
                      <a:pt x="26653" y="2220"/>
                      <a:pt x="26486" y="1286"/>
                      <a:pt x="25885" y="719"/>
                    </a:cubicBezTo>
                    <a:cubicBezTo>
                      <a:pt x="25470" y="279"/>
                      <a:pt x="24876" y="1"/>
                      <a:pt x="24287" y="1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5" name="Google Shape;275;p8"/>
          <p:cNvSpPr txBox="1">
            <a:spLocks noGrp="1"/>
          </p:cNvSpPr>
          <p:nvPr>
            <p:ph type="title"/>
          </p:nvPr>
        </p:nvSpPr>
        <p:spPr>
          <a:xfrm>
            <a:off x="2091400" y="1476375"/>
            <a:ext cx="4961700" cy="22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9"/>
          <p:cNvGrpSpPr/>
          <p:nvPr/>
        </p:nvGrpSpPr>
        <p:grpSpPr>
          <a:xfrm>
            <a:off x="3535000" y="146050"/>
            <a:ext cx="5444819" cy="4853009"/>
            <a:chOff x="3535000" y="146050"/>
            <a:chExt cx="5444819" cy="4853009"/>
          </a:xfrm>
        </p:grpSpPr>
        <p:grpSp>
          <p:nvGrpSpPr>
            <p:cNvPr id="278" name="Google Shape;278;p9"/>
            <p:cNvGrpSpPr/>
            <p:nvPr/>
          </p:nvGrpSpPr>
          <p:grpSpPr>
            <a:xfrm>
              <a:off x="3535000" y="4703975"/>
              <a:ext cx="2074000" cy="295075"/>
              <a:chOff x="3755350" y="2827625"/>
              <a:chExt cx="2074000" cy="295075"/>
            </a:xfrm>
          </p:grpSpPr>
          <p:sp>
            <p:nvSpPr>
              <p:cNvPr id="279" name="Google Shape;279;p9"/>
              <p:cNvSpPr/>
              <p:nvPr/>
            </p:nvSpPr>
            <p:spPr>
              <a:xfrm>
                <a:off x="3755350" y="2827775"/>
                <a:ext cx="949875" cy="204675"/>
              </a:xfrm>
              <a:custGeom>
                <a:avLst/>
                <a:gdLst/>
                <a:ahLst/>
                <a:cxnLst/>
                <a:rect l="l" t="t" r="r" b="b"/>
                <a:pathLst>
                  <a:path w="37995" h="8187" extrusionOk="0">
                    <a:moveTo>
                      <a:pt x="7103" y="0"/>
                    </a:moveTo>
                    <a:cubicBezTo>
                      <a:pt x="6595" y="0"/>
                      <a:pt x="6083" y="26"/>
                      <a:pt x="5571" y="88"/>
                    </a:cubicBezTo>
                    <a:cubicBezTo>
                      <a:pt x="4504" y="188"/>
                      <a:pt x="3403" y="489"/>
                      <a:pt x="2436" y="1056"/>
                    </a:cubicBezTo>
                    <a:cubicBezTo>
                      <a:pt x="1502" y="1623"/>
                      <a:pt x="668" y="2490"/>
                      <a:pt x="301" y="3557"/>
                    </a:cubicBezTo>
                    <a:cubicBezTo>
                      <a:pt x="101" y="4091"/>
                      <a:pt x="1" y="4658"/>
                      <a:pt x="34" y="5225"/>
                    </a:cubicBezTo>
                    <a:cubicBezTo>
                      <a:pt x="67" y="5759"/>
                      <a:pt x="267" y="6326"/>
                      <a:pt x="568" y="6793"/>
                    </a:cubicBezTo>
                    <a:cubicBezTo>
                      <a:pt x="868" y="7260"/>
                      <a:pt x="1302" y="7660"/>
                      <a:pt x="1802" y="7894"/>
                    </a:cubicBezTo>
                    <a:cubicBezTo>
                      <a:pt x="2153" y="8081"/>
                      <a:pt x="2537" y="8186"/>
                      <a:pt x="2930" y="8186"/>
                    </a:cubicBezTo>
                    <a:cubicBezTo>
                      <a:pt x="3098" y="8186"/>
                      <a:pt x="3267" y="8167"/>
                      <a:pt x="3436" y="8127"/>
                    </a:cubicBezTo>
                    <a:cubicBezTo>
                      <a:pt x="3970" y="8027"/>
                      <a:pt x="4470" y="7727"/>
                      <a:pt x="4837" y="7327"/>
                    </a:cubicBezTo>
                    <a:cubicBezTo>
                      <a:pt x="5204" y="6926"/>
                      <a:pt x="5404" y="6393"/>
                      <a:pt x="5404" y="5859"/>
                    </a:cubicBezTo>
                    <a:lnTo>
                      <a:pt x="5404" y="5859"/>
                    </a:lnTo>
                    <a:cubicBezTo>
                      <a:pt x="5338" y="6960"/>
                      <a:pt x="4404" y="7794"/>
                      <a:pt x="3403" y="7961"/>
                    </a:cubicBezTo>
                    <a:cubicBezTo>
                      <a:pt x="3295" y="7978"/>
                      <a:pt x="3188" y="7986"/>
                      <a:pt x="3081" y="7986"/>
                    </a:cubicBezTo>
                    <a:cubicBezTo>
                      <a:pt x="2166" y="7986"/>
                      <a:pt x="1316" y="7373"/>
                      <a:pt x="868" y="6626"/>
                    </a:cubicBezTo>
                    <a:cubicBezTo>
                      <a:pt x="334" y="5759"/>
                      <a:pt x="334" y="4658"/>
                      <a:pt x="701" y="3724"/>
                    </a:cubicBezTo>
                    <a:cubicBezTo>
                      <a:pt x="1101" y="2790"/>
                      <a:pt x="1835" y="2023"/>
                      <a:pt x="2703" y="1523"/>
                    </a:cubicBezTo>
                    <a:cubicBezTo>
                      <a:pt x="3603" y="1022"/>
                      <a:pt x="4604" y="789"/>
                      <a:pt x="5638" y="689"/>
                    </a:cubicBezTo>
                    <a:cubicBezTo>
                      <a:pt x="5998" y="654"/>
                      <a:pt x="6359" y="639"/>
                      <a:pt x="6721" y="639"/>
                    </a:cubicBezTo>
                    <a:cubicBezTo>
                      <a:pt x="7397" y="639"/>
                      <a:pt x="8078" y="690"/>
                      <a:pt x="8774" y="755"/>
                    </a:cubicBezTo>
                    <a:cubicBezTo>
                      <a:pt x="10875" y="956"/>
                      <a:pt x="12943" y="1356"/>
                      <a:pt x="14978" y="1856"/>
                    </a:cubicBezTo>
                    <a:cubicBezTo>
                      <a:pt x="19114" y="2857"/>
                      <a:pt x="23184" y="4191"/>
                      <a:pt x="27420" y="4792"/>
                    </a:cubicBezTo>
                    <a:cubicBezTo>
                      <a:pt x="28488" y="4958"/>
                      <a:pt x="29555" y="5025"/>
                      <a:pt x="30622" y="5092"/>
                    </a:cubicBezTo>
                    <a:cubicBezTo>
                      <a:pt x="30932" y="5101"/>
                      <a:pt x="31244" y="5108"/>
                      <a:pt x="31558" y="5108"/>
                    </a:cubicBezTo>
                    <a:cubicBezTo>
                      <a:pt x="32325" y="5108"/>
                      <a:pt x="33100" y="5067"/>
                      <a:pt x="33858" y="4925"/>
                    </a:cubicBezTo>
                    <a:cubicBezTo>
                      <a:pt x="34926" y="4758"/>
                      <a:pt x="35960" y="4291"/>
                      <a:pt x="36794" y="3591"/>
                    </a:cubicBezTo>
                    <a:cubicBezTo>
                      <a:pt x="37194" y="3257"/>
                      <a:pt x="37561" y="2824"/>
                      <a:pt x="37761" y="2323"/>
                    </a:cubicBezTo>
                    <a:cubicBezTo>
                      <a:pt x="37994" y="1823"/>
                      <a:pt x="37994" y="1256"/>
                      <a:pt x="37828" y="722"/>
                    </a:cubicBezTo>
                    <a:lnTo>
                      <a:pt x="37828" y="722"/>
                    </a:lnTo>
                    <a:cubicBezTo>
                      <a:pt x="37961" y="1256"/>
                      <a:pt x="37894" y="1789"/>
                      <a:pt x="37661" y="2256"/>
                    </a:cubicBezTo>
                    <a:cubicBezTo>
                      <a:pt x="37461" y="2757"/>
                      <a:pt x="37094" y="3124"/>
                      <a:pt x="36660" y="3457"/>
                    </a:cubicBezTo>
                    <a:cubicBezTo>
                      <a:pt x="35826" y="4058"/>
                      <a:pt x="34825" y="4458"/>
                      <a:pt x="33791" y="4591"/>
                    </a:cubicBezTo>
                    <a:cubicBezTo>
                      <a:pt x="33274" y="4675"/>
                      <a:pt x="32757" y="4708"/>
                      <a:pt x="32236" y="4708"/>
                    </a:cubicBezTo>
                    <a:cubicBezTo>
                      <a:pt x="31715" y="4708"/>
                      <a:pt x="31190" y="4675"/>
                      <a:pt x="30656" y="4625"/>
                    </a:cubicBezTo>
                    <a:cubicBezTo>
                      <a:pt x="29622" y="4558"/>
                      <a:pt x="28554" y="4425"/>
                      <a:pt x="27520" y="4258"/>
                    </a:cubicBezTo>
                    <a:cubicBezTo>
                      <a:pt x="23351" y="3557"/>
                      <a:pt x="19314" y="2190"/>
                      <a:pt x="15145" y="1189"/>
                    </a:cubicBezTo>
                    <a:cubicBezTo>
                      <a:pt x="13077" y="689"/>
                      <a:pt x="10975" y="288"/>
                      <a:pt x="8840" y="88"/>
                    </a:cubicBezTo>
                    <a:cubicBezTo>
                      <a:pt x="8269" y="35"/>
                      <a:pt x="7688" y="0"/>
                      <a:pt x="7103" y="0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9"/>
              <p:cNvSpPr/>
              <p:nvPr/>
            </p:nvSpPr>
            <p:spPr>
              <a:xfrm>
                <a:off x="3947150" y="2878725"/>
                <a:ext cx="665500" cy="243975"/>
              </a:xfrm>
              <a:custGeom>
                <a:avLst/>
                <a:gdLst/>
                <a:ahLst/>
                <a:cxnLst/>
                <a:rect l="l" t="t" r="r" b="b"/>
                <a:pathLst>
                  <a:path w="26620" h="9759" extrusionOk="0">
                    <a:moveTo>
                      <a:pt x="2366" y="1"/>
                    </a:moveTo>
                    <a:cubicBezTo>
                      <a:pt x="1777" y="1"/>
                      <a:pt x="1183" y="279"/>
                      <a:pt x="768" y="719"/>
                    </a:cubicBezTo>
                    <a:cubicBezTo>
                      <a:pt x="168" y="1286"/>
                      <a:pt x="1" y="2220"/>
                      <a:pt x="134" y="3020"/>
                    </a:cubicBezTo>
                    <a:cubicBezTo>
                      <a:pt x="268" y="3821"/>
                      <a:pt x="735" y="4555"/>
                      <a:pt x="1335" y="5089"/>
                    </a:cubicBezTo>
                    <a:cubicBezTo>
                      <a:pt x="1969" y="5622"/>
                      <a:pt x="2703" y="5989"/>
                      <a:pt x="3470" y="6223"/>
                    </a:cubicBezTo>
                    <a:cubicBezTo>
                      <a:pt x="4237" y="6423"/>
                      <a:pt x="5004" y="6556"/>
                      <a:pt x="5772" y="6623"/>
                    </a:cubicBezTo>
                    <a:cubicBezTo>
                      <a:pt x="6612" y="6695"/>
                      <a:pt x="7442" y="6728"/>
                      <a:pt x="8268" y="6728"/>
                    </a:cubicBezTo>
                    <a:cubicBezTo>
                      <a:pt x="8984" y="6728"/>
                      <a:pt x="9696" y="6703"/>
                      <a:pt x="10408" y="6656"/>
                    </a:cubicBezTo>
                    <a:cubicBezTo>
                      <a:pt x="13372" y="6495"/>
                      <a:pt x="16304" y="6054"/>
                      <a:pt x="19206" y="6054"/>
                    </a:cubicBezTo>
                    <a:cubicBezTo>
                      <a:pt x="19309" y="6054"/>
                      <a:pt x="19412" y="6055"/>
                      <a:pt x="19515" y="6056"/>
                    </a:cubicBezTo>
                    <a:cubicBezTo>
                      <a:pt x="19655" y="6050"/>
                      <a:pt x="19796" y="6047"/>
                      <a:pt x="19937" y="6047"/>
                    </a:cubicBezTo>
                    <a:cubicBezTo>
                      <a:pt x="20562" y="6047"/>
                      <a:pt x="21184" y="6102"/>
                      <a:pt x="21783" y="6156"/>
                    </a:cubicBezTo>
                    <a:cubicBezTo>
                      <a:pt x="22550" y="6223"/>
                      <a:pt x="23284" y="6323"/>
                      <a:pt x="23985" y="6556"/>
                    </a:cubicBezTo>
                    <a:cubicBezTo>
                      <a:pt x="24718" y="6790"/>
                      <a:pt x="25352" y="7190"/>
                      <a:pt x="25886" y="7724"/>
                    </a:cubicBezTo>
                    <a:cubicBezTo>
                      <a:pt x="26119" y="7991"/>
                      <a:pt x="26353" y="8291"/>
                      <a:pt x="26453" y="8658"/>
                    </a:cubicBezTo>
                    <a:cubicBezTo>
                      <a:pt x="26553" y="9025"/>
                      <a:pt x="26520" y="9425"/>
                      <a:pt x="26386" y="9759"/>
                    </a:cubicBezTo>
                    <a:cubicBezTo>
                      <a:pt x="26553" y="9425"/>
                      <a:pt x="26620" y="9025"/>
                      <a:pt x="26553" y="8624"/>
                    </a:cubicBezTo>
                    <a:cubicBezTo>
                      <a:pt x="26486" y="8258"/>
                      <a:pt x="26286" y="7891"/>
                      <a:pt x="26019" y="7590"/>
                    </a:cubicBezTo>
                    <a:cubicBezTo>
                      <a:pt x="25519" y="6990"/>
                      <a:pt x="24852" y="6523"/>
                      <a:pt x="24118" y="6256"/>
                    </a:cubicBezTo>
                    <a:cubicBezTo>
                      <a:pt x="23384" y="5956"/>
                      <a:pt x="22617" y="5822"/>
                      <a:pt x="21850" y="5722"/>
                    </a:cubicBezTo>
                    <a:cubicBezTo>
                      <a:pt x="21082" y="5589"/>
                      <a:pt x="20315" y="5522"/>
                      <a:pt x="19548" y="5489"/>
                    </a:cubicBezTo>
                    <a:cubicBezTo>
                      <a:pt x="19144" y="5472"/>
                      <a:pt x="18742" y="5464"/>
                      <a:pt x="18341" y="5464"/>
                    </a:cubicBezTo>
                    <a:cubicBezTo>
                      <a:pt x="15656" y="5464"/>
                      <a:pt x="13015" y="5811"/>
                      <a:pt x="10375" y="5956"/>
                    </a:cubicBezTo>
                    <a:cubicBezTo>
                      <a:pt x="9554" y="6009"/>
                      <a:pt x="8742" y="6044"/>
                      <a:pt x="7935" y="6044"/>
                    </a:cubicBezTo>
                    <a:cubicBezTo>
                      <a:pt x="7234" y="6044"/>
                      <a:pt x="6536" y="6018"/>
                      <a:pt x="5838" y="5956"/>
                    </a:cubicBezTo>
                    <a:cubicBezTo>
                      <a:pt x="4337" y="5856"/>
                      <a:pt x="2836" y="5589"/>
                      <a:pt x="1702" y="4688"/>
                    </a:cubicBezTo>
                    <a:cubicBezTo>
                      <a:pt x="1135" y="4221"/>
                      <a:pt x="735" y="3621"/>
                      <a:pt x="568" y="2920"/>
                    </a:cubicBezTo>
                    <a:cubicBezTo>
                      <a:pt x="434" y="2220"/>
                      <a:pt x="534" y="1486"/>
                      <a:pt x="1035" y="952"/>
                    </a:cubicBezTo>
                    <a:cubicBezTo>
                      <a:pt x="1368" y="517"/>
                      <a:pt x="1897" y="239"/>
                      <a:pt x="2442" y="239"/>
                    </a:cubicBezTo>
                    <a:cubicBezTo>
                      <a:pt x="2607" y="239"/>
                      <a:pt x="2774" y="264"/>
                      <a:pt x="2936" y="319"/>
                    </a:cubicBezTo>
                    <a:cubicBezTo>
                      <a:pt x="3603" y="519"/>
                      <a:pt x="4204" y="1219"/>
                      <a:pt x="4104" y="2020"/>
                    </a:cubicBezTo>
                    <a:cubicBezTo>
                      <a:pt x="4170" y="1619"/>
                      <a:pt x="4104" y="1219"/>
                      <a:pt x="3904" y="886"/>
                    </a:cubicBezTo>
                    <a:cubicBezTo>
                      <a:pt x="3703" y="552"/>
                      <a:pt x="3370" y="285"/>
                      <a:pt x="3003" y="118"/>
                    </a:cubicBezTo>
                    <a:cubicBezTo>
                      <a:pt x="2797" y="38"/>
                      <a:pt x="2582" y="1"/>
                      <a:pt x="2366" y="1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9"/>
              <p:cNvSpPr/>
              <p:nvPr/>
            </p:nvSpPr>
            <p:spPr>
              <a:xfrm>
                <a:off x="4879500" y="2827625"/>
                <a:ext cx="949850" cy="204825"/>
              </a:xfrm>
              <a:custGeom>
                <a:avLst/>
                <a:gdLst/>
                <a:ahLst/>
                <a:cxnLst/>
                <a:rect l="l" t="t" r="r" b="b"/>
                <a:pathLst>
                  <a:path w="37994" h="8193" extrusionOk="0">
                    <a:moveTo>
                      <a:pt x="31036" y="0"/>
                    </a:moveTo>
                    <a:cubicBezTo>
                      <a:pt x="30406" y="0"/>
                      <a:pt x="29775" y="36"/>
                      <a:pt x="29154" y="94"/>
                    </a:cubicBezTo>
                    <a:cubicBezTo>
                      <a:pt x="27019" y="294"/>
                      <a:pt x="24918" y="695"/>
                      <a:pt x="22816" y="1195"/>
                    </a:cubicBezTo>
                    <a:cubicBezTo>
                      <a:pt x="18680" y="2196"/>
                      <a:pt x="14644" y="3563"/>
                      <a:pt x="10474" y="4264"/>
                    </a:cubicBezTo>
                    <a:cubicBezTo>
                      <a:pt x="9440" y="4431"/>
                      <a:pt x="8373" y="4564"/>
                      <a:pt x="7339" y="4631"/>
                    </a:cubicBezTo>
                    <a:cubicBezTo>
                      <a:pt x="6805" y="4681"/>
                      <a:pt x="6271" y="4714"/>
                      <a:pt x="5746" y="4714"/>
                    </a:cubicBezTo>
                    <a:cubicBezTo>
                      <a:pt x="5220" y="4714"/>
                      <a:pt x="4703" y="4681"/>
                      <a:pt x="4203" y="4597"/>
                    </a:cubicBezTo>
                    <a:cubicBezTo>
                      <a:pt x="3169" y="4464"/>
                      <a:pt x="2168" y="4064"/>
                      <a:pt x="1334" y="3463"/>
                    </a:cubicBezTo>
                    <a:cubicBezTo>
                      <a:pt x="901" y="3130"/>
                      <a:pt x="534" y="2763"/>
                      <a:pt x="300" y="2262"/>
                    </a:cubicBezTo>
                    <a:cubicBezTo>
                      <a:pt x="67" y="1795"/>
                      <a:pt x="33" y="1262"/>
                      <a:pt x="167" y="728"/>
                    </a:cubicBezTo>
                    <a:lnTo>
                      <a:pt x="167" y="728"/>
                    </a:lnTo>
                    <a:cubicBezTo>
                      <a:pt x="0" y="1262"/>
                      <a:pt x="0" y="1829"/>
                      <a:pt x="200" y="2329"/>
                    </a:cubicBezTo>
                    <a:cubicBezTo>
                      <a:pt x="434" y="2830"/>
                      <a:pt x="801" y="3263"/>
                      <a:pt x="1201" y="3597"/>
                    </a:cubicBezTo>
                    <a:cubicBezTo>
                      <a:pt x="2035" y="4297"/>
                      <a:pt x="3069" y="4731"/>
                      <a:pt x="4136" y="4931"/>
                    </a:cubicBezTo>
                    <a:cubicBezTo>
                      <a:pt x="4894" y="5073"/>
                      <a:pt x="5652" y="5114"/>
                      <a:pt x="6410" y="5114"/>
                    </a:cubicBezTo>
                    <a:cubicBezTo>
                      <a:pt x="6720" y="5114"/>
                      <a:pt x="7029" y="5107"/>
                      <a:pt x="7339" y="5098"/>
                    </a:cubicBezTo>
                    <a:cubicBezTo>
                      <a:pt x="8439" y="5031"/>
                      <a:pt x="9507" y="4964"/>
                      <a:pt x="10541" y="4798"/>
                    </a:cubicBezTo>
                    <a:cubicBezTo>
                      <a:pt x="14811" y="4197"/>
                      <a:pt x="18880" y="2863"/>
                      <a:pt x="22983" y="1862"/>
                    </a:cubicBezTo>
                    <a:cubicBezTo>
                      <a:pt x="25051" y="1362"/>
                      <a:pt x="27119" y="962"/>
                      <a:pt x="29221" y="761"/>
                    </a:cubicBezTo>
                    <a:cubicBezTo>
                      <a:pt x="29895" y="696"/>
                      <a:pt x="30582" y="645"/>
                      <a:pt x="31266" y="645"/>
                    </a:cubicBezTo>
                    <a:cubicBezTo>
                      <a:pt x="31631" y="645"/>
                      <a:pt x="31996" y="660"/>
                      <a:pt x="32356" y="695"/>
                    </a:cubicBezTo>
                    <a:cubicBezTo>
                      <a:pt x="33357" y="795"/>
                      <a:pt x="34391" y="1028"/>
                      <a:pt x="35259" y="1529"/>
                    </a:cubicBezTo>
                    <a:cubicBezTo>
                      <a:pt x="36159" y="2029"/>
                      <a:pt x="36893" y="2796"/>
                      <a:pt x="37260" y="3730"/>
                    </a:cubicBezTo>
                    <a:cubicBezTo>
                      <a:pt x="37660" y="4664"/>
                      <a:pt x="37660" y="5765"/>
                      <a:pt x="37127" y="6632"/>
                    </a:cubicBezTo>
                    <a:cubicBezTo>
                      <a:pt x="36671" y="7391"/>
                      <a:pt x="35801" y="7984"/>
                      <a:pt x="34869" y="7984"/>
                    </a:cubicBezTo>
                    <a:cubicBezTo>
                      <a:pt x="34777" y="7984"/>
                      <a:pt x="34684" y="7979"/>
                      <a:pt x="34591" y="7967"/>
                    </a:cubicBezTo>
                    <a:cubicBezTo>
                      <a:pt x="33591" y="7800"/>
                      <a:pt x="32623" y="6966"/>
                      <a:pt x="32590" y="5865"/>
                    </a:cubicBezTo>
                    <a:lnTo>
                      <a:pt x="32590" y="5865"/>
                    </a:lnTo>
                    <a:cubicBezTo>
                      <a:pt x="32557" y="6399"/>
                      <a:pt x="32790" y="6932"/>
                      <a:pt x="33157" y="7333"/>
                    </a:cubicBezTo>
                    <a:cubicBezTo>
                      <a:pt x="33524" y="7733"/>
                      <a:pt x="34024" y="8033"/>
                      <a:pt x="34558" y="8133"/>
                    </a:cubicBezTo>
                    <a:cubicBezTo>
                      <a:pt x="34717" y="8173"/>
                      <a:pt x="34883" y="8192"/>
                      <a:pt x="35049" y="8192"/>
                    </a:cubicBezTo>
                    <a:cubicBezTo>
                      <a:pt x="35441" y="8192"/>
                      <a:pt x="35842" y="8087"/>
                      <a:pt x="36193" y="7900"/>
                    </a:cubicBezTo>
                    <a:cubicBezTo>
                      <a:pt x="36693" y="7666"/>
                      <a:pt x="37093" y="7266"/>
                      <a:pt x="37427" y="6799"/>
                    </a:cubicBezTo>
                    <a:cubicBezTo>
                      <a:pt x="37727" y="6332"/>
                      <a:pt x="37894" y="5765"/>
                      <a:pt x="37927" y="5198"/>
                    </a:cubicBezTo>
                    <a:cubicBezTo>
                      <a:pt x="37994" y="4664"/>
                      <a:pt x="37894" y="4097"/>
                      <a:pt x="37694" y="3563"/>
                    </a:cubicBezTo>
                    <a:cubicBezTo>
                      <a:pt x="37293" y="2496"/>
                      <a:pt x="36493" y="1629"/>
                      <a:pt x="35559" y="1062"/>
                    </a:cubicBezTo>
                    <a:cubicBezTo>
                      <a:pt x="34591" y="495"/>
                      <a:pt x="33491" y="194"/>
                      <a:pt x="32390" y="61"/>
                    </a:cubicBezTo>
                    <a:cubicBezTo>
                      <a:pt x="31943" y="19"/>
                      <a:pt x="31490" y="0"/>
                      <a:pt x="31036" y="0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9"/>
              <p:cNvSpPr/>
              <p:nvPr/>
            </p:nvSpPr>
            <p:spPr>
              <a:xfrm>
                <a:off x="4971225" y="2878725"/>
                <a:ext cx="666325" cy="243975"/>
              </a:xfrm>
              <a:custGeom>
                <a:avLst/>
                <a:gdLst/>
                <a:ahLst/>
                <a:cxnLst/>
                <a:rect l="l" t="t" r="r" b="b"/>
                <a:pathLst>
                  <a:path w="26653" h="9759" extrusionOk="0">
                    <a:moveTo>
                      <a:pt x="24287" y="1"/>
                    </a:moveTo>
                    <a:cubicBezTo>
                      <a:pt x="24071" y="1"/>
                      <a:pt x="23856" y="38"/>
                      <a:pt x="23651" y="118"/>
                    </a:cubicBezTo>
                    <a:cubicBezTo>
                      <a:pt x="23284" y="285"/>
                      <a:pt x="22950" y="552"/>
                      <a:pt x="22750" y="886"/>
                    </a:cubicBezTo>
                    <a:cubicBezTo>
                      <a:pt x="22550" y="1219"/>
                      <a:pt x="22450" y="1619"/>
                      <a:pt x="22550" y="2020"/>
                    </a:cubicBezTo>
                    <a:cubicBezTo>
                      <a:pt x="22450" y="1219"/>
                      <a:pt x="23017" y="519"/>
                      <a:pt x="23717" y="319"/>
                    </a:cubicBezTo>
                    <a:cubicBezTo>
                      <a:pt x="23880" y="264"/>
                      <a:pt x="24046" y="239"/>
                      <a:pt x="24211" y="239"/>
                    </a:cubicBezTo>
                    <a:cubicBezTo>
                      <a:pt x="24756" y="239"/>
                      <a:pt x="25286" y="517"/>
                      <a:pt x="25619" y="952"/>
                    </a:cubicBezTo>
                    <a:cubicBezTo>
                      <a:pt x="26086" y="1486"/>
                      <a:pt x="26219" y="2220"/>
                      <a:pt x="26086" y="2920"/>
                    </a:cubicBezTo>
                    <a:cubicBezTo>
                      <a:pt x="25919" y="3621"/>
                      <a:pt x="25519" y="4221"/>
                      <a:pt x="24951" y="4688"/>
                    </a:cubicBezTo>
                    <a:cubicBezTo>
                      <a:pt x="23817" y="5589"/>
                      <a:pt x="22316" y="5856"/>
                      <a:pt x="20815" y="5956"/>
                    </a:cubicBezTo>
                    <a:cubicBezTo>
                      <a:pt x="20117" y="6018"/>
                      <a:pt x="19413" y="6044"/>
                      <a:pt x="18707" y="6044"/>
                    </a:cubicBezTo>
                    <a:cubicBezTo>
                      <a:pt x="17895" y="6044"/>
                      <a:pt x="17082" y="6009"/>
                      <a:pt x="16279" y="5956"/>
                    </a:cubicBezTo>
                    <a:cubicBezTo>
                      <a:pt x="13638" y="5811"/>
                      <a:pt x="10997" y="5464"/>
                      <a:pt x="8313" y="5464"/>
                    </a:cubicBezTo>
                    <a:cubicBezTo>
                      <a:pt x="7911" y="5464"/>
                      <a:pt x="7509" y="5472"/>
                      <a:pt x="7105" y="5489"/>
                    </a:cubicBezTo>
                    <a:cubicBezTo>
                      <a:pt x="6338" y="5522"/>
                      <a:pt x="5571" y="5589"/>
                      <a:pt x="4804" y="5722"/>
                    </a:cubicBezTo>
                    <a:cubicBezTo>
                      <a:pt x="4037" y="5822"/>
                      <a:pt x="3269" y="5956"/>
                      <a:pt x="2535" y="6256"/>
                    </a:cubicBezTo>
                    <a:cubicBezTo>
                      <a:pt x="1802" y="6523"/>
                      <a:pt x="1134" y="6990"/>
                      <a:pt x="634" y="7590"/>
                    </a:cubicBezTo>
                    <a:cubicBezTo>
                      <a:pt x="367" y="7891"/>
                      <a:pt x="167" y="8258"/>
                      <a:pt x="100" y="8624"/>
                    </a:cubicBezTo>
                    <a:cubicBezTo>
                      <a:pt x="0" y="9025"/>
                      <a:pt x="67" y="9425"/>
                      <a:pt x="267" y="9759"/>
                    </a:cubicBezTo>
                    <a:cubicBezTo>
                      <a:pt x="100" y="9425"/>
                      <a:pt x="100" y="9025"/>
                      <a:pt x="200" y="8658"/>
                    </a:cubicBezTo>
                    <a:cubicBezTo>
                      <a:pt x="301" y="8291"/>
                      <a:pt x="501" y="7991"/>
                      <a:pt x="768" y="7724"/>
                    </a:cubicBezTo>
                    <a:cubicBezTo>
                      <a:pt x="1268" y="7190"/>
                      <a:pt x="1935" y="6790"/>
                      <a:pt x="2636" y="6556"/>
                    </a:cubicBezTo>
                    <a:cubicBezTo>
                      <a:pt x="3336" y="6323"/>
                      <a:pt x="4103" y="6223"/>
                      <a:pt x="4837" y="6156"/>
                    </a:cubicBezTo>
                    <a:cubicBezTo>
                      <a:pt x="5464" y="6102"/>
                      <a:pt x="6090" y="6047"/>
                      <a:pt x="6698" y="6047"/>
                    </a:cubicBezTo>
                    <a:cubicBezTo>
                      <a:pt x="6835" y="6047"/>
                      <a:pt x="6971" y="6050"/>
                      <a:pt x="7105" y="6056"/>
                    </a:cubicBezTo>
                    <a:cubicBezTo>
                      <a:pt x="7209" y="6055"/>
                      <a:pt x="7313" y="6054"/>
                      <a:pt x="7418" y="6054"/>
                    </a:cubicBezTo>
                    <a:cubicBezTo>
                      <a:pt x="10349" y="6054"/>
                      <a:pt x="13282" y="6495"/>
                      <a:pt x="16245" y="6656"/>
                    </a:cubicBezTo>
                    <a:cubicBezTo>
                      <a:pt x="16957" y="6703"/>
                      <a:pt x="17670" y="6728"/>
                      <a:pt x="18385" y="6728"/>
                    </a:cubicBezTo>
                    <a:cubicBezTo>
                      <a:pt x="19211" y="6728"/>
                      <a:pt x="20042" y="6695"/>
                      <a:pt x="20882" y="6623"/>
                    </a:cubicBezTo>
                    <a:cubicBezTo>
                      <a:pt x="21649" y="6556"/>
                      <a:pt x="22416" y="6423"/>
                      <a:pt x="23184" y="6223"/>
                    </a:cubicBezTo>
                    <a:cubicBezTo>
                      <a:pt x="23951" y="5989"/>
                      <a:pt x="24685" y="5622"/>
                      <a:pt x="25285" y="5089"/>
                    </a:cubicBezTo>
                    <a:cubicBezTo>
                      <a:pt x="25919" y="4555"/>
                      <a:pt x="26386" y="3821"/>
                      <a:pt x="26519" y="3020"/>
                    </a:cubicBezTo>
                    <a:cubicBezTo>
                      <a:pt x="26653" y="2220"/>
                      <a:pt x="26486" y="1286"/>
                      <a:pt x="25885" y="719"/>
                    </a:cubicBezTo>
                    <a:cubicBezTo>
                      <a:pt x="25470" y="279"/>
                      <a:pt x="24876" y="1"/>
                      <a:pt x="24287" y="1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9"/>
              <p:cNvSpPr/>
              <p:nvPr/>
            </p:nvSpPr>
            <p:spPr>
              <a:xfrm>
                <a:off x="4716050" y="2928375"/>
                <a:ext cx="152625" cy="152625"/>
              </a:xfrm>
              <a:custGeom>
                <a:avLst/>
                <a:gdLst/>
                <a:ahLst/>
                <a:cxnLst/>
                <a:rect l="l" t="t" r="r" b="b"/>
                <a:pathLst>
                  <a:path w="6105" h="6105" extrusionOk="0">
                    <a:moveTo>
                      <a:pt x="3036" y="367"/>
                    </a:moveTo>
                    <a:cubicBezTo>
                      <a:pt x="4537" y="367"/>
                      <a:pt x="5737" y="1568"/>
                      <a:pt x="5737" y="3069"/>
                    </a:cubicBezTo>
                    <a:cubicBezTo>
                      <a:pt x="5737" y="4537"/>
                      <a:pt x="4537" y="5771"/>
                      <a:pt x="3036" y="5771"/>
                    </a:cubicBezTo>
                    <a:cubicBezTo>
                      <a:pt x="1568" y="5771"/>
                      <a:pt x="334" y="4537"/>
                      <a:pt x="334" y="3069"/>
                    </a:cubicBezTo>
                    <a:cubicBezTo>
                      <a:pt x="334" y="1568"/>
                      <a:pt x="1568" y="367"/>
                      <a:pt x="3036" y="367"/>
                    </a:cubicBezTo>
                    <a:close/>
                    <a:moveTo>
                      <a:pt x="3036" y="0"/>
                    </a:moveTo>
                    <a:cubicBezTo>
                      <a:pt x="1368" y="0"/>
                      <a:pt x="0" y="1368"/>
                      <a:pt x="0" y="3069"/>
                    </a:cubicBezTo>
                    <a:cubicBezTo>
                      <a:pt x="0" y="4737"/>
                      <a:pt x="1368" y="6105"/>
                      <a:pt x="3036" y="6105"/>
                    </a:cubicBezTo>
                    <a:cubicBezTo>
                      <a:pt x="4737" y="6105"/>
                      <a:pt x="6104" y="4737"/>
                      <a:pt x="6104" y="3069"/>
                    </a:cubicBezTo>
                    <a:cubicBezTo>
                      <a:pt x="6104" y="1368"/>
                      <a:pt x="4737" y="0"/>
                      <a:pt x="3036" y="0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9"/>
              <p:cNvSpPr/>
              <p:nvPr/>
            </p:nvSpPr>
            <p:spPr>
              <a:xfrm>
                <a:off x="4732725" y="2964225"/>
                <a:ext cx="110100" cy="110100"/>
              </a:xfrm>
              <a:custGeom>
                <a:avLst/>
                <a:gdLst/>
                <a:ahLst/>
                <a:cxnLst/>
                <a:rect l="l" t="t" r="r" b="b"/>
                <a:pathLst>
                  <a:path w="4404" h="4404" extrusionOk="0">
                    <a:moveTo>
                      <a:pt x="2202" y="1"/>
                    </a:moveTo>
                    <a:cubicBezTo>
                      <a:pt x="1001" y="1"/>
                      <a:pt x="0" y="1001"/>
                      <a:pt x="0" y="2202"/>
                    </a:cubicBezTo>
                    <a:cubicBezTo>
                      <a:pt x="0" y="3403"/>
                      <a:pt x="1001" y="4404"/>
                      <a:pt x="2202" y="4404"/>
                    </a:cubicBezTo>
                    <a:cubicBezTo>
                      <a:pt x="3436" y="4404"/>
                      <a:pt x="4403" y="3403"/>
                      <a:pt x="4403" y="2202"/>
                    </a:cubicBezTo>
                    <a:cubicBezTo>
                      <a:pt x="4403" y="1001"/>
                      <a:pt x="3436" y="1"/>
                      <a:pt x="2202" y="1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9"/>
            <p:cNvGrpSpPr/>
            <p:nvPr/>
          </p:nvGrpSpPr>
          <p:grpSpPr>
            <a:xfrm>
              <a:off x="3535000" y="146050"/>
              <a:ext cx="2074000" cy="295075"/>
              <a:chOff x="3755350" y="2827625"/>
              <a:chExt cx="2074000" cy="295075"/>
            </a:xfrm>
          </p:grpSpPr>
          <p:sp>
            <p:nvSpPr>
              <p:cNvPr id="286" name="Google Shape;286;p9"/>
              <p:cNvSpPr/>
              <p:nvPr/>
            </p:nvSpPr>
            <p:spPr>
              <a:xfrm>
                <a:off x="3755350" y="2827775"/>
                <a:ext cx="949875" cy="204675"/>
              </a:xfrm>
              <a:custGeom>
                <a:avLst/>
                <a:gdLst/>
                <a:ahLst/>
                <a:cxnLst/>
                <a:rect l="l" t="t" r="r" b="b"/>
                <a:pathLst>
                  <a:path w="37995" h="8187" extrusionOk="0">
                    <a:moveTo>
                      <a:pt x="7103" y="0"/>
                    </a:moveTo>
                    <a:cubicBezTo>
                      <a:pt x="6595" y="0"/>
                      <a:pt x="6083" y="26"/>
                      <a:pt x="5571" y="88"/>
                    </a:cubicBezTo>
                    <a:cubicBezTo>
                      <a:pt x="4504" y="188"/>
                      <a:pt x="3403" y="489"/>
                      <a:pt x="2436" y="1056"/>
                    </a:cubicBezTo>
                    <a:cubicBezTo>
                      <a:pt x="1502" y="1623"/>
                      <a:pt x="668" y="2490"/>
                      <a:pt x="301" y="3557"/>
                    </a:cubicBezTo>
                    <a:cubicBezTo>
                      <a:pt x="101" y="4091"/>
                      <a:pt x="1" y="4658"/>
                      <a:pt x="34" y="5225"/>
                    </a:cubicBezTo>
                    <a:cubicBezTo>
                      <a:pt x="67" y="5759"/>
                      <a:pt x="267" y="6326"/>
                      <a:pt x="568" y="6793"/>
                    </a:cubicBezTo>
                    <a:cubicBezTo>
                      <a:pt x="868" y="7260"/>
                      <a:pt x="1302" y="7660"/>
                      <a:pt x="1802" y="7894"/>
                    </a:cubicBezTo>
                    <a:cubicBezTo>
                      <a:pt x="2153" y="8081"/>
                      <a:pt x="2537" y="8186"/>
                      <a:pt x="2930" y="8186"/>
                    </a:cubicBezTo>
                    <a:cubicBezTo>
                      <a:pt x="3098" y="8186"/>
                      <a:pt x="3267" y="8167"/>
                      <a:pt x="3436" y="8127"/>
                    </a:cubicBezTo>
                    <a:cubicBezTo>
                      <a:pt x="3970" y="8027"/>
                      <a:pt x="4470" y="7727"/>
                      <a:pt x="4837" y="7327"/>
                    </a:cubicBezTo>
                    <a:cubicBezTo>
                      <a:pt x="5204" y="6926"/>
                      <a:pt x="5404" y="6393"/>
                      <a:pt x="5404" y="5859"/>
                    </a:cubicBezTo>
                    <a:lnTo>
                      <a:pt x="5404" y="5859"/>
                    </a:lnTo>
                    <a:cubicBezTo>
                      <a:pt x="5338" y="6960"/>
                      <a:pt x="4404" y="7794"/>
                      <a:pt x="3403" y="7961"/>
                    </a:cubicBezTo>
                    <a:cubicBezTo>
                      <a:pt x="3295" y="7978"/>
                      <a:pt x="3188" y="7986"/>
                      <a:pt x="3081" y="7986"/>
                    </a:cubicBezTo>
                    <a:cubicBezTo>
                      <a:pt x="2166" y="7986"/>
                      <a:pt x="1316" y="7373"/>
                      <a:pt x="868" y="6626"/>
                    </a:cubicBezTo>
                    <a:cubicBezTo>
                      <a:pt x="334" y="5759"/>
                      <a:pt x="334" y="4658"/>
                      <a:pt x="701" y="3724"/>
                    </a:cubicBezTo>
                    <a:cubicBezTo>
                      <a:pt x="1101" y="2790"/>
                      <a:pt x="1835" y="2023"/>
                      <a:pt x="2703" y="1523"/>
                    </a:cubicBezTo>
                    <a:cubicBezTo>
                      <a:pt x="3603" y="1022"/>
                      <a:pt x="4604" y="789"/>
                      <a:pt x="5638" y="689"/>
                    </a:cubicBezTo>
                    <a:cubicBezTo>
                      <a:pt x="5998" y="654"/>
                      <a:pt x="6359" y="639"/>
                      <a:pt x="6721" y="639"/>
                    </a:cubicBezTo>
                    <a:cubicBezTo>
                      <a:pt x="7397" y="639"/>
                      <a:pt x="8078" y="690"/>
                      <a:pt x="8774" y="755"/>
                    </a:cubicBezTo>
                    <a:cubicBezTo>
                      <a:pt x="10875" y="956"/>
                      <a:pt x="12943" y="1356"/>
                      <a:pt x="14978" y="1856"/>
                    </a:cubicBezTo>
                    <a:cubicBezTo>
                      <a:pt x="19114" y="2857"/>
                      <a:pt x="23184" y="4191"/>
                      <a:pt x="27420" y="4792"/>
                    </a:cubicBezTo>
                    <a:cubicBezTo>
                      <a:pt x="28488" y="4958"/>
                      <a:pt x="29555" y="5025"/>
                      <a:pt x="30622" y="5092"/>
                    </a:cubicBezTo>
                    <a:cubicBezTo>
                      <a:pt x="30932" y="5101"/>
                      <a:pt x="31244" y="5108"/>
                      <a:pt x="31558" y="5108"/>
                    </a:cubicBezTo>
                    <a:cubicBezTo>
                      <a:pt x="32325" y="5108"/>
                      <a:pt x="33100" y="5067"/>
                      <a:pt x="33858" y="4925"/>
                    </a:cubicBezTo>
                    <a:cubicBezTo>
                      <a:pt x="34926" y="4758"/>
                      <a:pt x="35960" y="4291"/>
                      <a:pt x="36794" y="3591"/>
                    </a:cubicBezTo>
                    <a:cubicBezTo>
                      <a:pt x="37194" y="3257"/>
                      <a:pt x="37561" y="2824"/>
                      <a:pt x="37761" y="2323"/>
                    </a:cubicBezTo>
                    <a:cubicBezTo>
                      <a:pt x="37994" y="1823"/>
                      <a:pt x="37994" y="1256"/>
                      <a:pt x="37828" y="722"/>
                    </a:cubicBezTo>
                    <a:lnTo>
                      <a:pt x="37828" y="722"/>
                    </a:lnTo>
                    <a:cubicBezTo>
                      <a:pt x="37961" y="1256"/>
                      <a:pt x="37894" y="1789"/>
                      <a:pt x="37661" y="2256"/>
                    </a:cubicBezTo>
                    <a:cubicBezTo>
                      <a:pt x="37461" y="2757"/>
                      <a:pt x="37094" y="3124"/>
                      <a:pt x="36660" y="3457"/>
                    </a:cubicBezTo>
                    <a:cubicBezTo>
                      <a:pt x="35826" y="4058"/>
                      <a:pt x="34825" y="4458"/>
                      <a:pt x="33791" y="4591"/>
                    </a:cubicBezTo>
                    <a:cubicBezTo>
                      <a:pt x="33274" y="4675"/>
                      <a:pt x="32757" y="4708"/>
                      <a:pt x="32236" y="4708"/>
                    </a:cubicBezTo>
                    <a:cubicBezTo>
                      <a:pt x="31715" y="4708"/>
                      <a:pt x="31190" y="4675"/>
                      <a:pt x="30656" y="4625"/>
                    </a:cubicBezTo>
                    <a:cubicBezTo>
                      <a:pt x="29622" y="4558"/>
                      <a:pt x="28554" y="4425"/>
                      <a:pt x="27520" y="4258"/>
                    </a:cubicBezTo>
                    <a:cubicBezTo>
                      <a:pt x="23351" y="3557"/>
                      <a:pt x="19314" y="2190"/>
                      <a:pt x="15145" y="1189"/>
                    </a:cubicBezTo>
                    <a:cubicBezTo>
                      <a:pt x="13077" y="689"/>
                      <a:pt x="10975" y="288"/>
                      <a:pt x="8840" y="88"/>
                    </a:cubicBezTo>
                    <a:cubicBezTo>
                      <a:pt x="8269" y="35"/>
                      <a:pt x="7688" y="0"/>
                      <a:pt x="7103" y="0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9"/>
              <p:cNvSpPr/>
              <p:nvPr/>
            </p:nvSpPr>
            <p:spPr>
              <a:xfrm>
                <a:off x="3947150" y="2878725"/>
                <a:ext cx="665500" cy="243975"/>
              </a:xfrm>
              <a:custGeom>
                <a:avLst/>
                <a:gdLst/>
                <a:ahLst/>
                <a:cxnLst/>
                <a:rect l="l" t="t" r="r" b="b"/>
                <a:pathLst>
                  <a:path w="26620" h="9759" extrusionOk="0">
                    <a:moveTo>
                      <a:pt x="2366" y="1"/>
                    </a:moveTo>
                    <a:cubicBezTo>
                      <a:pt x="1777" y="1"/>
                      <a:pt x="1183" y="279"/>
                      <a:pt x="768" y="719"/>
                    </a:cubicBezTo>
                    <a:cubicBezTo>
                      <a:pt x="168" y="1286"/>
                      <a:pt x="1" y="2220"/>
                      <a:pt x="134" y="3020"/>
                    </a:cubicBezTo>
                    <a:cubicBezTo>
                      <a:pt x="268" y="3821"/>
                      <a:pt x="735" y="4555"/>
                      <a:pt x="1335" y="5089"/>
                    </a:cubicBezTo>
                    <a:cubicBezTo>
                      <a:pt x="1969" y="5622"/>
                      <a:pt x="2703" y="5989"/>
                      <a:pt x="3470" y="6223"/>
                    </a:cubicBezTo>
                    <a:cubicBezTo>
                      <a:pt x="4237" y="6423"/>
                      <a:pt x="5004" y="6556"/>
                      <a:pt x="5772" y="6623"/>
                    </a:cubicBezTo>
                    <a:cubicBezTo>
                      <a:pt x="6612" y="6695"/>
                      <a:pt x="7442" y="6728"/>
                      <a:pt x="8268" y="6728"/>
                    </a:cubicBezTo>
                    <a:cubicBezTo>
                      <a:pt x="8984" y="6728"/>
                      <a:pt x="9696" y="6703"/>
                      <a:pt x="10408" y="6656"/>
                    </a:cubicBezTo>
                    <a:cubicBezTo>
                      <a:pt x="13372" y="6495"/>
                      <a:pt x="16304" y="6054"/>
                      <a:pt x="19206" y="6054"/>
                    </a:cubicBezTo>
                    <a:cubicBezTo>
                      <a:pt x="19309" y="6054"/>
                      <a:pt x="19412" y="6055"/>
                      <a:pt x="19515" y="6056"/>
                    </a:cubicBezTo>
                    <a:cubicBezTo>
                      <a:pt x="19655" y="6050"/>
                      <a:pt x="19796" y="6047"/>
                      <a:pt x="19937" y="6047"/>
                    </a:cubicBezTo>
                    <a:cubicBezTo>
                      <a:pt x="20562" y="6047"/>
                      <a:pt x="21184" y="6102"/>
                      <a:pt x="21783" y="6156"/>
                    </a:cubicBezTo>
                    <a:cubicBezTo>
                      <a:pt x="22550" y="6223"/>
                      <a:pt x="23284" y="6323"/>
                      <a:pt x="23985" y="6556"/>
                    </a:cubicBezTo>
                    <a:cubicBezTo>
                      <a:pt x="24718" y="6790"/>
                      <a:pt x="25352" y="7190"/>
                      <a:pt x="25886" y="7724"/>
                    </a:cubicBezTo>
                    <a:cubicBezTo>
                      <a:pt x="26119" y="7991"/>
                      <a:pt x="26353" y="8291"/>
                      <a:pt x="26453" y="8658"/>
                    </a:cubicBezTo>
                    <a:cubicBezTo>
                      <a:pt x="26553" y="9025"/>
                      <a:pt x="26520" y="9425"/>
                      <a:pt x="26386" y="9759"/>
                    </a:cubicBezTo>
                    <a:cubicBezTo>
                      <a:pt x="26553" y="9425"/>
                      <a:pt x="26620" y="9025"/>
                      <a:pt x="26553" y="8624"/>
                    </a:cubicBezTo>
                    <a:cubicBezTo>
                      <a:pt x="26486" y="8258"/>
                      <a:pt x="26286" y="7891"/>
                      <a:pt x="26019" y="7590"/>
                    </a:cubicBezTo>
                    <a:cubicBezTo>
                      <a:pt x="25519" y="6990"/>
                      <a:pt x="24852" y="6523"/>
                      <a:pt x="24118" y="6256"/>
                    </a:cubicBezTo>
                    <a:cubicBezTo>
                      <a:pt x="23384" y="5956"/>
                      <a:pt x="22617" y="5822"/>
                      <a:pt x="21850" y="5722"/>
                    </a:cubicBezTo>
                    <a:cubicBezTo>
                      <a:pt x="21082" y="5589"/>
                      <a:pt x="20315" y="5522"/>
                      <a:pt x="19548" y="5489"/>
                    </a:cubicBezTo>
                    <a:cubicBezTo>
                      <a:pt x="19144" y="5472"/>
                      <a:pt x="18742" y="5464"/>
                      <a:pt x="18341" y="5464"/>
                    </a:cubicBezTo>
                    <a:cubicBezTo>
                      <a:pt x="15656" y="5464"/>
                      <a:pt x="13015" y="5811"/>
                      <a:pt x="10375" y="5956"/>
                    </a:cubicBezTo>
                    <a:cubicBezTo>
                      <a:pt x="9554" y="6009"/>
                      <a:pt x="8742" y="6044"/>
                      <a:pt x="7935" y="6044"/>
                    </a:cubicBezTo>
                    <a:cubicBezTo>
                      <a:pt x="7234" y="6044"/>
                      <a:pt x="6536" y="6018"/>
                      <a:pt x="5838" y="5956"/>
                    </a:cubicBezTo>
                    <a:cubicBezTo>
                      <a:pt x="4337" y="5856"/>
                      <a:pt x="2836" y="5589"/>
                      <a:pt x="1702" y="4688"/>
                    </a:cubicBezTo>
                    <a:cubicBezTo>
                      <a:pt x="1135" y="4221"/>
                      <a:pt x="735" y="3621"/>
                      <a:pt x="568" y="2920"/>
                    </a:cubicBezTo>
                    <a:cubicBezTo>
                      <a:pt x="434" y="2220"/>
                      <a:pt x="534" y="1486"/>
                      <a:pt x="1035" y="952"/>
                    </a:cubicBezTo>
                    <a:cubicBezTo>
                      <a:pt x="1368" y="517"/>
                      <a:pt x="1897" y="239"/>
                      <a:pt x="2442" y="239"/>
                    </a:cubicBezTo>
                    <a:cubicBezTo>
                      <a:pt x="2607" y="239"/>
                      <a:pt x="2774" y="264"/>
                      <a:pt x="2936" y="319"/>
                    </a:cubicBezTo>
                    <a:cubicBezTo>
                      <a:pt x="3603" y="519"/>
                      <a:pt x="4204" y="1219"/>
                      <a:pt x="4104" y="2020"/>
                    </a:cubicBezTo>
                    <a:cubicBezTo>
                      <a:pt x="4170" y="1619"/>
                      <a:pt x="4104" y="1219"/>
                      <a:pt x="3904" y="886"/>
                    </a:cubicBezTo>
                    <a:cubicBezTo>
                      <a:pt x="3703" y="552"/>
                      <a:pt x="3370" y="285"/>
                      <a:pt x="3003" y="118"/>
                    </a:cubicBezTo>
                    <a:cubicBezTo>
                      <a:pt x="2797" y="38"/>
                      <a:pt x="2582" y="1"/>
                      <a:pt x="2366" y="1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9"/>
              <p:cNvSpPr/>
              <p:nvPr/>
            </p:nvSpPr>
            <p:spPr>
              <a:xfrm>
                <a:off x="4879500" y="2827625"/>
                <a:ext cx="949850" cy="204825"/>
              </a:xfrm>
              <a:custGeom>
                <a:avLst/>
                <a:gdLst/>
                <a:ahLst/>
                <a:cxnLst/>
                <a:rect l="l" t="t" r="r" b="b"/>
                <a:pathLst>
                  <a:path w="37994" h="8193" extrusionOk="0">
                    <a:moveTo>
                      <a:pt x="31036" y="0"/>
                    </a:moveTo>
                    <a:cubicBezTo>
                      <a:pt x="30406" y="0"/>
                      <a:pt x="29775" y="36"/>
                      <a:pt x="29154" y="94"/>
                    </a:cubicBezTo>
                    <a:cubicBezTo>
                      <a:pt x="27019" y="294"/>
                      <a:pt x="24918" y="695"/>
                      <a:pt x="22816" y="1195"/>
                    </a:cubicBezTo>
                    <a:cubicBezTo>
                      <a:pt x="18680" y="2196"/>
                      <a:pt x="14644" y="3563"/>
                      <a:pt x="10474" y="4264"/>
                    </a:cubicBezTo>
                    <a:cubicBezTo>
                      <a:pt x="9440" y="4431"/>
                      <a:pt x="8373" y="4564"/>
                      <a:pt x="7339" y="4631"/>
                    </a:cubicBezTo>
                    <a:cubicBezTo>
                      <a:pt x="6805" y="4681"/>
                      <a:pt x="6271" y="4714"/>
                      <a:pt x="5746" y="4714"/>
                    </a:cubicBezTo>
                    <a:cubicBezTo>
                      <a:pt x="5220" y="4714"/>
                      <a:pt x="4703" y="4681"/>
                      <a:pt x="4203" y="4597"/>
                    </a:cubicBezTo>
                    <a:cubicBezTo>
                      <a:pt x="3169" y="4464"/>
                      <a:pt x="2168" y="4064"/>
                      <a:pt x="1334" y="3463"/>
                    </a:cubicBezTo>
                    <a:cubicBezTo>
                      <a:pt x="901" y="3130"/>
                      <a:pt x="534" y="2763"/>
                      <a:pt x="300" y="2262"/>
                    </a:cubicBezTo>
                    <a:cubicBezTo>
                      <a:pt x="67" y="1795"/>
                      <a:pt x="33" y="1262"/>
                      <a:pt x="167" y="728"/>
                    </a:cubicBezTo>
                    <a:lnTo>
                      <a:pt x="167" y="728"/>
                    </a:lnTo>
                    <a:cubicBezTo>
                      <a:pt x="0" y="1262"/>
                      <a:pt x="0" y="1829"/>
                      <a:pt x="200" y="2329"/>
                    </a:cubicBezTo>
                    <a:cubicBezTo>
                      <a:pt x="434" y="2830"/>
                      <a:pt x="801" y="3263"/>
                      <a:pt x="1201" y="3597"/>
                    </a:cubicBezTo>
                    <a:cubicBezTo>
                      <a:pt x="2035" y="4297"/>
                      <a:pt x="3069" y="4731"/>
                      <a:pt x="4136" y="4931"/>
                    </a:cubicBezTo>
                    <a:cubicBezTo>
                      <a:pt x="4894" y="5073"/>
                      <a:pt x="5652" y="5114"/>
                      <a:pt x="6410" y="5114"/>
                    </a:cubicBezTo>
                    <a:cubicBezTo>
                      <a:pt x="6720" y="5114"/>
                      <a:pt x="7029" y="5107"/>
                      <a:pt x="7339" y="5098"/>
                    </a:cubicBezTo>
                    <a:cubicBezTo>
                      <a:pt x="8439" y="5031"/>
                      <a:pt x="9507" y="4964"/>
                      <a:pt x="10541" y="4798"/>
                    </a:cubicBezTo>
                    <a:cubicBezTo>
                      <a:pt x="14811" y="4197"/>
                      <a:pt x="18880" y="2863"/>
                      <a:pt x="22983" y="1862"/>
                    </a:cubicBezTo>
                    <a:cubicBezTo>
                      <a:pt x="25051" y="1362"/>
                      <a:pt x="27119" y="962"/>
                      <a:pt x="29221" y="761"/>
                    </a:cubicBezTo>
                    <a:cubicBezTo>
                      <a:pt x="29895" y="696"/>
                      <a:pt x="30582" y="645"/>
                      <a:pt x="31266" y="645"/>
                    </a:cubicBezTo>
                    <a:cubicBezTo>
                      <a:pt x="31631" y="645"/>
                      <a:pt x="31996" y="660"/>
                      <a:pt x="32356" y="695"/>
                    </a:cubicBezTo>
                    <a:cubicBezTo>
                      <a:pt x="33357" y="795"/>
                      <a:pt x="34391" y="1028"/>
                      <a:pt x="35259" y="1529"/>
                    </a:cubicBezTo>
                    <a:cubicBezTo>
                      <a:pt x="36159" y="2029"/>
                      <a:pt x="36893" y="2796"/>
                      <a:pt x="37260" y="3730"/>
                    </a:cubicBezTo>
                    <a:cubicBezTo>
                      <a:pt x="37660" y="4664"/>
                      <a:pt x="37660" y="5765"/>
                      <a:pt x="37127" y="6632"/>
                    </a:cubicBezTo>
                    <a:cubicBezTo>
                      <a:pt x="36671" y="7391"/>
                      <a:pt x="35801" y="7984"/>
                      <a:pt x="34869" y="7984"/>
                    </a:cubicBezTo>
                    <a:cubicBezTo>
                      <a:pt x="34777" y="7984"/>
                      <a:pt x="34684" y="7979"/>
                      <a:pt x="34591" y="7967"/>
                    </a:cubicBezTo>
                    <a:cubicBezTo>
                      <a:pt x="33591" y="7800"/>
                      <a:pt x="32623" y="6966"/>
                      <a:pt x="32590" y="5865"/>
                    </a:cubicBezTo>
                    <a:lnTo>
                      <a:pt x="32590" y="5865"/>
                    </a:lnTo>
                    <a:cubicBezTo>
                      <a:pt x="32557" y="6399"/>
                      <a:pt x="32790" y="6932"/>
                      <a:pt x="33157" y="7333"/>
                    </a:cubicBezTo>
                    <a:cubicBezTo>
                      <a:pt x="33524" y="7733"/>
                      <a:pt x="34024" y="8033"/>
                      <a:pt x="34558" y="8133"/>
                    </a:cubicBezTo>
                    <a:cubicBezTo>
                      <a:pt x="34717" y="8173"/>
                      <a:pt x="34883" y="8192"/>
                      <a:pt x="35049" y="8192"/>
                    </a:cubicBezTo>
                    <a:cubicBezTo>
                      <a:pt x="35441" y="8192"/>
                      <a:pt x="35842" y="8087"/>
                      <a:pt x="36193" y="7900"/>
                    </a:cubicBezTo>
                    <a:cubicBezTo>
                      <a:pt x="36693" y="7666"/>
                      <a:pt x="37093" y="7266"/>
                      <a:pt x="37427" y="6799"/>
                    </a:cubicBezTo>
                    <a:cubicBezTo>
                      <a:pt x="37727" y="6332"/>
                      <a:pt x="37894" y="5765"/>
                      <a:pt x="37927" y="5198"/>
                    </a:cubicBezTo>
                    <a:cubicBezTo>
                      <a:pt x="37994" y="4664"/>
                      <a:pt x="37894" y="4097"/>
                      <a:pt x="37694" y="3563"/>
                    </a:cubicBezTo>
                    <a:cubicBezTo>
                      <a:pt x="37293" y="2496"/>
                      <a:pt x="36493" y="1629"/>
                      <a:pt x="35559" y="1062"/>
                    </a:cubicBezTo>
                    <a:cubicBezTo>
                      <a:pt x="34591" y="495"/>
                      <a:pt x="33491" y="194"/>
                      <a:pt x="32390" y="61"/>
                    </a:cubicBezTo>
                    <a:cubicBezTo>
                      <a:pt x="31943" y="19"/>
                      <a:pt x="31490" y="0"/>
                      <a:pt x="31036" y="0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9"/>
              <p:cNvSpPr/>
              <p:nvPr/>
            </p:nvSpPr>
            <p:spPr>
              <a:xfrm>
                <a:off x="4971225" y="2878725"/>
                <a:ext cx="666325" cy="243975"/>
              </a:xfrm>
              <a:custGeom>
                <a:avLst/>
                <a:gdLst/>
                <a:ahLst/>
                <a:cxnLst/>
                <a:rect l="l" t="t" r="r" b="b"/>
                <a:pathLst>
                  <a:path w="26653" h="9759" extrusionOk="0">
                    <a:moveTo>
                      <a:pt x="24287" y="1"/>
                    </a:moveTo>
                    <a:cubicBezTo>
                      <a:pt x="24071" y="1"/>
                      <a:pt x="23856" y="38"/>
                      <a:pt x="23651" y="118"/>
                    </a:cubicBezTo>
                    <a:cubicBezTo>
                      <a:pt x="23284" y="285"/>
                      <a:pt x="22950" y="552"/>
                      <a:pt x="22750" y="886"/>
                    </a:cubicBezTo>
                    <a:cubicBezTo>
                      <a:pt x="22550" y="1219"/>
                      <a:pt x="22450" y="1619"/>
                      <a:pt x="22550" y="2020"/>
                    </a:cubicBezTo>
                    <a:cubicBezTo>
                      <a:pt x="22450" y="1219"/>
                      <a:pt x="23017" y="519"/>
                      <a:pt x="23717" y="319"/>
                    </a:cubicBezTo>
                    <a:cubicBezTo>
                      <a:pt x="23880" y="264"/>
                      <a:pt x="24046" y="239"/>
                      <a:pt x="24211" y="239"/>
                    </a:cubicBezTo>
                    <a:cubicBezTo>
                      <a:pt x="24756" y="239"/>
                      <a:pt x="25286" y="517"/>
                      <a:pt x="25619" y="952"/>
                    </a:cubicBezTo>
                    <a:cubicBezTo>
                      <a:pt x="26086" y="1486"/>
                      <a:pt x="26219" y="2220"/>
                      <a:pt x="26086" y="2920"/>
                    </a:cubicBezTo>
                    <a:cubicBezTo>
                      <a:pt x="25919" y="3621"/>
                      <a:pt x="25519" y="4221"/>
                      <a:pt x="24951" y="4688"/>
                    </a:cubicBezTo>
                    <a:cubicBezTo>
                      <a:pt x="23817" y="5589"/>
                      <a:pt x="22316" y="5856"/>
                      <a:pt x="20815" y="5956"/>
                    </a:cubicBezTo>
                    <a:cubicBezTo>
                      <a:pt x="20117" y="6018"/>
                      <a:pt x="19413" y="6044"/>
                      <a:pt x="18707" y="6044"/>
                    </a:cubicBezTo>
                    <a:cubicBezTo>
                      <a:pt x="17895" y="6044"/>
                      <a:pt x="17082" y="6009"/>
                      <a:pt x="16279" y="5956"/>
                    </a:cubicBezTo>
                    <a:cubicBezTo>
                      <a:pt x="13638" y="5811"/>
                      <a:pt x="10997" y="5464"/>
                      <a:pt x="8313" y="5464"/>
                    </a:cubicBezTo>
                    <a:cubicBezTo>
                      <a:pt x="7911" y="5464"/>
                      <a:pt x="7509" y="5472"/>
                      <a:pt x="7105" y="5489"/>
                    </a:cubicBezTo>
                    <a:cubicBezTo>
                      <a:pt x="6338" y="5522"/>
                      <a:pt x="5571" y="5589"/>
                      <a:pt x="4804" y="5722"/>
                    </a:cubicBezTo>
                    <a:cubicBezTo>
                      <a:pt x="4037" y="5822"/>
                      <a:pt x="3269" y="5956"/>
                      <a:pt x="2535" y="6256"/>
                    </a:cubicBezTo>
                    <a:cubicBezTo>
                      <a:pt x="1802" y="6523"/>
                      <a:pt x="1134" y="6990"/>
                      <a:pt x="634" y="7590"/>
                    </a:cubicBezTo>
                    <a:cubicBezTo>
                      <a:pt x="367" y="7891"/>
                      <a:pt x="167" y="8258"/>
                      <a:pt x="100" y="8624"/>
                    </a:cubicBezTo>
                    <a:cubicBezTo>
                      <a:pt x="0" y="9025"/>
                      <a:pt x="67" y="9425"/>
                      <a:pt x="267" y="9759"/>
                    </a:cubicBezTo>
                    <a:cubicBezTo>
                      <a:pt x="100" y="9425"/>
                      <a:pt x="100" y="9025"/>
                      <a:pt x="200" y="8658"/>
                    </a:cubicBezTo>
                    <a:cubicBezTo>
                      <a:pt x="301" y="8291"/>
                      <a:pt x="501" y="7991"/>
                      <a:pt x="768" y="7724"/>
                    </a:cubicBezTo>
                    <a:cubicBezTo>
                      <a:pt x="1268" y="7190"/>
                      <a:pt x="1935" y="6790"/>
                      <a:pt x="2636" y="6556"/>
                    </a:cubicBezTo>
                    <a:cubicBezTo>
                      <a:pt x="3336" y="6323"/>
                      <a:pt x="4103" y="6223"/>
                      <a:pt x="4837" y="6156"/>
                    </a:cubicBezTo>
                    <a:cubicBezTo>
                      <a:pt x="5464" y="6102"/>
                      <a:pt x="6090" y="6047"/>
                      <a:pt x="6698" y="6047"/>
                    </a:cubicBezTo>
                    <a:cubicBezTo>
                      <a:pt x="6835" y="6047"/>
                      <a:pt x="6971" y="6050"/>
                      <a:pt x="7105" y="6056"/>
                    </a:cubicBezTo>
                    <a:cubicBezTo>
                      <a:pt x="7209" y="6055"/>
                      <a:pt x="7313" y="6054"/>
                      <a:pt x="7418" y="6054"/>
                    </a:cubicBezTo>
                    <a:cubicBezTo>
                      <a:pt x="10349" y="6054"/>
                      <a:pt x="13282" y="6495"/>
                      <a:pt x="16245" y="6656"/>
                    </a:cubicBezTo>
                    <a:cubicBezTo>
                      <a:pt x="16957" y="6703"/>
                      <a:pt x="17670" y="6728"/>
                      <a:pt x="18385" y="6728"/>
                    </a:cubicBezTo>
                    <a:cubicBezTo>
                      <a:pt x="19211" y="6728"/>
                      <a:pt x="20042" y="6695"/>
                      <a:pt x="20882" y="6623"/>
                    </a:cubicBezTo>
                    <a:cubicBezTo>
                      <a:pt x="21649" y="6556"/>
                      <a:pt x="22416" y="6423"/>
                      <a:pt x="23184" y="6223"/>
                    </a:cubicBezTo>
                    <a:cubicBezTo>
                      <a:pt x="23951" y="5989"/>
                      <a:pt x="24685" y="5622"/>
                      <a:pt x="25285" y="5089"/>
                    </a:cubicBezTo>
                    <a:cubicBezTo>
                      <a:pt x="25919" y="4555"/>
                      <a:pt x="26386" y="3821"/>
                      <a:pt x="26519" y="3020"/>
                    </a:cubicBezTo>
                    <a:cubicBezTo>
                      <a:pt x="26653" y="2220"/>
                      <a:pt x="26486" y="1286"/>
                      <a:pt x="25885" y="719"/>
                    </a:cubicBezTo>
                    <a:cubicBezTo>
                      <a:pt x="25470" y="279"/>
                      <a:pt x="24876" y="1"/>
                      <a:pt x="24287" y="1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9"/>
              <p:cNvSpPr/>
              <p:nvPr/>
            </p:nvSpPr>
            <p:spPr>
              <a:xfrm>
                <a:off x="4716050" y="2928375"/>
                <a:ext cx="152625" cy="152625"/>
              </a:xfrm>
              <a:custGeom>
                <a:avLst/>
                <a:gdLst/>
                <a:ahLst/>
                <a:cxnLst/>
                <a:rect l="l" t="t" r="r" b="b"/>
                <a:pathLst>
                  <a:path w="6105" h="6105" extrusionOk="0">
                    <a:moveTo>
                      <a:pt x="3036" y="367"/>
                    </a:moveTo>
                    <a:cubicBezTo>
                      <a:pt x="4537" y="367"/>
                      <a:pt x="5737" y="1568"/>
                      <a:pt x="5737" y="3069"/>
                    </a:cubicBezTo>
                    <a:cubicBezTo>
                      <a:pt x="5737" y="4537"/>
                      <a:pt x="4537" y="5771"/>
                      <a:pt x="3036" y="5771"/>
                    </a:cubicBezTo>
                    <a:cubicBezTo>
                      <a:pt x="1568" y="5771"/>
                      <a:pt x="334" y="4537"/>
                      <a:pt x="334" y="3069"/>
                    </a:cubicBezTo>
                    <a:cubicBezTo>
                      <a:pt x="334" y="1568"/>
                      <a:pt x="1568" y="367"/>
                      <a:pt x="3036" y="367"/>
                    </a:cubicBezTo>
                    <a:close/>
                    <a:moveTo>
                      <a:pt x="3036" y="0"/>
                    </a:moveTo>
                    <a:cubicBezTo>
                      <a:pt x="1368" y="0"/>
                      <a:pt x="0" y="1368"/>
                      <a:pt x="0" y="3069"/>
                    </a:cubicBezTo>
                    <a:cubicBezTo>
                      <a:pt x="0" y="4737"/>
                      <a:pt x="1368" y="6105"/>
                      <a:pt x="3036" y="6105"/>
                    </a:cubicBezTo>
                    <a:cubicBezTo>
                      <a:pt x="4737" y="6105"/>
                      <a:pt x="6104" y="4737"/>
                      <a:pt x="6104" y="3069"/>
                    </a:cubicBezTo>
                    <a:cubicBezTo>
                      <a:pt x="6104" y="1368"/>
                      <a:pt x="4737" y="0"/>
                      <a:pt x="3036" y="0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9"/>
              <p:cNvSpPr/>
              <p:nvPr/>
            </p:nvSpPr>
            <p:spPr>
              <a:xfrm>
                <a:off x="4732725" y="2964225"/>
                <a:ext cx="110100" cy="110100"/>
              </a:xfrm>
              <a:custGeom>
                <a:avLst/>
                <a:gdLst/>
                <a:ahLst/>
                <a:cxnLst/>
                <a:rect l="l" t="t" r="r" b="b"/>
                <a:pathLst>
                  <a:path w="4404" h="4404" extrusionOk="0">
                    <a:moveTo>
                      <a:pt x="2202" y="1"/>
                    </a:moveTo>
                    <a:cubicBezTo>
                      <a:pt x="1001" y="1"/>
                      <a:pt x="0" y="1001"/>
                      <a:pt x="0" y="2202"/>
                    </a:cubicBezTo>
                    <a:cubicBezTo>
                      <a:pt x="0" y="3403"/>
                      <a:pt x="1001" y="4404"/>
                      <a:pt x="2202" y="4404"/>
                    </a:cubicBezTo>
                    <a:cubicBezTo>
                      <a:pt x="3436" y="4404"/>
                      <a:pt x="4403" y="3403"/>
                      <a:pt x="4403" y="2202"/>
                    </a:cubicBezTo>
                    <a:cubicBezTo>
                      <a:pt x="4403" y="1001"/>
                      <a:pt x="3436" y="1"/>
                      <a:pt x="2202" y="1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2" name="Google Shape;292;p9"/>
            <p:cNvGrpSpPr/>
            <p:nvPr/>
          </p:nvGrpSpPr>
          <p:grpSpPr>
            <a:xfrm>
              <a:off x="7799850" y="146050"/>
              <a:ext cx="1179969" cy="1168584"/>
              <a:chOff x="6408400" y="3654075"/>
              <a:chExt cx="1179969" cy="1168584"/>
            </a:xfrm>
          </p:grpSpPr>
          <p:sp>
            <p:nvSpPr>
              <p:cNvPr id="293" name="Google Shape;293;p9"/>
              <p:cNvSpPr/>
              <p:nvPr/>
            </p:nvSpPr>
            <p:spPr>
              <a:xfrm>
                <a:off x="6408400" y="3654075"/>
                <a:ext cx="949875" cy="204675"/>
              </a:xfrm>
              <a:custGeom>
                <a:avLst/>
                <a:gdLst/>
                <a:ahLst/>
                <a:cxnLst/>
                <a:rect l="l" t="t" r="r" b="b"/>
                <a:pathLst>
                  <a:path w="37995" h="8187" extrusionOk="0">
                    <a:moveTo>
                      <a:pt x="7103" y="0"/>
                    </a:moveTo>
                    <a:cubicBezTo>
                      <a:pt x="6595" y="0"/>
                      <a:pt x="6083" y="26"/>
                      <a:pt x="5571" y="88"/>
                    </a:cubicBezTo>
                    <a:cubicBezTo>
                      <a:pt x="4504" y="188"/>
                      <a:pt x="3403" y="489"/>
                      <a:pt x="2436" y="1056"/>
                    </a:cubicBezTo>
                    <a:cubicBezTo>
                      <a:pt x="1502" y="1623"/>
                      <a:pt x="668" y="2490"/>
                      <a:pt x="301" y="3557"/>
                    </a:cubicBezTo>
                    <a:cubicBezTo>
                      <a:pt x="101" y="4091"/>
                      <a:pt x="1" y="4658"/>
                      <a:pt x="34" y="5225"/>
                    </a:cubicBezTo>
                    <a:cubicBezTo>
                      <a:pt x="67" y="5759"/>
                      <a:pt x="267" y="6326"/>
                      <a:pt x="568" y="6793"/>
                    </a:cubicBezTo>
                    <a:cubicBezTo>
                      <a:pt x="868" y="7260"/>
                      <a:pt x="1302" y="7660"/>
                      <a:pt x="1802" y="7894"/>
                    </a:cubicBezTo>
                    <a:cubicBezTo>
                      <a:pt x="2153" y="8081"/>
                      <a:pt x="2537" y="8186"/>
                      <a:pt x="2930" y="8186"/>
                    </a:cubicBezTo>
                    <a:cubicBezTo>
                      <a:pt x="3098" y="8186"/>
                      <a:pt x="3267" y="8167"/>
                      <a:pt x="3436" y="8127"/>
                    </a:cubicBezTo>
                    <a:cubicBezTo>
                      <a:pt x="3970" y="8027"/>
                      <a:pt x="4470" y="7727"/>
                      <a:pt x="4837" y="7327"/>
                    </a:cubicBezTo>
                    <a:cubicBezTo>
                      <a:pt x="5204" y="6926"/>
                      <a:pt x="5404" y="6393"/>
                      <a:pt x="5404" y="5859"/>
                    </a:cubicBezTo>
                    <a:lnTo>
                      <a:pt x="5404" y="5859"/>
                    </a:lnTo>
                    <a:cubicBezTo>
                      <a:pt x="5338" y="6960"/>
                      <a:pt x="4404" y="7794"/>
                      <a:pt x="3403" y="7961"/>
                    </a:cubicBezTo>
                    <a:cubicBezTo>
                      <a:pt x="3295" y="7978"/>
                      <a:pt x="3188" y="7986"/>
                      <a:pt x="3081" y="7986"/>
                    </a:cubicBezTo>
                    <a:cubicBezTo>
                      <a:pt x="2166" y="7986"/>
                      <a:pt x="1316" y="7373"/>
                      <a:pt x="868" y="6626"/>
                    </a:cubicBezTo>
                    <a:cubicBezTo>
                      <a:pt x="334" y="5759"/>
                      <a:pt x="334" y="4658"/>
                      <a:pt x="701" y="3724"/>
                    </a:cubicBezTo>
                    <a:cubicBezTo>
                      <a:pt x="1101" y="2790"/>
                      <a:pt x="1835" y="2023"/>
                      <a:pt x="2703" y="1523"/>
                    </a:cubicBezTo>
                    <a:cubicBezTo>
                      <a:pt x="3603" y="1022"/>
                      <a:pt x="4604" y="789"/>
                      <a:pt x="5638" y="689"/>
                    </a:cubicBezTo>
                    <a:cubicBezTo>
                      <a:pt x="5998" y="654"/>
                      <a:pt x="6359" y="639"/>
                      <a:pt x="6721" y="639"/>
                    </a:cubicBezTo>
                    <a:cubicBezTo>
                      <a:pt x="7397" y="639"/>
                      <a:pt x="8078" y="690"/>
                      <a:pt x="8774" y="755"/>
                    </a:cubicBezTo>
                    <a:cubicBezTo>
                      <a:pt x="10875" y="956"/>
                      <a:pt x="12943" y="1356"/>
                      <a:pt x="14978" y="1856"/>
                    </a:cubicBezTo>
                    <a:cubicBezTo>
                      <a:pt x="19114" y="2857"/>
                      <a:pt x="23184" y="4191"/>
                      <a:pt x="27420" y="4792"/>
                    </a:cubicBezTo>
                    <a:cubicBezTo>
                      <a:pt x="28488" y="4958"/>
                      <a:pt x="29555" y="5025"/>
                      <a:pt x="30622" y="5092"/>
                    </a:cubicBezTo>
                    <a:cubicBezTo>
                      <a:pt x="30932" y="5101"/>
                      <a:pt x="31244" y="5108"/>
                      <a:pt x="31558" y="5108"/>
                    </a:cubicBezTo>
                    <a:cubicBezTo>
                      <a:pt x="32325" y="5108"/>
                      <a:pt x="33100" y="5067"/>
                      <a:pt x="33858" y="4925"/>
                    </a:cubicBezTo>
                    <a:cubicBezTo>
                      <a:pt x="34926" y="4758"/>
                      <a:pt x="35960" y="4291"/>
                      <a:pt x="36794" y="3591"/>
                    </a:cubicBezTo>
                    <a:cubicBezTo>
                      <a:pt x="37194" y="3257"/>
                      <a:pt x="37561" y="2824"/>
                      <a:pt x="37761" y="2323"/>
                    </a:cubicBezTo>
                    <a:cubicBezTo>
                      <a:pt x="37994" y="1823"/>
                      <a:pt x="37994" y="1256"/>
                      <a:pt x="37828" y="722"/>
                    </a:cubicBezTo>
                    <a:lnTo>
                      <a:pt x="37828" y="722"/>
                    </a:lnTo>
                    <a:cubicBezTo>
                      <a:pt x="37961" y="1256"/>
                      <a:pt x="37894" y="1789"/>
                      <a:pt x="37661" y="2256"/>
                    </a:cubicBezTo>
                    <a:cubicBezTo>
                      <a:pt x="37461" y="2757"/>
                      <a:pt x="37094" y="3124"/>
                      <a:pt x="36660" y="3457"/>
                    </a:cubicBezTo>
                    <a:cubicBezTo>
                      <a:pt x="35826" y="4058"/>
                      <a:pt x="34825" y="4458"/>
                      <a:pt x="33791" y="4591"/>
                    </a:cubicBezTo>
                    <a:cubicBezTo>
                      <a:pt x="33274" y="4675"/>
                      <a:pt x="32757" y="4708"/>
                      <a:pt x="32236" y="4708"/>
                    </a:cubicBezTo>
                    <a:cubicBezTo>
                      <a:pt x="31715" y="4708"/>
                      <a:pt x="31190" y="4675"/>
                      <a:pt x="30656" y="4625"/>
                    </a:cubicBezTo>
                    <a:cubicBezTo>
                      <a:pt x="29622" y="4558"/>
                      <a:pt x="28554" y="4425"/>
                      <a:pt x="27520" y="4258"/>
                    </a:cubicBezTo>
                    <a:cubicBezTo>
                      <a:pt x="23351" y="3557"/>
                      <a:pt x="19314" y="2190"/>
                      <a:pt x="15145" y="1189"/>
                    </a:cubicBezTo>
                    <a:cubicBezTo>
                      <a:pt x="13077" y="689"/>
                      <a:pt x="10975" y="288"/>
                      <a:pt x="8840" y="88"/>
                    </a:cubicBezTo>
                    <a:cubicBezTo>
                      <a:pt x="8269" y="35"/>
                      <a:pt x="7688" y="0"/>
                      <a:pt x="7103" y="0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9"/>
              <p:cNvSpPr/>
              <p:nvPr/>
            </p:nvSpPr>
            <p:spPr>
              <a:xfrm>
                <a:off x="6600200" y="3705025"/>
                <a:ext cx="665500" cy="243975"/>
              </a:xfrm>
              <a:custGeom>
                <a:avLst/>
                <a:gdLst/>
                <a:ahLst/>
                <a:cxnLst/>
                <a:rect l="l" t="t" r="r" b="b"/>
                <a:pathLst>
                  <a:path w="26620" h="9759" extrusionOk="0">
                    <a:moveTo>
                      <a:pt x="2366" y="1"/>
                    </a:moveTo>
                    <a:cubicBezTo>
                      <a:pt x="1777" y="1"/>
                      <a:pt x="1183" y="279"/>
                      <a:pt x="768" y="719"/>
                    </a:cubicBezTo>
                    <a:cubicBezTo>
                      <a:pt x="168" y="1286"/>
                      <a:pt x="1" y="2220"/>
                      <a:pt x="134" y="3020"/>
                    </a:cubicBezTo>
                    <a:cubicBezTo>
                      <a:pt x="268" y="3821"/>
                      <a:pt x="735" y="4555"/>
                      <a:pt x="1335" y="5089"/>
                    </a:cubicBezTo>
                    <a:cubicBezTo>
                      <a:pt x="1969" y="5622"/>
                      <a:pt x="2703" y="5989"/>
                      <a:pt x="3470" y="6223"/>
                    </a:cubicBezTo>
                    <a:cubicBezTo>
                      <a:pt x="4237" y="6423"/>
                      <a:pt x="5004" y="6556"/>
                      <a:pt x="5772" y="6623"/>
                    </a:cubicBezTo>
                    <a:cubicBezTo>
                      <a:pt x="6612" y="6695"/>
                      <a:pt x="7442" y="6728"/>
                      <a:pt x="8268" y="6728"/>
                    </a:cubicBezTo>
                    <a:cubicBezTo>
                      <a:pt x="8984" y="6728"/>
                      <a:pt x="9696" y="6703"/>
                      <a:pt x="10408" y="6656"/>
                    </a:cubicBezTo>
                    <a:cubicBezTo>
                      <a:pt x="13372" y="6495"/>
                      <a:pt x="16304" y="6054"/>
                      <a:pt x="19206" y="6054"/>
                    </a:cubicBezTo>
                    <a:cubicBezTo>
                      <a:pt x="19309" y="6054"/>
                      <a:pt x="19412" y="6055"/>
                      <a:pt x="19515" y="6056"/>
                    </a:cubicBezTo>
                    <a:cubicBezTo>
                      <a:pt x="19655" y="6050"/>
                      <a:pt x="19796" y="6047"/>
                      <a:pt x="19937" y="6047"/>
                    </a:cubicBezTo>
                    <a:cubicBezTo>
                      <a:pt x="20562" y="6047"/>
                      <a:pt x="21184" y="6102"/>
                      <a:pt x="21783" y="6156"/>
                    </a:cubicBezTo>
                    <a:cubicBezTo>
                      <a:pt x="22550" y="6223"/>
                      <a:pt x="23284" y="6323"/>
                      <a:pt x="23985" y="6556"/>
                    </a:cubicBezTo>
                    <a:cubicBezTo>
                      <a:pt x="24718" y="6790"/>
                      <a:pt x="25352" y="7190"/>
                      <a:pt x="25886" y="7724"/>
                    </a:cubicBezTo>
                    <a:cubicBezTo>
                      <a:pt x="26119" y="7991"/>
                      <a:pt x="26353" y="8291"/>
                      <a:pt x="26453" y="8658"/>
                    </a:cubicBezTo>
                    <a:cubicBezTo>
                      <a:pt x="26553" y="9025"/>
                      <a:pt x="26520" y="9425"/>
                      <a:pt x="26386" y="9759"/>
                    </a:cubicBezTo>
                    <a:cubicBezTo>
                      <a:pt x="26553" y="9425"/>
                      <a:pt x="26620" y="9025"/>
                      <a:pt x="26553" y="8624"/>
                    </a:cubicBezTo>
                    <a:cubicBezTo>
                      <a:pt x="26486" y="8258"/>
                      <a:pt x="26286" y="7891"/>
                      <a:pt x="26019" y="7590"/>
                    </a:cubicBezTo>
                    <a:cubicBezTo>
                      <a:pt x="25519" y="6990"/>
                      <a:pt x="24852" y="6523"/>
                      <a:pt x="24118" y="6256"/>
                    </a:cubicBezTo>
                    <a:cubicBezTo>
                      <a:pt x="23384" y="5956"/>
                      <a:pt x="22617" y="5822"/>
                      <a:pt x="21850" y="5722"/>
                    </a:cubicBezTo>
                    <a:cubicBezTo>
                      <a:pt x="21082" y="5589"/>
                      <a:pt x="20315" y="5522"/>
                      <a:pt x="19548" y="5489"/>
                    </a:cubicBezTo>
                    <a:cubicBezTo>
                      <a:pt x="19144" y="5472"/>
                      <a:pt x="18742" y="5464"/>
                      <a:pt x="18341" y="5464"/>
                    </a:cubicBezTo>
                    <a:cubicBezTo>
                      <a:pt x="15656" y="5464"/>
                      <a:pt x="13015" y="5811"/>
                      <a:pt x="10375" y="5956"/>
                    </a:cubicBezTo>
                    <a:cubicBezTo>
                      <a:pt x="9554" y="6009"/>
                      <a:pt x="8742" y="6044"/>
                      <a:pt x="7935" y="6044"/>
                    </a:cubicBezTo>
                    <a:cubicBezTo>
                      <a:pt x="7234" y="6044"/>
                      <a:pt x="6536" y="6018"/>
                      <a:pt x="5838" y="5956"/>
                    </a:cubicBezTo>
                    <a:cubicBezTo>
                      <a:pt x="4337" y="5856"/>
                      <a:pt x="2836" y="5589"/>
                      <a:pt x="1702" y="4688"/>
                    </a:cubicBezTo>
                    <a:cubicBezTo>
                      <a:pt x="1135" y="4221"/>
                      <a:pt x="735" y="3621"/>
                      <a:pt x="568" y="2920"/>
                    </a:cubicBezTo>
                    <a:cubicBezTo>
                      <a:pt x="434" y="2220"/>
                      <a:pt x="534" y="1486"/>
                      <a:pt x="1035" y="952"/>
                    </a:cubicBezTo>
                    <a:cubicBezTo>
                      <a:pt x="1368" y="517"/>
                      <a:pt x="1897" y="239"/>
                      <a:pt x="2442" y="239"/>
                    </a:cubicBezTo>
                    <a:cubicBezTo>
                      <a:pt x="2607" y="239"/>
                      <a:pt x="2774" y="264"/>
                      <a:pt x="2936" y="319"/>
                    </a:cubicBezTo>
                    <a:cubicBezTo>
                      <a:pt x="3603" y="519"/>
                      <a:pt x="4204" y="1219"/>
                      <a:pt x="4104" y="2020"/>
                    </a:cubicBezTo>
                    <a:cubicBezTo>
                      <a:pt x="4170" y="1619"/>
                      <a:pt x="4104" y="1219"/>
                      <a:pt x="3904" y="886"/>
                    </a:cubicBezTo>
                    <a:cubicBezTo>
                      <a:pt x="3703" y="552"/>
                      <a:pt x="3370" y="285"/>
                      <a:pt x="3003" y="118"/>
                    </a:cubicBezTo>
                    <a:cubicBezTo>
                      <a:pt x="2797" y="38"/>
                      <a:pt x="2582" y="1"/>
                      <a:pt x="2366" y="1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9"/>
              <p:cNvSpPr/>
              <p:nvPr/>
            </p:nvSpPr>
            <p:spPr>
              <a:xfrm rot="5400000">
                <a:off x="7011031" y="4245321"/>
                <a:ext cx="949850" cy="204825"/>
              </a:xfrm>
              <a:custGeom>
                <a:avLst/>
                <a:gdLst/>
                <a:ahLst/>
                <a:cxnLst/>
                <a:rect l="l" t="t" r="r" b="b"/>
                <a:pathLst>
                  <a:path w="37994" h="8193" extrusionOk="0">
                    <a:moveTo>
                      <a:pt x="31036" y="0"/>
                    </a:moveTo>
                    <a:cubicBezTo>
                      <a:pt x="30406" y="0"/>
                      <a:pt x="29775" y="36"/>
                      <a:pt x="29154" y="94"/>
                    </a:cubicBezTo>
                    <a:cubicBezTo>
                      <a:pt x="27019" y="294"/>
                      <a:pt x="24918" y="695"/>
                      <a:pt x="22816" y="1195"/>
                    </a:cubicBezTo>
                    <a:cubicBezTo>
                      <a:pt x="18680" y="2196"/>
                      <a:pt x="14644" y="3563"/>
                      <a:pt x="10474" y="4264"/>
                    </a:cubicBezTo>
                    <a:cubicBezTo>
                      <a:pt x="9440" y="4431"/>
                      <a:pt x="8373" y="4564"/>
                      <a:pt x="7339" y="4631"/>
                    </a:cubicBezTo>
                    <a:cubicBezTo>
                      <a:pt x="6805" y="4681"/>
                      <a:pt x="6271" y="4714"/>
                      <a:pt x="5746" y="4714"/>
                    </a:cubicBezTo>
                    <a:cubicBezTo>
                      <a:pt x="5220" y="4714"/>
                      <a:pt x="4703" y="4681"/>
                      <a:pt x="4203" y="4597"/>
                    </a:cubicBezTo>
                    <a:cubicBezTo>
                      <a:pt x="3169" y="4464"/>
                      <a:pt x="2168" y="4064"/>
                      <a:pt x="1334" y="3463"/>
                    </a:cubicBezTo>
                    <a:cubicBezTo>
                      <a:pt x="901" y="3130"/>
                      <a:pt x="534" y="2763"/>
                      <a:pt x="300" y="2262"/>
                    </a:cubicBezTo>
                    <a:cubicBezTo>
                      <a:pt x="67" y="1795"/>
                      <a:pt x="33" y="1262"/>
                      <a:pt x="167" y="728"/>
                    </a:cubicBezTo>
                    <a:lnTo>
                      <a:pt x="167" y="728"/>
                    </a:lnTo>
                    <a:cubicBezTo>
                      <a:pt x="0" y="1262"/>
                      <a:pt x="0" y="1829"/>
                      <a:pt x="200" y="2329"/>
                    </a:cubicBezTo>
                    <a:cubicBezTo>
                      <a:pt x="434" y="2830"/>
                      <a:pt x="801" y="3263"/>
                      <a:pt x="1201" y="3597"/>
                    </a:cubicBezTo>
                    <a:cubicBezTo>
                      <a:pt x="2035" y="4297"/>
                      <a:pt x="3069" y="4731"/>
                      <a:pt x="4136" y="4931"/>
                    </a:cubicBezTo>
                    <a:cubicBezTo>
                      <a:pt x="4894" y="5073"/>
                      <a:pt x="5652" y="5114"/>
                      <a:pt x="6410" y="5114"/>
                    </a:cubicBezTo>
                    <a:cubicBezTo>
                      <a:pt x="6720" y="5114"/>
                      <a:pt x="7029" y="5107"/>
                      <a:pt x="7339" y="5098"/>
                    </a:cubicBezTo>
                    <a:cubicBezTo>
                      <a:pt x="8439" y="5031"/>
                      <a:pt x="9507" y="4964"/>
                      <a:pt x="10541" y="4798"/>
                    </a:cubicBezTo>
                    <a:cubicBezTo>
                      <a:pt x="14811" y="4197"/>
                      <a:pt x="18880" y="2863"/>
                      <a:pt x="22983" y="1862"/>
                    </a:cubicBezTo>
                    <a:cubicBezTo>
                      <a:pt x="25051" y="1362"/>
                      <a:pt x="27119" y="962"/>
                      <a:pt x="29221" y="761"/>
                    </a:cubicBezTo>
                    <a:cubicBezTo>
                      <a:pt x="29895" y="696"/>
                      <a:pt x="30582" y="645"/>
                      <a:pt x="31266" y="645"/>
                    </a:cubicBezTo>
                    <a:cubicBezTo>
                      <a:pt x="31631" y="645"/>
                      <a:pt x="31996" y="660"/>
                      <a:pt x="32356" y="695"/>
                    </a:cubicBezTo>
                    <a:cubicBezTo>
                      <a:pt x="33357" y="795"/>
                      <a:pt x="34391" y="1028"/>
                      <a:pt x="35259" y="1529"/>
                    </a:cubicBezTo>
                    <a:cubicBezTo>
                      <a:pt x="36159" y="2029"/>
                      <a:pt x="36893" y="2796"/>
                      <a:pt x="37260" y="3730"/>
                    </a:cubicBezTo>
                    <a:cubicBezTo>
                      <a:pt x="37660" y="4664"/>
                      <a:pt x="37660" y="5765"/>
                      <a:pt x="37127" y="6632"/>
                    </a:cubicBezTo>
                    <a:cubicBezTo>
                      <a:pt x="36671" y="7391"/>
                      <a:pt x="35801" y="7984"/>
                      <a:pt x="34869" y="7984"/>
                    </a:cubicBezTo>
                    <a:cubicBezTo>
                      <a:pt x="34777" y="7984"/>
                      <a:pt x="34684" y="7979"/>
                      <a:pt x="34591" y="7967"/>
                    </a:cubicBezTo>
                    <a:cubicBezTo>
                      <a:pt x="33591" y="7800"/>
                      <a:pt x="32623" y="6966"/>
                      <a:pt x="32590" y="5865"/>
                    </a:cubicBezTo>
                    <a:lnTo>
                      <a:pt x="32590" y="5865"/>
                    </a:lnTo>
                    <a:cubicBezTo>
                      <a:pt x="32557" y="6399"/>
                      <a:pt x="32790" y="6932"/>
                      <a:pt x="33157" y="7333"/>
                    </a:cubicBezTo>
                    <a:cubicBezTo>
                      <a:pt x="33524" y="7733"/>
                      <a:pt x="34024" y="8033"/>
                      <a:pt x="34558" y="8133"/>
                    </a:cubicBezTo>
                    <a:cubicBezTo>
                      <a:pt x="34717" y="8173"/>
                      <a:pt x="34883" y="8192"/>
                      <a:pt x="35049" y="8192"/>
                    </a:cubicBezTo>
                    <a:cubicBezTo>
                      <a:pt x="35441" y="8192"/>
                      <a:pt x="35842" y="8087"/>
                      <a:pt x="36193" y="7900"/>
                    </a:cubicBezTo>
                    <a:cubicBezTo>
                      <a:pt x="36693" y="7666"/>
                      <a:pt x="37093" y="7266"/>
                      <a:pt x="37427" y="6799"/>
                    </a:cubicBezTo>
                    <a:cubicBezTo>
                      <a:pt x="37727" y="6332"/>
                      <a:pt x="37894" y="5765"/>
                      <a:pt x="37927" y="5198"/>
                    </a:cubicBezTo>
                    <a:cubicBezTo>
                      <a:pt x="37994" y="4664"/>
                      <a:pt x="37894" y="4097"/>
                      <a:pt x="37694" y="3563"/>
                    </a:cubicBezTo>
                    <a:cubicBezTo>
                      <a:pt x="37293" y="2496"/>
                      <a:pt x="36493" y="1629"/>
                      <a:pt x="35559" y="1062"/>
                    </a:cubicBezTo>
                    <a:cubicBezTo>
                      <a:pt x="34591" y="495"/>
                      <a:pt x="33491" y="194"/>
                      <a:pt x="32390" y="61"/>
                    </a:cubicBezTo>
                    <a:cubicBezTo>
                      <a:pt x="31943" y="19"/>
                      <a:pt x="31490" y="0"/>
                      <a:pt x="31036" y="0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9"/>
              <p:cNvSpPr/>
              <p:nvPr/>
            </p:nvSpPr>
            <p:spPr>
              <a:xfrm rot="5400000">
                <a:off x="7082119" y="4175709"/>
                <a:ext cx="666325" cy="243975"/>
              </a:xfrm>
              <a:custGeom>
                <a:avLst/>
                <a:gdLst/>
                <a:ahLst/>
                <a:cxnLst/>
                <a:rect l="l" t="t" r="r" b="b"/>
                <a:pathLst>
                  <a:path w="26653" h="9759" extrusionOk="0">
                    <a:moveTo>
                      <a:pt x="24287" y="1"/>
                    </a:moveTo>
                    <a:cubicBezTo>
                      <a:pt x="24071" y="1"/>
                      <a:pt x="23856" y="38"/>
                      <a:pt x="23651" y="118"/>
                    </a:cubicBezTo>
                    <a:cubicBezTo>
                      <a:pt x="23284" y="285"/>
                      <a:pt x="22950" y="552"/>
                      <a:pt x="22750" y="886"/>
                    </a:cubicBezTo>
                    <a:cubicBezTo>
                      <a:pt x="22550" y="1219"/>
                      <a:pt x="22450" y="1619"/>
                      <a:pt x="22550" y="2020"/>
                    </a:cubicBezTo>
                    <a:cubicBezTo>
                      <a:pt x="22450" y="1219"/>
                      <a:pt x="23017" y="519"/>
                      <a:pt x="23717" y="319"/>
                    </a:cubicBezTo>
                    <a:cubicBezTo>
                      <a:pt x="23880" y="264"/>
                      <a:pt x="24046" y="239"/>
                      <a:pt x="24211" y="239"/>
                    </a:cubicBezTo>
                    <a:cubicBezTo>
                      <a:pt x="24756" y="239"/>
                      <a:pt x="25286" y="517"/>
                      <a:pt x="25619" y="952"/>
                    </a:cubicBezTo>
                    <a:cubicBezTo>
                      <a:pt x="26086" y="1486"/>
                      <a:pt x="26219" y="2220"/>
                      <a:pt x="26086" y="2920"/>
                    </a:cubicBezTo>
                    <a:cubicBezTo>
                      <a:pt x="25919" y="3621"/>
                      <a:pt x="25519" y="4221"/>
                      <a:pt x="24951" y="4688"/>
                    </a:cubicBezTo>
                    <a:cubicBezTo>
                      <a:pt x="23817" y="5589"/>
                      <a:pt x="22316" y="5856"/>
                      <a:pt x="20815" y="5956"/>
                    </a:cubicBezTo>
                    <a:cubicBezTo>
                      <a:pt x="20117" y="6018"/>
                      <a:pt x="19413" y="6044"/>
                      <a:pt x="18707" y="6044"/>
                    </a:cubicBezTo>
                    <a:cubicBezTo>
                      <a:pt x="17895" y="6044"/>
                      <a:pt x="17082" y="6009"/>
                      <a:pt x="16279" y="5956"/>
                    </a:cubicBezTo>
                    <a:cubicBezTo>
                      <a:pt x="13638" y="5811"/>
                      <a:pt x="10997" y="5464"/>
                      <a:pt x="8313" y="5464"/>
                    </a:cubicBezTo>
                    <a:cubicBezTo>
                      <a:pt x="7911" y="5464"/>
                      <a:pt x="7509" y="5472"/>
                      <a:pt x="7105" y="5489"/>
                    </a:cubicBezTo>
                    <a:cubicBezTo>
                      <a:pt x="6338" y="5522"/>
                      <a:pt x="5571" y="5589"/>
                      <a:pt x="4804" y="5722"/>
                    </a:cubicBezTo>
                    <a:cubicBezTo>
                      <a:pt x="4037" y="5822"/>
                      <a:pt x="3269" y="5956"/>
                      <a:pt x="2535" y="6256"/>
                    </a:cubicBezTo>
                    <a:cubicBezTo>
                      <a:pt x="1802" y="6523"/>
                      <a:pt x="1134" y="6990"/>
                      <a:pt x="634" y="7590"/>
                    </a:cubicBezTo>
                    <a:cubicBezTo>
                      <a:pt x="367" y="7891"/>
                      <a:pt x="167" y="8258"/>
                      <a:pt x="100" y="8624"/>
                    </a:cubicBezTo>
                    <a:cubicBezTo>
                      <a:pt x="0" y="9025"/>
                      <a:pt x="67" y="9425"/>
                      <a:pt x="267" y="9759"/>
                    </a:cubicBezTo>
                    <a:cubicBezTo>
                      <a:pt x="100" y="9425"/>
                      <a:pt x="100" y="9025"/>
                      <a:pt x="200" y="8658"/>
                    </a:cubicBezTo>
                    <a:cubicBezTo>
                      <a:pt x="301" y="8291"/>
                      <a:pt x="501" y="7991"/>
                      <a:pt x="768" y="7724"/>
                    </a:cubicBezTo>
                    <a:cubicBezTo>
                      <a:pt x="1268" y="7190"/>
                      <a:pt x="1935" y="6790"/>
                      <a:pt x="2636" y="6556"/>
                    </a:cubicBezTo>
                    <a:cubicBezTo>
                      <a:pt x="3336" y="6323"/>
                      <a:pt x="4103" y="6223"/>
                      <a:pt x="4837" y="6156"/>
                    </a:cubicBezTo>
                    <a:cubicBezTo>
                      <a:pt x="5464" y="6102"/>
                      <a:pt x="6090" y="6047"/>
                      <a:pt x="6698" y="6047"/>
                    </a:cubicBezTo>
                    <a:cubicBezTo>
                      <a:pt x="6835" y="6047"/>
                      <a:pt x="6971" y="6050"/>
                      <a:pt x="7105" y="6056"/>
                    </a:cubicBezTo>
                    <a:cubicBezTo>
                      <a:pt x="7209" y="6055"/>
                      <a:pt x="7313" y="6054"/>
                      <a:pt x="7418" y="6054"/>
                    </a:cubicBezTo>
                    <a:cubicBezTo>
                      <a:pt x="10349" y="6054"/>
                      <a:pt x="13282" y="6495"/>
                      <a:pt x="16245" y="6656"/>
                    </a:cubicBezTo>
                    <a:cubicBezTo>
                      <a:pt x="16957" y="6703"/>
                      <a:pt x="17670" y="6728"/>
                      <a:pt x="18385" y="6728"/>
                    </a:cubicBezTo>
                    <a:cubicBezTo>
                      <a:pt x="19211" y="6728"/>
                      <a:pt x="20042" y="6695"/>
                      <a:pt x="20882" y="6623"/>
                    </a:cubicBezTo>
                    <a:cubicBezTo>
                      <a:pt x="21649" y="6556"/>
                      <a:pt x="22416" y="6423"/>
                      <a:pt x="23184" y="6223"/>
                    </a:cubicBezTo>
                    <a:cubicBezTo>
                      <a:pt x="23951" y="5989"/>
                      <a:pt x="24685" y="5622"/>
                      <a:pt x="25285" y="5089"/>
                    </a:cubicBezTo>
                    <a:cubicBezTo>
                      <a:pt x="25919" y="4555"/>
                      <a:pt x="26386" y="3821"/>
                      <a:pt x="26519" y="3020"/>
                    </a:cubicBezTo>
                    <a:cubicBezTo>
                      <a:pt x="26653" y="2220"/>
                      <a:pt x="26486" y="1286"/>
                      <a:pt x="25885" y="719"/>
                    </a:cubicBezTo>
                    <a:cubicBezTo>
                      <a:pt x="25470" y="279"/>
                      <a:pt x="24876" y="1"/>
                      <a:pt x="24287" y="1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7" name="Google Shape;297;p9"/>
            <p:cNvGrpSpPr/>
            <p:nvPr/>
          </p:nvGrpSpPr>
          <p:grpSpPr>
            <a:xfrm rot="10800000" flipH="1">
              <a:off x="7799850" y="3830475"/>
              <a:ext cx="1179969" cy="1168584"/>
              <a:chOff x="6408400" y="3654075"/>
              <a:chExt cx="1179969" cy="1168584"/>
            </a:xfrm>
          </p:grpSpPr>
          <p:sp>
            <p:nvSpPr>
              <p:cNvPr id="298" name="Google Shape;298;p9"/>
              <p:cNvSpPr/>
              <p:nvPr/>
            </p:nvSpPr>
            <p:spPr>
              <a:xfrm>
                <a:off x="6408400" y="3654075"/>
                <a:ext cx="949875" cy="204675"/>
              </a:xfrm>
              <a:custGeom>
                <a:avLst/>
                <a:gdLst/>
                <a:ahLst/>
                <a:cxnLst/>
                <a:rect l="l" t="t" r="r" b="b"/>
                <a:pathLst>
                  <a:path w="37995" h="8187" extrusionOk="0">
                    <a:moveTo>
                      <a:pt x="7103" y="0"/>
                    </a:moveTo>
                    <a:cubicBezTo>
                      <a:pt x="6595" y="0"/>
                      <a:pt x="6083" y="26"/>
                      <a:pt x="5571" y="88"/>
                    </a:cubicBezTo>
                    <a:cubicBezTo>
                      <a:pt x="4504" y="188"/>
                      <a:pt x="3403" y="489"/>
                      <a:pt x="2436" y="1056"/>
                    </a:cubicBezTo>
                    <a:cubicBezTo>
                      <a:pt x="1502" y="1623"/>
                      <a:pt x="668" y="2490"/>
                      <a:pt x="301" y="3557"/>
                    </a:cubicBezTo>
                    <a:cubicBezTo>
                      <a:pt x="101" y="4091"/>
                      <a:pt x="1" y="4658"/>
                      <a:pt x="34" y="5225"/>
                    </a:cubicBezTo>
                    <a:cubicBezTo>
                      <a:pt x="67" y="5759"/>
                      <a:pt x="267" y="6326"/>
                      <a:pt x="568" y="6793"/>
                    </a:cubicBezTo>
                    <a:cubicBezTo>
                      <a:pt x="868" y="7260"/>
                      <a:pt x="1302" y="7660"/>
                      <a:pt x="1802" y="7894"/>
                    </a:cubicBezTo>
                    <a:cubicBezTo>
                      <a:pt x="2153" y="8081"/>
                      <a:pt x="2537" y="8186"/>
                      <a:pt x="2930" y="8186"/>
                    </a:cubicBezTo>
                    <a:cubicBezTo>
                      <a:pt x="3098" y="8186"/>
                      <a:pt x="3267" y="8167"/>
                      <a:pt x="3436" y="8127"/>
                    </a:cubicBezTo>
                    <a:cubicBezTo>
                      <a:pt x="3970" y="8027"/>
                      <a:pt x="4470" y="7727"/>
                      <a:pt x="4837" y="7327"/>
                    </a:cubicBezTo>
                    <a:cubicBezTo>
                      <a:pt x="5204" y="6926"/>
                      <a:pt x="5404" y="6393"/>
                      <a:pt x="5404" y="5859"/>
                    </a:cubicBezTo>
                    <a:lnTo>
                      <a:pt x="5404" y="5859"/>
                    </a:lnTo>
                    <a:cubicBezTo>
                      <a:pt x="5338" y="6960"/>
                      <a:pt x="4404" y="7794"/>
                      <a:pt x="3403" y="7961"/>
                    </a:cubicBezTo>
                    <a:cubicBezTo>
                      <a:pt x="3295" y="7978"/>
                      <a:pt x="3188" y="7986"/>
                      <a:pt x="3081" y="7986"/>
                    </a:cubicBezTo>
                    <a:cubicBezTo>
                      <a:pt x="2166" y="7986"/>
                      <a:pt x="1316" y="7373"/>
                      <a:pt x="868" y="6626"/>
                    </a:cubicBezTo>
                    <a:cubicBezTo>
                      <a:pt x="334" y="5759"/>
                      <a:pt x="334" y="4658"/>
                      <a:pt x="701" y="3724"/>
                    </a:cubicBezTo>
                    <a:cubicBezTo>
                      <a:pt x="1101" y="2790"/>
                      <a:pt x="1835" y="2023"/>
                      <a:pt x="2703" y="1523"/>
                    </a:cubicBezTo>
                    <a:cubicBezTo>
                      <a:pt x="3603" y="1022"/>
                      <a:pt x="4604" y="789"/>
                      <a:pt x="5638" y="689"/>
                    </a:cubicBezTo>
                    <a:cubicBezTo>
                      <a:pt x="5998" y="654"/>
                      <a:pt x="6359" y="639"/>
                      <a:pt x="6721" y="639"/>
                    </a:cubicBezTo>
                    <a:cubicBezTo>
                      <a:pt x="7397" y="639"/>
                      <a:pt x="8078" y="690"/>
                      <a:pt x="8774" y="755"/>
                    </a:cubicBezTo>
                    <a:cubicBezTo>
                      <a:pt x="10875" y="956"/>
                      <a:pt x="12943" y="1356"/>
                      <a:pt x="14978" y="1856"/>
                    </a:cubicBezTo>
                    <a:cubicBezTo>
                      <a:pt x="19114" y="2857"/>
                      <a:pt x="23184" y="4191"/>
                      <a:pt x="27420" y="4792"/>
                    </a:cubicBezTo>
                    <a:cubicBezTo>
                      <a:pt x="28488" y="4958"/>
                      <a:pt x="29555" y="5025"/>
                      <a:pt x="30622" y="5092"/>
                    </a:cubicBezTo>
                    <a:cubicBezTo>
                      <a:pt x="30932" y="5101"/>
                      <a:pt x="31244" y="5108"/>
                      <a:pt x="31558" y="5108"/>
                    </a:cubicBezTo>
                    <a:cubicBezTo>
                      <a:pt x="32325" y="5108"/>
                      <a:pt x="33100" y="5067"/>
                      <a:pt x="33858" y="4925"/>
                    </a:cubicBezTo>
                    <a:cubicBezTo>
                      <a:pt x="34926" y="4758"/>
                      <a:pt x="35960" y="4291"/>
                      <a:pt x="36794" y="3591"/>
                    </a:cubicBezTo>
                    <a:cubicBezTo>
                      <a:pt x="37194" y="3257"/>
                      <a:pt x="37561" y="2824"/>
                      <a:pt x="37761" y="2323"/>
                    </a:cubicBezTo>
                    <a:cubicBezTo>
                      <a:pt x="37994" y="1823"/>
                      <a:pt x="37994" y="1256"/>
                      <a:pt x="37828" y="722"/>
                    </a:cubicBezTo>
                    <a:lnTo>
                      <a:pt x="37828" y="722"/>
                    </a:lnTo>
                    <a:cubicBezTo>
                      <a:pt x="37961" y="1256"/>
                      <a:pt x="37894" y="1789"/>
                      <a:pt x="37661" y="2256"/>
                    </a:cubicBezTo>
                    <a:cubicBezTo>
                      <a:pt x="37461" y="2757"/>
                      <a:pt x="37094" y="3124"/>
                      <a:pt x="36660" y="3457"/>
                    </a:cubicBezTo>
                    <a:cubicBezTo>
                      <a:pt x="35826" y="4058"/>
                      <a:pt x="34825" y="4458"/>
                      <a:pt x="33791" y="4591"/>
                    </a:cubicBezTo>
                    <a:cubicBezTo>
                      <a:pt x="33274" y="4675"/>
                      <a:pt x="32757" y="4708"/>
                      <a:pt x="32236" y="4708"/>
                    </a:cubicBezTo>
                    <a:cubicBezTo>
                      <a:pt x="31715" y="4708"/>
                      <a:pt x="31190" y="4675"/>
                      <a:pt x="30656" y="4625"/>
                    </a:cubicBezTo>
                    <a:cubicBezTo>
                      <a:pt x="29622" y="4558"/>
                      <a:pt x="28554" y="4425"/>
                      <a:pt x="27520" y="4258"/>
                    </a:cubicBezTo>
                    <a:cubicBezTo>
                      <a:pt x="23351" y="3557"/>
                      <a:pt x="19314" y="2190"/>
                      <a:pt x="15145" y="1189"/>
                    </a:cubicBezTo>
                    <a:cubicBezTo>
                      <a:pt x="13077" y="689"/>
                      <a:pt x="10975" y="288"/>
                      <a:pt x="8840" y="88"/>
                    </a:cubicBezTo>
                    <a:cubicBezTo>
                      <a:pt x="8269" y="35"/>
                      <a:pt x="7688" y="0"/>
                      <a:pt x="7103" y="0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9"/>
              <p:cNvSpPr/>
              <p:nvPr/>
            </p:nvSpPr>
            <p:spPr>
              <a:xfrm>
                <a:off x="6600200" y="3705025"/>
                <a:ext cx="665500" cy="243975"/>
              </a:xfrm>
              <a:custGeom>
                <a:avLst/>
                <a:gdLst/>
                <a:ahLst/>
                <a:cxnLst/>
                <a:rect l="l" t="t" r="r" b="b"/>
                <a:pathLst>
                  <a:path w="26620" h="9759" extrusionOk="0">
                    <a:moveTo>
                      <a:pt x="2366" y="1"/>
                    </a:moveTo>
                    <a:cubicBezTo>
                      <a:pt x="1777" y="1"/>
                      <a:pt x="1183" y="279"/>
                      <a:pt x="768" y="719"/>
                    </a:cubicBezTo>
                    <a:cubicBezTo>
                      <a:pt x="168" y="1286"/>
                      <a:pt x="1" y="2220"/>
                      <a:pt x="134" y="3020"/>
                    </a:cubicBezTo>
                    <a:cubicBezTo>
                      <a:pt x="268" y="3821"/>
                      <a:pt x="735" y="4555"/>
                      <a:pt x="1335" y="5089"/>
                    </a:cubicBezTo>
                    <a:cubicBezTo>
                      <a:pt x="1969" y="5622"/>
                      <a:pt x="2703" y="5989"/>
                      <a:pt x="3470" y="6223"/>
                    </a:cubicBezTo>
                    <a:cubicBezTo>
                      <a:pt x="4237" y="6423"/>
                      <a:pt x="5004" y="6556"/>
                      <a:pt x="5772" y="6623"/>
                    </a:cubicBezTo>
                    <a:cubicBezTo>
                      <a:pt x="6612" y="6695"/>
                      <a:pt x="7442" y="6728"/>
                      <a:pt x="8268" y="6728"/>
                    </a:cubicBezTo>
                    <a:cubicBezTo>
                      <a:pt x="8984" y="6728"/>
                      <a:pt x="9696" y="6703"/>
                      <a:pt x="10408" y="6656"/>
                    </a:cubicBezTo>
                    <a:cubicBezTo>
                      <a:pt x="13372" y="6495"/>
                      <a:pt x="16304" y="6054"/>
                      <a:pt x="19206" y="6054"/>
                    </a:cubicBezTo>
                    <a:cubicBezTo>
                      <a:pt x="19309" y="6054"/>
                      <a:pt x="19412" y="6055"/>
                      <a:pt x="19515" y="6056"/>
                    </a:cubicBezTo>
                    <a:cubicBezTo>
                      <a:pt x="19655" y="6050"/>
                      <a:pt x="19796" y="6047"/>
                      <a:pt x="19937" y="6047"/>
                    </a:cubicBezTo>
                    <a:cubicBezTo>
                      <a:pt x="20562" y="6047"/>
                      <a:pt x="21184" y="6102"/>
                      <a:pt x="21783" y="6156"/>
                    </a:cubicBezTo>
                    <a:cubicBezTo>
                      <a:pt x="22550" y="6223"/>
                      <a:pt x="23284" y="6323"/>
                      <a:pt x="23985" y="6556"/>
                    </a:cubicBezTo>
                    <a:cubicBezTo>
                      <a:pt x="24718" y="6790"/>
                      <a:pt x="25352" y="7190"/>
                      <a:pt x="25886" y="7724"/>
                    </a:cubicBezTo>
                    <a:cubicBezTo>
                      <a:pt x="26119" y="7991"/>
                      <a:pt x="26353" y="8291"/>
                      <a:pt x="26453" y="8658"/>
                    </a:cubicBezTo>
                    <a:cubicBezTo>
                      <a:pt x="26553" y="9025"/>
                      <a:pt x="26520" y="9425"/>
                      <a:pt x="26386" y="9759"/>
                    </a:cubicBezTo>
                    <a:cubicBezTo>
                      <a:pt x="26553" y="9425"/>
                      <a:pt x="26620" y="9025"/>
                      <a:pt x="26553" y="8624"/>
                    </a:cubicBezTo>
                    <a:cubicBezTo>
                      <a:pt x="26486" y="8258"/>
                      <a:pt x="26286" y="7891"/>
                      <a:pt x="26019" y="7590"/>
                    </a:cubicBezTo>
                    <a:cubicBezTo>
                      <a:pt x="25519" y="6990"/>
                      <a:pt x="24852" y="6523"/>
                      <a:pt x="24118" y="6256"/>
                    </a:cubicBezTo>
                    <a:cubicBezTo>
                      <a:pt x="23384" y="5956"/>
                      <a:pt x="22617" y="5822"/>
                      <a:pt x="21850" y="5722"/>
                    </a:cubicBezTo>
                    <a:cubicBezTo>
                      <a:pt x="21082" y="5589"/>
                      <a:pt x="20315" y="5522"/>
                      <a:pt x="19548" y="5489"/>
                    </a:cubicBezTo>
                    <a:cubicBezTo>
                      <a:pt x="19144" y="5472"/>
                      <a:pt x="18742" y="5464"/>
                      <a:pt x="18341" y="5464"/>
                    </a:cubicBezTo>
                    <a:cubicBezTo>
                      <a:pt x="15656" y="5464"/>
                      <a:pt x="13015" y="5811"/>
                      <a:pt x="10375" y="5956"/>
                    </a:cubicBezTo>
                    <a:cubicBezTo>
                      <a:pt x="9554" y="6009"/>
                      <a:pt x="8742" y="6044"/>
                      <a:pt x="7935" y="6044"/>
                    </a:cubicBezTo>
                    <a:cubicBezTo>
                      <a:pt x="7234" y="6044"/>
                      <a:pt x="6536" y="6018"/>
                      <a:pt x="5838" y="5956"/>
                    </a:cubicBezTo>
                    <a:cubicBezTo>
                      <a:pt x="4337" y="5856"/>
                      <a:pt x="2836" y="5589"/>
                      <a:pt x="1702" y="4688"/>
                    </a:cubicBezTo>
                    <a:cubicBezTo>
                      <a:pt x="1135" y="4221"/>
                      <a:pt x="735" y="3621"/>
                      <a:pt x="568" y="2920"/>
                    </a:cubicBezTo>
                    <a:cubicBezTo>
                      <a:pt x="434" y="2220"/>
                      <a:pt x="534" y="1486"/>
                      <a:pt x="1035" y="952"/>
                    </a:cubicBezTo>
                    <a:cubicBezTo>
                      <a:pt x="1368" y="517"/>
                      <a:pt x="1897" y="239"/>
                      <a:pt x="2442" y="239"/>
                    </a:cubicBezTo>
                    <a:cubicBezTo>
                      <a:pt x="2607" y="239"/>
                      <a:pt x="2774" y="264"/>
                      <a:pt x="2936" y="319"/>
                    </a:cubicBezTo>
                    <a:cubicBezTo>
                      <a:pt x="3603" y="519"/>
                      <a:pt x="4204" y="1219"/>
                      <a:pt x="4104" y="2020"/>
                    </a:cubicBezTo>
                    <a:cubicBezTo>
                      <a:pt x="4170" y="1619"/>
                      <a:pt x="4104" y="1219"/>
                      <a:pt x="3904" y="886"/>
                    </a:cubicBezTo>
                    <a:cubicBezTo>
                      <a:pt x="3703" y="552"/>
                      <a:pt x="3370" y="285"/>
                      <a:pt x="3003" y="118"/>
                    </a:cubicBezTo>
                    <a:cubicBezTo>
                      <a:pt x="2797" y="38"/>
                      <a:pt x="2582" y="1"/>
                      <a:pt x="2366" y="1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9"/>
              <p:cNvSpPr/>
              <p:nvPr/>
            </p:nvSpPr>
            <p:spPr>
              <a:xfrm rot="5400000">
                <a:off x="7011031" y="4245321"/>
                <a:ext cx="949850" cy="204825"/>
              </a:xfrm>
              <a:custGeom>
                <a:avLst/>
                <a:gdLst/>
                <a:ahLst/>
                <a:cxnLst/>
                <a:rect l="l" t="t" r="r" b="b"/>
                <a:pathLst>
                  <a:path w="37994" h="8193" extrusionOk="0">
                    <a:moveTo>
                      <a:pt x="31036" y="0"/>
                    </a:moveTo>
                    <a:cubicBezTo>
                      <a:pt x="30406" y="0"/>
                      <a:pt x="29775" y="36"/>
                      <a:pt x="29154" y="94"/>
                    </a:cubicBezTo>
                    <a:cubicBezTo>
                      <a:pt x="27019" y="294"/>
                      <a:pt x="24918" y="695"/>
                      <a:pt x="22816" y="1195"/>
                    </a:cubicBezTo>
                    <a:cubicBezTo>
                      <a:pt x="18680" y="2196"/>
                      <a:pt x="14644" y="3563"/>
                      <a:pt x="10474" y="4264"/>
                    </a:cubicBezTo>
                    <a:cubicBezTo>
                      <a:pt x="9440" y="4431"/>
                      <a:pt x="8373" y="4564"/>
                      <a:pt x="7339" y="4631"/>
                    </a:cubicBezTo>
                    <a:cubicBezTo>
                      <a:pt x="6805" y="4681"/>
                      <a:pt x="6271" y="4714"/>
                      <a:pt x="5746" y="4714"/>
                    </a:cubicBezTo>
                    <a:cubicBezTo>
                      <a:pt x="5220" y="4714"/>
                      <a:pt x="4703" y="4681"/>
                      <a:pt x="4203" y="4597"/>
                    </a:cubicBezTo>
                    <a:cubicBezTo>
                      <a:pt x="3169" y="4464"/>
                      <a:pt x="2168" y="4064"/>
                      <a:pt x="1334" y="3463"/>
                    </a:cubicBezTo>
                    <a:cubicBezTo>
                      <a:pt x="901" y="3130"/>
                      <a:pt x="534" y="2763"/>
                      <a:pt x="300" y="2262"/>
                    </a:cubicBezTo>
                    <a:cubicBezTo>
                      <a:pt x="67" y="1795"/>
                      <a:pt x="33" y="1262"/>
                      <a:pt x="167" y="728"/>
                    </a:cubicBezTo>
                    <a:lnTo>
                      <a:pt x="167" y="728"/>
                    </a:lnTo>
                    <a:cubicBezTo>
                      <a:pt x="0" y="1262"/>
                      <a:pt x="0" y="1829"/>
                      <a:pt x="200" y="2329"/>
                    </a:cubicBezTo>
                    <a:cubicBezTo>
                      <a:pt x="434" y="2830"/>
                      <a:pt x="801" y="3263"/>
                      <a:pt x="1201" y="3597"/>
                    </a:cubicBezTo>
                    <a:cubicBezTo>
                      <a:pt x="2035" y="4297"/>
                      <a:pt x="3069" y="4731"/>
                      <a:pt x="4136" y="4931"/>
                    </a:cubicBezTo>
                    <a:cubicBezTo>
                      <a:pt x="4894" y="5073"/>
                      <a:pt x="5652" y="5114"/>
                      <a:pt x="6410" y="5114"/>
                    </a:cubicBezTo>
                    <a:cubicBezTo>
                      <a:pt x="6720" y="5114"/>
                      <a:pt x="7029" y="5107"/>
                      <a:pt x="7339" y="5098"/>
                    </a:cubicBezTo>
                    <a:cubicBezTo>
                      <a:pt x="8439" y="5031"/>
                      <a:pt x="9507" y="4964"/>
                      <a:pt x="10541" y="4798"/>
                    </a:cubicBezTo>
                    <a:cubicBezTo>
                      <a:pt x="14811" y="4197"/>
                      <a:pt x="18880" y="2863"/>
                      <a:pt x="22983" y="1862"/>
                    </a:cubicBezTo>
                    <a:cubicBezTo>
                      <a:pt x="25051" y="1362"/>
                      <a:pt x="27119" y="962"/>
                      <a:pt x="29221" y="761"/>
                    </a:cubicBezTo>
                    <a:cubicBezTo>
                      <a:pt x="29895" y="696"/>
                      <a:pt x="30582" y="645"/>
                      <a:pt x="31266" y="645"/>
                    </a:cubicBezTo>
                    <a:cubicBezTo>
                      <a:pt x="31631" y="645"/>
                      <a:pt x="31996" y="660"/>
                      <a:pt x="32356" y="695"/>
                    </a:cubicBezTo>
                    <a:cubicBezTo>
                      <a:pt x="33357" y="795"/>
                      <a:pt x="34391" y="1028"/>
                      <a:pt x="35259" y="1529"/>
                    </a:cubicBezTo>
                    <a:cubicBezTo>
                      <a:pt x="36159" y="2029"/>
                      <a:pt x="36893" y="2796"/>
                      <a:pt x="37260" y="3730"/>
                    </a:cubicBezTo>
                    <a:cubicBezTo>
                      <a:pt x="37660" y="4664"/>
                      <a:pt x="37660" y="5765"/>
                      <a:pt x="37127" y="6632"/>
                    </a:cubicBezTo>
                    <a:cubicBezTo>
                      <a:pt x="36671" y="7391"/>
                      <a:pt x="35801" y="7984"/>
                      <a:pt x="34869" y="7984"/>
                    </a:cubicBezTo>
                    <a:cubicBezTo>
                      <a:pt x="34777" y="7984"/>
                      <a:pt x="34684" y="7979"/>
                      <a:pt x="34591" y="7967"/>
                    </a:cubicBezTo>
                    <a:cubicBezTo>
                      <a:pt x="33591" y="7800"/>
                      <a:pt x="32623" y="6966"/>
                      <a:pt x="32590" y="5865"/>
                    </a:cubicBezTo>
                    <a:lnTo>
                      <a:pt x="32590" y="5865"/>
                    </a:lnTo>
                    <a:cubicBezTo>
                      <a:pt x="32557" y="6399"/>
                      <a:pt x="32790" y="6932"/>
                      <a:pt x="33157" y="7333"/>
                    </a:cubicBezTo>
                    <a:cubicBezTo>
                      <a:pt x="33524" y="7733"/>
                      <a:pt x="34024" y="8033"/>
                      <a:pt x="34558" y="8133"/>
                    </a:cubicBezTo>
                    <a:cubicBezTo>
                      <a:pt x="34717" y="8173"/>
                      <a:pt x="34883" y="8192"/>
                      <a:pt x="35049" y="8192"/>
                    </a:cubicBezTo>
                    <a:cubicBezTo>
                      <a:pt x="35441" y="8192"/>
                      <a:pt x="35842" y="8087"/>
                      <a:pt x="36193" y="7900"/>
                    </a:cubicBezTo>
                    <a:cubicBezTo>
                      <a:pt x="36693" y="7666"/>
                      <a:pt x="37093" y="7266"/>
                      <a:pt x="37427" y="6799"/>
                    </a:cubicBezTo>
                    <a:cubicBezTo>
                      <a:pt x="37727" y="6332"/>
                      <a:pt x="37894" y="5765"/>
                      <a:pt x="37927" y="5198"/>
                    </a:cubicBezTo>
                    <a:cubicBezTo>
                      <a:pt x="37994" y="4664"/>
                      <a:pt x="37894" y="4097"/>
                      <a:pt x="37694" y="3563"/>
                    </a:cubicBezTo>
                    <a:cubicBezTo>
                      <a:pt x="37293" y="2496"/>
                      <a:pt x="36493" y="1629"/>
                      <a:pt x="35559" y="1062"/>
                    </a:cubicBezTo>
                    <a:cubicBezTo>
                      <a:pt x="34591" y="495"/>
                      <a:pt x="33491" y="194"/>
                      <a:pt x="32390" y="61"/>
                    </a:cubicBezTo>
                    <a:cubicBezTo>
                      <a:pt x="31943" y="19"/>
                      <a:pt x="31490" y="0"/>
                      <a:pt x="31036" y="0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9"/>
              <p:cNvSpPr/>
              <p:nvPr/>
            </p:nvSpPr>
            <p:spPr>
              <a:xfrm rot="5400000">
                <a:off x="7082119" y="4175709"/>
                <a:ext cx="666325" cy="243975"/>
              </a:xfrm>
              <a:custGeom>
                <a:avLst/>
                <a:gdLst/>
                <a:ahLst/>
                <a:cxnLst/>
                <a:rect l="l" t="t" r="r" b="b"/>
                <a:pathLst>
                  <a:path w="26653" h="9759" extrusionOk="0">
                    <a:moveTo>
                      <a:pt x="24287" y="1"/>
                    </a:moveTo>
                    <a:cubicBezTo>
                      <a:pt x="24071" y="1"/>
                      <a:pt x="23856" y="38"/>
                      <a:pt x="23651" y="118"/>
                    </a:cubicBezTo>
                    <a:cubicBezTo>
                      <a:pt x="23284" y="285"/>
                      <a:pt x="22950" y="552"/>
                      <a:pt x="22750" y="886"/>
                    </a:cubicBezTo>
                    <a:cubicBezTo>
                      <a:pt x="22550" y="1219"/>
                      <a:pt x="22450" y="1619"/>
                      <a:pt x="22550" y="2020"/>
                    </a:cubicBezTo>
                    <a:cubicBezTo>
                      <a:pt x="22450" y="1219"/>
                      <a:pt x="23017" y="519"/>
                      <a:pt x="23717" y="319"/>
                    </a:cubicBezTo>
                    <a:cubicBezTo>
                      <a:pt x="23880" y="264"/>
                      <a:pt x="24046" y="239"/>
                      <a:pt x="24211" y="239"/>
                    </a:cubicBezTo>
                    <a:cubicBezTo>
                      <a:pt x="24756" y="239"/>
                      <a:pt x="25286" y="517"/>
                      <a:pt x="25619" y="952"/>
                    </a:cubicBezTo>
                    <a:cubicBezTo>
                      <a:pt x="26086" y="1486"/>
                      <a:pt x="26219" y="2220"/>
                      <a:pt x="26086" y="2920"/>
                    </a:cubicBezTo>
                    <a:cubicBezTo>
                      <a:pt x="25919" y="3621"/>
                      <a:pt x="25519" y="4221"/>
                      <a:pt x="24951" y="4688"/>
                    </a:cubicBezTo>
                    <a:cubicBezTo>
                      <a:pt x="23817" y="5589"/>
                      <a:pt x="22316" y="5856"/>
                      <a:pt x="20815" y="5956"/>
                    </a:cubicBezTo>
                    <a:cubicBezTo>
                      <a:pt x="20117" y="6018"/>
                      <a:pt x="19413" y="6044"/>
                      <a:pt x="18707" y="6044"/>
                    </a:cubicBezTo>
                    <a:cubicBezTo>
                      <a:pt x="17895" y="6044"/>
                      <a:pt x="17082" y="6009"/>
                      <a:pt x="16279" y="5956"/>
                    </a:cubicBezTo>
                    <a:cubicBezTo>
                      <a:pt x="13638" y="5811"/>
                      <a:pt x="10997" y="5464"/>
                      <a:pt x="8313" y="5464"/>
                    </a:cubicBezTo>
                    <a:cubicBezTo>
                      <a:pt x="7911" y="5464"/>
                      <a:pt x="7509" y="5472"/>
                      <a:pt x="7105" y="5489"/>
                    </a:cubicBezTo>
                    <a:cubicBezTo>
                      <a:pt x="6338" y="5522"/>
                      <a:pt x="5571" y="5589"/>
                      <a:pt x="4804" y="5722"/>
                    </a:cubicBezTo>
                    <a:cubicBezTo>
                      <a:pt x="4037" y="5822"/>
                      <a:pt x="3269" y="5956"/>
                      <a:pt x="2535" y="6256"/>
                    </a:cubicBezTo>
                    <a:cubicBezTo>
                      <a:pt x="1802" y="6523"/>
                      <a:pt x="1134" y="6990"/>
                      <a:pt x="634" y="7590"/>
                    </a:cubicBezTo>
                    <a:cubicBezTo>
                      <a:pt x="367" y="7891"/>
                      <a:pt x="167" y="8258"/>
                      <a:pt x="100" y="8624"/>
                    </a:cubicBezTo>
                    <a:cubicBezTo>
                      <a:pt x="0" y="9025"/>
                      <a:pt x="67" y="9425"/>
                      <a:pt x="267" y="9759"/>
                    </a:cubicBezTo>
                    <a:cubicBezTo>
                      <a:pt x="100" y="9425"/>
                      <a:pt x="100" y="9025"/>
                      <a:pt x="200" y="8658"/>
                    </a:cubicBezTo>
                    <a:cubicBezTo>
                      <a:pt x="301" y="8291"/>
                      <a:pt x="501" y="7991"/>
                      <a:pt x="768" y="7724"/>
                    </a:cubicBezTo>
                    <a:cubicBezTo>
                      <a:pt x="1268" y="7190"/>
                      <a:pt x="1935" y="6790"/>
                      <a:pt x="2636" y="6556"/>
                    </a:cubicBezTo>
                    <a:cubicBezTo>
                      <a:pt x="3336" y="6323"/>
                      <a:pt x="4103" y="6223"/>
                      <a:pt x="4837" y="6156"/>
                    </a:cubicBezTo>
                    <a:cubicBezTo>
                      <a:pt x="5464" y="6102"/>
                      <a:pt x="6090" y="6047"/>
                      <a:pt x="6698" y="6047"/>
                    </a:cubicBezTo>
                    <a:cubicBezTo>
                      <a:pt x="6835" y="6047"/>
                      <a:pt x="6971" y="6050"/>
                      <a:pt x="7105" y="6056"/>
                    </a:cubicBezTo>
                    <a:cubicBezTo>
                      <a:pt x="7209" y="6055"/>
                      <a:pt x="7313" y="6054"/>
                      <a:pt x="7418" y="6054"/>
                    </a:cubicBezTo>
                    <a:cubicBezTo>
                      <a:pt x="10349" y="6054"/>
                      <a:pt x="13282" y="6495"/>
                      <a:pt x="16245" y="6656"/>
                    </a:cubicBezTo>
                    <a:cubicBezTo>
                      <a:pt x="16957" y="6703"/>
                      <a:pt x="17670" y="6728"/>
                      <a:pt x="18385" y="6728"/>
                    </a:cubicBezTo>
                    <a:cubicBezTo>
                      <a:pt x="19211" y="6728"/>
                      <a:pt x="20042" y="6695"/>
                      <a:pt x="20882" y="6623"/>
                    </a:cubicBezTo>
                    <a:cubicBezTo>
                      <a:pt x="21649" y="6556"/>
                      <a:pt x="22416" y="6423"/>
                      <a:pt x="23184" y="6223"/>
                    </a:cubicBezTo>
                    <a:cubicBezTo>
                      <a:pt x="23951" y="5989"/>
                      <a:pt x="24685" y="5622"/>
                      <a:pt x="25285" y="5089"/>
                    </a:cubicBezTo>
                    <a:cubicBezTo>
                      <a:pt x="25919" y="4555"/>
                      <a:pt x="26386" y="3821"/>
                      <a:pt x="26519" y="3020"/>
                    </a:cubicBezTo>
                    <a:cubicBezTo>
                      <a:pt x="26653" y="2220"/>
                      <a:pt x="26486" y="1286"/>
                      <a:pt x="25885" y="719"/>
                    </a:cubicBezTo>
                    <a:cubicBezTo>
                      <a:pt x="25470" y="279"/>
                      <a:pt x="24876" y="1"/>
                      <a:pt x="24287" y="1"/>
                    </a:cubicBezTo>
                    <a:close/>
                  </a:path>
                </a:pathLst>
              </a:custGeom>
              <a:solidFill>
                <a:srgbClr val="D8C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2" name="Google Shape;302;p9"/>
          <p:cNvSpPr txBox="1">
            <a:spLocks noGrp="1"/>
          </p:cNvSpPr>
          <p:nvPr>
            <p:ph type="body" idx="1"/>
          </p:nvPr>
        </p:nvSpPr>
        <p:spPr>
          <a:xfrm>
            <a:off x="3810800" y="2016300"/>
            <a:ext cx="4179600" cy="23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Karla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Karla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Karla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Karla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Karla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Karla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Karla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Karla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Karla"/>
              <a:buChar char="■"/>
              <a:defRPr/>
            </a:lvl9pPr>
          </a:lstStyle>
          <a:p>
            <a:endParaRPr/>
          </a:p>
        </p:txBody>
      </p:sp>
      <p:sp>
        <p:nvSpPr>
          <p:cNvPr id="303" name="Google Shape;303;p9"/>
          <p:cNvSpPr txBox="1">
            <a:spLocks noGrp="1"/>
          </p:cNvSpPr>
          <p:nvPr>
            <p:ph type="title"/>
          </p:nvPr>
        </p:nvSpPr>
        <p:spPr>
          <a:xfrm>
            <a:off x="3810800" y="715575"/>
            <a:ext cx="4179600" cy="10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10"/>
          <p:cNvSpPr txBox="1">
            <a:spLocks noGrp="1"/>
          </p:cNvSpPr>
          <p:nvPr>
            <p:ph type="title"/>
          </p:nvPr>
        </p:nvSpPr>
        <p:spPr>
          <a:xfrm>
            <a:off x="713225" y="3290225"/>
            <a:ext cx="2778600" cy="13092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11"/>
          <p:cNvGrpSpPr/>
          <p:nvPr/>
        </p:nvGrpSpPr>
        <p:grpSpPr>
          <a:xfrm>
            <a:off x="164188" y="146040"/>
            <a:ext cx="8815625" cy="4853010"/>
            <a:chOff x="164188" y="146040"/>
            <a:chExt cx="8815625" cy="4853010"/>
          </a:xfrm>
        </p:grpSpPr>
        <p:sp>
          <p:nvSpPr>
            <p:cNvPr id="309" name="Google Shape;309;p11"/>
            <p:cNvSpPr/>
            <p:nvPr/>
          </p:nvSpPr>
          <p:spPr>
            <a:xfrm>
              <a:off x="3146563" y="4450825"/>
              <a:ext cx="2850875" cy="548225"/>
            </a:xfrm>
            <a:custGeom>
              <a:avLst/>
              <a:gdLst/>
              <a:ahLst/>
              <a:cxnLst/>
              <a:rect l="l" t="t" r="r" b="b"/>
              <a:pathLst>
                <a:path w="114035" h="21929" extrusionOk="0">
                  <a:moveTo>
                    <a:pt x="6337" y="2591"/>
                  </a:moveTo>
                  <a:cubicBezTo>
                    <a:pt x="6615" y="2591"/>
                    <a:pt x="6903" y="2655"/>
                    <a:pt x="7156" y="2762"/>
                  </a:cubicBezTo>
                  <a:cubicBezTo>
                    <a:pt x="7554" y="2950"/>
                    <a:pt x="7889" y="3264"/>
                    <a:pt x="8056" y="3599"/>
                  </a:cubicBezTo>
                  <a:cubicBezTo>
                    <a:pt x="8244" y="3955"/>
                    <a:pt x="8223" y="4352"/>
                    <a:pt x="8056" y="4687"/>
                  </a:cubicBezTo>
                  <a:cubicBezTo>
                    <a:pt x="7972" y="4875"/>
                    <a:pt x="7847" y="5022"/>
                    <a:pt x="7700" y="5168"/>
                  </a:cubicBezTo>
                  <a:cubicBezTo>
                    <a:pt x="7575" y="5315"/>
                    <a:pt x="7407" y="5461"/>
                    <a:pt x="7240" y="5566"/>
                  </a:cubicBezTo>
                  <a:cubicBezTo>
                    <a:pt x="6905" y="5796"/>
                    <a:pt x="6550" y="5943"/>
                    <a:pt x="6173" y="5984"/>
                  </a:cubicBezTo>
                  <a:cubicBezTo>
                    <a:pt x="6068" y="5997"/>
                    <a:pt x="5965" y="6003"/>
                    <a:pt x="5862" y="6003"/>
                  </a:cubicBezTo>
                  <a:cubicBezTo>
                    <a:pt x="5451" y="6003"/>
                    <a:pt x="5056" y="5909"/>
                    <a:pt x="4687" y="5775"/>
                  </a:cubicBezTo>
                  <a:cubicBezTo>
                    <a:pt x="4645" y="5503"/>
                    <a:pt x="4645" y="5252"/>
                    <a:pt x="4645" y="5001"/>
                  </a:cubicBezTo>
                  <a:cubicBezTo>
                    <a:pt x="4666" y="4457"/>
                    <a:pt x="4750" y="3955"/>
                    <a:pt x="4959" y="3515"/>
                  </a:cubicBezTo>
                  <a:cubicBezTo>
                    <a:pt x="5148" y="3097"/>
                    <a:pt x="5482" y="2783"/>
                    <a:pt x="5880" y="2657"/>
                  </a:cubicBezTo>
                  <a:cubicBezTo>
                    <a:pt x="6024" y="2612"/>
                    <a:pt x="6179" y="2591"/>
                    <a:pt x="6337" y="2591"/>
                  </a:cubicBezTo>
                  <a:close/>
                  <a:moveTo>
                    <a:pt x="107718" y="2591"/>
                  </a:moveTo>
                  <a:cubicBezTo>
                    <a:pt x="107876" y="2591"/>
                    <a:pt x="108031" y="2612"/>
                    <a:pt x="108176" y="2657"/>
                  </a:cubicBezTo>
                  <a:cubicBezTo>
                    <a:pt x="108573" y="2783"/>
                    <a:pt x="108908" y="3097"/>
                    <a:pt x="109096" y="3515"/>
                  </a:cubicBezTo>
                  <a:cubicBezTo>
                    <a:pt x="109305" y="3955"/>
                    <a:pt x="109389" y="4457"/>
                    <a:pt x="109410" y="5001"/>
                  </a:cubicBezTo>
                  <a:cubicBezTo>
                    <a:pt x="109410" y="5252"/>
                    <a:pt x="109389" y="5503"/>
                    <a:pt x="109368" y="5775"/>
                  </a:cubicBezTo>
                  <a:cubicBezTo>
                    <a:pt x="109000" y="5909"/>
                    <a:pt x="108605" y="6003"/>
                    <a:pt x="108194" y="6003"/>
                  </a:cubicBezTo>
                  <a:cubicBezTo>
                    <a:pt x="108091" y="6003"/>
                    <a:pt x="107987" y="5997"/>
                    <a:pt x="107883" y="5984"/>
                  </a:cubicBezTo>
                  <a:cubicBezTo>
                    <a:pt x="107506" y="5943"/>
                    <a:pt x="107150" y="5796"/>
                    <a:pt x="106815" y="5566"/>
                  </a:cubicBezTo>
                  <a:cubicBezTo>
                    <a:pt x="106648" y="5461"/>
                    <a:pt x="106481" y="5315"/>
                    <a:pt x="106355" y="5168"/>
                  </a:cubicBezTo>
                  <a:cubicBezTo>
                    <a:pt x="106209" y="5022"/>
                    <a:pt x="106083" y="4875"/>
                    <a:pt x="105999" y="4687"/>
                  </a:cubicBezTo>
                  <a:cubicBezTo>
                    <a:pt x="105832" y="4352"/>
                    <a:pt x="105811" y="3955"/>
                    <a:pt x="105999" y="3599"/>
                  </a:cubicBezTo>
                  <a:cubicBezTo>
                    <a:pt x="106167" y="3264"/>
                    <a:pt x="106502" y="2950"/>
                    <a:pt x="106899" y="2762"/>
                  </a:cubicBezTo>
                  <a:cubicBezTo>
                    <a:pt x="107153" y="2655"/>
                    <a:pt x="107440" y="2591"/>
                    <a:pt x="107718" y="2591"/>
                  </a:cubicBezTo>
                  <a:close/>
                  <a:moveTo>
                    <a:pt x="13550" y="10040"/>
                  </a:moveTo>
                  <a:cubicBezTo>
                    <a:pt x="16077" y="10040"/>
                    <a:pt x="18713" y="10380"/>
                    <a:pt x="21405" y="10776"/>
                  </a:cubicBezTo>
                  <a:cubicBezTo>
                    <a:pt x="21803" y="10839"/>
                    <a:pt x="22200" y="10901"/>
                    <a:pt x="22598" y="10964"/>
                  </a:cubicBezTo>
                  <a:cubicBezTo>
                    <a:pt x="22200" y="11027"/>
                    <a:pt x="21803" y="11090"/>
                    <a:pt x="21405" y="11152"/>
                  </a:cubicBezTo>
                  <a:cubicBezTo>
                    <a:pt x="18640" y="11559"/>
                    <a:pt x="15933" y="11907"/>
                    <a:pt x="13344" y="11907"/>
                  </a:cubicBezTo>
                  <a:cubicBezTo>
                    <a:pt x="13269" y="11907"/>
                    <a:pt x="13194" y="11906"/>
                    <a:pt x="13120" y="11906"/>
                  </a:cubicBezTo>
                  <a:cubicBezTo>
                    <a:pt x="11801" y="11885"/>
                    <a:pt x="10483" y="11759"/>
                    <a:pt x="9291" y="11424"/>
                  </a:cubicBezTo>
                  <a:cubicBezTo>
                    <a:pt x="8830" y="11299"/>
                    <a:pt x="8412" y="11152"/>
                    <a:pt x="8014" y="10964"/>
                  </a:cubicBezTo>
                  <a:cubicBezTo>
                    <a:pt x="8412" y="10776"/>
                    <a:pt x="8830" y="10629"/>
                    <a:pt x="9291" y="10504"/>
                  </a:cubicBezTo>
                  <a:cubicBezTo>
                    <a:pt x="10483" y="10169"/>
                    <a:pt x="11780" y="10064"/>
                    <a:pt x="13120" y="10044"/>
                  </a:cubicBezTo>
                  <a:cubicBezTo>
                    <a:pt x="13263" y="10041"/>
                    <a:pt x="13406" y="10040"/>
                    <a:pt x="13550" y="10040"/>
                  </a:cubicBezTo>
                  <a:close/>
                  <a:moveTo>
                    <a:pt x="100506" y="10040"/>
                  </a:moveTo>
                  <a:cubicBezTo>
                    <a:pt x="100649" y="10040"/>
                    <a:pt x="100793" y="10041"/>
                    <a:pt x="100936" y="10044"/>
                  </a:cubicBezTo>
                  <a:cubicBezTo>
                    <a:pt x="102254" y="10064"/>
                    <a:pt x="103572" y="10169"/>
                    <a:pt x="104765" y="10504"/>
                  </a:cubicBezTo>
                  <a:cubicBezTo>
                    <a:pt x="105204" y="10629"/>
                    <a:pt x="105644" y="10776"/>
                    <a:pt x="106041" y="10964"/>
                  </a:cubicBezTo>
                  <a:cubicBezTo>
                    <a:pt x="105644" y="11152"/>
                    <a:pt x="105225" y="11299"/>
                    <a:pt x="104765" y="11424"/>
                  </a:cubicBezTo>
                  <a:cubicBezTo>
                    <a:pt x="103572" y="11759"/>
                    <a:pt x="102254" y="11885"/>
                    <a:pt x="100936" y="11906"/>
                  </a:cubicBezTo>
                  <a:cubicBezTo>
                    <a:pt x="100861" y="11906"/>
                    <a:pt x="100786" y="11907"/>
                    <a:pt x="100712" y="11907"/>
                  </a:cubicBezTo>
                  <a:cubicBezTo>
                    <a:pt x="98122" y="11907"/>
                    <a:pt x="95416" y="11559"/>
                    <a:pt x="92650" y="11152"/>
                  </a:cubicBezTo>
                  <a:cubicBezTo>
                    <a:pt x="92253" y="11090"/>
                    <a:pt x="91855" y="11027"/>
                    <a:pt x="91458" y="10964"/>
                  </a:cubicBezTo>
                  <a:cubicBezTo>
                    <a:pt x="91855" y="10901"/>
                    <a:pt x="92253" y="10839"/>
                    <a:pt x="92650" y="10776"/>
                  </a:cubicBezTo>
                  <a:cubicBezTo>
                    <a:pt x="95343" y="10380"/>
                    <a:pt x="97979" y="10040"/>
                    <a:pt x="100506" y="10040"/>
                  </a:cubicBezTo>
                  <a:close/>
                  <a:moveTo>
                    <a:pt x="40916" y="9711"/>
                  </a:moveTo>
                  <a:cubicBezTo>
                    <a:pt x="42176" y="9711"/>
                    <a:pt x="43391" y="9772"/>
                    <a:pt x="44547" y="9918"/>
                  </a:cubicBezTo>
                  <a:cubicBezTo>
                    <a:pt x="46116" y="10106"/>
                    <a:pt x="47581" y="10462"/>
                    <a:pt x="48899" y="10964"/>
                  </a:cubicBezTo>
                  <a:cubicBezTo>
                    <a:pt x="47581" y="11466"/>
                    <a:pt x="46116" y="11822"/>
                    <a:pt x="44547" y="12010"/>
                  </a:cubicBezTo>
                  <a:cubicBezTo>
                    <a:pt x="43370" y="12159"/>
                    <a:pt x="42132" y="12226"/>
                    <a:pt x="40848" y="12226"/>
                  </a:cubicBezTo>
                  <a:cubicBezTo>
                    <a:pt x="39779" y="12226"/>
                    <a:pt x="38680" y="12180"/>
                    <a:pt x="37558" y="12094"/>
                  </a:cubicBezTo>
                  <a:cubicBezTo>
                    <a:pt x="35089" y="11927"/>
                    <a:pt x="32516" y="11571"/>
                    <a:pt x="29838" y="11152"/>
                  </a:cubicBezTo>
                  <a:cubicBezTo>
                    <a:pt x="29440" y="11090"/>
                    <a:pt x="29021" y="11027"/>
                    <a:pt x="28603" y="10964"/>
                  </a:cubicBezTo>
                  <a:cubicBezTo>
                    <a:pt x="29021" y="10901"/>
                    <a:pt x="29440" y="10839"/>
                    <a:pt x="29838" y="10776"/>
                  </a:cubicBezTo>
                  <a:cubicBezTo>
                    <a:pt x="32516" y="10357"/>
                    <a:pt x="35089" y="10002"/>
                    <a:pt x="37558" y="9834"/>
                  </a:cubicBezTo>
                  <a:cubicBezTo>
                    <a:pt x="38704" y="9757"/>
                    <a:pt x="39826" y="9711"/>
                    <a:pt x="40916" y="9711"/>
                  </a:cubicBezTo>
                  <a:close/>
                  <a:moveTo>
                    <a:pt x="73139" y="9711"/>
                  </a:moveTo>
                  <a:cubicBezTo>
                    <a:pt x="74229" y="9711"/>
                    <a:pt x="75352" y="9757"/>
                    <a:pt x="76497" y="9834"/>
                  </a:cubicBezTo>
                  <a:cubicBezTo>
                    <a:pt x="78966" y="10002"/>
                    <a:pt x="81540" y="10357"/>
                    <a:pt x="84218" y="10776"/>
                  </a:cubicBezTo>
                  <a:cubicBezTo>
                    <a:pt x="84616" y="10839"/>
                    <a:pt x="85034" y="10901"/>
                    <a:pt x="85452" y="10964"/>
                  </a:cubicBezTo>
                  <a:cubicBezTo>
                    <a:pt x="85034" y="11027"/>
                    <a:pt x="84616" y="11090"/>
                    <a:pt x="84218" y="11152"/>
                  </a:cubicBezTo>
                  <a:cubicBezTo>
                    <a:pt x="81540" y="11571"/>
                    <a:pt x="78966" y="11927"/>
                    <a:pt x="76497" y="12094"/>
                  </a:cubicBezTo>
                  <a:cubicBezTo>
                    <a:pt x="75376" y="12180"/>
                    <a:pt x="74276" y="12226"/>
                    <a:pt x="73208" y="12226"/>
                  </a:cubicBezTo>
                  <a:cubicBezTo>
                    <a:pt x="71924" y="12226"/>
                    <a:pt x="70685" y="12159"/>
                    <a:pt x="69509" y="12010"/>
                  </a:cubicBezTo>
                  <a:cubicBezTo>
                    <a:pt x="67939" y="11822"/>
                    <a:pt x="66475" y="11466"/>
                    <a:pt x="65157" y="10964"/>
                  </a:cubicBezTo>
                  <a:cubicBezTo>
                    <a:pt x="66475" y="10462"/>
                    <a:pt x="67939" y="10106"/>
                    <a:pt x="69509" y="9918"/>
                  </a:cubicBezTo>
                  <a:cubicBezTo>
                    <a:pt x="70664" y="9772"/>
                    <a:pt x="71880" y="9711"/>
                    <a:pt x="73139" y="9711"/>
                  </a:cubicBezTo>
                  <a:close/>
                  <a:moveTo>
                    <a:pt x="5862" y="15926"/>
                  </a:moveTo>
                  <a:cubicBezTo>
                    <a:pt x="5965" y="15926"/>
                    <a:pt x="6068" y="15931"/>
                    <a:pt x="6173" y="15944"/>
                  </a:cubicBezTo>
                  <a:cubicBezTo>
                    <a:pt x="6550" y="15986"/>
                    <a:pt x="6905" y="16132"/>
                    <a:pt x="7240" y="16362"/>
                  </a:cubicBezTo>
                  <a:cubicBezTo>
                    <a:pt x="7407" y="16467"/>
                    <a:pt x="7575" y="16614"/>
                    <a:pt x="7700" y="16760"/>
                  </a:cubicBezTo>
                  <a:cubicBezTo>
                    <a:pt x="7847" y="16906"/>
                    <a:pt x="7972" y="17074"/>
                    <a:pt x="8056" y="17241"/>
                  </a:cubicBezTo>
                  <a:cubicBezTo>
                    <a:pt x="8223" y="17576"/>
                    <a:pt x="8244" y="17974"/>
                    <a:pt x="8056" y="18329"/>
                  </a:cubicBezTo>
                  <a:cubicBezTo>
                    <a:pt x="7889" y="18685"/>
                    <a:pt x="7554" y="18978"/>
                    <a:pt x="7156" y="19166"/>
                  </a:cubicBezTo>
                  <a:cubicBezTo>
                    <a:pt x="6903" y="19273"/>
                    <a:pt x="6615" y="19337"/>
                    <a:pt x="6337" y="19337"/>
                  </a:cubicBezTo>
                  <a:cubicBezTo>
                    <a:pt x="6179" y="19337"/>
                    <a:pt x="6024" y="19316"/>
                    <a:pt x="5880" y="19271"/>
                  </a:cubicBezTo>
                  <a:cubicBezTo>
                    <a:pt x="5482" y="19145"/>
                    <a:pt x="5148" y="18852"/>
                    <a:pt x="4959" y="18413"/>
                  </a:cubicBezTo>
                  <a:cubicBezTo>
                    <a:pt x="4750" y="17995"/>
                    <a:pt x="4666" y="17471"/>
                    <a:pt x="4645" y="16927"/>
                  </a:cubicBezTo>
                  <a:cubicBezTo>
                    <a:pt x="4645" y="16676"/>
                    <a:pt x="4645" y="16425"/>
                    <a:pt x="4687" y="16153"/>
                  </a:cubicBezTo>
                  <a:cubicBezTo>
                    <a:pt x="5056" y="16019"/>
                    <a:pt x="5451" y="15926"/>
                    <a:pt x="5862" y="15926"/>
                  </a:cubicBezTo>
                  <a:close/>
                  <a:moveTo>
                    <a:pt x="108194" y="15926"/>
                  </a:moveTo>
                  <a:cubicBezTo>
                    <a:pt x="108605" y="15926"/>
                    <a:pt x="109000" y="16019"/>
                    <a:pt x="109368" y="16153"/>
                  </a:cubicBezTo>
                  <a:cubicBezTo>
                    <a:pt x="109389" y="16425"/>
                    <a:pt x="109410" y="16676"/>
                    <a:pt x="109410" y="16927"/>
                  </a:cubicBezTo>
                  <a:cubicBezTo>
                    <a:pt x="109389" y="17471"/>
                    <a:pt x="109305" y="17995"/>
                    <a:pt x="109096" y="18413"/>
                  </a:cubicBezTo>
                  <a:cubicBezTo>
                    <a:pt x="108908" y="18852"/>
                    <a:pt x="108573" y="19145"/>
                    <a:pt x="108176" y="19271"/>
                  </a:cubicBezTo>
                  <a:cubicBezTo>
                    <a:pt x="108031" y="19316"/>
                    <a:pt x="107876" y="19337"/>
                    <a:pt x="107718" y="19337"/>
                  </a:cubicBezTo>
                  <a:cubicBezTo>
                    <a:pt x="107440" y="19337"/>
                    <a:pt x="107153" y="19273"/>
                    <a:pt x="106899" y="19166"/>
                  </a:cubicBezTo>
                  <a:cubicBezTo>
                    <a:pt x="106502" y="18978"/>
                    <a:pt x="106167" y="18685"/>
                    <a:pt x="105999" y="18329"/>
                  </a:cubicBezTo>
                  <a:cubicBezTo>
                    <a:pt x="105811" y="17974"/>
                    <a:pt x="105832" y="17576"/>
                    <a:pt x="105999" y="17241"/>
                  </a:cubicBezTo>
                  <a:cubicBezTo>
                    <a:pt x="106083" y="17074"/>
                    <a:pt x="106209" y="16906"/>
                    <a:pt x="106355" y="16760"/>
                  </a:cubicBezTo>
                  <a:cubicBezTo>
                    <a:pt x="106481" y="16614"/>
                    <a:pt x="106648" y="16467"/>
                    <a:pt x="106815" y="16362"/>
                  </a:cubicBezTo>
                  <a:cubicBezTo>
                    <a:pt x="107129" y="16132"/>
                    <a:pt x="107506" y="15986"/>
                    <a:pt x="107883" y="15944"/>
                  </a:cubicBezTo>
                  <a:cubicBezTo>
                    <a:pt x="107987" y="15931"/>
                    <a:pt x="108091" y="15926"/>
                    <a:pt x="108194" y="15926"/>
                  </a:cubicBezTo>
                  <a:close/>
                  <a:moveTo>
                    <a:pt x="57038" y="1130"/>
                  </a:moveTo>
                  <a:cubicBezTo>
                    <a:pt x="57038" y="1256"/>
                    <a:pt x="57059" y="1444"/>
                    <a:pt x="57101" y="1695"/>
                  </a:cubicBezTo>
                  <a:cubicBezTo>
                    <a:pt x="57206" y="2239"/>
                    <a:pt x="57373" y="3055"/>
                    <a:pt x="57729" y="4059"/>
                  </a:cubicBezTo>
                  <a:cubicBezTo>
                    <a:pt x="58084" y="5064"/>
                    <a:pt x="58607" y="6277"/>
                    <a:pt x="59528" y="7512"/>
                  </a:cubicBezTo>
                  <a:cubicBezTo>
                    <a:pt x="60407" y="8767"/>
                    <a:pt x="61725" y="10002"/>
                    <a:pt x="63420" y="10943"/>
                  </a:cubicBezTo>
                  <a:cubicBezTo>
                    <a:pt x="63441" y="10943"/>
                    <a:pt x="63462" y="10964"/>
                    <a:pt x="63483" y="10964"/>
                  </a:cubicBezTo>
                  <a:cubicBezTo>
                    <a:pt x="63462" y="10985"/>
                    <a:pt x="63441" y="10985"/>
                    <a:pt x="63420" y="11006"/>
                  </a:cubicBezTo>
                  <a:cubicBezTo>
                    <a:pt x="61725" y="11927"/>
                    <a:pt x="60407" y="13182"/>
                    <a:pt x="59528" y="14417"/>
                  </a:cubicBezTo>
                  <a:cubicBezTo>
                    <a:pt x="58607" y="15651"/>
                    <a:pt x="58084" y="16865"/>
                    <a:pt x="57729" y="17869"/>
                  </a:cubicBezTo>
                  <a:cubicBezTo>
                    <a:pt x="57373" y="18873"/>
                    <a:pt x="57206" y="19689"/>
                    <a:pt x="57101" y="20233"/>
                  </a:cubicBezTo>
                  <a:cubicBezTo>
                    <a:pt x="57059" y="20484"/>
                    <a:pt x="57038" y="20673"/>
                    <a:pt x="57017" y="20819"/>
                  </a:cubicBezTo>
                  <a:cubicBezTo>
                    <a:pt x="57017" y="20673"/>
                    <a:pt x="56996" y="20484"/>
                    <a:pt x="56955" y="20233"/>
                  </a:cubicBezTo>
                  <a:cubicBezTo>
                    <a:pt x="56850" y="19689"/>
                    <a:pt x="56683" y="18873"/>
                    <a:pt x="56327" y="17869"/>
                  </a:cubicBezTo>
                  <a:cubicBezTo>
                    <a:pt x="55971" y="16865"/>
                    <a:pt x="55427" y="15651"/>
                    <a:pt x="54527" y="14417"/>
                  </a:cubicBezTo>
                  <a:cubicBezTo>
                    <a:pt x="53649" y="13182"/>
                    <a:pt x="52330" y="11927"/>
                    <a:pt x="50636" y="11006"/>
                  </a:cubicBezTo>
                  <a:cubicBezTo>
                    <a:pt x="50615" y="10985"/>
                    <a:pt x="50594" y="10985"/>
                    <a:pt x="50573" y="10964"/>
                  </a:cubicBezTo>
                  <a:cubicBezTo>
                    <a:pt x="50594" y="10964"/>
                    <a:pt x="50615" y="10943"/>
                    <a:pt x="50636" y="10943"/>
                  </a:cubicBezTo>
                  <a:cubicBezTo>
                    <a:pt x="52330" y="10002"/>
                    <a:pt x="53649" y="8767"/>
                    <a:pt x="54527" y="7512"/>
                  </a:cubicBezTo>
                  <a:cubicBezTo>
                    <a:pt x="55448" y="6277"/>
                    <a:pt x="55971" y="5064"/>
                    <a:pt x="56327" y="4059"/>
                  </a:cubicBezTo>
                  <a:cubicBezTo>
                    <a:pt x="56683" y="3055"/>
                    <a:pt x="56850" y="2239"/>
                    <a:pt x="56955" y="1695"/>
                  </a:cubicBezTo>
                  <a:cubicBezTo>
                    <a:pt x="56996" y="1444"/>
                    <a:pt x="57017" y="1256"/>
                    <a:pt x="57038" y="1130"/>
                  </a:cubicBezTo>
                  <a:close/>
                  <a:moveTo>
                    <a:pt x="105" y="0"/>
                  </a:moveTo>
                  <a:cubicBezTo>
                    <a:pt x="63" y="0"/>
                    <a:pt x="0" y="293"/>
                    <a:pt x="105" y="858"/>
                  </a:cubicBezTo>
                  <a:cubicBezTo>
                    <a:pt x="210" y="1423"/>
                    <a:pt x="482" y="2239"/>
                    <a:pt x="1047" y="3139"/>
                  </a:cubicBezTo>
                  <a:cubicBezTo>
                    <a:pt x="1319" y="3599"/>
                    <a:pt x="1674" y="4101"/>
                    <a:pt x="2135" y="4582"/>
                  </a:cubicBezTo>
                  <a:cubicBezTo>
                    <a:pt x="2574" y="5064"/>
                    <a:pt x="3118" y="5545"/>
                    <a:pt x="3788" y="5943"/>
                  </a:cubicBezTo>
                  <a:cubicBezTo>
                    <a:pt x="3809" y="5963"/>
                    <a:pt x="3829" y="5984"/>
                    <a:pt x="3850" y="5984"/>
                  </a:cubicBezTo>
                  <a:cubicBezTo>
                    <a:pt x="3871" y="6256"/>
                    <a:pt x="3913" y="6528"/>
                    <a:pt x="3955" y="6800"/>
                  </a:cubicBezTo>
                  <a:cubicBezTo>
                    <a:pt x="4060" y="7407"/>
                    <a:pt x="4227" y="8014"/>
                    <a:pt x="4499" y="8621"/>
                  </a:cubicBezTo>
                  <a:cubicBezTo>
                    <a:pt x="4750" y="9207"/>
                    <a:pt x="5106" y="9792"/>
                    <a:pt x="5566" y="10274"/>
                  </a:cubicBezTo>
                  <a:cubicBezTo>
                    <a:pt x="5775" y="10525"/>
                    <a:pt x="6026" y="10755"/>
                    <a:pt x="6278" y="10964"/>
                  </a:cubicBezTo>
                  <a:cubicBezTo>
                    <a:pt x="6026" y="11173"/>
                    <a:pt x="5775" y="11404"/>
                    <a:pt x="5566" y="11655"/>
                  </a:cubicBezTo>
                  <a:cubicBezTo>
                    <a:pt x="5106" y="12157"/>
                    <a:pt x="4750" y="12722"/>
                    <a:pt x="4499" y="13308"/>
                  </a:cubicBezTo>
                  <a:cubicBezTo>
                    <a:pt x="4227" y="13914"/>
                    <a:pt x="4060" y="14521"/>
                    <a:pt x="3955" y="15128"/>
                  </a:cubicBezTo>
                  <a:cubicBezTo>
                    <a:pt x="3913" y="15400"/>
                    <a:pt x="3871" y="15672"/>
                    <a:pt x="3850" y="15944"/>
                  </a:cubicBezTo>
                  <a:cubicBezTo>
                    <a:pt x="3829" y="15965"/>
                    <a:pt x="3809" y="15965"/>
                    <a:pt x="3788" y="15986"/>
                  </a:cubicBezTo>
                  <a:cubicBezTo>
                    <a:pt x="3118" y="16383"/>
                    <a:pt x="2574" y="16886"/>
                    <a:pt x="2135" y="17367"/>
                  </a:cubicBezTo>
                  <a:cubicBezTo>
                    <a:pt x="1674" y="17848"/>
                    <a:pt x="1319" y="18329"/>
                    <a:pt x="1047" y="18790"/>
                  </a:cubicBezTo>
                  <a:cubicBezTo>
                    <a:pt x="482" y="19710"/>
                    <a:pt x="210" y="20505"/>
                    <a:pt x="105" y="21070"/>
                  </a:cubicBezTo>
                  <a:cubicBezTo>
                    <a:pt x="0" y="21635"/>
                    <a:pt x="63" y="21928"/>
                    <a:pt x="105" y="21928"/>
                  </a:cubicBezTo>
                  <a:cubicBezTo>
                    <a:pt x="126" y="21928"/>
                    <a:pt x="147" y="21635"/>
                    <a:pt x="293" y="21112"/>
                  </a:cubicBezTo>
                  <a:cubicBezTo>
                    <a:pt x="461" y="20589"/>
                    <a:pt x="775" y="19836"/>
                    <a:pt x="1360" y="18999"/>
                  </a:cubicBezTo>
                  <a:cubicBezTo>
                    <a:pt x="1653" y="18559"/>
                    <a:pt x="2009" y="18120"/>
                    <a:pt x="2449" y="17681"/>
                  </a:cubicBezTo>
                  <a:cubicBezTo>
                    <a:pt x="2846" y="17283"/>
                    <a:pt x="3306" y="16906"/>
                    <a:pt x="3829" y="16593"/>
                  </a:cubicBezTo>
                  <a:cubicBezTo>
                    <a:pt x="3829" y="16718"/>
                    <a:pt x="3829" y="16844"/>
                    <a:pt x="3829" y="16969"/>
                  </a:cubicBezTo>
                  <a:cubicBezTo>
                    <a:pt x="3850" y="17576"/>
                    <a:pt x="3955" y="18183"/>
                    <a:pt x="4227" y="18769"/>
                  </a:cubicBezTo>
                  <a:cubicBezTo>
                    <a:pt x="4373" y="19041"/>
                    <a:pt x="4562" y="19313"/>
                    <a:pt x="4813" y="19543"/>
                  </a:cubicBezTo>
                  <a:cubicBezTo>
                    <a:pt x="5043" y="19773"/>
                    <a:pt x="5357" y="19919"/>
                    <a:pt x="5671" y="20024"/>
                  </a:cubicBezTo>
                  <a:cubicBezTo>
                    <a:pt x="5880" y="20080"/>
                    <a:pt x="6089" y="20105"/>
                    <a:pt x="6295" y="20105"/>
                  </a:cubicBezTo>
                  <a:cubicBezTo>
                    <a:pt x="6708" y="20105"/>
                    <a:pt x="7107" y="20003"/>
                    <a:pt x="7470" y="19836"/>
                  </a:cubicBezTo>
                  <a:cubicBezTo>
                    <a:pt x="7993" y="19585"/>
                    <a:pt x="8454" y="19166"/>
                    <a:pt x="8705" y="18643"/>
                  </a:cubicBezTo>
                  <a:cubicBezTo>
                    <a:pt x="8830" y="18371"/>
                    <a:pt x="8893" y="18057"/>
                    <a:pt x="8893" y="17764"/>
                  </a:cubicBezTo>
                  <a:cubicBezTo>
                    <a:pt x="8872" y="17471"/>
                    <a:pt x="8788" y="17178"/>
                    <a:pt x="8663" y="16927"/>
                  </a:cubicBezTo>
                  <a:cubicBezTo>
                    <a:pt x="8537" y="16676"/>
                    <a:pt x="8370" y="16467"/>
                    <a:pt x="8182" y="16300"/>
                  </a:cubicBezTo>
                  <a:cubicBezTo>
                    <a:pt x="8014" y="16111"/>
                    <a:pt x="7805" y="15965"/>
                    <a:pt x="7596" y="15818"/>
                  </a:cubicBezTo>
                  <a:cubicBezTo>
                    <a:pt x="7177" y="15546"/>
                    <a:pt x="6717" y="15379"/>
                    <a:pt x="6236" y="15337"/>
                  </a:cubicBezTo>
                  <a:cubicBezTo>
                    <a:pt x="6140" y="15328"/>
                    <a:pt x="6044" y="15324"/>
                    <a:pt x="5948" y="15324"/>
                  </a:cubicBezTo>
                  <a:cubicBezTo>
                    <a:pt x="5585" y="15324"/>
                    <a:pt x="5228" y="15384"/>
                    <a:pt x="4897" y="15484"/>
                  </a:cubicBezTo>
                  <a:cubicBezTo>
                    <a:pt x="4855" y="15505"/>
                    <a:pt x="4813" y="15526"/>
                    <a:pt x="4750" y="15526"/>
                  </a:cubicBezTo>
                  <a:cubicBezTo>
                    <a:pt x="4771" y="15442"/>
                    <a:pt x="4771" y="15358"/>
                    <a:pt x="4792" y="15274"/>
                  </a:cubicBezTo>
                  <a:cubicBezTo>
                    <a:pt x="5001" y="14186"/>
                    <a:pt x="5441" y="13098"/>
                    <a:pt x="6215" y="12241"/>
                  </a:cubicBezTo>
                  <a:cubicBezTo>
                    <a:pt x="6466" y="11969"/>
                    <a:pt x="6759" y="11717"/>
                    <a:pt x="7073" y="11508"/>
                  </a:cubicBezTo>
                  <a:cubicBezTo>
                    <a:pt x="7094" y="11508"/>
                    <a:pt x="7114" y="11529"/>
                    <a:pt x="7156" y="11550"/>
                  </a:cubicBezTo>
                  <a:cubicBezTo>
                    <a:pt x="7742" y="11885"/>
                    <a:pt x="8370" y="12136"/>
                    <a:pt x="9039" y="12324"/>
                  </a:cubicBezTo>
                  <a:cubicBezTo>
                    <a:pt x="10358" y="12680"/>
                    <a:pt x="11718" y="12805"/>
                    <a:pt x="13099" y="12847"/>
                  </a:cubicBezTo>
                  <a:cubicBezTo>
                    <a:pt x="13248" y="12850"/>
                    <a:pt x="13398" y="12851"/>
                    <a:pt x="13548" y="12851"/>
                  </a:cubicBezTo>
                  <a:cubicBezTo>
                    <a:pt x="16184" y="12851"/>
                    <a:pt x="18840" y="12511"/>
                    <a:pt x="21552" y="12115"/>
                  </a:cubicBezTo>
                  <a:cubicBezTo>
                    <a:pt x="22933" y="11906"/>
                    <a:pt x="24293" y="11676"/>
                    <a:pt x="25632" y="11445"/>
                  </a:cubicBezTo>
                  <a:cubicBezTo>
                    <a:pt x="27013" y="11676"/>
                    <a:pt x="28352" y="11906"/>
                    <a:pt x="29691" y="12094"/>
                  </a:cubicBezTo>
                  <a:cubicBezTo>
                    <a:pt x="32390" y="12492"/>
                    <a:pt x="35006" y="12826"/>
                    <a:pt x="37496" y="12994"/>
                  </a:cubicBezTo>
                  <a:cubicBezTo>
                    <a:pt x="38456" y="13050"/>
                    <a:pt x="39402" y="13081"/>
                    <a:pt x="40328" y="13081"/>
                  </a:cubicBezTo>
                  <a:cubicBezTo>
                    <a:pt x="41823" y="13081"/>
                    <a:pt x="43269" y="12999"/>
                    <a:pt x="44651" y="12805"/>
                  </a:cubicBezTo>
                  <a:cubicBezTo>
                    <a:pt x="46535" y="12533"/>
                    <a:pt x="48292" y="12052"/>
                    <a:pt x="49799" y="11341"/>
                  </a:cubicBezTo>
                  <a:cubicBezTo>
                    <a:pt x="49987" y="11424"/>
                    <a:pt x="50154" y="11508"/>
                    <a:pt x="50322" y="11592"/>
                  </a:cubicBezTo>
                  <a:cubicBezTo>
                    <a:pt x="51954" y="12450"/>
                    <a:pt x="53209" y="13580"/>
                    <a:pt x="54109" y="14730"/>
                  </a:cubicBezTo>
                  <a:cubicBezTo>
                    <a:pt x="55009" y="15902"/>
                    <a:pt x="55574" y="17053"/>
                    <a:pt x="55971" y="17995"/>
                  </a:cubicBezTo>
                  <a:cubicBezTo>
                    <a:pt x="56369" y="18978"/>
                    <a:pt x="56599" y="19752"/>
                    <a:pt x="56766" y="20275"/>
                  </a:cubicBezTo>
                  <a:cubicBezTo>
                    <a:pt x="56913" y="20819"/>
                    <a:pt x="56996" y="21091"/>
                    <a:pt x="57017" y="21091"/>
                  </a:cubicBezTo>
                  <a:cubicBezTo>
                    <a:pt x="57059" y="21091"/>
                    <a:pt x="57143" y="20819"/>
                    <a:pt x="57289" y="20275"/>
                  </a:cubicBezTo>
                  <a:cubicBezTo>
                    <a:pt x="57457" y="19752"/>
                    <a:pt x="57687" y="18978"/>
                    <a:pt x="58084" y="17995"/>
                  </a:cubicBezTo>
                  <a:cubicBezTo>
                    <a:pt x="58482" y="17053"/>
                    <a:pt x="59047" y="15902"/>
                    <a:pt x="59947" y="14730"/>
                  </a:cubicBezTo>
                  <a:cubicBezTo>
                    <a:pt x="60846" y="13580"/>
                    <a:pt x="62102" y="12450"/>
                    <a:pt x="63734" y="11592"/>
                  </a:cubicBezTo>
                  <a:cubicBezTo>
                    <a:pt x="63901" y="11508"/>
                    <a:pt x="64069" y="11424"/>
                    <a:pt x="64257" y="11341"/>
                  </a:cubicBezTo>
                  <a:cubicBezTo>
                    <a:pt x="65763" y="12052"/>
                    <a:pt x="67521" y="12533"/>
                    <a:pt x="69404" y="12805"/>
                  </a:cubicBezTo>
                  <a:cubicBezTo>
                    <a:pt x="70786" y="12999"/>
                    <a:pt x="72232" y="13081"/>
                    <a:pt x="73723" y="13081"/>
                  </a:cubicBezTo>
                  <a:cubicBezTo>
                    <a:pt x="74646" y="13081"/>
                    <a:pt x="75586" y="13050"/>
                    <a:pt x="76539" y="12994"/>
                  </a:cubicBezTo>
                  <a:cubicBezTo>
                    <a:pt x="79050" y="12826"/>
                    <a:pt x="81665" y="12492"/>
                    <a:pt x="84364" y="12094"/>
                  </a:cubicBezTo>
                  <a:cubicBezTo>
                    <a:pt x="85683" y="11906"/>
                    <a:pt x="87043" y="11676"/>
                    <a:pt x="88424" y="11445"/>
                  </a:cubicBezTo>
                  <a:cubicBezTo>
                    <a:pt x="89763" y="11676"/>
                    <a:pt x="91123" y="11906"/>
                    <a:pt x="92504" y="12115"/>
                  </a:cubicBezTo>
                  <a:cubicBezTo>
                    <a:pt x="95216" y="12511"/>
                    <a:pt x="97872" y="12851"/>
                    <a:pt x="100507" y="12851"/>
                  </a:cubicBezTo>
                  <a:cubicBezTo>
                    <a:pt x="100657" y="12851"/>
                    <a:pt x="100807" y="12850"/>
                    <a:pt x="100957" y="12847"/>
                  </a:cubicBezTo>
                  <a:cubicBezTo>
                    <a:pt x="102338" y="12805"/>
                    <a:pt x="103698" y="12680"/>
                    <a:pt x="105016" y="12324"/>
                  </a:cubicBezTo>
                  <a:cubicBezTo>
                    <a:pt x="105665" y="12136"/>
                    <a:pt x="106313" y="11885"/>
                    <a:pt x="106899" y="11550"/>
                  </a:cubicBezTo>
                  <a:cubicBezTo>
                    <a:pt x="106920" y="11529"/>
                    <a:pt x="106962" y="11508"/>
                    <a:pt x="106983" y="11508"/>
                  </a:cubicBezTo>
                  <a:cubicBezTo>
                    <a:pt x="107297" y="11717"/>
                    <a:pt x="107590" y="11969"/>
                    <a:pt x="107841" y="12241"/>
                  </a:cubicBezTo>
                  <a:cubicBezTo>
                    <a:pt x="108615" y="13098"/>
                    <a:pt x="109054" y="14186"/>
                    <a:pt x="109264" y="15274"/>
                  </a:cubicBezTo>
                  <a:cubicBezTo>
                    <a:pt x="109284" y="15358"/>
                    <a:pt x="109284" y="15442"/>
                    <a:pt x="109305" y="15526"/>
                  </a:cubicBezTo>
                  <a:cubicBezTo>
                    <a:pt x="109243" y="15526"/>
                    <a:pt x="109201" y="15505"/>
                    <a:pt x="109159" y="15484"/>
                  </a:cubicBezTo>
                  <a:cubicBezTo>
                    <a:pt x="108828" y="15384"/>
                    <a:pt x="108470" y="15324"/>
                    <a:pt x="108108" y="15324"/>
                  </a:cubicBezTo>
                  <a:cubicBezTo>
                    <a:pt x="108012" y="15324"/>
                    <a:pt x="107916" y="15328"/>
                    <a:pt x="107820" y="15337"/>
                  </a:cubicBezTo>
                  <a:cubicBezTo>
                    <a:pt x="107339" y="15379"/>
                    <a:pt x="106857" y="15546"/>
                    <a:pt x="106460" y="15818"/>
                  </a:cubicBezTo>
                  <a:cubicBezTo>
                    <a:pt x="106251" y="15965"/>
                    <a:pt x="106041" y="16111"/>
                    <a:pt x="105874" y="16300"/>
                  </a:cubicBezTo>
                  <a:cubicBezTo>
                    <a:pt x="105686" y="16467"/>
                    <a:pt x="105518" y="16676"/>
                    <a:pt x="105393" y="16927"/>
                  </a:cubicBezTo>
                  <a:cubicBezTo>
                    <a:pt x="105267" y="17178"/>
                    <a:pt x="105163" y="17471"/>
                    <a:pt x="105163" y="17764"/>
                  </a:cubicBezTo>
                  <a:cubicBezTo>
                    <a:pt x="105163" y="18057"/>
                    <a:pt x="105225" y="18371"/>
                    <a:pt x="105351" y="18643"/>
                  </a:cubicBezTo>
                  <a:cubicBezTo>
                    <a:pt x="105602" y="19166"/>
                    <a:pt x="106062" y="19585"/>
                    <a:pt x="106585" y="19836"/>
                  </a:cubicBezTo>
                  <a:cubicBezTo>
                    <a:pt x="106948" y="20003"/>
                    <a:pt x="107348" y="20105"/>
                    <a:pt x="107760" y="20105"/>
                  </a:cubicBezTo>
                  <a:cubicBezTo>
                    <a:pt x="107966" y="20105"/>
                    <a:pt x="108176" y="20080"/>
                    <a:pt x="108385" y="20024"/>
                  </a:cubicBezTo>
                  <a:cubicBezTo>
                    <a:pt x="108699" y="19919"/>
                    <a:pt x="109012" y="19773"/>
                    <a:pt x="109243" y="19543"/>
                  </a:cubicBezTo>
                  <a:cubicBezTo>
                    <a:pt x="109494" y="19313"/>
                    <a:pt x="109682" y="19041"/>
                    <a:pt x="109828" y="18769"/>
                  </a:cubicBezTo>
                  <a:cubicBezTo>
                    <a:pt x="110101" y="18183"/>
                    <a:pt x="110205" y="17576"/>
                    <a:pt x="110226" y="16969"/>
                  </a:cubicBezTo>
                  <a:cubicBezTo>
                    <a:pt x="110226" y="16844"/>
                    <a:pt x="110226" y="16718"/>
                    <a:pt x="110226" y="16593"/>
                  </a:cubicBezTo>
                  <a:cubicBezTo>
                    <a:pt x="110749" y="16906"/>
                    <a:pt x="111209" y="17283"/>
                    <a:pt x="111586" y="17681"/>
                  </a:cubicBezTo>
                  <a:cubicBezTo>
                    <a:pt x="112046" y="18120"/>
                    <a:pt x="112402" y="18559"/>
                    <a:pt x="112695" y="18999"/>
                  </a:cubicBezTo>
                  <a:cubicBezTo>
                    <a:pt x="113281" y="19836"/>
                    <a:pt x="113595" y="20589"/>
                    <a:pt x="113762" y="21112"/>
                  </a:cubicBezTo>
                  <a:cubicBezTo>
                    <a:pt x="113909" y="21635"/>
                    <a:pt x="113930" y="21928"/>
                    <a:pt x="113950" y="21928"/>
                  </a:cubicBezTo>
                  <a:cubicBezTo>
                    <a:pt x="113992" y="21928"/>
                    <a:pt x="114034" y="21635"/>
                    <a:pt x="113950" y="21070"/>
                  </a:cubicBezTo>
                  <a:cubicBezTo>
                    <a:pt x="113846" y="20505"/>
                    <a:pt x="113574" y="19710"/>
                    <a:pt x="113009" y="18790"/>
                  </a:cubicBezTo>
                  <a:cubicBezTo>
                    <a:pt x="112737" y="18329"/>
                    <a:pt x="112381" y="17848"/>
                    <a:pt x="111921" y="17367"/>
                  </a:cubicBezTo>
                  <a:cubicBezTo>
                    <a:pt x="111481" y="16886"/>
                    <a:pt x="110937" y="16383"/>
                    <a:pt x="110268" y="15986"/>
                  </a:cubicBezTo>
                  <a:cubicBezTo>
                    <a:pt x="110247" y="15965"/>
                    <a:pt x="110226" y="15965"/>
                    <a:pt x="110205" y="15944"/>
                  </a:cubicBezTo>
                  <a:cubicBezTo>
                    <a:pt x="110184" y="15672"/>
                    <a:pt x="110142" y="15400"/>
                    <a:pt x="110101" y="15128"/>
                  </a:cubicBezTo>
                  <a:cubicBezTo>
                    <a:pt x="109996" y="14521"/>
                    <a:pt x="109828" y="13914"/>
                    <a:pt x="109556" y="13308"/>
                  </a:cubicBezTo>
                  <a:cubicBezTo>
                    <a:pt x="109305" y="12722"/>
                    <a:pt x="108950" y="12157"/>
                    <a:pt x="108489" y="11655"/>
                  </a:cubicBezTo>
                  <a:cubicBezTo>
                    <a:pt x="108280" y="11404"/>
                    <a:pt x="108029" y="11173"/>
                    <a:pt x="107757" y="10964"/>
                  </a:cubicBezTo>
                  <a:cubicBezTo>
                    <a:pt x="108029" y="10755"/>
                    <a:pt x="108280" y="10525"/>
                    <a:pt x="108489" y="10274"/>
                  </a:cubicBezTo>
                  <a:cubicBezTo>
                    <a:pt x="108950" y="9792"/>
                    <a:pt x="109305" y="9207"/>
                    <a:pt x="109556" y="8621"/>
                  </a:cubicBezTo>
                  <a:cubicBezTo>
                    <a:pt x="109828" y="8014"/>
                    <a:pt x="109996" y="7407"/>
                    <a:pt x="110101" y="6800"/>
                  </a:cubicBezTo>
                  <a:cubicBezTo>
                    <a:pt x="110142" y="6528"/>
                    <a:pt x="110184" y="6256"/>
                    <a:pt x="110205" y="5984"/>
                  </a:cubicBezTo>
                  <a:cubicBezTo>
                    <a:pt x="110226" y="5984"/>
                    <a:pt x="110247" y="5963"/>
                    <a:pt x="110268" y="5943"/>
                  </a:cubicBezTo>
                  <a:cubicBezTo>
                    <a:pt x="110937" y="5545"/>
                    <a:pt x="111481" y="5064"/>
                    <a:pt x="111921" y="4582"/>
                  </a:cubicBezTo>
                  <a:cubicBezTo>
                    <a:pt x="112381" y="4101"/>
                    <a:pt x="112737" y="3599"/>
                    <a:pt x="113009" y="3139"/>
                  </a:cubicBezTo>
                  <a:cubicBezTo>
                    <a:pt x="113574" y="2239"/>
                    <a:pt x="113846" y="1423"/>
                    <a:pt x="113950" y="858"/>
                  </a:cubicBezTo>
                  <a:cubicBezTo>
                    <a:pt x="114034" y="293"/>
                    <a:pt x="113992" y="0"/>
                    <a:pt x="113950" y="0"/>
                  </a:cubicBezTo>
                  <a:cubicBezTo>
                    <a:pt x="113930" y="0"/>
                    <a:pt x="113909" y="293"/>
                    <a:pt x="113762" y="816"/>
                  </a:cubicBezTo>
                  <a:cubicBezTo>
                    <a:pt x="113595" y="1339"/>
                    <a:pt x="113281" y="2093"/>
                    <a:pt x="112695" y="2950"/>
                  </a:cubicBezTo>
                  <a:cubicBezTo>
                    <a:pt x="112402" y="3369"/>
                    <a:pt x="112046" y="3808"/>
                    <a:pt x="111586" y="4248"/>
                  </a:cubicBezTo>
                  <a:cubicBezTo>
                    <a:pt x="111209" y="4645"/>
                    <a:pt x="110749" y="5022"/>
                    <a:pt x="110226" y="5336"/>
                  </a:cubicBezTo>
                  <a:cubicBezTo>
                    <a:pt x="110226" y="5210"/>
                    <a:pt x="110226" y="5106"/>
                    <a:pt x="110226" y="4980"/>
                  </a:cubicBezTo>
                  <a:cubicBezTo>
                    <a:pt x="110205" y="4373"/>
                    <a:pt x="110101" y="3746"/>
                    <a:pt x="109828" y="3160"/>
                  </a:cubicBezTo>
                  <a:cubicBezTo>
                    <a:pt x="109682" y="2888"/>
                    <a:pt x="109494" y="2616"/>
                    <a:pt x="109243" y="2385"/>
                  </a:cubicBezTo>
                  <a:cubicBezTo>
                    <a:pt x="109012" y="2176"/>
                    <a:pt x="108699" y="2009"/>
                    <a:pt x="108385" y="1925"/>
                  </a:cubicBezTo>
                  <a:cubicBezTo>
                    <a:pt x="108164" y="1859"/>
                    <a:pt x="107942" y="1829"/>
                    <a:pt x="107725" y="1829"/>
                  </a:cubicBezTo>
                  <a:cubicBezTo>
                    <a:pt x="107325" y="1829"/>
                    <a:pt x="106938" y="1930"/>
                    <a:pt x="106585" y="2093"/>
                  </a:cubicBezTo>
                  <a:cubicBezTo>
                    <a:pt x="106062" y="2344"/>
                    <a:pt x="105602" y="2762"/>
                    <a:pt x="105351" y="3306"/>
                  </a:cubicBezTo>
                  <a:cubicBezTo>
                    <a:pt x="105225" y="3578"/>
                    <a:pt x="105163" y="3871"/>
                    <a:pt x="105163" y="4164"/>
                  </a:cubicBezTo>
                  <a:cubicBezTo>
                    <a:pt x="105183" y="4478"/>
                    <a:pt x="105267" y="4750"/>
                    <a:pt x="105393" y="5001"/>
                  </a:cubicBezTo>
                  <a:cubicBezTo>
                    <a:pt x="105518" y="5252"/>
                    <a:pt x="105686" y="5461"/>
                    <a:pt x="105874" y="5650"/>
                  </a:cubicBezTo>
                  <a:cubicBezTo>
                    <a:pt x="106041" y="5817"/>
                    <a:pt x="106251" y="5984"/>
                    <a:pt x="106460" y="6110"/>
                  </a:cubicBezTo>
                  <a:cubicBezTo>
                    <a:pt x="106857" y="6382"/>
                    <a:pt x="107339" y="6549"/>
                    <a:pt x="107820" y="6591"/>
                  </a:cubicBezTo>
                  <a:cubicBezTo>
                    <a:pt x="107916" y="6600"/>
                    <a:pt x="108012" y="6604"/>
                    <a:pt x="108108" y="6604"/>
                  </a:cubicBezTo>
                  <a:cubicBezTo>
                    <a:pt x="108470" y="6604"/>
                    <a:pt x="108828" y="6544"/>
                    <a:pt x="109159" y="6445"/>
                  </a:cubicBezTo>
                  <a:cubicBezTo>
                    <a:pt x="109201" y="6445"/>
                    <a:pt x="109243" y="6424"/>
                    <a:pt x="109305" y="6403"/>
                  </a:cubicBezTo>
                  <a:lnTo>
                    <a:pt x="109305" y="6403"/>
                  </a:lnTo>
                  <a:cubicBezTo>
                    <a:pt x="109284" y="6487"/>
                    <a:pt x="109284" y="6570"/>
                    <a:pt x="109264" y="6654"/>
                  </a:cubicBezTo>
                  <a:cubicBezTo>
                    <a:pt x="109054" y="7763"/>
                    <a:pt x="108615" y="8851"/>
                    <a:pt x="107841" y="9688"/>
                  </a:cubicBezTo>
                  <a:cubicBezTo>
                    <a:pt x="107590" y="9960"/>
                    <a:pt x="107297" y="10211"/>
                    <a:pt x="106983" y="10441"/>
                  </a:cubicBezTo>
                  <a:cubicBezTo>
                    <a:pt x="106962" y="10420"/>
                    <a:pt x="106941" y="10399"/>
                    <a:pt x="106899" y="10378"/>
                  </a:cubicBezTo>
                  <a:cubicBezTo>
                    <a:pt x="106313" y="10044"/>
                    <a:pt x="105665" y="9792"/>
                    <a:pt x="105016" y="9625"/>
                  </a:cubicBezTo>
                  <a:cubicBezTo>
                    <a:pt x="103698" y="9248"/>
                    <a:pt x="102338" y="9123"/>
                    <a:pt x="100957" y="9081"/>
                  </a:cubicBezTo>
                  <a:cubicBezTo>
                    <a:pt x="100879" y="9080"/>
                    <a:pt x="100800" y="9080"/>
                    <a:pt x="100722" y="9080"/>
                  </a:cubicBezTo>
                  <a:cubicBezTo>
                    <a:pt x="98016" y="9080"/>
                    <a:pt x="95290" y="9428"/>
                    <a:pt x="92504" y="9834"/>
                  </a:cubicBezTo>
                  <a:cubicBezTo>
                    <a:pt x="91123" y="10044"/>
                    <a:pt x="89763" y="10253"/>
                    <a:pt x="88424" y="10483"/>
                  </a:cubicBezTo>
                  <a:cubicBezTo>
                    <a:pt x="87043" y="10253"/>
                    <a:pt x="85683" y="10044"/>
                    <a:pt x="84364" y="9834"/>
                  </a:cubicBezTo>
                  <a:cubicBezTo>
                    <a:pt x="81665" y="9437"/>
                    <a:pt x="79050" y="9102"/>
                    <a:pt x="76539" y="8956"/>
                  </a:cubicBezTo>
                  <a:cubicBezTo>
                    <a:pt x="75543" y="8889"/>
                    <a:pt x="74560" y="8852"/>
                    <a:pt x="73597" y="8852"/>
                  </a:cubicBezTo>
                  <a:cubicBezTo>
                    <a:pt x="72151" y="8852"/>
                    <a:pt x="70747" y="8935"/>
                    <a:pt x="69404" y="9123"/>
                  </a:cubicBezTo>
                  <a:cubicBezTo>
                    <a:pt x="67521" y="9395"/>
                    <a:pt x="65763" y="9876"/>
                    <a:pt x="64257" y="10588"/>
                  </a:cubicBezTo>
                  <a:cubicBezTo>
                    <a:pt x="64069" y="10504"/>
                    <a:pt x="63901" y="10420"/>
                    <a:pt x="63734" y="10336"/>
                  </a:cubicBezTo>
                  <a:cubicBezTo>
                    <a:pt x="62102" y="9479"/>
                    <a:pt x="60846" y="8349"/>
                    <a:pt x="59947" y="7198"/>
                  </a:cubicBezTo>
                  <a:cubicBezTo>
                    <a:pt x="59047" y="6047"/>
                    <a:pt x="58482" y="4896"/>
                    <a:pt x="58084" y="3934"/>
                  </a:cubicBezTo>
                  <a:cubicBezTo>
                    <a:pt x="57687" y="2971"/>
                    <a:pt x="57457" y="2176"/>
                    <a:pt x="57289" y="1653"/>
                  </a:cubicBezTo>
                  <a:cubicBezTo>
                    <a:pt x="57143" y="1109"/>
                    <a:pt x="57059" y="837"/>
                    <a:pt x="57017" y="837"/>
                  </a:cubicBezTo>
                  <a:cubicBezTo>
                    <a:pt x="56996" y="837"/>
                    <a:pt x="56913" y="1109"/>
                    <a:pt x="56766" y="1653"/>
                  </a:cubicBezTo>
                  <a:cubicBezTo>
                    <a:pt x="56599" y="2176"/>
                    <a:pt x="56369" y="2971"/>
                    <a:pt x="55971" y="3934"/>
                  </a:cubicBezTo>
                  <a:cubicBezTo>
                    <a:pt x="55574" y="4896"/>
                    <a:pt x="55009" y="6047"/>
                    <a:pt x="54109" y="7198"/>
                  </a:cubicBezTo>
                  <a:cubicBezTo>
                    <a:pt x="53209" y="8349"/>
                    <a:pt x="51954" y="9479"/>
                    <a:pt x="50322" y="10336"/>
                  </a:cubicBezTo>
                  <a:cubicBezTo>
                    <a:pt x="50154" y="10420"/>
                    <a:pt x="49987" y="10504"/>
                    <a:pt x="49799" y="10588"/>
                  </a:cubicBezTo>
                  <a:cubicBezTo>
                    <a:pt x="48292" y="9876"/>
                    <a:pt x="46535" y="9395"/>
                    <a:pt x="44651" y="9123"/>
                  </a:cubicBezTo>
                  <a:cubicBezTo>
                    <a:pt x="43308" y="8935"/>
                    <a:pt x="41905" y="8852"/>
                    <a:pt x="40454" y="8852"/>
                  </a:cubicBezTo>
                  <a:cubicBezTo>
                    <a:pt x="39487" y="8852"/>
                    <a:pt x="38500" y="8889"/>
                    <a:pt x="37496" y="8956"/>
                  </a:cubicBezTo>
                  <a:cubicBezTo>
                    <a:pt x="34985" y="9102"/>
                    <a:pt x="32390" y="9437"/>
                    <a:pt x="29691" y="9834"/>
                  </a:cubicBezTo>
                  <a:cubicBezTo>
                    <a:pt x="28352" y="10044"/>
                    <a:pt x="27013" y="10253"/>
                    <a:pt x="25632" y="10483"/>
                  </a:cubicBezTo>
                  <a:cubicBezTo>
                    <a:pt x="24293" y="10253"/>
                    <a:pt x="22933" y="10044"/>
                    <a:pt x="21552" y="9834"/>
                  </a:cubicBezTo>
                  <a:cubicBezTo>
                    <a:pt x="18766" y="9428"/>
                    <a:pt x="16019" y="9080"/>
                    <a:pt x="13332" y="9080"/>
                  </a:cubicBezTo>
                  <a:cubicBezTo>
                    <a:pt x="13254" y="9080"/>
                    <a:pt x="13176" y="9080"/>
                    <a:pt x="13099" y="9081"/>
                  </a:cubicBezTo>
                  <a:cubicBezTo>
                    <a:pt x="11718" y="9123"/>
                    <a:pt x="10358" y="9248"/>
                    <a:pt x="9039" y="9625"/>
                  </a:cubicBezTo>
                  <a:cubicBezTo>
                    <a:pt x="8370" y="9792"/>
                    <a:pt x="7742" y="10044"/>
                    <a:pt x="7156" y="10378"/>
                  </a:cubicBezTo>
                  <a:cubicBezTo>
                    <a:pt x="7114" y="10399"/>
                    <a:pt x="7094" y="10420"/>
                    <a:pt x="7073" y="10441"/>
                  </a:cubicBezTo>
                  <a:cubicBezTo>
                    <a:pt x="6759" y="10211"/>
                    <a:pt x="6466" y="9960"/>
                    <a:pt x="6215" y="9688"/>
                  </a:cubicBezTo>
                  <a:cubicBezTo>
                    <a:pt x="5441" y="8851"/>
                    <a:pt x="5001" y="7763"/>
                    <a:pt x="4792" y="6654"/>
                  </a:cubicBezTo>
                  <a:cubicBezTo>
                    <a:pt x="4771" y="6570"/>
                    <a:pt x="4771" y="6487"/>
                    <a:pt x="4750" y="6403"/>
                  </a:cubicBezTo>
                  <a:lnTo>
                    <a:pt x="4750" y="6403"/>
                  </a:lnTo>
                  <a:cubicBezTo>
                    <a:pt x="4813" y="6424"/>
                    <a:pt x="4855" y="6445"/>
                    <a:pt x="4897" y="6445"/>
                  </a:cubicBezTo>
                  <a:cubicBezTo>
                    <a:pt x="5228" y="6544"/>
                    <a:pt x="5585" y="6604"/>
                    <a:pt x="5948" y="6604"/>
                  </a:cubicBezTo>
                  <a:cubicBezTo>
                    <a:pt x="6044" y="6604"/>
                    <a:pt x="6140" y="6600"/>
                    <a:pt x="6236" y="6591"/>
                  </a:cubicBezTo>
                  <a:cubicBezTo>
                    <a:pt x="6717" y="6549"/>
                    <a:pt x="7177" y="6382"/>
                    <a:pt x="7596" y="6110"/>
                  </a:cubicBezTo>
                  <a:cubicBezTo>
                    <a:pt x="7805" y="5984"/>
                    <a:pt x="8014" y="5817"/>
                    <a:pt x="8182" y="5650"/>
                  </a:cubicBezTo>
                  <a:cubicBezTo>
                    <a:pt x="8370" y="5461"/>
                    <a:pt x="8537" y="5252"/>
                    <a:pt x="8663" y="5001"/>
                  </a:cubicBezTo>
                  <a:cubicBezTo>
                    <a:pt x="8788" y="4750"/>
                    <a:pt x="8872" y="4478"/>
                    <a:pt x="8893" y="4164"/>
                  </a:cubicBezTo>
                  <a:cubicBezTo>
                    <a:pt x="8893" y="3871"/>
                    <a:pt x="8830" y="3578"/>
                    <a:pt x="8705" y="3306"/>
                  </a:cubicBezTo>
                  <a:cubicBezTo>
                    <a:pt x="8454" y="2762"/>
                    <a:pt x="7993" y="2344"/>
                    <a:pt x="7470" y="2093"/>
                  </a:cubicBezTo>
                  <a:cubicBezTo>
                    <a:pt x="7118" y="1930"/>
                    <a:pt x="6731" y="1829"/>
                    <a:pt x="6331" y="1829"/>
                  </a:cubicBezTo>
                  <a:cubicBezTo>
                    <a:pt x="6113" y="1829"/>
                    <a:pt x="5892" y="1859"/>
                    <a:pt x="5671" y="1925"/>
                  </a:cubicBezTo>
                  <a:cubicBezTo>
                    <a:pt x="5357" y="2009"/>
                    <a:pt x="5043" y="2176"/>
                    <a:pt x="4813" y="2385"/>
                  </a:cubicBezTo>
                  <a:cubicBezTo>
                    <a:pt x="4562" y="2616"/>
                    <a:pt x="4373" y="2888"/>
                    <a:pt x="4227" y="3160"/>
                  </a:cubicBezTo>
                  <a:cubicBezTo>
                    <a:pt x="3955" y="3746"/>
                    <a:pt x="3850" y="4373"/>
                    <a:pt x="3829" y="4980"/>
                  </a:cubicBezTo>
                  <a:cubicBezTo>
                    <a:pt x="3829" y="5106"/>
                    <a:pt x="3829" y="5210"/>
                    <a:pt x="3829" y="5336"/>
                  </a:cubicBezTo>
                  <a:cubicBezTo>
                    <a:pt x="3306" y="5022"/>
                    <a:pt x="2846" y="4645"/>
                    <a:pt x="2449" y="4248"/>
                  </a:cubicBezTo>
                  <a:cubicBezTo>
                    <a:pt x="2009" y="3808"/>
                    <a:pt x="1653" y="3369"/>
                    <a:pt x="1360" y="2950"/>
                  </a:cubicBezTo>
                  <a:cubicBezTo>
                    <a:pt x="775" y="2093"/>
                    <a:pt x="461" y="1339"/>
                    <a:pt x="293" y="816"/>
                  </a:cubicBezTo>
                  <a:cubicBezTo>
                    <a:pt x="147" y="293"/>
                    <a:pt x="126" y="0"/>
                    <a:pt x="1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0" name="Google Shape;310;p11"/>
            <p:cNvGrpSpPr/>
            <p:nvPr/>
          </p:nvGrpSpPr>
          <p:grpSpPr>
            <a:xfrm>
              <a:off x="8045038" y="4065438"/>
              <a:ext cx="934775" cy="933400"/>
              <a:chOff x="5237250" y="4107325"/>
              <a:chExt cx="934775" cy="933400"/>
            </a:xfrm>
          </p:grpSpPr>
          <p:sp>
            <p:nvSpPr>
              <p:cNvPr id="311" name="Google Shape;311;p11"/>
              <p:cNvSpPr/>
              <p:nvPr/>
            </p:nvSpPr>
            <p:spPr>
              <a:xfrm>
                <a:off x="5386850" y="4136700"/>
                <a:ext cx="498000" cy="618850"/>
              </a:xfrm>
              <a:custGeom>
                <a:avLst/>
                <a:gdLst/>
                <a:ahLst/>
                <a:cxnLst/>
                <a:rect l="l" t="t" r="r" b="b"/>
                <a:pathLst>
                  <a:path w="19920" h="24754" extrusionOk="0">
                    <a:moveTo>
                      <a:pt x="19355" y="1"/>
                    </a:moveTo>
                    <a:cubicBezTo>
                      <a:pt x="19041" y="1"/>
                      <a:pt x="18790" y="9751"/>
                      <a:pt x="18790" y="21782"/>
                    </a:cubicBezTo>
                    <a:lnTo>
                      <a:pt x="18790" y="22996"/>
                    </a:lnTo>
                    <a:lnTo>
                      <a:pt x="18790" y="23603"/>
                    </a:lnTo>
                    <a:cubicBezTo>
                      <a:pt x="18790" y="23623"/>
                      <a:pt x="18790" y="23623"/>
                      <a:pt x="18790" y="23623"/>
                    </a:cubicBezTo>
                    <a:lnTo>
                      <a:pt x="15400" y="23644"/>
                    </a:lnTo>
                    <a:lnTo>
                      <a:pt x="11738" y="23686"/>
                    </a:lnTo>
                    <a:cubicBezTo>
                      <a:pt x="9416" y="23728"/>
                      <a:pt x="7324" y="23770"/>
                      <a:pt x="5587" y="23812"/>
                    </a:cubicBezTo>
                    <a:cubicBezTo>
                      <a:pt x="2114" y="23916"/>
                      <a:pt x="0" y="24042"/>
                      <a:pt x="0" y="24188"/>
                    </a:cubicBezTo>
                    <a:cubicBezTo>
                      <a:pt x="0" y="24335"/>
                      <a:pt x="2114" y="24481"/>
                      <a:pt x="5587" y="24565"/>
                    </a:cubicBezTo>
                    <a:cubicBezTo>
                      <a:pt x="7324" y="24628"/>
                      <a:pt x="9416" y="24670"/>
                      <a:pt x="11738" y="24691"/>
                    </a:cubicBezTo>
                    <a:lnTo>
                      <a:pt x="15400" y="24732"/>
                    </a:lnTo>
                    <a:lnTo>
                      <a:pt x="19920" y="24753"/>
                    </a:lnTo>
                    <a:lnTo>
                      <a:pt x="19920" y="21782"/>
                    </a:lnTo>
                    <a:cubicBezTo>
                      <a:pt x="19920" y="9751"/>
                      <a:pt x="19668" y="1"/>
                      <a:pt x="193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1"/>
              <p:cNvSpPr/>
              <p:nvPr/>
            </p:nvSpPr>
            <p:spPr>
              <a:xfrm>
                <a:off x="5905750" y="4107325"/>
                <a:ext cx="266275" cy="644025"/>
              </a:xfrm>
              <a:custGeom>
                <a:avLst/>
                <a:gdLst/>
                <a:ahLst/>
                <a:cxnLst/>
                <a:rect l="l" t="t" r="r" b="b"/>
                <a:pathLst>
                  <a:path w="10651" h="25761" extrusionOk="0">
                    <a:moveTo>
                      <a:pt x="6677" y="0"/>
                    </a:moveTo>
                    <a:cubicBezTo>
                      <a:pt x="6344" y="0"/>
                      <a:pt x="5997" y="62"/>
                      <a:pt x="5650" y="171"/>
                    </a:cubicBezTo>
                    <a:cubicBezTo>
                      <a:pt x="5148" y="318"/>
                      <a:pt x="4687" y="590"/>
                      <a:pt x="4311" y="904"/>
                    </a:cubicBezTo>
                    <a:cubicBezTo>
                      <a:pt x="3913" y="1218"/>
                      <a:pt x="3578" y="1594"/>
                      <a:pt x="3306" y="1971"/>
                    </a:cubicBezTo>
                    <a:cubicBezTo>
                      <a:pt x="2741" y="2766"/>
                      <a:pt x="2344" y="3603"/>
                      <a:pt x="2009" y="4440"/>
                    </a:cubicBezTo>
                    <a:cubicBezTo>
                      <a:pt x="1381" y="6114"/>
                      <a:pt x="1026" y="7788"/>
                      <a:pt x="754" y="9378"/>
                    </a:cubicBezTo>
                    <a:cubicBezTo>
                      <a:pt x="252" y="12579"/>
                      <a:pt x="105" y="15487"/>
                      <a:pt x="63" y="17915"/>
                    </a:cubicBezTo>
                    <a:cubicBezTo>
                      <a:pt x="0" y="20342"/>
                      <a:pt x="63" y="22309"/>
                      <a:pt x="126" y="23669"/>
                    </a:cubicBezTo>
                    <a:cubicBezTo>
                      <a:pt x="189" y="25029"/>
                      <a:pt x="252" y="25761"/>
                      <a:pt x="314" y="25761"/>
                    </a:cubicBezTo>
                    <a:cubicBezTo>
                      <a:pt x="377" y="25761"/>
                      <a:pt x="440" y="25029"/>
                      <a:pt x="482" y="23669"/>
                    </a:cubicBezTo>
                    <a:cubicBezTo>
                      <a:pt x="524" y="22309"/>
                      <a:pt x="565" y="20342"/>
                      <a:pt x="691" y="17936"/>
                    </a:cubicBezTo>
                    <a:cubicBezTo>
                      <a:pt x="837" y="15529"/>
                      <a:pt x="1047" y="12642"/>
                      <a:pt x="1591" y="9524"/>
                    </a:cubicBezTo>
                    <a:cubicBezTo>
                      <a:pt x="1863" y="7976"/>
                      <a:pt x="2239" y="6344"/>
                      <a:pt x="2846" y="4754"/>
                    </a:cubicBezTo>
                    <a:cubicBezTo>
                      <a:pt x="3160" y="3979"/>
                      <a:pt x="3537" y="3184"/>
                      <a:pt x="4039" y="2515"/>
                    </a:cubicBezTo>
                    <a:cubicBezTo>
                      <a:pt x="4520" y="1845"/>
                      <a:pt x="5169" y="1259"/>
                      <a:pt x="5922" y="1029"/>
                    </a:cubicBezTo>
                    <a:cubicBezTo>
                      <a:pt x="6205" y="948"/>
                      <a:pt x="6498" y="911"/>
                      <a:pt x="6791" y="911"/>
                    </a:cubicBezTo>
                    <a:cubicBezTo>
                      <a:pt x="7105" y="911"/>
                      <a:pt x="7419" y="954"/>
                      <a:pt x="7721" y="1029"/>
                    </a:cubicBezTo>
                    <a:cubicBezTo>
                      <a:pt x="8307" y="1176"/>
                      <a:pt x="8788" y="1510"/>
                      <a:pt x="9102" y="1992"/>
                    </a:cubicBezTo>
                    <a:cubicBezTo>
                      <a:pt x="9437" y="2452"/>
                      <a:pt x="9604" y="3038"/>
                      <a:pt x="9688" y="3645"/>
                    </a:cubicBezTo>
                    <a:cubicBezTo>
                      <a:pt x="9751" y="4251"/>
                      <a:pt x="9730" y="4858"/>
                      <a:pt x="9646" y="5465"/>
                    </a:cubicBezTo>
                    <a:cubicBezTo>
                      <a:pt x="9479" y="6658"/>
                      <a:pt x="9102" y="7808"/>
                      <a:pt x="8558" y="8792"/>
                    </a:cubicBezTo>
                    <a:cubicBezTo>
                      <a:pt x="8307" y="9273"/>
                      <a:pt x="7993" y="9733"/>
                      <a:pt x="7617" y="10068"/>
                    </a:cubicBezTo>
                    <a:cubicBezTo>
                      <a:pt x="7533" y="10152"/>
                      <a:pt x="7428" y="10236"/>
                      <a:pt x="7324" y="10319"/>
                    </a:cubicBezTo>
                    <a:cubicBezTo>
                      <a:pt x="7219" y="10403"/>
                      <a:pt x="7114" y="10487"/>
                      <a:pt x="7010" y="10549"/>
                    </a:cubicBezTo>
                    <a:cubicBezTo>
                      <a:pt x="6780" y="10717"/>
                      <a:pt x="6570" y="10842"/>
                      <a:pt x="6361" y="10947"/>
                    </a:cubicBezTo>
                    <a:cubicBezTo>
                      <a:pt x="6061" y="11104"/>
                      <a:pt x="5751" y="11203"/>
                      <a:pt x="5498" y="11203"/>
                    </a:cubicBezTo>
                    <a:cubicBezTo>
                      <a:pt x="5381" y="11203"/>
                      <a:pt x="5276" y="11182"/>
                      <a:pt x="5190" y="11135"/>
                    </a:cubicBezTo>
                    <a:cubicBezTo>
                      <a:pt x="4897" y="10989"/>
                      <a:pt x="4729" y="10570"/>
                      <a:pt x="4666" y="10152"/>
                    </a:cubicBezTo>
                    <a:cubicBezTo>
                      <a:pt x="4604" y="9733"/>
                      <a:pt x="4625" y="9294"/>
                      <a:pt x="4687" y="8876"/>
                    </a:cubicBezTo>
                    <a:cubicBezTo>
                      <a:pt x="4750" y="8457"/>
                      <a:pt x="4855" y="8039"/>
                      <a:pt x="4959" y="7683"/>
                    </a:cubicBezTo>
                    <a:cubicBezTo>
                      <a:pt x="5210" y="6930"/>
                      <a:pt x="5566" y="6281"/>
                      <a:pt x="5985" y="5821"/>
                    </a:cubicBezTo>
                    <a:cubicBezTo>
                      <a:pt x="6194" y="5591"/>
                      <a:pt x="6424" y="5423"/>
                      <a:pt x="6654" y="5319"/>
                    </a:cubicBezTo>
                    <a:cubicBezTo>
                      <a:pt x="6717" y="5277"/>
                      <a:pt x="6780" y="5256"/>
                      <a:pt x="6842" y="5235"/>
                    </a:cubicBezTo>
                    <a:cubicBezTo>
                      <a:pt x="6863" y="5235"/>
                      <a:pt x="6905" y="5214"/>
                      <a:pt x="6926" y="5214"/>
                    </a:cubicBezTo>
                    <a:lnTo>
                      <a:pt x="6989" y="5214"/>
                    </a:lnTo>
                    <a:cubicBezTo>
                      <a:pt x="7033" y="5199"/>
                      <a:pt x="7088" y="5184"/>
                      <a:pt x="7146" y="5184"/>
                    </a:cubicBezTo>
                    <a:cubicBezTo>
                      <a:pt x="7170" y="5184"/>
                      <a:pt x="7195" y="5187"/>
                      <a:pt x="7219" y="5193"/>
                    </a:cubicBezTo>
                    <a:cubicBezTo>
                      <a:pt x="7240" y="5277"/>
                      <a:pt x="7261" y="5381"/>
                      <a:pt x="7282" y="5465"/>
                    </a:cubicBezTo>
                    <a:cubicBezTo>
                      <a:pt x="7282" y="5570"/>
                      <a:pt x="7261" y="5695"/>
                      <a:pt x="7219" y="5800"/>
                    </a:cubicBezTo>
                    <a:cubicBezTo>
                      <a:pt x="7177" y="6030"/>
                      <a:pt x="7073" y="6197"/>
                      <a:pt x="6989" y="6344"/>
                    </a:cubicBezTo>
                    <a:cubicBezTo>
                      <a:pt x="6822" y="6637"/>
                      <a:pt x="6738" y="6804"/>
                      <a:pt x="6759" y="6825"/>
                    </a:cubicBezTo>
                    <a:cubicBezTo>
                      <a:pt x="6762" y="6827"/>
                      <a:pt x="6765" y="6827"/>
                      <a:pt x="6769" y="6827"/>
                    </a:cubicBezTo>
                    <a:cubicBezTo>
                      <a:pt x="6819" y="6827"/>
                      <a:pt x="6941" y="6701"/>
                      <a:pt x="7135" y="6448"/>
                    </a:cubicBezTo>
                    <a:cubicBezTo>
                      <a:pt x="7240" y="6323"/>
                      <a:pt x="7366" y="6135"/>
                      <a:pt x="7470" y="5904"/>
                    </a:cubicBezTo>
                    <a:cubicBezTo>
                      <a:pt x="7533" y="5758"/>
                      <a:pt x="7575" y="5632"/>
                      <a:pt x="7575" y="5465"/>
                    </a:cubicBezTo>
                    <a:cubicBezTo>
                      <a:pt x="7596" y="5256"/>
                      <a:pt x="7554" y="5067"/>
                      <a:pt x="7512" y="4858"/>
                    </a:cubicBezTo>
                    <a:cubicBezTo>
                      <a:pt x="7345" y="4837"/>
                      <a:pt x="7177" y="4816"/>
                      <a:pt x="6989" y="4816"/>
                    </a:cubicBezTo>
                    <a:cubicBezTo>
                      <a:pt x="6947" y="4837"/>
                      <a:pt x="6905" y="4837"/>
                      <a:pt x="6842" y="4837"/>
                    </a:cubicBezTo>
                    <a:cubicBezTo>
                      <a:pt x="6801" y="4858"/>
                      <a:pt x="6780" y="4858"/>
                      <a:pt x="6738" y="4858"/>
                    </a:cubicBezTo>
                    <a:cubicBezTo>
                      <a:pt x="6654" y="4879"/>
                      <a:pt x="6570" y="4900"/>
                      <a:pt x="6508" y="4942"/>
                    </a:cubicBezTo>
                    <a:cubicBezTo>
                      <a:pt x="6194" y="5047"/>
                      <a:pt x="5901" y="5256"/>
                      <a:pt x="5650" y="5507"/>
                    </a:cubicBezTo>
                    <a:cubicBezTo>
                      <a:pt x="5148" y="6009"/>
                      <a:pt x="4729" y="6679"/>
                      <a:pt x="4436" y="7474"/>
                    </a:cubicBezTo>
                    <a:cubicBezTo>
                      <a:pt x="4269" y="7871"/>
                      <a:pt x="4143" y="8311"/>
                      <a:pt x="4081" y="8771"/>
                    </a:cubicBezTo>
                    <a:cubicBezTo>
                      <a:pt x="3997" y="9231"/>
                      <a:pt x="3955" y="9713"/>
                      <a:pt x="3997" y="10236"/>
                    </a:cubicBezTo>
                    <a:cubicBezTo>
                      <a:pt x="4039" y="10487"/>
                      <a:pt x="4081" y="10759"/>
                      <a:pt x="4206" y="11031"/>
                    </a:cubicBezTo>
                    <a:cubicBezTo>
                      <a:pt x="4332" y="11303"/>
                      <a:pt x="4541" y="11596"/>
                      <a:pt x="4855" y="11763"/>
                    </a:cubicBezTo>
                    <a:cubicBezTo>
                      <a:pt x="5065" y="11883"/>
                      <a:pt x="5319" y="11928"/>
                      <a:pt x="5554" y="11928"/>
                    </a:cubicBezTo>
                    <a:cubicBezTo>
                      <a:pt x="5646" y="11928"/>
                      <a:pt x="5735" y="11921"/>
                      <a:pt x="5817" y="11910"/>
                    </a:cubicBezTo>
                    <a:cubicBezTo>
                      <a:pt x="6131" y="11868"/>
                      <a:pt x="6424" y="11763"/>
                      <a:pt x="6675" y="11638"/>
                    </a:cubicBezTo>
                    <a:cubicBezTo>
                      <a:pt x="6947" y="11512"/>
                      <a:pt x="7198" y="11345"/>
                      <a:pt x="7428" y="11198"/>
                    </a:cubicBezTo>
                    <a:cubicBezTo>
                      <a:pt x="7554" y="11114"/>
                      <a:pt x="7679" y="11031"/>
                      <a:pt x="7784" y="10926"/>
                    </a:cubicBezTo>
                    <a:cubicBezTo>
                      <a:pt x="7910" y="10842"/>
                      <a:pt x="8014" y="10759"/>
                      <a:pt x="8140" y="10654"/>
                    </a:cubicBezTo>
                    <a:cubicBezTo>
                      <a:pt x="8621" y="10236"/>
                      <a:pt x="8977" y="9733"/>
                      <a:pt x="9291" y="9189"/>
                    </a:cubicBezTo>
                    <a:cubicBezTo>
                      <a:pt x="9897" y="8101"/>
                      <a:pt x="10316" y="6888"/>
                      <a:pt x="10504" y="5591"/>
                    </a:cubicBezTo>
                    <a:cubicBezTo>
                      <a:pt x="10609" y="4921"/>
                      <a:pt x="10651" y="4251"/>
                      <a:pt x="10567" y="3540"/>
                    </a:cubicBezTo>
                    <a:cubicBezTo>
                      <a:pt x="10483" y="2850"/>
                      <a:pt x="10295" y="2117"/>
                      <a:pt x="9855" y="1469"/>
                    </a:cubicBezTo>
                    <a:cubicBezTo>
                      <a:pt x="9646" y="1155"/>
                      <a:pt x="9353" y="862"/>
                      <a:pt x="9039" y="653"/>
                    </a:cubicBezTo>
                    <a:cubicBezTo>
                      <a:pt x="8705" y="422"/>
                      <a:pt x="8349" y="255"/>
                      <a:pt x="7972" y="150"/>
                    </a:cubicBezTo>
                    <a:cubicBezTo>
                      <a:pt x="7596" y="67"/>
                      <a:pt x="7219" y="4"/>
                      <a:pt x="6822" y="4"/>
                    </a:cubicBezTo>
                    <a:cubicBezTo>
                      <a:pt x="6774" y="1"/>
                      <a:pt x="6726" y="0"/>
                      <a:pt x="6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1"/>
              <p:cNvSpPr/>
              <p:nvPr/>
            </p:nvSpPr>
            <p:spPr>
              <a:xfrm>
                <a:off x="5237250" y="4776550"/>
                <a:ext cx="644450" cy="264175"/>
              </a:xfrm>
              <a:custGeom>
                <a:avLst/>
                <a:gdLst/>
                <a:ahLst/>
                <a:cxnLst/>
                <a:rect l="l" t="t" r="r" b="b"/>
                <a:pathLst>
                  <a:path w="25778" h="10567" extrusionOk="0">
                    <a:moveTo>
                      <a:pt x="19854" y="0"/>
                    </a:moveTo>
                    <a:cubicBezTo>
                      <a:pt x="19251" y="0"/>
                      <a:pt x="18609" y="6"/>
                      <a:pt x="17932" y="17"/>
                    </a:cubicBezTo>
                    <a:cubicBezTo>
                      <a:pt x="15504" y="80"/>
                      <a:pt x="12596" y="206"/>
                      <a:pt x="9395" y="708"/>
                    </a:cubicBezTo>
                    <a:cubicBezTo>
                      <a:pt x="7805" y="980"/>
                      <a:pt x="6131" y="1335"/>
                      <a:pt x="4436" y="1984"/>
                    </a:cubicBezTo>
                    <a:cubicBezTo>
                      <a:pt x="3620" y="2298"/>
                      <a:pt x="2762" y="2695"/>
                      <a:pt x="1988" y="3260"/>
                    </a:cubicBezTo>
                    <a:cubicBezTo>
                      <a:pt x="1611" y="3553"/>
                      <a:pt x="1235" y="3867"/>
                      <a:pt x="921" y="4265"/>
                    </a:cubicBezTo>
                    <a:cubicBezTo>
                      <a:pt x="586" y="4662"/>
                      <a:pt x="335" y="5123"/>
                      <a:pt x="167" y="5625"/>
                    </a:cubicBezTo>
                    <a:cubicBezTo>
                      <a:pt x="63" y="6001"/>
                      <a:pt x="0" y="6399"/>
                      <a:pt x="0" y="6796"/>
                    </a:cubicBezTo>
                    <a:cubicBezTo>
                      <a:pt x="21" y="7173"/>
                      <a:pt x="63" y="7550"/>
                      <a:pt x="167" y="7926"/>
                    </a:cubicBezTo>
                    <a:cubicBezTo>
                      <a:pt x="272" y="8303"/>
                      <a:pt x="439" y="8659"/>
                      <a:pt x="649" y="8993"/>
                    </a:cubicBezTo>
                    <a:cubicBezTo>
                      <a:pt x="879" y="9307"/>
                      <a:pt x="1172" y="9600"/>
                      <a:pt x="1486" y="9809"/>
                    </a:cubicBezTo>
                    <a:cubicBezTo>
                      <a:pt x="2134" y="10249"/>
                      <a:pt x="2867" y="10437"/>
                      <a:pt x="3557" y="10521"/>
                    </a:cubicBezTo>
                    <a:cubicBezTo>
                      <a:pt x="3821" y="10553"/>
                      <a:pt x="4085" y="10566"/>
                      <a:pt x="4346" y="10566"/>
                    </a:cubicBezTo>
                    <a:cubicBezTo>
                      <a:pt x="4769" y="10566"/>
                      <a:pt x="5186" y="10531"/>
                      <a:pt x="5587" y="10479"/>
                    </a:cubicBezTo>
                    <a:cubicBezTo>
                      <a:pt x="6905" y="10270"/>
                      <a:pt x="8118" y="9851"/>
                      <a:pt x="9206" y="9245"/>
                    </a:cubicBezTo>
                    <a:cubicBezTo>
                      <a:pt x="9730" y="8931"/>
                      <a:pt x="10253" y="8575"/>
                      <a:pt x="10671" y="8115"/>
                    </a:cubicBezTo>
                    <a:cubicBezTo>
                      <a:pt x="10776" y="7989"/>
                      <a:pt x="10859" y="7864"/>
                      <a:pt x="10943" y="7759"/>
                    </a:cubicBezTo>
                    <a:cubicBezTo>
                      <a:pt x="11027" y="7633"/>
                      <a:pt x="11111" y="7529"/>
                      <a:pt x="11194" y="7403"/>
                    </a:cubicBezTo>
                    <a:cubicBezTo>
                      <a:pt x="11362" y="7152"/>
                      <a:pt x="11508" y="6901"/>
                      <a:pt x="11634" y="6650"/>
                    </a:cubicBezTo>
                    <a:cubicBezTo>
                      <a:pt x="11759" y="6378"/>
                      <a:pt x="11864" y="6106"/>
                      <a:pt x="11927" y="5792"/>
                    </a:cubicBezTo>
                    <a:cubicBezTo>
                      <a:pt x="11968" y="5478"/>
                      <a:pt x="11947" y="5123"/>
                      <a:pt x="11780" y="4809"/>
                    </a:cubicBezTo>
                    <a:cubicBezTo>
                      <a:pt x="11592" y="4495"/>
                      <a:pt x="11320" y="4286"/>
                      <a:pt x="11048" y="4160"/>
                    </a:cubicBezTo>
                    <a:cubicBezTo>
                      <a:pt x="10776" y="4055"/>
                      <a:pt x="10504" y="3993"/>
                      <a:pt x="10253" y="3951"/>
                    </a:cubicBezTo>
                    <a:cubicBezTo>
                      <a:pt x="10112" y="3940"/>
                      <a:pt x="9974" y="3934"/>
                      <a:pt x="9837" y="3934"/>
                    </a:cubicBezTo>
                    <a:cubicBezTo>
                      <a:pt x="9465" y="3934"/>
                      <a:pt x="9110" y="3973"/>
                      <a:pt x="8788" y="4035"/>
                    </a:cubicBezTo>
                    <a:cubicBezTo>
                      <a:pt x="8328" y="4118"/>
                      <a:pt x="7888" y="4244"/>
                      <a:pt x="7491" y="4390"/>
                    </a:cubicBezTo>
                    <a:cubicBezTo>
                      <a:pt x="6696" y="4704"/>
                      <a:pt x="6026" y="5102"/>
                      <a:pt x="5524" y="5604"/>
                    </a:cubicBezTo>
                    <a:cubicBezTo>
                      <a:pt x="5273" y="5876"/>
                      <a:pt x="5064" y="6148"/>
                      <a:pt x="4959" y="6462"/>
                    </a:cubicBezTo>
                    <a:cubicBezTo>
                      <a:pt x="4917" y="6545"/>
                      <a:pt x="4896" y="6608"/>
                      <a:pt x="4875" y="6692"/>
                    </a:cubicBezTo>
                    <a:cubicBezTo>
                      <a:pt x="4875" y="6734"/>
                      <a:pt x="4854" y="6776"/>
                      <a:pt x="4854" y="6817"/>
                    </a:cubicBezTo>
                    <a:cubicBezTo>
                      <a:pt x="4854" y="6859"/>
                      <a:pt x="4833" y="6901"/>
                      <a:pt x="4833" y="6964"/>
                    </a:cubicBezTo>
                    <a:cubicBezTo>
                      <a:pt x="4813" y="7152"/>
                      <a:pt x="4833" y="7320"/>
                      <a:pt x="4875" y="7466"/>
                    </a:cubicBezTo>
                    <a:cubicBezTo>
                      <a:pt x="5046" y="7500"/>
                      <a:pt x="5203" y="7534"/>
                      <a:pt x="5357" y="7534"/>
                    </a:cubicBezTo>
                    <a:cubicBezTo>
                      <a:pt x="5392" y="7534"/>
                      <a:pt x="5427" y="7533"/>
                      <a:pt x="5461" y="7529"/>
                    </a:cubicBezTo>
                    <a:cubicBezTo>
                      <a:pt x="5649" y="7529"/>
                      <a:pt x="5775" y="7487"/>
                      <a:pt x="5901" y="7445"/>
                    </a:cubicBezTo>
                    <a:cubicBezTo>
                      <a:pt x="6152" y="7340"/>
                      <a:pt x="6319" y="7194"/>
                      <a:pt x="6465" y="7089"/>
                    </a:cubicBezTo>
                    <a:cubicBezTo>
                      <a:pt x="6717" y="6880"/>
                      <a:pt x="6842" y="6755"/>
                      <a:pt x="6842" y="6734"/>
                    </a:cubicBezTo>
                    <a:cubicBezTo>
                      <a:pt x="6839" y="6727"/>
                      <a:pt x="6831" y="6723"/>
                      <a:pt x="6819" y="6723"/>
                    </a:cubicBezTo>
                    <a:cubicBezTo>
                      <a:pt x="6760" y="6723"/>
                      <a:pt x="6604" y="6804"/>
                      <a:pt x="6361" y="6943"/>
                    </a:cubicBezTo>
                    <a:cubicBezTo>
                      <a:pt x="6214" y="7027"/>
                      <a:pt x="6047" y="7131"/>
                      <a:pt x="5817" y="7194"/>
                    </a:cubicBezTo>
                    <a:cubicBezTo>
                      <a:pt x="5712" y="7215"/>
                      <a:pt x="5587" y="7236"/>
                      <a:pt x="5482" y="7236"/>
                    </a:cubicBezTo>
                    <a:cubicBezTo>
                      <a:pt x="5377" y="7236"/>
                      <a:pt x="5294" y="7215"/>
                      <a:pt x="5210" y="7173"/>
                    </a:cubicBezTo>
                    <a:cubicBezTo>
                      <a:pt x="5189" y="7110"/>
                      <a:pt x="5210" y="7027"/>
                      <a:pt x="5210" y="6943"/>
                    </a:cubicBezTo>
                    <a:cubicBezTo>
                      <a:pt x="5231" y="6922"/>
                      <a:pt x="5231" y="6901"/>
                      <a:pt x="5231" y="6880"/>
                    </a:cubicBezTo>
                    <a:cubicBezTo>
                      <a:pt x="5231" y="6859"/>
                      <a:pt x="5252" y="6817"/>
                      <a:pt x="5252" y="6796"/>
                    </a:cubicBezTo>
                    <a:cubicBezTo>
                      <a:pt x="5273" y="6734"/>
                      <a:pt x="5294" y="6671"/>
                      <a:pt x="5315" y="6629"/>
                    </a:cubicBezTo>
                    <a:cubicBezTo>
                      <a:pt x="5440" y="6378"/>
                      <a:pt x="5608" y="6148"/>
                      <a:pt x="5838" y="5939"/>
                    </a:cubicBezTo>
                    <a:cubicBezTo>
                      <a:pt x="6298" y="5520"/>
                      <a:pt x="6947" y="5185"/>
                      <a:pt x="7679" y="4934"/>
                    </a:cubicBezTo>
                    <a:cubicBezTo>
                      <a:pt x="8056" y="4809"/>
                      <a:pt x="8453" y="4704"/>
                      <a:pt x="8872" y="4641"/>
                    </a:cubicBezTo>
                    <a:cubicBezTo>
                      <a:pt x="9115" y="4605"/>
                      <a:pt x="9365" y="4583"/>
                      <a:pt x="9618" y="4583"/>
                    </a:cubicBezTo>
                    <a:cubicBezTo>
                      <a:pt x="9801" y="4583"/>
                      <a:pt x="9985" y="4594"/>
                      <a:pt x="10169" y="4620"/>
                    </a:cubicBezTo>
                    <a:cubicBezTo>
                      <a:pt x="10587" y="4683"/>
                      <a:pt x="11006" y="4851"/>
                      <a:pt x="11152" y="5143"/>
                    </a:cubicBezTo>
                    <a:cubicBezTo>
                      <a:pt x="11299" y="5416"/>
                      <a:pt x="11194" y="5876"/>
                      <a:pt x="10964" y="6315"/>
                    </a:cubicBezTo>
                    <a:cubicBezTo>
                      <a:pt x="10859" y="6524"/>
                      <a:pt x="10713" y="6755"/>
                      <a:pt x="10567" y="6964"/>
                    </a:cubicBezTo>
                    <a:cubicBezTo>
                      <a:pt x="10504" y="7068"/>
                      <a:pt x="10420" y="7173"/>
                      <a:pt x="10336" y="7278"/>
                    </a:cubicBezTo>
                    <a:cubicBezTo>
                      <a:pt x="10253" y="7382"/>
                      <a:pt x="10169" y="7487"/>
                      <a:pt x="10085" y="7571"/>
                    </a:cubicBezTo>
                    <a:cubicBezTo>
                      <a:pt x="9750" y="7947"/>
                      <a:pt x="9290" y="8261"/>
                      <a:pt x="8809" y="8533"/>
                    </a:cubicBezTo>
                    <a:cubicBezTo>
                      <a:pt x="7826" y="9056"/>
                      <a:pt x="6675" y="9433"/>
                      <a:pt x="5482" y="9621"/>
                    </a:cubicBezTo>
                    <a:cubicBezTo>
                      <a:pt x="5118" y="9659"/>
                      <a:pt x="4754" y="9689"/>
                      <a:pt x="4390" y="9689"/>
                    </a:cubicBezTo>
                    <a:cubicBezTo>
                      <a:pt x="4147" y="9689"/>
                      <a:pt x="3904" y="9676"/>
                      <a:pt x="3662" y="9642"/>
                    </a:cubicBezTo>
                    <a:cubicBezTo>
                      <a:pt x="3055" y="9579"/>
                      <a:pt x="2469" y="9391"/>
                      <a:pt x="2009" y="9077"/>
                    </a:cubicBezTo>
                    <a:cubicBezTo>
                      <a:pt x="1528" y="8742"/>
                      <a:pt x="1193" y="8261"/>
                      <a:pt x="1046" y="7696"/>
                    </a:cubicBezTo>
                    <a:cubicBezTo>
                      <a:pt x="879" y="7089"/>
                      <a:pt x="858" y="6462"/>
                      <a:pt x="1046" y="5897"/>
                    </a:cubicBezTo>
                    <a:cubicBezTo>
                      <a:pt x="1276" y="5123"/>
                      <a:pt x="1862" y="4495"/>
                      <a:pt x="2532" y="3993"/>
                    </a:cubicBezTo>
                    <a:cubicBezTo>
                      <a:pt x="3201" y="3491"/>
                      <a:pt x="3976" y="3114"/>
                      <a:pt x="4771" y="2800"/>
                    </a:cubicBezTo>
                    <a:cubicBezTo>
                      <a:pt x="6361" y="2193"/>
                      <a:pt x="7972" y="1838"/>
                      <a:pt x="9541" y="1545"/>
                    </a:cubicBezTo>
                    <a:cubicBezTo>
                      <a:pt x="12659" y="1001"/>
                      <a:pt x="15546" y="791"/>
                      <a:pt x="17953" y="666"/>
                    </a:cubicBezTo>
                    <a:cubicBezTo>
                      <a:pt x="20359" y="519"/>
                      <a:pt x="22326" y="478"/>
                      <a:pt x="23686" y="436"/>
                    </a:cubicBezTo>
                    <a:cubicBezTo>
                      <a:pt x="25025" y="394"/>
                      <a:pt x="25778" y="352"/>
                      <a:pt x="25778" y="289"/>
                    </a:cubicBezTo>
                    <a:cubicBezTo>
                      <a:pt x="25778" y="226"/>
                      <a:pt x="25025" y="143"/>
                      <a:pt x="23686" y="80"/>
                    </a:cubicBezTo>
                    <a:cubicBezTo>
                      <a:pt x="22705" y="35"/>
                      <a:pt x="21410" y="0"/>
                      <a:pt x="198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11"/>
              <p:cNvSpPr/>
              <p:nvPr/>
            </p:nvSpPr>
            <p:spPr>
              <a:xfrm>
                <a:off x="5449625" y="4301475"/>
                <a:ext cx="363550" cy="386100"/>
              </a:xfrm>
              <a:custGeom>
                <a:avLst/>
                <a:gdLst/>
                <a:ahLst/>
                <a:cxnLst/>
                <a:rect l="l" t="t" r="r" b="b"/>
                <a:pathLst>
                  <a:path w="14542" h="15444" extrusionOk="0">
                    <a:moveTo>
                      <a:pt x="12471" y="1"/>
                    </a:moveTo>
                    <a:cubicBezTo>
                      <a:pt x="12282" y="168"/>
                      <a:pt x="12115" y="335"/>
                      <a:pt x="11947" y="503"/>
                    </a:cubicBezTo>
                    <a:cubicBezTo>
                      <a:pt x="11906" y="545"/>
                      <a:pt x="11864" y="587"/>
                      <a:pt x="11822" y="628"/>
                    </a:cubicBezTo>
                    <a:lnTo>
                      <a:pt x="11738" y="712"/>
                    </a:lnTo>
                    <a:cubicBezTo>
                      <a:pt x="11696" y="754"/>
                      <a:pt x="11655" y="817"/>
                      <a:pt x="11613" y="859"/>
                    </a:cubicBezTo>
                    <a:cubicBezTo>
                      <a:pt x="11529" y="942"/>
                      <a:pt x="11445" y="1047"/>
                      <a:pt x="11383" y="1151"/>
                    </a:cubicBezTo>
                    <a:cubicBezTo>
                      <a:pt x="11215" y="1340"/>
                      <a:pt x="11069" y="1549"/>
                      <a:pt x="10943" y="1758"/>
                    </a:cubicBezTo>
                    <a:cubicBezTo>
                      <a:pt x="10692" y="2156"/>
                      <a:pt x="10462" y="2595"/>
                      <a:pt x="10274" y="3014"/>
                    </a:cubicBezTo>
                    <a:cubicBezTo>
                      <a:pt x="9918" y="3892"/>
                      <a:pt x="9688" y="4750"/>
                      <a:pt x="9562" y="5608"/>
                    </a:cubicBezTo>
                    <a:cubicBezTo>
                      <a:pt x="9311" y="7303"/>
                      <a:pt x="9520" y="8893"/>
                      <a:pt x="10022" y="10086"/>
                    </a:cubicBezTo>
                    <a:cubicBezTo>
                      <a:pt x="10169" y="10483"/>
                      <a:pt x="10357" y="10818"/>
                      <a:pt x="10546" y="11132"/>
                    </a:cubicBezTo>
                    <a:cubicBezTo>
                      <a:pt x="10399" y="11069"/>
                      <a:pt x="10253" y="10986"/>
                      <a:pt x="10085" y="10923"/>
                    </a:cubicBezTo>
                    <a:cubicBezTo>
                      <a:pt x="9224" y="10581"/>
                      <a:pt x="8182" y="10376"/>
                      <a:pt x="7044" y="10376"/>
                    </a:cubicBezTo>
                    <a:cubicBezTo>
                      <a:pt x="6580" y="10376"/>
                      <a:pt x="6099" y="10411"/>
                      <a:pt x="5608" y="10483"/>
                    </a:cubicBezTo>
                    <a:cubicBezTo>
                      <a:pt x="4750" y="10588"/>
                      <a:pt x="3871" y="10818"/>
                      <a:pt x="3013" y="11195"/>
                    </a:cubicBezTo>
                    <a:cubicBezTo>
                      <a:pt x="2595" y="11383"/>
                      <a:pt x="2155" y="11592"/>
                      <a:pt x="1758" y="11864"/>
                    </a:cubicBezTo>
                    <a:cubicBezTo>
                      <a:pt x="1548" y="11990"/>
                      <a:pt x="1339" y="12136"/>
                      <a:pt x="1151" y="12283"/>
                    </a:cubicBezTo>
                    <a:cubicBezTo>
                      <a:pt x="1046" y="12367"/>
                      <a:pt x="942" y="12450"/>
                      <a:pt x="858" y="12534"/>
                    </a:cubicBezTo>
                    <a:cubicBezTo>
                      <a:pt x="795" y="12576"/>
                      <a:pt x="753" y="12618"/>
                      <a:pt x="711" y="12659"/>
                    </a:cubicBezTo>
                    <a:lnTo>
                      <a:pt x="628" y="12743"/>
                    </a:lnTo>
                    <a:cubicBezTo>
                      <a:pt x="586" y="12764"/>
                      <a:pt x="544" y="12806"/>
                      <a:pt x="502" y="12848"/>
                    </a:cubicBezTo>
                    <a:cubicBezTo>
                      <a:pt x="335" y="13036"/>
                      <a:pt x="167" y="13203"/>
                      <a:pt x="0" y="13392"/>
                    </a:cubicBezTo>
                    <a:cubicBezTo>
                      <a:pt x="147" y="13559"/>
                      <a:pt x="314" y="13706"/>
                      <a:pt x="460" y="13873"/>
                    </a:cubicBezTo>
                    <a:cubicBezTo>
                      <a:pt x="502" y="13915"/>
                      <a:pt x="565" y="13936"/>
                      <a:pt x="607" y="13978"/>
                    </a:cubicBezTo>
                    <a:lnTo>
                      <a:pt x="711" y="14082"/>
                    </a:lnTo>
                    <a:cubicBezTo>
                      <a:pt x="774" y="14124"/>
                      <a:pt x="816" y="14166"/>
                      <a:pt x="858" y="14208"/>
                    </a:cubicBezTo>
                    <a:cubicBezTo>
                      <a:pt x="1067" y="14354"/>
                      <a:pt x="1276" y="14480"/>
                      <a:pt x="1507" y="14605"/>
                    </a:cubicBezTo>
                    <a:cubicBezTo>
                      <a:pt x="1946" y="14835"/>
                      <a:pt x="2385" y="14982"/>
                      <a:pt x="2846" y="15107"/>
                    </a:cubicBezTo>
                    <a:cubicBezTo>
                      <a:pt x="3724" y="15338"/>
                      <a:pt x="4603" y="15421"/>
                      <a:pt x="5419" y="15442"/>
                    </a:cubicBezTo>
                    <a:cubicBezTo>
                      <a:pt x="5496" y="15443"/>
                      <a:pt x="5573" y="15444"/>
                      <a:pt x="5649" y="15444"/>
                    </a:cubicBezTo>
                    <a:cubicBezTo>
                      <a:pt x="7206" y="15444"/>
                      <a:pt x="8572" y="15245"/>
                      <a:pt x="9709" y="15066"/>
                    </a:cubicBezTo>
                    <a:cubicBezTo>
                      <a:pt x="10922" y="14856"/>
                      <a:pt x="11864" y="14626"/>
                      <a:pt x="12533" y="14459"/>
                    </a:cubicBezTo>
                    <a:cubicBezTo>
                      <a:pt x="13182" y="14291"/>
                      <a:pt x="13538" y="14187"/>
                      <a:pt x="13517" y="14124"/>
                    </a:cubicBezTo>
                    <a:cubicBezTo>
                      <a:pt x="13517" y="14093"/>
                      <a:pt x="13423" y="14077"/>
                      <a:pt x="13245" y="14077"/>
                    </a:cubicBezTo>
                    <a:cubicBezTo>
                      <a:pt x="13067" y="14077"/>
                      <a:pt x="12805" y="14093"/>
                      <a:pt x="12471" y="14124"/>
                    </a:cubicBezTo>
                    <a:cubicBezTo>
                      <a:pt x="11801" y="14187"/>
                      <a:pt x="10818" y="14312"/>
                      <a:pt x="9625" y="14438"/>
                    </a:cubicBezTo>
                    <a:cubicBezTo>
                      <a:pt x="8654" y="14523"/>
                      <a:pt x="7530" y="14622"/>
                      <a:pt x="6311" y="14622"/>
                    </a:cubicBezTo>
                    <a:cubicBezTo>
                      <a:pt x="6032" y="14622"/>
                      <a:pt x="5749" y="14617"/>
                      <a:pt x="5461" y="14605"/>
                    </a:cubicBezTo>
                    <a:cubicBezTo>
                      <a:pt x="4666" y="14563"/>
                      <a:pt x="3871" y="14480"/>
                      <a:pt x="3076" y="14250"/>
                    </a:cubicBezTo>
                    <a:cubicBezTo>
                      <a:pt x="2678" y="14145"/>
                      <a:pt x="2281" y="13999"/>
                      <a:pt x="1925" y="13810"/>
                    </a:cubicBezTo>
                    <a:cubicBezTo>
                      <a:pt x="1737" y="13706"/>
                      <a:pt x="1569" y="13601"/>
                      <a:pt x="1402" y="13475"/>
                    </a:cubicBezTo>
                    <a:cubicBezTo>
                      <a:pt x="1360" y="13434"/>
                      <a:pt x="1318" y="13413"/>
                      <a:pt x="1297" y="13371"/>
                    </a:cubicBezTo>
                    <a:lnTo>
                      <a:pt x="1276" y="13371"/>
                    </a:lnTo>
                    <a:lnTo>
                      <a:pt x="1318" y="13329"/>
                    </a:lnTo>
                    <a:cubicBezTo>
                      <a:pt x="1360" y="13287"/>
                      <a:pt x="1402" y="13245"/>
                      <a:pt x="1444" y="13224"/>
                    </a:cubicBezTo>
                    <a:cubicBezTo>
                      <a:pt x="1528" y="13141"/>
                      <a:pt x="1611" y="13078"/>
                      <a:pt x="1695" y="13015"/>
                    </a:cubicBezTo>
                    <a:cubicBezTo>
                      <a:pt x="1883" y="12869"/>
                      <a:pt x="2051" y="12743"/>
                      <a:pt x="2239" y="12618"/>
                    </a:cubicBezTo>
                    <a:cubicBezTo>
                      <a:pt x="2595" y="12387"/>
                      <a:pt x="2992" y="12178"/>
                      <a:pt x="3369" y="12011"/>
                    </a:cubicBezTo>
                    <a:cubicBezTo>
                      <a:pt x="4143" y="11676"/>
                      <a:pt x="4959" y="11446"/>
                      <a:pt x="5733" y="11299"/>
                    </a:cubicBezTo>
                    <a:cubicBezTo>
                      <a:pt x="6288" y="11209"/>
                      <a:pt x="6832" y="11168"/>
                      <a:pt x="7353" y="11168"/>
                    </a:cubicBezTo>
                    <a:cubicBezTo>
                      <a:pt x="8285" y="11168"/>
                      <a:pt x="9143" y="11301"/>
                      <a:pt x="9855" y="11530"/>
                    </a:cubicBezTo>
                    <a:cubicBezTo>
                      <a:pt x="11006" y="11906"/>
                      <a:pt x="11780" y="12492"/>
                      <a:pt x="12261" y="12973"/>
                    </a:cubicBezTo>
                    <a:cubicBezTo>
                      <a:pt x="12715" y="13408"/>
                      <a:pt x="12927" y="13730"/>
                      <a:pt x="13002" y="13730"/>
                    </a:cubicBezTo>
                    <a:cubicBezTo>
                      <a:pt x="13007" y="13730"/>
                      <a:pt x="13011" y="13729"/>
                      <a:pt x="13015" y="13727"/>
                    </a:cubicBezTo>
                    <a:cubicBezTo>
                      <a:pt x="13056" y="13706"/>
                      <a:pt x="12994" y="13455"/>
                      <a:pt x="12722" y="13036"/>
                    </a:cubicBezTo>
                    <a:lnTo>
                      <a:pt x="12805" y="13036"/>
                    </a:lnTo>
                    <a:cubicBezTo>
                      <a:pt x="12847" y="12994"/>
                      <a:pt x="12722" y="12890"/>
                      <a:pt x="12491" y="12701"/>
                    </a:cubicBezTo>
                    <a:cubicBezTo>
                      <a:pt x="12303" y="12429"/>
                      <a:pt x="12031" y="12136"/>
                      <a:pt x="11675" y="11864"/>
                    </a:cubicBezTo>
                    <a:cubicBezTo>
                      <a:pt x="11299" y="11383"/>
                      <a:pt x="10901" y="10734"/>
                      <a:pt x="10629" y="9877"/>
                    </a:cubicBezTo>
                    <a:cubicBezTo>
                      <a:pt x="10253" y="8747"/>
                      <a:pt x="10127" y="7303"/>
                      <a:pt x="10378" y="5734"/>
                    </a:cubicBezTo>
                    <a:cubicBezTo>
                      <a:pt x="10525" y="4960"/>
                      <a:pt x="10755" y="4164"/>
                      <a:pt x="11090" y="3390"/>
                    </a:cubicBezTo>
                    <a:cubicBezTo>
                      <a:pt x="11278" y="2993"/>
                      <a:pt x="11466" y="2616"/>
                      <a:pt x="11717" y="2239"/>
                    </a:cubicBezTo>
                    <a:cubicBezTo>
                      <a:pt x="11822" y="2051"/>
                      <a:pt x="11947" y="1884"/>
                      <a:pt x="12094" y="1716"/>
                    </a:cubicBezTo>
                    <a:cubicBezTo>
                      <a:pt x="12157" y="1633"/>
                      <a:pt x="12219" y="1528"/>
                      <a:pt x="12303" y="1444"/>
                    </a:cubicBezTo>
                    <a:cubicBezTo>
                      <a:pt x="12345" y="1423"/>
                      <a:pt x="12366" y="1361"/>
                      <a:pt x="12408" y="1340"/>
                    </a:cubicBezTo>
                    <a:lnTo>
                      <a:pt x="12450" y="1277"/>
                    </a:lnTo>
                    <a:lnTo>
                      <a:pt x="12471" y="1298"/>
                    </a:lnTo>
                    <a:cubicBezTo>
                      <a:pt x="12491" y="1340"/>
                      <a:pt x="12533" y="1382"/>
                      <a:pt x="12554" y="1423"/>
                    </a:cubicBezTo>
                    <a:cubicBezTo>
                      <a:pt x="12680" y="1570"/>
                      <a:pt x="12784" y="1758"/>
                      <a:pt x="12889" y="1926"/>
                    </a:cubicBezTo>
                    <a:cubicBezTo>
                      <a:pt x="13077" y="2302"/>
                      <a:pt x="13224" y="2679"/>
                      <a:pt x="13328" y="3076"/>
                    </a:cubicBezTo>
                    <a:cubicBezTo>
                      <a:pt x="13559" y="3872"/>
                      <a:pt x="13642" y="4688"/>
                      <a:pt x="13684" y="5462"/>
                    </a:cubicBezTo>
                    <a:cubicBezTo>
                      <a:pt x="13747" y="7010"/>
                      <a:pt x="13621" y="8454"/>
                      <a:pt x="13517" y="9646"/>
                    </a:cubicBezTo>
                    <a:cubicBezTo>
                      <a:pt x="13391" y="10839"/>
                      <a:pt x="13266" y="11802"/>
                      <a:pt x="13203" y="12471"/>
                    </a:cubicBezTo>
                    <a:cubicBezTo>
                      <a:pt x="13140" y="13141"/>
                      <a:pt x="13140" y="13517"/>
                      <a:pt x="13203" y="13538"/>
                    </a:cubicBezTo>
                    <a:cubicBezTo>
                      <a:pt x="13266" y="13538"/>
                      <a:pt x="13370" y="13183"/>
                      <a:pt x="13538" y="12534"/>
                    </a:cubicBezTo>
                    <a:cubicBezTo>
                      <a:pt x="13705" y="11885"/>
                      <a:pt x="13935" y="10923"/>
                      <a:pt x="14144" y="9730"/>
                    </a:cubicBezTo>
                    <a:cubicBezTo>
                      <a:pt x="14333" y="8517"/>
                      <a:pt x="14542" y="7073"/>
                      <a:pt x="14521" y="5441"/>
                    </a:cubicBezTo>
                    <a:cubicBezTo>
                      <a:pt x="14500" y="4604"/>
                      <a:pt x="14416" y="3746"/>
                      <a:pt x="14186" y="2846"/>
                    </a:cubicBezTo>
                    <a:cubicBezTo>
                      <a:pt x="14082" y="2407"/>
                      <a:pt x="13914" y="1947"/>
                      <a:pt x="13684" y="1507"/>
                    </a:cubicBezTo>
                    <a:cubicBezTo>
                      <a:pt x="13559" y="1298"/>
                      <a:pt x="13433" y="1068"/>
                      <a:pt x="13287" y="879"/>
                    </a:cubicBezTo>
                    <a:cubicBezTo>
                      <a:pt x="13245" y="817"/>
                      <a:pt x="13203" y="775"/>
                      <a:pt x="13161" y="712"/>
                    </a:cubicBezTo>
                    <a:lnTo>
                      <a:pt x="13056" y="607"/>
                    </a:lnTo>
                    <a:cubicBezTo>
                      <a:pt x="13035" y="566"/>
                      <a:pt x="12994" y="503"/>
                      <a:pt x="12952" y="482"/>
                    </a:cubicBezTo>
                    <a:cubicBezTo>
                      <a:pt x="12784" y="315"/>
                      <a:pt x="12638" y="147"/>
                      <a:pt x="124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5" name="Google Shape;315;p11"/>
            <p:cNvGrpSpPr/>
            <p:nvPr/>
          </p:nvGrpSpPr>
          <p:grpSpPr>
            <a:xfrm>
              <a:off x="164188" y="4065238"/>
              <a:ext cx="934275" cy="933800"/>
              <a:chOff x="1481975" y="4124675"/>
              <a:chExt cx="934275" cy="933800"/>
            </a:xfrm>
          </p:grpSpPr>
          <p:sp>
            <p:nvSpPr>
              <p:cNvPr id="316" name="Google Shape;316;p11"/>
              <p:cNvSpPr/>
              <p:nvPr/>
            </p:nvSpPr>
            <p:spPr>
              <a:xfrm>
                <a:off x="1769150" y="4154500"/>
                <a:ext cx="498000" cy="618825"/>
              </a:xfrm>
              <a:custGeom>
                <a:avLst/>
                <a:gdLst/>
                <a:ahLst/>
                <a:cxnLst/>
                <a:rect l="l" t="t" r="r" b="b"/>
                <a:pathLst>
                  <a:path w="19920" h="24753" extrusionOk="0">
                    <a:moveTo>
                      <a:pt x="565" y="0"/>
                    </a:moveTo>
                    <a:cubicBezTo>
                      <a:pt x="252" y="0"/>
                      <a:pt x="1" y="9751"/>
                      <a:pt x="1" y="21761"/>
                    </a:cubicBezTo>
                    <a:lnTo>
                      <a:pt x="1" y="24753"/>
                    </a:lnTo>
                    <a:lnTo>
                      <a:pt x="4520" y="24732"/>
                    </a:lnTo>
                    <a:lnTo>
                      <a:pt x="8182" y="24690"/>
                    </a:lnTo>
                    <a:cubicBezTo>
                      <a:pt x="10504" y="24669"/>
                      <a:pt x="12576" y="24627"/>
                      <a:pt x="14312" y="24564"/>
                    </a:cubicBezTo>
                    <a:cubicBezTo>
                      <a:pt x="17807" y="24481"/>
                      <a:pt x="19920" y="24334"/>
                      <a:pt x="19920" y="24188"/>
                    </a:cubicBezTo>
                    <a:cubicBezTo>
                      <a:pt x="19920" y="24041"/>
                      <a:pt x="17807" y="23916"/>
                      <a:pt x="14312" y="23811"/>
                    </a:cubicBezTo>
                    <a:cubicBezTo>
                      <a:pt x="12576" y="23748"/>
                      <a:pt x="10504" y="23707"/>
                      <a:pt x="8182" y="23686"/>
                    </a:cubicBezTo>
                    <a:lnTo>
                      <a:pt x="4520" y="23644"/>
                    </a:lnTo>
                    <a:lnTo>
                      <a:pt x="1130" y="23623"/>
                    </a:lnTo>
                    <a:cubicBezTo>
                      <a:pt x="1130" y="23623"/>
                      <a:pt x="1130" y="23623"/>
                      <a:pt x="1130" y="23602"/>
                    </a:cubicBezTo>
                    <a:lnTo>
                      <a:pt x="1130" y="22995"/>
                    </a:lnTo>
                    <a:lnTo>
                      <a:pt x="1130" y="21761"/>
                    </a:lnTo>
                    <a:cubicBezTo>
                      <a:pt x="1130" y="9751"/>
                      <a:pt x="879" y="0"/>
                      <a:pt x="5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1"/>
              <p:cNvSpPr/>
              <p:nvPr/>
            </p:nvSpPr>
            <p:spPr>
              <a:xfrm>
                <a:off x="1481975" y="4124675"/>
                <a:ext cx="265750" cy="644475"/>
              </a:xfrm>
              <a:custGeom>
                <a:avLst/>
                <a:gdLst/>
                <a:ahLst/>
                <a:cxnLst/>
                <a:rect l="l" t="t" r="r" b="b"/>
                <a:pathLst>
                  <a:path w="10630" h="25779" extrusionOk="0">
                    <a:moveTo>
                      <a:pt x="3809" y="0"/>
                    </a:moveTo>
                    <a:cubicBezTo>
                      <a:pt x="3411" y="21"/>
                      <a:pt x="3055" y="63"/>
                      <a:pt x="2679" y="168"/>
                    </a:cubicBezTo>
                    <a:cubicBezTo>
                      <a:pt x="2302" y="272"/>
                      <a:pt x="1925" y="440"/>
                      <a:pt x="1612" y="670"/>
                    </a:cubicBezTo>
                    <a:cubicBezTo>
                      <a:pt x="1277" y="879"/>
                      <a:pt x="1005" y="1172"/>
                      <a:pt x="796" y="1486"/>
                    </a:cubicBezTo>
                    <a:cubicBezTo>
                      <a:pt x="356" y="2135"/>
                      <a:pt x="147" y="2867"/>
                      <a:pt x="84" y="3557"/>
                    </a:cubicBezTo>
                    <a:cubicBezTo>
                      <a:pt x="0" y="4248"/>
                      <a:pt x="42" y="4938"/>
                      <a:pt x="126" y="5587"/>
                    </a:cubicBezTo>
                    <a:cubicBezTo>
                      <a:pt x="335" y="6905"/>
                      <a:pt x="754" y="8119"/>
                      <a:pt x="1360" y="9207"/>
                    </a:cubicBezTo>
                    <a:cubicBezTo>
                      <a:pt x="1674" y="9751"/>
                      <a:pt x="2030" y="10253"/>
                      <a:pt x="2490" y="10672"/>
                    </a:cubicBezTo>
                    <a:cubicBezTo>
                      <a:pt x="2616" y="10776"/>
                      <a:pt x="2741" y="10860"/>
                      <a:pt x="2846" y="10944"/>
                    </a:cubicBezTo>
                    <a:cubicBezTo>
                      <a:pt x="2972" y="11048"/>
                      <a:pt x="3076" y="11132"/>
                      <a:pt x="3202" y="11195"/>
                    </a:cubicBezTo>
                    <a:cubicBezTo>
                      <a:pt x="3453" y="11362"/>
                      <a:pt x="3683" y="11508"/>
                      <a:pt x="3955" y="11634"/>
                    </a:cubicBezTo>
                    <a:cubicBezTo>
                      <a:pt x="4227" y="11760"/>
                      <a:pt x="4499" y="11864"/>
                      <a:pt x="4813" y="11927"/>
                    </a:cubicBezTo>
                    <a:cubicBezTo>
                      <a:pt x="4901" y="11939"/>
                      <a:pt x="4992" y="11945"/>
                      <a:pt x="5085" y="11945"/>
                    </a:cubicBezTo>
                    <a:cubicBezTo>
                      <a:pt x="5323" y="11945"/>
                      <a:pt x="5571" y="11901"/>
                      <a:pt x="5796" y="11780"/>
                    </a:cubicBezTo>
                    <a:cubicBezTo>
                      <a:pt x="6110" y="11613"/>
                      <a:pt x="6319" y="11320"/>
                      <a:pt x="6424" y="11048"/>
                    </a:cubicBezTo>
                    <a:cubicBezTo>
                      <a:pt x="6550" y="10776"/>
                      <a:pt x="6612" y="10504"/>
                      <a:pt x="6633" y="10253"/>
                    </a:cubicBezTo>
                    <a:cubicBezTo>
                      <a:pt x="6696" y="9730"/>
                      <a:pt x="6654" y="9249"/>
                      <a:pt x="6570" y="8788"/>
                    </a:cubicBezTo>
                    <a:cubicBezTo>
                      <a:pt x="6487" y="8328"/>
                      <a:pt x="6361" y="7889"/>
                      <a:pt x="6215" y="7491"/>
                    </a:cubicBezTo>
                    <a:cubicBezTo>
                      <a:pt x="5901" y="6696"/>
                      <a:pt x="5503" y="6026"/>
                      <a:pt x="4980" y="5524"/>
                    </a:cubicBezTo>
                    <a:cubicBezTo>
                      <a:pt x="4729" y="5273"/>
                      <a:pt x="4436" y="5064"/>
                      <a:pt x="4143" y="4959"/>
                    </a:cubicBezTo>
                    <a:cubicBezTo>
                      <a:pt x="4060" y="4918"/>
                      <a:pt x="3976" y="4897"/>
                      <a:pt x="3913" y="4876"/>
                    </a:cubicBezTo>
                    <a:cubicBezTo>
                      <a:pt x="3871" y="4876"/>
                      <a:pt x="3829" y="4855"/>
                      <a:pt x="3788" y="4855"/>
                    </a:cubicBezTo>
                    <a:cubicBezTo>
                      <a:pt x="3746" y="4855"/>
                      <a:pt x="3704" y="4834"/>
                      <a:pt x="3641" y="4834"/>
                    </a:cubicBezTo>
                    <a:cubicBezTo>
                      <a:pt x="3591" y="4828"/>
                      <a:pt x="3542" y="4826"/>
                      <a:pt x="3494" y="4826"/>
                    </a:cubicBezTo>
                    <a:cubicBezTo>
                      <a:pt x="3363" y="4826"/>
                      <a:pt x="3241" y="4845"/>
                      <a:pt x="3118" y="4876"/>
                    </a:cubicBezTo>
                    <a:cubicBezTo>
                      <a:pt x="3076" y="5085"/>
                      <a:pt x="3055" y="5273"/>
                      <a:pt x="3055" y="5462"/>
                    </a:cubicBezTo>
                    <a:cubicBezTo>
                      <a:pt x="3076" y="5650"/>
                      <a:pt x="3118" y="5775"/>
                      <a:pt x="3160" y="5901"/>
                    </a:cubicBezTo>
                    <a:cubicBezTo>
                      <a:pt x="3265" y="6152"/>
                      <a:pt x="3411" y="6340"/>
                      <a:pt x="3516" y="6466"/>
                    </a:cubicBezTo>
                    <a:cubicBezTo>
                      <a:pt x="3710" y="6718"/>
                      <a:pt x="3832" y="6845"/>
                      <a:pt x="3865" y="6845"/>
                    </a:cubicBezTo>
                    <a:cubicBezTo>
                      <a:pt x="3868" y="6845"/>
                      <a:pt x="3870" y="6844"/>
                      <a:pt x="3871" y="6842"/>
                    </a:cubicBezTo>
                    <a:cubicBezTo>
                      <a:pt x="3892" y="6822"/>
                      <a:pt x="3829" y="6654"/>
                      <a:pt x="3662" y="6361"/>
                    </a:cubicBezTo>
                    <a:cubicBezTo>
                      <a:pt x="3578" y="6215"/>
                      <a:pt x="3474" y="6047"/>
                      <a:pt x="3411" y="5817"/>
                    </a:cubicBezTo>
                    <a:cubicBezTo>
                      <a:pt x="3390" y="5713"/>
                      <a:pt x="3369" y="5587"/>
                      <a:pt x="3369" y="5482"/>
                    </a:cubicBezTo>
                    <a:cubicBezTo>
                      <a:pt x="3369" y="5378"/>
                      <a:pt x="3390" y="5294"/>
                      <a:pt x="3411" y="5210"/>
                    </a:cubicBezTo>
                    <a:cubicBezTo>
                      <a:pt x="3439" y="5203"/>
                      <a:pt x="3467" y="5201"/>
                      <a:pt x="3495" y="5201"/>
                    </a:cubicBezTo>
                    <a:cubicBezTo>
                      <a:pt x="3550" y="5201"/>
                      <a:pt x="3606" y="5210"/>
                      <a:pt x="3662" y="5210"/>
                    </a:cubicBezTo>
                    <a:cubicBezTo>
                      <a:pt x="3683" y="5231"/>
                      <a:pt x="3704" y="5231"/>
                      <a:pt x="3725" y="5231"/>
                    </a:cubicBezTo>
                    <a:cubicBezTo>
                      <a:pt x="3746" y="5231"/>
                      <a:pt x="3767" y="5252"/>
                      <a:pt x="3809" y="5252"/>
                    </a:cubicBezTo>
                    <a:cubicBezTo>
                      <a:pt x="3871" y="5273"/>
                      <a:pt x="3913" y="5294"/>
                      <a:pt x="3976" y="5336"/>
                    </a:cubicBezTo>
                    <a:cubicBezTo>
                      <a:pt x="4227" y="5441"/>
                      <a:pt x="4436" y="5608"/>
                      <a:pt x="4645" y="5838"/>
                    </a:cubicBezTo>
                    <a:cubicBezTo>
                      <a:pt x="5085" y="6298"/>
                      <a:pt x="5420" y="6947"/>
                      <a:pt x="5671" y="7679"/>
                    </a:cubicBezTo>
                    <a:cubicBezTo>
                      <a:pt x="5796" y="8056"/>
                      <a:pt x="5901" y="8454"/>
                      <a:pt x="5964" y="8872"/>
                    </a:cubicBezTo>
                    <a:cubicBezTo>
                      <a:pt x="6006" y="9291"/>
                      <a:pt x="6026" y="9730"/>
                      <a:pt x="5985" y="10169"/>
                    </a:cubicBezTo>
                    <a:cubicBezTo>
                      <a:pt x="5922" y="10588"/>
                      <a:pt x="5754" y="11006"/>
                      <a:pt x="5462" y="11153"/>
                    </a:cubicBezTo>
                    <a:cubicBezTo>
                      <a:pt x="5375" y="11199"/>
                      <a:pt x="5268" y="11220"/>
                      <a:pt x="5149" y="11220"/>
                    </a:cubicBezTo>
                    <a:cubicBezTo>
                      <a:pt x="4891" y="11220"/>
                      <a:pt x="4576" y="11122"/>
                      <a:pt x="4290" y="10964"/>
                    </a:cubicBezTo>
                    <a:cubicBezTo>
                      <a:pt x="4081" y="10860"/>
                      <a:pt x="3850" y="10713"/>
                      <a:pt x="3641" y="10567"/>
                    </a:cubicBezTo>
                    <a:cubicBezTo>
                      <a:pt x="3537" y="10504"/>
                      <a:pt x="3432" y="10420"/>
                      <a:pt x="3327" y="10337"/>
                    </a:cubicBezTo>
                    <a:cubicBezTo>
                      <a:pt x="3223" y="10253"/>
                      <a:pt x="3118" y="10169"/>
                      <a:pt x="3013" y="10086"/>
                    </a:cubicBezTo>
                    <a:cubicBezTo>
                      <a:pt x="2658" y="9751"/>
                      <a:pt x="2344" y="9291"/>
                      <a:pt x="2072" y="8809"/>
                    </a:cubicBezTo>
                    <a:cubicBezTo>
                      <a:pt x="1528" y="7826"/>
                      <a:pt x="1151" y="6675"/>
                      <a:pt x="984" y="5482"/>
                    </a:cubicBezTo>
                    <a:cubicBezTo>
                      <a:pt x="900" y="4876"/>
                      <a:pt x="879" y="4269"/>
                      <a:pt x="963" y="3662"/>
                    </a:cubicBezTo>
                    <a:cubicBezTo>
                      <a:pt x="1026" y="3055"/>
                      <a:pt x="1193" y="2469"/>
                      <a:pt x="1528" y="2009"/>
                    </a:cubicBezTo>
                    <a:cubicBezTo>
                      <a:pt x="1842" y="1528"/>
                      <a:pt x="2344" y="1193"/>
                      <a:pt x="2909" y="1047"/>
                    </a:cubicBezTo>
                    <a:cubicBezTo>
                      <a:pt x="3222" y="971"/>
                      <a:pt x="3541" y="929"/>
                      <a:pt x="3854" y="929"/>
                    </a:cubicBezTo>
                    <a:cubicBezTo>
                      <a:pt x="4147" y="929"/>
                      <a:pt x="4435" y="966"/>
                      <a:pt x="4708" y="1047"/>
                    </a:cubicBezTo>
                    <a:cubicBezTo>
                      <a:pt x="5482" y="1277"/>
                      <a:pt x="6110" y="1863"/>
                      <a:pt x="6612" y="2532"/>
                    </a:cubicBezTo>
                    <a:cubicBezTo>
                      <a:pt x="7114" y="3202"/>
                      <a:pt x="7491" y="3976"/>
                      <a:pt x="7784" y="4771"/>
                    </a:cubicBezTo>
                    <a:cubicBezTo>
                      <a:pt x="8412" y="6361"/>
                      <a:pt x="8767" y="7972"/>
                      <a:pt x="9060" y="9542"/>
                    </a:cubicBezTo>
                    <a:cubicBezTo>
                      <a:pt x="9604" y="12659"/>
                      <a:pt x="9793" y="15547"/>
                      <a:pt x="9939" y="17953"/>
                    </a:cubicBezTo>
                    <a:cubicBezTo>
                      <a:pt x="10065" y="20359"/>
                      <a:pt x="10107" y="22326"/>
                      <a:pt x="10169" y="23686"/>
                    </a:cubicBezTo>
                    <a:cubicBezTo>
                      <a:pt x="10211" y="25025"/>
                      <a:pt x="10253" y="25778"/>
                      <a:pt x="10316" y="25778"/>
                    </a:cubicBezTo>
                    <a:cubicBezTo>
                      <a:pt x="10379" y="25778"/>
                      <a:pt x="10441" y="25046"/>
                      <a:pt x="10525" y="23686"/>
                    </a:cubicBezTo>
                    <a:cubicBezTo>
                      <a:pt x="10588" y="22326"/>
                      <a:pt x="10630" y="20359"/>
                      <a:pt x="10588" y="17932"/>
                    </a:cubicBezTo>
                    <a:cubicBezTo>
                      <a:pt x="10525" y="15505"/>
                      <a:pt x="10399" y="12596"/>
                      <a:pt x="9876" y="9395"/>
                    </a:cubicBezTo>
                    <a:cubicBezTo>
                      <a:pt x="9625" y="7805"/>
                      <a:pt x="9270" y="6131"/>
                      <a:pt x="8621" y="4457"/>
                    </a:cubicBezTo>
                    <a:cubicBezTo>
                      <a:pt x="8307" y="3620"/>
                      <a:pt x="7910" y="2762"/>
                      <a:pt x="7345" y="1988"/>
                    </a:cubicBezTo>
                    <a:cubicBezTo>
                      <a:pt x="7052" y="1612"/>
                      <a:pt x="6738" y="1235"/>
                      <a:pt x="6340" y="921"/>
                    </a:cubicBezTo>
                    <a:cubicBezTo>
                      <a:pt x="5943" y="607"/>
                      <a:pt x="5482" y="335"/>
                      <a:pt x="4980" y="189"/>
                    </a:cubicBezTo>
                    <a:cubicBezTo>
                      <a:pt x="4604" y="63"/>
                      <a:pt x="4206" y="0"/>
                      <a:pt x="380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1"/>
              <p:cNvSpPr/>
              <p:nvPr/>
            </p:nvSpPr>
            <p:spPr>
              <a:xfrm>
                <a:off x="1771775" y="4794100"/>
                <a:ext cx="644475" cy="264375"/>
              </a:xfrm>
              <a:custGeom>
                <a:avLst/>
                <a:gdLst/>
                <a:ahLst/>
                <a:cxnLst/>
                <a:rect l="l" t="t" r="r" b="b"/>
                <a:pathLst>
                  <a:path w="25779" h="10575" extrusionOk="0">
                    <a:moveTo>
                      <a:pt x="5857" y="1"/>
                    </a:moveTo>
                    <a:cubicBezTo>
                      <a:pt x="4340" y="1"/>
                      <a:pt x="3075" y="45"/>
                      <a:pt x="2113" y="89"/>
                    </a:cubicBezTo>
                    <a:cubicBezTo>
                      <a:pt x="753" y="152"/>
                      <a:pt x="0" y="215"/>
                      <a:pt x="0" y="278"/>
                    </a:cubicBezTo>
                    <a:cubicBezTo>
                      <a:pt x="0" y="340"/>
                      <a:pt x="753" y="403"/>
                      <a:pt x="2113" y="445"/>
                    </a:cubicBezTo>
                    <a:cubicBezTo>
                      <a:pt x="3473" y="487"/>
                      <a:pt x="5419" y="529"/>
                      <a:pt x="7846" y="675"/>
                    </a:cubicBezTo>
                    <a:cubicBezTo>
                      <a:pt x="10253" y="801"/>
                      <a:pt x="13119" y="1010"/>
                      <a:pt x="16258" y="1554"/>
                    </a:cubicBezTo>
                    <a:cubicBezTo>
                      <a:pt x="17806" y="1826"/>
                      <a:pt x="19438" y="2203"/>
                      <a:pt x="21028" y="2809"/>
                    </a:cubicBezTo>
                    <a:cubicBezTo>
                      <a:pt x="21803" y="3123"/>
                      <a:pt x="22577" y="3500"/>
                      <a:pt x="23267" y="4002"/>
                    </a:cubicBezTo>
                    <a:cubicBezTo>
                      <a:pt x="23937" y="4483"/>
                      <a:pt x="24502" y="5132"/>
                      <a:pt x="24753" y="5885"/>
                    </a:cubicBezTo>
                    <a:cubicBezTo>
                      <a:pt x="24920" y="6471"/>
                      <a:pt x="24899" y="7099"/>
                      <a:pt x="24753" y="7685"/>
                    </a:cubicBezTo>
                    <a:cubicBezTo>
                      <a:pt x="24585" y="8271"/>
                      <a:pt x="24272" y="8752"/>
                      <a:pt x="23790" y="9087"/>
                    </a:cubicBezTo>
                    <a:cubicBezTo>
                      <a:pt x="23309" y="9400"/>
                      <a:pt x="22723" y="9589"/>
                      <a:pt x="22137" y="9651"/>
                    </a:cubicBezTo>
                    <a:cubicBezTo>
                      <a:pt x="21898" y="9676"/>
                      <a:pt x="21659" y="9688"/>
                      <a:pt x="21419" y="9688"/>
                    </a:cubicBezTo>
                    <a:cubicBezTo>
                      <a:pt x="21052" y="9688"/>
                      <a:pt x="20684" y="9660"/>
                      <a:pt x="20317" y="9610"/>
                    </a:cubicBezTo>
                    <a:cubicBezTo>
                      <a:pt x="19124" y="9442"/>
                      <a:pt x="17974" y="9066"/>
                      <a:pt x="16990" y="8543"/>
                    </a:cubicBezTo>
                    <a:cubicBezTo>
                      <a:pt x="16509" y="8271"/>
                      <a:pt x="16049" y="7957"/>
                      <a:pt x="15714" y="7580"/>
                    </a:cubicBezTo>
                    <a:cubicBezTo>
                      <a:pt x="15630" y="7496"/>
                      <a:pt x="15546" y="7392"/>
                      <a:pt x="15463" y="7287"/>
                    </a:cubicBezTo>
                    <a:cubicBezTo>
                      <a:pt x="15379" y="7182"/>
                      <a:pt x="15295" y="7078"/>
                      <a:pt x="15212" y="6973"/>
                    </a:cubicBezTo>
                    <a:cubicBezTo>
                      <a:pt x="15065" y="6743"/>
                      <a:pt x="14940" y="6534"/>
                      <a:pt x="14814" y="6325"/>
                    </a:cubicBezTo>
                    <a:cubicBezTo>
                      <a:pt x="14605" y="5885"/>
                      <a:pt x="14500" y="5425"/>
                      <a:pt x="14647" y="5153"/>
                    </a:cubicBezTo>
                    <a:cubicBezTo>
                      <a:pt x="14793" y="4860"/>
                      <a:pt x="15212" y="4693"/>
                      <a:pt x="15630" y="4630"/>
                    </a:cubicBezTo>
                    <a:cubicBezTo>
                      <a:pt x="15805" y="4604"/>
                      <a:pt x="15984" y="4592"/>
                      <a:pt x="16164" y="4592"/>
                    </a:cubicBezTo>
                    <a:cubicBezTo>
                      <a:pt x="16413" y="4592"/>
                      <a:pt x="16663" y="4614"/>
                      <a:pt x="16906" y="4651"/>
                    </a:cubicBezTo>
                    <a:cubicBezTo>
                      <a:pt x="17325" y="4714"/>
                      <a:pt x="17722" y="4818"/>
                      <a:pt x="18099" y="4944"/>
                    </a:cubicBezTo>
                    <a:cubicBezTo>
                      <a:pt x="18852" y="5195"/>
                      <a:pt x="19501" y="5530"/>
                      <a:pt x="19940" y="5948"/>
                    </a:cubicBezTo>
                    <a:cubicBezTo>
                      <a:pt x="20171" y="6157"/>
                      <a:pt x="20359" y="6387"/>
                      <a:pt x="20463" y="6618"/>
                    </a:cubicBezTo>
                    <a:cubicBezTo>
                      <a:pt x="20484" y="6680"/>
                      <a:pt x="20505" y="6743"/>
                      <a:pt x="20526" y="6806"/>
                    </a:cubicBezTo>
                    <a:cubicBezTo>
                      <a:pt x="20547" y="6827"/>
                      <a:pt x="20547" y="6869"/>
                      <a:pt x="20568" y="6890"/>
                    </a:cubicBezTo>
                    <a:cubicBezTo>
                      <a:pt x="20568" y="6910"/>
                      <a:pt x="20568" y="6931"/>
                      <a:pt x="20568" y="6952"/>
                    </a:cubicBezTo>
                    <a:cubicBezTo>
                      <a:pt x="20589" y="7015"/>
                      <a:pt x="20589" y="7099"/>
                      <a:pt x="20589" y="7182"/>
                    </a:cubicBezTo>
                    <a:cubicBezTo>
                      <a:pt x="20505" y="7224"/>
                      <a:pt x="20401" y="7245"/>
                      <a:pt x="20317" y="7245"/>
                    </a:cubicBezTo>
                    <a:cubicBezTo>
                      <a:pt x="20212" y="7245"/>
                      <a:pt x="20066" y="7224"/>
                      <a:pt x="19961" y="7203"/>
                    </a:cubicBezTo>
                    <a:cubicBezTo>
                      <a:pt x="19752" y="7141"/>
                      <a:pt x="19564" y="7036"/>
                      <a:pt x="19417" y="6952"/>
                    </a:cubicBezTo>
                    <a:cubicBezTo>
                      <a:pt x="19192" y="6814"/>
                      <a:pt x="19038" y="6732"/>
                      <a:pt x="18980" y="6732"/>
                    </a:cubicBezTo>
                    <a:cubicBezTo>
                      <a:pt x="18968" y="6732"/>
                      <a:pt x="18961" y="6736"/>
                      <a:pt x="18957" y="6743"/>
                    </a:cubicBezTo>
                    <a:cubicBezTo>
                      <a:pt x="18936" y="6764"/>
                      <a:pt x="19062" y="6890"/>
                      <a:pt x="19334" y="7099"/>
                    </a:cubicBezTo>
                    <a:cubicBezTo>
                      <a:pt x="19459" y="7203"/>
                      <a:pt x="19626" y="7350"/>
                      <a:pt x="19878" y="7454"/>
                    </a:cubicBezTo>
                    <a:cubicBezTo>
                      <a:pt x="20003" y="7496"/>
                      <a:pt x="20150" y="7538"/>
                      <a:pt x="20317" y="7538"/>
                    </a:cubicBezTo>
                    <a:cubicBezTo>
                      <a:pt x="20352" y="7542"/>
                      <a:pt x="20387" y="7544"/>
                      <a:pt x="20423" y="7544"/>
                    </a:cubicBezTo>
                    <a:cubicBezTo>
                      <a:pt x="20582" y="7544"/>
                      <a:pt x="20753" y="7510"/>
                      <a:pt x="20924" y="7475"/>
                    </a:cubicBezTo>
                    <a:cubicBezTo>
                      <a:pt x="20945" y="7329"/>
                      <a:pt x="20966" y="7141"/>
                      <a:pt x="20966" y="6952"/>
                    </a:cubicBezTo>
                    <a:cubicBezTo>
                      <a:pt x="20945" y="6910"/>
                      <a:pt x="20945" y="6869"/>
                      <a:pt x="20945" y="6806"/>
                    </a:cubicBezTo>
                    <a:cubicBezTo>
                      <a:pt x="20924" y="6764"/>
                      <a:pt x="20924" y="6743"/>
                      <a:pt x="20903" y="6701"/>
                    </a:cubicBezTo>
                    <a:cubicBezTo>
                      <a:pt x="20903" y="6618"/>
                      <a:pt x="20861" y="6534"/>
                      <a:pt x="20840" y="6471"/>
                    </a:cubicBezTo>
                    <a:cubicBezTo>
                      <a:pt x="20715" y="6157"/>
                      <a:pt x="20526" y="5885"/>
                      <a:pt x="20275" y="5613"/>
                    </a:cubicBezTo>
                    <a:cubicBezTo>
                      <a:pt x="19773" y="5111"/>
                      <a:pt x="19082" y="4693"/>
                      <a:pt x="18287" y="4400"/>
                    </a:cubicBezTo>
                    <a:cubicBezTo>
                      <a:pt x="17890" y="4253"/>
                      <a:pt x="17471" y="4128"/>
                      <a:pt x="17011" y="4044"/>
                    </a:cubicBezTo>
                    <a:cubicBezTo>
                      <a:pt x="16674" y="3983"/>
                      <a:pt x="16326" y="3944"/>
                      <a:pt x="15958" y="3944"/>
                    </a:cubicBezTo>
                    <a:cubicBezTo>
                      <a:pt x="15824" y="3944"/>
                      <a:pt x="15687" y="3949"/>
                      <a:pt x="15546" y="3960"/>
                    </a:cubicBezTo>
                    <a:cubicBezTo>
                      <a:pt x="15274" y="4002"/>
                      <a:pt x="15002" y="4044"/>
                      <a:pt x="14730" y="4169"/>
                    </a:cubicBezTo>
                    <a:cubicBezTo>
                      <a:pt x="14479" y="4295"/>
                      <a:pt x="14186" y="4504"/>
                      <a:pt x="14019" y="4818"/>
                    </a:cubicBezTo>
                    <a:cubicBezTo>
                      <a:pt x="13852" y="5132"/>
                      <a:pt x="13831" y="5488"/>
                      <a:pt x="13872" y="5781"/>
                    </a:cubicBezTo>
                    <a:cubicBezTo>
                      <a:pt x="13914" y="6094"/>
                      <a:pt x="14019" y="6387"/>
                      <a:pt x="14145" y="6659"/>
                    </a:cubicBezTo>
                    <a:cubicBezTo>
                      <a:pt x="14270" y="6910"/>
                      <a:pt x="14417" y="7162"/>
                      <a:pt x="14584" y="7413"/>
                    </a:cubicBezTo>
                    <a:cubicBezTo>
                      <a:pt x="14668" y="7517"/>
                      <a:pt x="14751" y="7643"/>
                      <a:pt x="14835" y="7768"/>
                    </a:cubicBezTo>
                    <a:cubicBezTo>
                      <a:pt x="14940" y="7873"/>
                      <a:pt x="15023" y="7978"/>
                      <a:pt x="15128" y="8103"/>
                    </a:cubicBezTo>
                    <a:cubicBezTo>
                      <a:pt x="15546" y="8584"/>
                      <a:pt x="16049" y="8940"/>
                      <a:pt x="16593" y="9254"/>
                    </a:cubicBezTo>
                    <a:cubicBezTo>
                      <a:pt x="17660" y="9861"/>
                      <a:pt x="18894" y="10279"/>
                      <a:pt x="20191" y="10467"/>
                    </a:cubicBezTo>
                    <a:cubicBezTo>
                      <a:pt x="20615" y="10534"/>
                      <a:pt x="21039" y="10575"/>
                      <a:pt x="21474" y="10575"/>
                    </a:cubicBezTo>
                    <a:cubicBezTo>
                      <a:pt x="21725" y="10575"/>
                      <a:pt x="21981" y="10561"/>
                      <a:pt x="22242" y="10530"/>
                    </a:cubicBezTo>
                    <a:cubicBezTo>
                      <a:pt x="22932" y="10447"/>
                      <a:pt x="23665" y="10258"/>
                      <a:pt x="24292" y="9819"/>
                    </a:cubicBezTo>
                    <a:cubicBezTo>
                      <a:pt x="24627" y="9610"/>
                      <a:pt x="24899" y="9317"/>
                      <a:pt x="25129" y="9003"/>
                    </a:cubicBezTo>
                    <a:cubicBezTo>
                      <a:pt x="25360" y="8668"/>
                      <a:pt x="25527" y="8312"/>
                      <a:pt x="25632" y="7936"/>
                    </a:cubicBezTo>
                    <a:cubicBezTo>
                      <a:pt x="25715" y="7559"/>
                      <a:pt x="25778" y="7182"/>
                      <a:pt x="25778" y="6785"/>
                    </a:cubicBezTo>
                    <a:cubicBezTo>
                      <a:pt x="25778" y="6408"/>
                      <a:pt x="25736" y="6011"/>
                      <a:pt x="25611" y="5634"/>
                    </a:cubicBezTo>
                    <a:cubicBezTo>
                      <a:pt x="25464" y="5111"/>
                      <a:pt x="25192" y="4672"/>
                      <a:pt x="24878" y="4274"/>
                    </a:cubicBezTo>
                    <a:cubicBezTo>
                      <a:pt x="24564" y="3877"/>
                      <a:pt x="24188" y="3542"/>
                      <a:pt x="23790" y="3270"/>
                    </a:cubicBezTo>
                    <a:cubicBezTo>
                      <a:pt x="23016" y="2705"/>
                      <a:pt x="22179" y="2307"/>
                      <a:pt x="21342" y="1973"/>
                    </a:cubicBezTo>
                    <a:cubicBezTo>
                      <a:pt x="19668" y="1345"/>
                      <a:pt x="17994" y="989"/>
                      <a:pt x="16404" y="717"/>
                    </a:cubicBezTo>
                    <a:cubicBezTo>
                      <a:pt x="13203" y="215"/>
                      <a:pt x="10295" y="68"/>
                      <a:pt x="7867" y="27"/>
                    </a:cubicBezTo>
                    <a:cubicBezTo>
                      <a:pt x="7157" y="8"/>
                      <a:pt x="6485" y="1"/>
                      <a:pt x="58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1"/>
              <p:cNvSpPr/>
              <p:nvPr/>
            </p:nvSpPr>
            <p:spPr>
              <a:xfrm>
                <a:off x="1840825" y="4319275"/>
                <a:ext cx="363550" cy="385675"/>
              </a:xfrm>
              <a:custGeom>
                <a:avLst/>
                <a:gdLst/>
                <a:ahLst/>
                <a:cxnLst/>
                <a:rect l="l" t="t" r="r" b="b"/>
                <a:pathLst>
                  <a:path w="14542" h="15427" extrusionOk="0">
                    <a:moveTo>
                      <a:pt x="2071" y="0"/>
                    </a:moveTo>
                    <a:cubicBezTo>
                      <a:pt x="1904" y="147"/>
                      <a:pt x="1737" y="314"/>
                      <a:pt x="1590" y="481"/>
                    </a:cubicBezTo>
                    <a:cubicBezTo>
                      <a:pt x="1548" y="502"/>
                      <a:pt x="1507" y="565"/>
                      <a:pt x="1465" y="607"/>
                    </a:cubicBezTo>
                    <a:lnTo>
                      <a:pt x="1360" y="711"/>
                    </a:lnTo>
                    <a:cubicBezTo>
                      <a:pt x="1318" y="774"/>
                      <a:pt x="1276" y="816"/>
                      <a:pt x="1255" y="879"/>
                    </a:cubicBezTo>
                    <a:cubicBezTo>
                      <a:pt x="1088" y="1067"/>
                      <a:pt x="963" y="1297"/>
                      <a:pt x="858" y="1507"/>
                    </a:cubicBezTo>
                    <a:cubicBezTo>
                      <a:pt x="628" y="1946"/>
                      <a:pt x="460" y="2385"/>
                      <a:pt x="335" y="2846"/>
                    </a:cubicBezTo>
                    <a:cubicBezTo>
                      <a:pt x="105" y="3724"/>
                      <a:pt x="42" y="4603"/>
                      <a:pt x="21" y="5419"/>
                    </a:cubicBezTo>
                    <a:cubicBezTo>
                      <a:pt x="0" y="7072"/>
                      <a:pt x="188" y="8516"/>
                      <a:pt x="398" y="9709"/>
                    </a:cubicBezTo>
                    <a:cubicBezTo>
                      <a:pt x="607" y="10922"/>
                      <a:pt x="816" y="11864"/>
                      <a:pt x="983" y="12533"/>
                    </a:cubicBezTo>
                    <a:cubicBezTo>
                      <a:pt x="1151" y="13182"/>
                      <a:pt x="1276" y="13538"/>
                      <a:pt x="1339" y="13538"/>
                    </a:cubicBezTo>
                    <a:cubicBezTo>
                      <a:pt x="1402" y="13517"/>
                      <a:pt x="1381" y="13140"/>
                      <a:pt x="1339" y="12471"/>
                    </a:cubicBezTo>
                    <a:cubicBezTo>
                      <a:pt x="1276" y="11801"/>
                      <a:pt x="1151" y="10818"/>
                      <a:pt x="1025" y="9625"/>
                    </a:cubicBezTo>
                    <a:cubicBezTo>
                      <a:pt x="900" y="8432"/>
                      <a:pt x="774" y="7009"/>
                      <a:pt x="858" y="5461"/>
                    </a:cubicBezTo>
                    <a:cubicBezTo>
                      <a:pt x="879" y="4687"/>
                      <a:pt x="983" y="3871"/>
                      <a:pt x="1193" y="3076"/>
                    </a:cubicBezTo>
                    <a:cubicBezTo>
                      <a:pt x="1318" y="2678"/>
                      <a:pt x="1465" y="2281"/>
                      <a:pt x="1653" y="1925"/>
                    </a:cubicBezTo>
                    <a:cubicBezTo>
                      <a:pt x="1737" y="1758"/>
                      <a:pt x="1862" y="1569"/>
                      <a:pt x="1967" y="1402"/>
                    </a:cubicBezTo>
                    <a:cubicBezTo>
                      <a:pt x="2009" y="1381"/>
                      <a:pt x="2030" y="1339"/>
                      <a:pt x="2071" y="1297"/>
                    </a:cubicBezTo>
                    <a:lnTo>
                      <a:pt x="2071" y="1276"/>
                    </a:lnTo>
                    <a:lnTo>
                      <a:pt x="2113" y="1318"/>
                    </a:lnTo>
                    <a:cubicBezTo>
                      <a:pt x="2155" y="1360"/>
                      <a:pt x="2197" y="1402"/>
                      <a:pt x="2239" y="1444"/>
                    </a:cubicBezTo>
                    <a:cubicBezTo>
                      <a:pt x="2302" y="1527"/>
                      <a:pt x="2364" y="1611"/>
                      <a:pt x="2448" y="1716"/>
                    </a:cubicBezTo>
                    <a:cubicBezTo>
                      <a:pt x="2574" y="1883"/>
                      <a:pt x="2699" y="2051"/>
                      <a:pt x="2825" y="2239"/>
                    </a:cubicBezTo>
                    <a:cubicBezTo>
                      <a:pt x="3055" y="2595"/>
                      <a:pt x="3264" y="2992"/>
                      <a:pt x="3432" y="3369"/>
                    </a:cubicBezTo>
                    <a:cubicBezTo>
                      <a:pt x="3787" y="4164"/>
                      <a:pt x="4017" y="4959"/>
                      <a:pt x="4143" y="5733"/>
                    </a:cubicBezTo>
                    <a:cubicBezTo>
                      <a:pt x="4415" y="7281"/>
                      <a:pt x="4289" y="8746"/>
                      <a:pt x="3913" y="9876"/>
                    </a:cubicBezTo>
                    <a:cubicBezTo>
                      <a:pt x="3641" y="10734"/>
                      <a:pt x="3222" y="11382"/>
                      <a:pt x="2846" y="11864"/>
                    </a:cubicBezTo>
                    <a:cubicBezTo>
                      <a:pt x="2490" y="12136"/>
                      <a:pt x="2239" y="12429"/>
                      <a:pt x="2030" y="12701"/>
                    </a:cubicBezTo>
                    <a:cubicBezTo>
                      <a:pt x="1820" y="12889"/>
                      <a:pt x="1695" y="12994"/>
                      <a:pt x="1716" y="13015"/>
                    </a:cubicBezTo>
                    <a:cubicBezTo>
                      <a:pt x="1716" y="13035"/>
                      <a:pt x="1758" y="13035"/>
                      <a:pt x="1799" y="13035"/>
                    </a:cubicBezTo>
                    <a:cubicBezTo>
                      <a:pt x="1548" y="13433"/>
                      <a:pt x="1465" y="13705"/>
                      <a:pt x="1507" y="13726"/>
                    </a:cubicBezTo>
                    <a:cubicBezTo>
                      <a:pt x="1510" y="13728"/>
                      <a:pt x="1514" y="13729"/>
                      <a:pt x="1519" y="13729"/>
                    </a:cubicBezTo>
                    <a:cubicBezTo>
                      <a:pt x="1594" y="13729"/>
                      <a:pt x="1806" y="13407"/>
                      <a:pt x="2260" y="12973"/>
                    </a:cubicBezTo>
                    <a:cubicBezTo>
                      <a:pt x="2741" y="12491"/>
                      <a:pt x="3536" y="11906"/>
                      <a:pt x="4666" y="11529"/>
                    </a:cubicBezTo>
                    <a:cubicBezTo>
                      <a:pt x="5393" y="11300"/>
                      <a:pt x="6249" y="11158"/>
                      <a:pt x="7186" y="11158"/>
                    </a:cubicBezTo>
                    <a:cubicBezTo>
                      <a:pt x="7705" y="11158"/>
                      <a:pt x="8249" y="11202"/>
                      <a:pt x="8809" y="11299"/>
                    </a:cubicBezTo>
                    <a:cubicBezTo>
                      <a:pt x="9583" y="11424"/>
                      <a:pt x="10378" y="11655"/>
                      <a:pt x="11152" y="12010"/>
                    </a:cubicBezTo>
                    <a:cubicBezTo>
                      <a:pt x="11550" y="12178"/>
                      <a:pt x="11927" y="12387"/>
                      <a:pt x="12303" y="12617"/>
                    </a:cubicBezTo>
                    <a:cubicBezTo>
                      <a:pt x="12471" y="12743"/>
                      <a:pt x="12659" y="12868"/>
                      <a:pt x="12826" y="13015"/>
                    </a:cubicBezTo>
                    <a:cubicBezTo>
                      <a:pt x="12910" y="13077"/>
                      <a:pt x="12994" y="13140"/>
                      <a:pt x="13077" y="13224"/>
                    </a:cubicBezTo>
                    <a:cubicBezTo>
                      <a:pt x="13119" y="13245"/>
                      <a:pt x="13161" y="13287"/>
                      <a:pt x="13203" y="13328"/>
                    </a:cubicBezTo>
                    <a:lnTo>
                      <a:pt x="13245" y="13370"/>
                    </a:lnTo>
                    <a:cubicBezTo>
                      <a:pt x="13203" y="13412"/>
                      <a:pt x="13161" y="13433"/>
                      <a:pt x="13119" y="13475"/>
                    </a:cubicBezTo>
                    <a:cubicBezTo>
                      <a:pt x="12952" y="13600"/>
                      <a:pt x="12784" y="13705"/>
                      <a:pt x="12617" y="13789"/>
                    </a:cubicBezTo>
                    <a:cubicBezTo>
                      <a:pt x="12240" y="13998"/>
                      <a:pt x="11864" y="14144"/>
                      <a:pt x="11466" y="14249"/>
                    </a:cubicBezTo>
                    <a:cubicBezTo>
                      <a:pt x="10671" y="14458"/>
                      <a:pt x="9855" y="14563"/>
                      <a:pt x="9081" y="14605"/>
                    </a:cubicBezTo>
                    <a:cubicBezTo>
                      <a:pt x="8793" y="14616"/>
                      <a:pt x="8510" y="14621"/>
                      <a:pt x="8232" y="14621"/>
                    </a:cubicBezTo>
                    <a:cubicBezTo>
                      <a:pt x="6997" y="14621"/>
                      <a:pt x="5870" y="14519"/>
                      <a:pt x="4896" y="14416"/>
                    </a:cubicBezTo>
                    <a:cubicBezTo>
                      <a:pt x="3704" y="14312"/>
                      <a:pt x="2741" y="14186"/>
                      <a:pt x="2071" y="14123"/>
                    </a:cubicBezTo>
                    <a:cubicBezTo>
                      <a:pt x="1737" y="14092"/>
                      <a:pt x="1475" y="14076"/>
                      <a:pt x="1295" y="14076"/>
                    </a:cubicBezTo>
                    <a:cubicBezTo>
                      <a:pt x="1114" y="14076"/>
                      <a:pt x="1015" y="14092"/>
                      <a:pt x="1004" y="14123"/>
                    </a:cubicBezTo>
                    <a:cubicBezTo>
                      <a:pt x="1004" y="14186"/>
                      <a:pt x="1360" y="14291"/>
                      <a:pt x="2009" y="14458"/>
                    </a:cubicBezTo>
                    <a:cubicBezTo>
                      <a:pt x="2657" y="14626"/>
                      <a:pt x="3620" y="14856"/>
                      <a:pt x="4812" y="15065"/>
                    </a:cubicBezTo>
                    <a:cubicBezTo>
                      <a:pt x="5920" y="15237"/>
                      <a:pt x="7219" y="15426"/>
                      <a:pt x="8678" y="15426"/>
                    </a:cubicBezTo>
                    <a:cubicBezTo>
                      <a:pt x="8818" y="15426"/>
                      <a:pt x="8959" y="15424"/>
                      <a:pt x="9102" y="15421"/>
                    </a:cubicBezTo>
                    <a:cubicBezTo>
                      <a:pt x="9939" y="15421"/>
                      <a:pt x="10797" y="15337"/>
                      <a:pt x="11696" y="15107"/>
                    </a:cubicBezTo>
                    <a:cubicBezTo>
                      <a:pt x="12136" y="14981"/>
                      <a:pt x="12596" y="14835"/>
                      <a:pt x="13035" y="14605"/>
                    </a:cubicBezTo>
                    <a:cubicBezTo>
                      <a:pt x="13245" y="14479"/>
                      <a:pt x="13454" y="14354"/>
                      <a:pt x="13663" y="14207"/>
                    </a:cubicBezTo>
                    <a:cubicBezTo>
                      <a:pt x="13726" y="14165"/>
                      <a:pt x="13768" y="14123"/>
                      <a:pt x="13810" y="14082"/>
                    </a:cubicBezTo>
                    <a:lnTo>
                      <a:pt x="13935" y="13977"/>
                    </a:lnTo>
                    <a:cubicBezTo>
                      <a:pt x="13977" y="13935"/>
                      <a:pt x="14019" y="13914"/>
                      <a:pt x="14061" y="13872"/>
                    </a:cubicBezTo>
                    <a:cubicBezTo>
                      <a:pt x="14228" y="13705"/>
                      <a:pt x="14375" y="13538"/>
                      <a:pt x="14542" y="13391"/>
                    </a:cubicBezTo>
                    <a:cubicBezTo>
                      <a:pt x="14375" y="13203"/>
                      <a:pt x="14207" y="13035"/>
                      <a:pt x="14040" y="12847"/>
                    </a:cubicBezTo>
                    <a:cubicBezTo>
                      <a:pt x="13998" y="12805"/>
                      <a:pt x="13956" y="12763"/>
                      <a:pt x="13914" y="12722"/>
                    </a:cubicBezTo>
                    <a:lnTo>
                      <a:pt x="13831" y="12659"/>
                    </a:lnTo>
                    <a:cubicBezTo>
                      <a:pt x="13768" y="12617"/>
                      <a:pt x="13726" y="12575"/>
                      <a:pt x="13684" y="12533"/>
                    </a:cubicBezTo>
                    <a:cubicBezTo>
                      <a:pt x="13579" y="12450"/>
                      <a:pt x="13496" y="12366"/>
                      <a:pt x="13391" y="12282"/>
                    </a:cubicBezTo>
                    <a:cubicBezTo>
                      <a:pt x="13203" y="12136"/>
                      <a:pt x="12994" y="11989"/>
                      <a:pt x="12784" y="11864"/>
                    </a:cubicBezTo>
                    <a:cubicBezTo>
                      <a:pt x="12366" y="11592"/>
                      <a:pt x="11947" y="11382"/>
                      <a:pt x="11508" y="11194"/>
                    </a:cubicBezTo>
                    <a:cubicBezTo>
                      <a:pt x="10650" y="10818"/>
                      <a:pt x="9771" y="10587"/>
                      <a:pt x="8934" y="10462"/>
                    </a:cubicBezTo>
                    <a:cubicBezTo>
                      <a:pt x="8466" y="10398"/>
                      <a:pt x="8005" y="10368"/>
                      <a:pt x="7559" y="10368"/>
                    </a:cubicBezTo>
                    <a:cubicBezTo>
                      <a:pt x="6391" y="10368"/>
                      <a:pt x="5320" y="10574"/>
                      <a:pt x="4457" y="10922"/>
                    </a:cubicBezTo>
                    <a:cubicBezTo>
                      <a:pt x="4289" y="10985"/>
                      <a:pt x="4143" y="11069"/>
                      <a:pt x="3976" y="11131"/>
                    </a:cubicBezTo>
                    <a:cubicBezTo>
                      <a:pt x="4185" y="10818"/>
                      <a:pt x="4373" y="10483"/>
                      <a:pt x="4520" y="10085"/>
                    </a:cubicBezTo>
                    <a:cubicBezTo>
                      <a:pt x="5001" y="8872"/>
                      <a:pt x="5210" y="7302"/>
                      <a:pt x="4980" y="5608"/>
                    </a:cubicBezTo>
                    <a:cubicBezTo>
                      <a:pt x="4854" y="4750"/>
                      <a:pt x="4624" y="3871"/>
                      <a:pt x="4248" y="3013"/>
                    </a:cubicBezTo>
                    <a:cubicBezTo>
                      <a:pt x="4059" y="2595"/>
                      <a:pt x="3850" y="2155"/>
                      <a:pt x="3578" y="1758"/>
                    </a:cubicBezTo>
                    <a:cubicBezTo>
                      <a:pt x="3452" y="1548"/>
                      <a:pt x="3306" y="1339"/>
                      <a:pt x="3160" y="1151"/>
                    </a:cubicBezTo>
                    <a:cubicBezTo>
                      <a:pt x="3076" y="1046"/>
                      <a:pt x="3013" y="942"/>
                      <a:pt x="2929" y="858"/>
                    </a:cubicBezTo>
                    <a:cubicBezTo>
                      <a:pt x="2888" y="816"/>
                      <a:pt x="2846" y="753"/>
                      <a:pt x="2804" y="711"/>
                    </a:cubicBezTo>
                    <a:lnTo>
                      <a:pt x="2720" y="628"/>
                    </a:lnTo>
                    <a:cubicBezTo>
                      <a:pt x="2678" y="586"/>
                      <a:pt x="2636" y="544"/>
                      <a:pt x="2595" y="502"/>
                    </a:cubicBezTo>
                    <a:cubicBezTo>
                      <a:pt x="2427" y="335"/>
                      <a:pt x="2239" y="167"/>
                      <a:pt x="207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0" name="Google Shape;320;p11"/>
            <p:cNvGrpSpPr/>
            <p:nvPr/>
          </p:nvGrpSpPr>
          <p:grpSpPr>
            <a:xfrm>
              <a:off x="3476925" y="146040"/>
              <a:ext cx="2190156" cy="289410"/>
              <a:chOff x="3476925" y="146040"/>
              <a:chExt cx="2190156" cy="289410"/>
            </a:xfrm>
          </p:grpSpPr>
          <p:sp>
            <p:nvSpPr>
              <p:cNvPr id="321" name="Google Shape;321;p11"/>
              <p:cNvSpPr/>
              <p:nvPr/>
            </p:nvSpPr>
            <p:spPr>
              <a:xfrm rot="10800000" flipH="1">
                <a:off x="3476925" y="146040"/>
                <a:ext cx="1095081" cy="289410"/>
              </a:xfrm>
              <a:custGeom>
                <a:avLst/>
                <a:gdLst/>
                <a:ahLst/>
                <a:cxnLst/>
                <a:rect l="l" t="t" r="r" b="b"/>
                <a:pathLst>
                  <a:path w="37327" h="9864" extrusionOk="0">
                    <a:moveTo>
                      <a:pt x="5713" y="3645"/>
                    </a:moveTo>
                    <a:lnTo>
                      <a:pt x="5713" y="3645"/>
                    </a:lnTo>
                    <a:cubicBezTo>
                      <a:pt x="5803" y="3773"/>
                      <a:pt x="5890" y="3903"/>
                      <a:pt x="5971" y="4036"/>
                    </a:cubicBezTo>
                    <a:cubicBezTo>
                      <a:pt x="6605" y="5071"/>
                      <a:pt x="6972" y="6271"/>
                      <a:pt x="6905" y="7472"/>
                    </a:cubicBezTo>
                    <a:cubicBezTo>
                      <a:pt x="6839" y="8039"/>
                      <a:pt x="6638" y="8640"/>
                      <a:pt x="6238" y="8973"/>
                    </a:cubicBezTo>
                    <a:cubicBezTo>
                      <a:pt x="5965" y="9201"/>
                      <a:pt x="5600" y="9319"/>
                      <a:pt x="5236" y="9319"/>
                    </a:cubicBezTo>
                    <a:cubicBezTo>
                      <a:pt x="5066" y="9319"/>
                      <a:pt x="4897" y="9293"/>
                      <a:pt x="4737" y="9240"/>
                    </a:cubicBezTo>
                    <a:cubicBezTo>
                      <a:pt x="4203" y="9107"/>
                      <a:pt x="3770" y="8707"/>
                      <a:pt x="3536" y="8206"/>
                    </a:cubicBezTo>
                    <a:cubicBezTo>
                      <a:pt x="3303" y="7706"/>
                      <a:pt x="3269" y="7105"/>
                      <a:pt x="3369" y="6572"/>
                    </a:cubicBezTo>
                    <a:cubicBezTo>
                      <a:pt x="3603" y="5438"/>
                      <a:pt x="4437" y="4503"/>
                      <a:pt x="5404" y="3836"/>
                    </a:cubicBezTo>
                    <a:cubicBezTo>
                      <a:pt x="5506" y="3769"/>
                      <a:pt x="5609" y="3705"/>
                      <a:pt x="5713" y="3645"/>
                    </a:cubicBezTo>
                    <a:close/>
                    <a:moveTo>
                      <a:pt x="0" y="0"/>
                    </a:moveTo>
                    <a:cubicBezTo>
                      <a:pt x="1168" y="334"/>
                      <a:pt x="2335" y="801"/>
                      <a:pt x="3403" y="1468"/>
                    </a:cubicBezTo>
                    <a:cubicBezTo>
                      <a:pt x="4115" y="1928"/>
                      <a:pt x="4764" y="2482"/>
                      <a:pt x="5306" y="3121"/>
                    </a:cubicBezTo>
                    <a:lnTo>
                      <a:pt x="5306" y="3121"/>
                    </a:lnTo>
                    <a:cubicBezTo>
                      <a:pt x="5215" y="3179"/>
                      <a:pt x="5125" y="3239"/>
                      <a:pt x="5037" y="3303"/>
                    </a:cubicBezTo>
                    <a:cubicBezTo>
                      <a:pt x="4504" y="3670"/>
                      <a:pt x="4003" y="4103"/>
                      <a:pt x="3603" y="4637"/>
                    </a:cubicBezTo>
                    <a:cubicBezTo>
                      <a:pt x="3203" y="5171"/>
                      <a:pt x="2869" y="5771"/>
                      <a:pt x="2769" y="6438"/>
                    </a:cubicBezTo>
                    <a:cubicBezTo>
                      <a:pt x="2636" y="7105"/>
                      <a:pt x="2702" y="7839"/>
                      <a:pt x="3002" y="8473"/>
                    </a:cubicBezTo>
                    <a:cubicBezTo>
                      <a:pt x="3169" y="8773"/>
                      <a:pt x="3369" y="9040"/>
                      <a:pt x="3636" y="9274"/>
                    </a:cubicBezTo>
                    <a:cubicBezTo>
                      <a:pt x="3903" y="9507"/>
                      <a:pt x="4237" y="9674"/>
                      <a:pt x="4570" y="9774"/>
                    </a:cubicBezTo>
                    <a:cubicBezTo>
                      <a:pt x="4767" y="9833"/>
                      <a:pt x="4976" y="9863"/>
                      <a:pt x="5187" y="9863"/>
                    </a:cubicBezTo>
                    <a:cubicBezTo>
                      <a:pt x="5687" y="9863"/>
                      <a:pt x="6196" y="9693"/>
                      <a:pt x="6572" y="9340"/>
                    </a:cubicBezTo>
                    <a:cubicBezTo>
                      <a:pt x="7105" y="8840"/>
                      <a:pt x="7306" y="8139"/>
                      <a:pt x="7339" y="7506"/>
                    </a:cubicBezTo>
                    <a:cubicBezTo>
                      <a:pt x="7406" y="6171"/>
                      <a:pt x="6972" y="4904"/>
                      <a:pt x="6271" y="3836"/>
                    </a:cubicBezTo>
                    <a:cubicBezTo>
                      <a:pt x="6192" y="3715"/>
                      <a:pt x="6108" y="3596"/>
                      <a:pt x="6020" y="3480"/>
                    </a:cubicBezTo>
                    <a:lnTo>
                      <a:pt x="6020" y="3480"/>
                    </a:lnTo>
                    <a:cubicBezTo>
                      <a:pt x="6337" y="3321"/>
                      <a:pt x="6665" y="3189"/>
                      <a:pt x="7005" y="3069"/>
                    </a:cubicBezTo>
                    <a:cubicBezTo>
                      <a:pt x="7572" y="2902"/>
                      <a:pt x="8173" y="2769"/>
                      <a:pt x="8740" y="2736"/>
                    </a:cubicBezTo>
                    <a:cubicBezTo>
                      <a:pt x="9117" y="2694"/>
                      <a:pt x="9497" y="2675"/>
                      <a:pt x="9878" y="2675"/>
                    </a:cubicBezTo>
                    <a:cubicBezTo>
                      <a:pt x="10712" y="2675"/>
                      <a:pt x="11552" y="2765"/>
                      <a:pt x="12376" y="2902"/>
                    </a:cubicBezTo>
                    <a:cubicBezTo>
                      <a:pt x="14811" y="3303"/>
                      <a:pt x="17146" y="4137"/>
                      <a:pt x="19548" y="4837"/>
                    </a:cubicBezTo>
                    <a:cubicBezTo>
                      <a:pt x="21983" y="5538"/>
                      <a:pt x="24484" y="5938"/>
                      <a:pt x="26986" y="6071"/>
                    </a:cubicBezTo>
                    <a:cubicBezTo>
                      <a:pt x="27556" y="6101"/>
                      <a:pt x="28119" y="6118"/>
                      <a:pt x="28681" y="6118"/>
                    </a:cubicBezTo>
                    <a:cubicBezTo>
                      <a:pt x="29370" y="6118"/>
                      <a:pt x="30058" y="6093"/>
                      <a:pt x="30756" y="6038"/>
                    </a:cubicBezTo>
                    <a:cubicBezTo>
                      <a:pt x="31389" y="6005"/>
                      <a:pt x="31990" y="5971"/>
                      <a:pt x="32624" y="5871"/>
                    </a:cubicBezTo>
                    <a:cubicBezTo>
                      <a:pt x="33257" y="5804"/>
                      <a:pt x="33858" y="5738"/>
                      <a:pt x="34492" y="5571"/>
                    </a:cubicBezTo>
                    <a:cubicBezTo>
                      <a:pt x="35092" y="5404"/>
                      <a:pt x="35726" y="5137"/>
                      <a:pt x="36226" y="4737"/>
                    </a:cubicBezTo>
                    <a:cubicBezTo>
                      <a:pt x="36727" y="4303"/>
                      <a:pt x="37093" y="3736"/>
                      <a:pt x="37194" y="3102"/>
                    </a:cubicBezTo>
                    <a:cubicBezTo>
                      <a:pt x="37327" y="2435"/>
                      <a:pt x="36993" y="1768"/>
                      <a:pt x="36526" y="1368"/>
                    </a:cubicBezTo>
                    <a:cubicBezTo>
                      <a:pt x="36293" y="1134"/>
                      <a:pt x="35993" y="1001"/>
                      <a:pt x="35692" y="934"/>
                    </a:cubicBezTo>
                    <a:cubicBezTo>
                      <a:pt x="35628" y="920"/>
                      <a:pt x="35563" y="913"/>
                      <a:pt x="35496" y="913"/>
                    </a:cubicBezTo>
                    <a:cubicBezTo>
                      <a:pt x="35253" y="913"/>
                      <a:pt x="35002" y="1003"/>
                      <a:pt x="34792" y="1134"/>
                    </a:cubicBezTo>
                    <a:cubicBezTo>
                      <a:pt x="34974" y="1020"/>
                      <a:pt x="35188" y="969"/>
                      <a:pt x="35400" y="969"/>
                    </a:cubicBezTo>
                    <a:cubicBezTo>
                      <a:pt x="35499" y="969"/>
                      <a:pt x="35597" y="980"/>
                      <a:pt x="35692" y="1001"/>
                    </a:cubicBezTo>
                    <a:cubicBezTo>
                      <a:pt x="35993" y="1068"/>
                      <a:pt x="36260" y="1234"/>
                      <a:pt x="36460" y="1435"/>
                    </a:cubicBezTo>
                    <a:cubicBezTo>
                      <a:pt x="36893" y="1868"/>
                      <a:pt x="37160" y="2469"/>
                      <a:pt x="37027" y="3069"/>
                    </a:cubicBezTo>
                    <a:cubicBezTo>
                      <a:pt x="36893" y="3636"/>
                      <a:pt x="36526" y="4170"/>
                      <a:pt x="36059" y="4537"/>
                    </a:cubicBezTo>
                    <a:cubicBezTo>
                      <a:pt x="35592" y="4870"/>
                      <a:pt x="34992" y="5104"/>
                      <a:pt x="34425" y="5237"/>
                    </a:cubicBezTo>
                    <a:cubicBezTo>
                      <a:pt x="33824" y="5371"/>
                      <a:pt x="33191" y="5404"/>
                      <a:pt x="32590" y="5471"/>
                    </a:cubicBezTo>
                    <a:cubicBezTo>
                      <a:pt x="31956" y="5538"/>
                      <a:pt x="31356" y="5571"/>
                      <a:pt x="30722" y="5604"/>
                    </a:cubicBezTo>
                    <a:cubicBezTo>
                      <a:pt x="30392" y="5613"/>
                      <a:pt x="30061" y="5617"/>
                      <a:pt x="29730" y="5617"/>
                    </a:cubicBezTo>
                    <a:cubicBezTo>
                      <a:pt x="28827" y="5617"/>
                      <a:pt x="27923" y="5586"/>
                      <a:pt x="27020" y="5538"/>
                    </a:cubicBezTo>
                    <a:cubicBezTo>
                      <a:pt x="24551" y="5337"/>
                      <a:pt x="22116" y="4904"/>
                      <a:pt x="19748" y="4203"/>
                    </a:cubicBezTo>
                    <a:cubicBezTo>
                      <a:pt x="17379" y="3469"/>
                      <a:pt x="15011" y="2602"/>
                      <a:pt x="12509" y="2202"/>
                    </a:cubicBezTo>
                    <a:cubicBezTo>
                      <a:pt x="11639" y="2065"/>
                      <a:pt x="10770" y="1974"/>
                      <a:pt x="9889" y="1974"/>
                    </a:cubicBezTo>
                    <a:cubicBezTo>
                      <a:pt x="9486" y="1974"/>
                      <a:pt x="9081" y="1993"/>
                      <a:pt x="8673" y="2035"/>
                    </a:cubicBezTo>
                    <a:cubicBezTo>
                      <a:pt x="7614" y="2147"/>
                      <a:pt x="6532" y="2421"/>
                      <a:pt x="5582" y="2955"/>
                    </a:cubicBezTo>
                    <a:lnTo>
                      <a:pt x="5582" y="2955"/>
                    </a:lnTo>
                    <a:cubicBezTo>
                      <a:pt x="4977" y="2296"/>
                      <a:pt x="4257" y="1749"/>
                      <a:pt x="3503" y="1301"/>
                    </a:cubicBezTo>
                    <a:cubicBezTo>
                      <a:pt x="2402" y="667"/>
                      <a:pt x="1201" y="267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1"/>
              <p:cNvSpPr/>
              <p:nvPr/>
            </p:nvSpPr>
            <p:spPr>
              <a:xfrm rot="10800000">
                <a:off x="4572000" y="146040"/>
                <a:ext cx="1095081" cy="289410"/>
              </a:xfrm>
              <a:custGeom>
                <a:avLst/>
                <a:gdLst/>
                <a:ahLst/>
                <a:cxnLst/>
                <a:rect l="l" t="t" r="r" b="b"/>
                <a:pathLst>
                  <a:path w="37327" h="9864" extrusionOk="0">
                    <a:moveTo>
                      <a:pt x="5713" y="3645"/>
                    </a:moveTo>
                    <a:lnTo>
                      <a:pt x="5713" y="3645"/>
                    </a:lnTo>
                    <a:cubicBezTo>
                      <a:pt x="5803" y="3773"/>
                      <a:pt x="5890" y="3903"/>
                      <a:pt x="5971" y="4036"/>
                    </a:cubicBezTo>
                    <a:cubicBezTo>
                      <a:pt x="6605" y="5071"/>
                      <a:pt x="6972" y="6271"/>
                      <a:pt x="6905" y="7472"/>
                    </a:cubicBezTo>
                    <a:cubicBezTo>
                      <a:pt x="6839" y="8039"/>
                      <a:pt x="6638" y="8640"/>
                      <a:pt x="6238" y="8973"/>
                    </a:cubicBezTo>
                    <a:cubicBezTo>
                      <a:pt x="5965" y="9201"/>
                      <a:pt x="5600" y="9319"/>
                      <a:pt x="5236" y="9319"/>
                    </a:cubicBezTo>
                    <a:cubicBezTo>
                      <a:pt x="5066" y="9319"/>
                      <a:pt x="4897" y="9293"/>
                      <a:pt x="4737" y="9240"/>
                    </a:cubicBezTo>
                    <a:cubicBezTo>
                      <a:pt x="4203" y="9107"/>
                      <a:pt x="3770" y="8707"/>
                      <a:pt x="3536" y="8206"/>
                    </a:cubicBezTo>
                    <a:cubicBezTo>
                      <a:pt x="3303" y="7706"/>
                      <a:pt x="3269" y="7105"/>
                      <a:pt x="3369" y="6572"/>
                    </a:cubicBezTo>
                    <a:cubicBezTo>
                      <a:pt x="3603" y="5438"/>
                      <a:pt x="4437" y="4503"/>
                      <a:pt x="5404" y="3836"/>
                    </a:cubicBezTo>
                    <a:cubicBezTo>
                      <a:pt x="5506" y="3769"/>
                      <a:pt x="5609" y="3705"/>
                      <a:pt x="5713" y="3645"/>
                    </a:cubicBezTo>
                    <a:close/>
                    <a:moveTo>
                      <a:pt x="0" y="0"/>
                    </a:moveTo>
                    <a:cubicBezTo>
                      <a:pt x="1168" y="334"/>
                      <a:pt x="2335" y="801"/>
                      <a:pt x="3403" y="1468"/>
                    </a:cubicBezTo>
                    <a:cubicBezTo>
                      <a:pt x="4115" y="1928"/>
                      <a:pt x="4764" y="2482"/>
                      <a:pt x="5306" y="3121"/>
                    </a:cubicBezTo>
                    <a:lnTo>
                      <a:pt x="5306" y="3121"/>
                    </a:lnTo>
                    <a:cubicBezTo>
                      <a:pt x="5215" y="3179"/>
                      <a:pt x="5125" y="3239"/>
                      <a:pt x="5037" y="3303"/>
                    </a:cubicBezTo>
                    <a:cubicBezTo>
                      <a:pt x="4504" y="3670"/>
                      <a:pt x="4003" y="4103"/>
                      <a:pt x="3603" y="4637"/>
                    </a:cubicBezTo>
                    <a:cubicBezTo>
                      <a:pt x="3203" y="5171"/>
                      <a:pt x="2869" y="5771"/>
                      <a:pt x="2769" y="6438"/>
                    </a:cubicBezTo>
                    <a:cubicBezTo>
                      <a:pt x="2636" y="7105"/>
                      <a:pt x="2702" y="7839"/>
                      <a:pt x="3002" y="8473"/>
                    </a:cubicBezTo>
                    <a:cubicBezTo>
                      <a:pt x="3169" y="8773"/>
                      <a:pt x="3369" y="9040"/>
                      <a:pt x="3636" y="9274"/>
                    </a:cubicBezTo>
                    <a:cubicBezTo>
                      <a:pt x="3903" y="9507"/>
                      <a:pt x="4237" y="9674"/>
                      <a:pt x="4570" y="9774"/>
                    </a:cubicBezTo>
                    <a:cubicBezTo>
                      <a:pt x="4767" y="9833"/>
                      <a:pt x="4976" y="9863"/>
                      <a:pt x="5187" y="9863"/>
                    </a:cubicBezTo>
                    <a:cubicBezTo>
                      <a:pt x="5687" y="9863"/>
                      <a:pt x="6196" y="9693"/>
                      <a:pt x="6572" y="9340"/>
                    </a:cubicBezTo>
                    <a:cubicBezTo>
                      <a:pt x="7105" y="8840"/>
                      <a:pt x="7306" y="8139"/>
                      <a:pt x="7339" y="7506"/>
                    </a:cubicBezTo>
                    <a:cubicBezTo>
                      <a:pt x="7406" y="6171"/>
                      <a:pt x="6972" y="4904"/>
                      <a:pt x="6271" y="3836"/>
                    </a:cubicBezTo>
                    <a:cubicBezTo>
                      <a:pt x="6192" y="3715"/>
                      <a:pt x="6108" y="3596"/>
                      <a:pt x="6020" y="3480"/>
                    </a:cubicBezTo>
                    <a:lnTo>
                      <a:pt x="6020" y="3480"/>
                    </a:lnTo>
                    <a:cubicBezTo>
                      <a:pt x="6337" y="3321"/>
                      <a:pt x="6665" y="3189"/>
                      <a:pt x="7005" y="3069"/>
                    </a:cubicBezTo>
                    <a:cubicBezTo>
                      <a:pt x="7572" y="2902"/>
                      <a:pt x="8173" y="2769"/>
                      <a:pt x="8740" y="2736"/>
                    </a:cubicBezTo>
                    <a:cubicBezTo>
                      <a:pt x="9117" y="2694"/>
                      <a:pt x="9497" y="2675"/>
                      <a:pt x="9878" y="2675"/>
                    </a:cubicBezTo>
                    <a:cubicBezTo>
                      <a:pt x="10712" y="2675"/>
                      <a:pt x="11552" y="2765"/>
                      <a:pt x="12376" y="2902"/>
                    </a:cubicBezTo>
                    <a:cubicBezTo>
                      <a:pt x="14811" y="3303"/>
                      <a:pt x="17146" y="4137"/>
                      <a:pt x="19548" y="4837"/>
                    </a:cubicBezTo>
                    <a:cubicBezTo>
                      <a:pt x="21983" y="5538"/>
                      <a:pt x="24484" y="5938"/>
                      <a:pt x="26986" y="6071"/>
                    </a:cubicBezTo>
                    <a:cubicBezTo>
                      <a:pt x="27556" y="6101"/>
                      <a:pt x="28119" y="6118"/>
                      <a:pt x="28681" y="6118"/>
                    </a:cubicBezTo>
                    <a:cubicBezTo>
                      <a:pt x="29370" y="6118"/>
                      <a:pt x="30058" y="6093"/>
                      <a:pt x="30756" y="6038"/>
                    </a:cubicBezTo>
                    <a:cubicBezTo>
                      <a:pt x="31389" y="6005"/>
                      <a:pt x="31990" y="5971"/>
                      <a:pt x="32624" y="5871"/>
                    </a:cubicBezTo>
                    <a:cubicBezTo>
                      <a:pt x="33257" y="5804"/>
                      <a:pt x="33858" y="5738"/>
                      <a:pt x="34492" y="5571"/>
                    </a:cubicBezTo>
                    <a:cubicBezTo>
                      <a:pt x="35092" y="5404"/>
                      <a:pt x="35726" y="5137"/>
                      <a:pt x="36226" y="4737"/>
                    </a:cubicBezTo>
                    <a:cubicBezTo>
                      <a:pt x="36727" y="4303"/>
                      <a:pt x="37093" y="3736"/>
                      <a:pt x="37194" y="3102"/>
                    </a:cubicBezTo>
                    <a:cubicBezTo>
                      <a:pt x="37327" y="2435"/>
                      <a:pt x="36993" y="1768"/>
                      <a:pt x="36526" y="1368"/>
                    </a:cubicBezTo>
                    <a:cubicBezTo>
                      <a:pt x="36293" y="1134"/>
                      <a:pt x="35993" y="1001"/>
                      <a:pt x="35692" y="934"/>
                    </a:cubicBezTo>
                    <a:cubicBezTo>
                      <a:pt x="35628" y="920"/>
                      <a:pt x="35563" y="913"/>
                      <a:pt x="35496" y="913"/>
                    </a:cubicBezTo>
                    <a:cubicBezTo>
                      <a:pt x="35253" y="913"/>
                      <a:pt x="35002" y="1003"/>
                      <a:pt x="34792" y="1134"/>
                    </a:cubicBezTo>
                    <a:cubicBezTo>
                      <a:pt x="34974" y="1020"/>
                      <a:pt x="35188" y="969"/>
                      <a:pt x="35400" y="969"/>
                    </a:cubicBezTo>
                    <a:cubicBezTo>
                      <a:pt x="35499" y="969"/>
                      <a:pt x="35597" y="980"/>
                      <a:pt x="35692" y="1001"/>
                    </a:cubicBezTo>
                    <a:cubicBezTo>
                      <a:pt x="35993" y="1068"/>
                      <a:pt x="36260" y="1234"/>
                      <a:pt x="36460" y="1435"/>
                    </a:cubicBezTo>
                    <a:cubicBezTo>
                      <a:pt x="36893" y="1868"/>
                      <a:pt x="37160" y="2469"/>
                      <a:pt x="37027" y="3069"/>
                    </a:cubicBezTo>
                    <a:cubicBezTo>
                      <a:pt x="36893" y="3636"/>
                      <a:pt x="36526" y="4170"/>
                      <a:pt x="36059" y="4537"/>
                    </a:cubicBezTo>
                    <a:cubicBezTo>
                      <a:pt x="35592" y="4870"/>
                      <a:pt x="34992" y="5104"/>
                      <a:pt x="34425" y="5237"/>
                    </a:cubicBezTo>
                    <a:cubicBezTo>
                      <a:pt x="33824" y="5371"/>
                      <a:pt x="33191" y="5404"/>
                      <a:pt x="32590" y="5471"/>
                    </a:cubicBezTo>
                    <a:cubicBezTo>
                      <a:pt x="31956" y="5538"/>
                      <a:pt x="31356" y="5571"/>
                      <a:pt x="30722" y="5604"/>
                    </a:cubicBezTo>
                    <a:cubicBezTo>
                      <a:pt x="30392" y="5613"/>
                      <a:pt x="30061" y="5617"/>
                      <a:pt x="29730" y="5617"/>
                    </a:cubicBezTo>
                    <a:cubicBezTo>
                      <a:pt x="28827" y="5617"/>
                      <a:pt x="27923" y="5586"/>
                      <a:pt x="27020" y="5538"/>
                    </a:cubicBezTo>
                    <a:cubicBezTo>
                      <a:pt x="24551" y="5337"/>
                      <a:pt x="22116" y="4904"/>
                      <a:pt x="19748" y="4203"/>
                    </a:cubicBezTo>
                    <a:cubicBezTo>
                      <a:pt x="17379" y="3469"/>
                      <a:pt x="15011" y="2602"/>
                      <a:pt x="12509" y="2202"/>
                    </a:cubicBezTo>
                    <a:cubicBezTo>
                      <a:pt x="11639" y="2065"/>
                      <a:pt x="10770" y="1974"/>
                      <a:pt x="9889" y="1974"/>
                    </a:cubicBezTo>
                    <a:cubicBezTo>
                      <a:pt x="9486" y="1974"/>
                      <a:pt x="9081" y="1993"/>
                      <a:pt x="8673" y="2035"/>
                    </a:cubicBezTo>
                    <a:cubicBezTo>
                      <a:pt x="7614" y="2147"/>
                      <a:pt x="6532" y="2421"/>
                      <a:pt x="5582" y="2955"/>
                    </a:cubicBezTo>
                    <a:lnTo>
                      <a:pt x="5582" y="2955"/>
                    </a:lnTo>
                    <a:cubicBezTo>
                      <a:pt x="4977" y="2296"/>
                      <a:pt x="4257" y="1749"/>
                      <a:pt x="3503" y="1301"/>
                    </a:cubicBezTo>
                    <a:cubicBezTo>
                      <a:pt x="2402" y="667"/>
                      <a:pt x="1201" y="267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3" name="Google Shape;323;p11"/>
          <p:cNvSpPr txBox="1">
            <a:spLocks noGrp="1"/>
          </p:cNvSpPr>
          <p:nvPr>
            <p:ph type="title" hasCustomPrompt="1"/>
          </p:nvPr>
        </p:nvSpPr>
        <p:spPr>
          <a:xfrm>
            <a:off x="1580950" y="1212113"/>
            <a:ext cx="5982000" cy="1066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800"/>
              <a:buNone/>
              <a:defRPr sz="9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800"/>
              <a:buNone/>
              <a:defRPr sz="8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800"/>
              <a:buNone/>
              <a:defRPr sz="8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800"/>
              <a:buNone/>
              <a:defRPr sz="8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800"/>
              <a:buNone/>
              <a:defRPr sz="8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800"/>
              <a:buNone/>
              <a:defRPr sz="8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800"/>
              <a:buNone/>
              <a:defRPr sz="8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800"/>
              <a:buNone/>
              <a:defRPr sz="8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800"/>
              <a:buNone/>
              <a:defRPr sz="8800"/>
            </a:lvl9pPr>
          </a:lstStyle>
          <a:p>
            <a:r>
              <a:t>xx%</a:t>
            </a:r>
          </a:p>
        </p:txBody>
      </p:sp>
      <p:sp>
        <p:nvSpPr>
          <p:cNvPr id="324" name="Google Shape;324;p11"/>
          <p:cNvSpPr txBox="1">
            <a:spLocks noGrp="1"/>
          </p:cNvSpPr>
          <p:nvPr>
            <p:ph type="subTitle" idx="1"/>
          </p:nvPr>
        </p:nvSpPr>
        <p:spPr>
          <a:xfrm>
            <a:off x="1580963" y="3052415"/>
            <a:ext cx="2541900" cy="3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325" name="Google Shape;325;p11"/>
          <p:cNvSpPr txBox="1">
            <a:spLocks noGrp="1"/>
          </p:cNvSpPr>
          <p:nvPr>
            <p:ph type="subTitle" idx="2"/>
          </p:nvPr>
        </p:nvSpPr>
        <p:spPr>
          <a:xfrm>
            <a:off x="1580963" y="3331393"/>
            <a:ext cx="2541900" cy="6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26" name="Google Shape;326;p11"/>
          <p:cNvSpPr txBox="1">
            <a:spLocks noGrp="1"/>
          </p:cNvSpPr>
          <p:nvPr>
            <p:ph type="subTitle" idx="3"/>
          </p:nvPr>
        </p:nvSpPr>
        <p:spPr>
          <a:xfrm>
            <a:off x="5021138" y="3052415"/>
            <a:ext cx="2541900" cy="3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327" name="Google Shape;327;p11"/>
          <p:cNvSpPr txBox="1">
            <a:spLocks noGrp="1"/>
          </p:cNvSpPr>
          <p:nvPr>
            <p:ph type="subTitle" idx="4"/>
          </p:nvPr>
        </p:nvSpPr>
        <p:spPr>
          <a:xfrm>
            <a:off x="5021138" y="3331393"/>
            <a:ext cx="2541900" cy="6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4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p13"/>
          <p:cNvGrpSpPr/>
          <p:nvPr/>
        </p:nvGrpSpPr>
        <p:grpSpPr>
          <a:xfrm rot="-5400000">
            <a:off x="166829" y="139392"/>
            <a:ext cx="1060515" cy="1073849"/>
            <a:chOff x="1538775" y="2680700"/>
            <a:chExt cx="1060515" cy="1073849"/>
          </a:xfrm>
        </p:grpSpPr>
        <p:sp>
          <p:nvSpPr>
            <p:cNvPr id="331" name="Google Shape;331;p13"/>
            <p:cNvSpPr/>
            <p:nvPr/>
          </p:nvSpPr>
          <p:spPr>
            <a:xfrm>
              <a:off x="1538775" y="2680700"/>
              <a:ext cx="933175" cy="246600"/>
            </a:xfrm>
            <a:custGeom>
              <a:avLst/>
              <a:gdLst/>
              <a:ahLst/>
              <a:cxnLst/>
              <a:rect l="l" t="t" r="r" b="b"/>
              <a:pathLst>
                <a:path w="37327" h="9864" extrusionOk="0">
                  <a:moveTo>
                    <a:pt x="5713" y="3645"/>
                  </a:moveTo>
                  <a:lnTo>
                    <a:pt x="5713" y="3645"/>
                  </a:lnTo>
                  <a:cubicBezTo>
                    <a:pt x="5803" y="3773"/>
                    <a:pt x="5890" y="3903"/>
                    <a:pt x="5971" y="4036"/>
                  </a:cubicBezTo>
                  <a:cubicBezTo>
                    <a:pt x="6605" y="5071"/>
                    <a:pt x="6972" y="6271"/>
                    <a:pt x="6905" y="7472"/>
                  </a:cubicBezTo>
                  <a:cubicBezTo>
                    <a:pt x="6839" y="8039"/>
                    <a:pt x="6638" y="8640"/>
                    <a:pt x="6238" y="8973"/>
                  </a:cubicBezTo>
                  <a:cubicBezTo>
                    <a:pt x="5965" y="9201"/>
                    <a:pt x="5600" y="9319"/>
                    <a:pt x="5236" y="9319"/>
                  </a:cubicBezTo>
                  <a:cubicBezTo>
                    <a:pt x="5066" y="9319"/>
                    <a:pt x="4897" y="9293"/>
                    <a:pt x="4737" y="9240"/>
                  </a:cubicBezTo>
                  <a:cubicBezTo>
                    <a:pt x="4203" y="9107"/>
                    <a:pt x="3770" y="8707"/>
                    <a:pt x="3536" y="8206"/>
                  </a:cubicBezTo>
                  <a:cubicBezTo>
                    <a:pt x="3303" y="7706"/>
                    <a:pt x="3269" y="7105"/>
                    <a:pt x="3369" y="6572"/>
                  </a:cubicBezTo>
                  <a:cubicBezTo>
                    <a:pt x="3603" y="5438"/>
                    <a:pt x="4437" y="4503"/>
                    <a:pt x="5404" y="3836"/>
                  </a:cubicBezTo>
                  <a:cubicBezTo>
                    <a:pt x="5506" y="3769"/>
                    <a:pt x="5609" y="3705"/>
                    <a:pt x="5713" y="3645"/>
                  </a:cubicBezTo>
                  <a:close/>
                  <a:moveTo>
                    <a:pt x="0" y="0"/>
                  </a:moveTo>
                  <a:cubicBezTo>
                    <a:pt x="1168" y="334"/>
                    <a:pt x="2335" y="801"/>
                    <a:pt x="3403" y="1468"/>
                  </a:cubicBezTo>
                  <a:cubicBezTo>
                    <a:pt x="4115" y="1928"/>
                    <a:pt x="4764" y="2482"/>
                    <a:pt x="5306" y="3121"/>
                  </a:cubicBezTo>
                  <a:lnTo>
                    <a:pt x="5306" y="3121"/>
                  </a:lnTo>
                  <a:cubicBezTo>
                    <a:pt x="5215" y="3179"/>
                    <a:pt x="5125" y="3239"/>
                    <a:pt x="5037" y="3303"/>
                  </a:cubicBezTo>
                  <a:cubicBezTo>
                    <a:pt x="4504" y="3670"/>
                    <a:pt x="4003" y="4103"/>
                    <a:pt x="3603" y="4637"/>
                  </a:cubicBezTo>
                  <a:cubicBezTo>
                    <a:pt x="3203" y="5171"/>
                    <a:pt x="2869" y="5771"/>
                    <a:pt x="2769" y="6438"/>
                  </a:cubicBezTo>
                  <a:cubicBezTo>
                    <a:pt x="2636" y="7105"/>
                    <a:pt x="2702" y="7839"/>
                    <a:pt x="3002" y="8473"/>
                  </a:cubicBezTo>
                  <a:cubicBezTo>
                    <a:pt x="3169" y="8773"/>
                    <a:pt x="3369" y="9040"/>
                    <a:pt x="3636" y="9274"/>
                  </a:cubicBezTo>
                  <a:cubicBezTo>
                    <a:pt x="3903" y="9507"/>
                    <a:pt x="4237" y="9674"/>
                    <a:pt x="4570" y="9774"/>
                  </a:cubicBezTo>
                  <a:cubicBezTo>
                    <a:pt x="4767" y="9833"/>
                    <a:pt x="4976" y="9863"/>
                    <a:pt x="5187" y="9863"/>
                  </a:cubicBezTo>
                  <a:cubicBezTo>
                    <a:pt x="5687" y="9863"/>
                    <a:pt x="6196" y="9693"/>
                    <a:pt x="6572" y="9340"/>
                  </a:cubicBezTo>
                  <a:cubicBezTo>
                    <a:pt x="7105" y="8840"/>
                    <a:pt x="7306" y="8139"/>
                    <a:pt x="7339" y="7506"/>
                  </a:cubicBezTo>
                  <a:cubicBezTo>
                    <a:pt x="7406" y="6171"/>
                    <a:pt x="6972" y="4904"/>
                    <a:pt x="6271" y="3836"/>
                  </a:cubicBezTo>
                  <a:cubicBezTo>
                    <a:pt x="6192" y="3715"/>
                    <a:pt x="6108" y="3596"/>
                    <a:pt x="6020" y="3480"/>
                  </a:cubicBezTo>
                  <a:lnTo>
                    <a:pt x="6020" y="3480"/>
                  </a:lnTo>
                  <a:cubicBezTo>
                    <a:pt x="6337" y="3321"/>
                    <a:pt x="6665" y="3189"/>
                    <a:pt x="7005" y="3069"/>
                  </a:cubicBezTo>
                  <a:cubicBezTo>
                    <a:pt x="7572" y="2902"/>
                    <a:pt x="8173" y="2769"/>
                    <a:pt x="8740" y="2736"/>
                  </a:cubicBezTo>
                  <a:cubicBezTo>
                    <a:pt x="9117" y="2694"/>
                    <a:pt x="9497" y="2675"/>
                    <a:pt x="9878" y="2675"/>
                  </a:cubicBezTo>
                  <a:cubicBezTo>
                    <a:pt x="10712" y="2675"/>
                    <a:pt x="11552" y="2765"/>
                    <a:pt x="12376" y="2902"/>
                  </a:cubicBezTo>
                  <a:cubicBezTo>
                    <a:pt x="14811" y="3303"/>
                    <a:pt x="17146" y="4137"/>
                    <a:pt x="19548" y="4837"/>
                  </a:cubicBezTo>
                  <a:cubicBezTo>
                    <a:pt x="21983" y="5538"/>
                    <a:pt x="24484" y="5938"/>
                    <a:pt x="26986" y="6071"/>
                  </a:cubicBezTo>
                  <a:cubicBezTo>
                    <a:pt x="27556" y="6101"/>
                    <a:pt x="28119" y="6118"/>
                    <a:pt x="28681" y="6118"/>
                  </a:cubicBezTo>
                  <a:cubicBezTo>
                    <a:pt x="29370" y="6118"/>
                    <a:pt x="30058" y="6093"/>
                    <a:pt x="30756" y="6038"/>
                  </a:cubicBezTo>
                  <a:cubicBezTo>
                    <a:pt x="31389" y="6005"/>
                    <a:pt x="31990" y="5971"/>
                    <a:pt x="32624" y="5871"/>
                  </a:cubicBezTo>
                  <a:cubicBezTo>
                    <a:pt x="33257" y="5804"/>
                    <a:pt x="33858" y="5738"/>
                    <a:pt x="34492" y="5571"/>
                  </a:cubicBezTo>
                  <a:cubicBezTo>
                    <a:pt x="35092" y="5404"/>
                    <a:pt x="35726" y="5137"/>
                    <a:pt x="36226" y="4737"/>
                  </a:cubicBezTo>
                  <a:cubicBezTo>
                    <a:pt x="36727" y="4303"/>
                    <a:pt x="37093" y="3736"/>
                    <a:pt x="37194" y="3102"/>
                  </a:cubicBezTo>
                  <a:cubicBezTo>
                    <a:pt x="37327" y="2435"/>
                    <a:pt x="36993" y="1768"/>
                    <a:pt x="36526" y="1368"/>
                  </a:cubicBezTo>
                  <a:cubicBezTo>
                    <a:pt x="36293" y="1134"/>
                    <a:pt x="35993" y="1001"/>
                    <a:pt x="35692" y="934"/>
                  </a:cubicBezTo>
                  <a:cubicBezTo>
                    <a:pt x="35628" y="920"/>
                    <a:pt x="35563" y="913"/>
                    <a:pt x="35496" y="913"/>
                  </a:cubicBezTo>
                  <a:cubicBezTo>
                    <a:pt x="35253" y="913"/>
                    <a:pt x="35002" y="1003"/>
                    <a:pt x="34792" y="1134"/>
                  </a:cubicBezTo>
                  <a:cubicBezTo>
                    <a:pt x="34974" y="1020"/>
                    <a:pt x="35188" y="969"/>
                    <a:pt x="35400" y="969"/>
                  </a:cubicBezTo>
                  <a:cubicBezTo>
                    <a:pt x="35499" y="969"/>
                    <a:pt x="35597" y="980"/>
                    <a:pt x="35692" y="1001"/>
                  </a:cubicBezTo>
                  <a:cubicBezTo>
                    <a:pt x="35993" y="1068"/>
                    <a:pt x="36260" y="1234"/>
                    <a:pt x="36460" y="1435"/>
                  </a:cubicBezTo>
                  <a:cubicBezTo>
                    <a:pt x="36893" y="1868"/>
                    <a:pt x="37160" y="2469"/>
                    <a:pt x="37027" y="3069"/>
                  </a:cubicBezTo>
                  <a:cubicBezTo>
                    <a:pt x="36893" y="3636"/>
                    <a:pt x="36526" y="4170"/>
                    <a:pt x="36059" y="4537"/>
                  </a:cubicBezTo>
                  <a:cubicBezTo>
                    <a:pt x="35592" y="4870"/>
                    <a:pt x="34992" y="5104"/>
                    <a:pt x="34425" y="5237"/>
                  </a:cubicBezTo>
                  <a:cubicBezTo>
                    <a:pt x="33824" y="5371"/>
                    <a:pt x="33191" y="5404"/>
                    <a:pt x="32590" y="5471"/>
                  </a:cubicBezTo>
                  <a:cubicBezTo>
                    <a:pt x="31956" y="5538"/>
                    <a:pt x="31356" y="5571"/>
                    <a:pt x="30722" y="5604"/>
                  </a:cubicBezTo>
                  <a:cubicBezTo>
                    <a:pt x="30392" y="5613"/>
                    <a:pt x="30061" y="5617"/>
                    <a:pt x="29730" y="5617"/>
                  </a:cubicBezTo>
                  <a:cubicBezTo>
                    <a:pt x="28827" y="5617"/>
                    <a:pt x="27923" y="5586"/>
                    <a:pt x="27020" y="5538"/>
                  </a:cubicBezTo>
                  <a:cubicBezTo>
                    <a:pt x="24551" y="5337"/>
                    <a:pt x="22116" y="4904"/>
                    <a:pt x="19748" y="4203"/>
                  </a:cubicBezTo>
                  <a:cubicBezTo>
                    <a:pt x="17379" y="3469"/>
                    <a:pt x="15011" y="2602"/>
                    <a:pt x="12509" y="2202"/>
                  </a:cubicBezTo>
                  <a:cubicBezTo>
                    <a:pt x="11639" y="2065"/>
                    <a:pt x="10770" y="1974"/>
                    <a:pt x="9889" y="1974"/>
                  </a:cubicBezTo>
                  <a:cubicBezTo>
                    <a:pt x="9486" y="1974"/>
                    <a:pt x="9081" y="1993"/>
                    <a:pt x="8673" y="2035"/>
                  </a:cubicBezTo>
                  <a:cubicBezTo>
                    <a:pt x="7614" y="2147"/>
                    <a:pt x="6532" y="2421"/>
                    <a:pt x="5582" y="2955"/>
                  </a:cubicBezTo>
                  <a:lnTo>
                    <a:pt x="5582" y="2955"/>
                  </a:lnTo>
                  <a:cubicBezTo>
                    <a:pt x="4977" y="2296"/>
                    <a:pt x="4257" y="1749"/>
                    <a:pt x="3503" y="1301"/>
                  </a:cubicBezTo>
                  <a:cubicBezTo>
                    <a:pt x="2402" y="667"/>
                    <a:pt x="1201" y="267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3"/>
            <p:cNvSpPr/>
            <p:nvPr/>
          </p:nvSpPr>
          <p:spPr>
            <a:xfrm rot="5400000">
              <a:off x="2008978" y="3164236"/>
              <a:ext cx="934025" cy="246600"/>
            </a:xfrm>
            <a:custGeom>
              <a:avLst/>
              <a:gdLst/>
              <a:ahLst/>
              <a:cxnLst/>
              <a:rect l="l" t="t" r="r" b="b"/>
              <a:pathLst>
                <a:path w="37361" h="9864" extrusionOk="0">
                  <a:moveTo>
                    <a:pt x="31620" y="3639"/>
                  </a:moveTo>
                  <a:cubicBezTo>
                    <a:pt x="31724" y="3701"/>
                    <a:pt x="31825" y="3766"/>
                    <a:pt x="31923" y="3836"/>
                  </a:cubicBezTo>
                  <a:cubicBezTo>
                    <a:pt x="32924" y="4503"/>
                    <a:pt x="33758" y="5438"/>
                    <a:pt x="33991" y="6572"/>
                  </a:cubicBezTo>
                  <a:cubicBezTo>
                    <a:pt x="34091" y="7105"/>
                    <a:pt x="34024" y="7706"/>
                    <a:pt x="33791" y="8206"/>
                  </a:cubicBezTo>
                  <a:cubicBezTo>
                    <a:pt x="33557" y="8707"/>
                    <a:pt x="33157" y="9107"/>
                    <a:pt x="32623" y="9240"/>
                  </a:cubicBezTo>
                  <a:cubicBezTo>
                    <a:pt x="32453" y="9293"/>
                    <a:pt x="32276" y="9319"/>
                    <a:pt x="32101" y="9319"/>
                  </a:cubicBezTo>
                  <a:cubicBezTo>
                    <a:pt x="31727" y="9319"/>
                    <a:pt x="31362" y="9201"/>
                    <a:pt x="31089" y="8973"/>
                  </a:cubicBezTo>
                  <a:cubicBezTo>
                    <a:pt x="30689" y="8640"/>
                    <a:pt x="30489" y="8039"/>
                    <a:pt x="30455" y="7472"/>
                  </a:cubicBezTo>
                  <a:cubicBezTo>
                    <a:pt x="30355" y="6271"/>
                    <a:pt x="30722" y="5071"/>
                    <a:pt x="31356" y="4036"/>
                  </a:cubicBezTo>
                  <a:cubicBezTo>
                    <a:pt x="31439" y="3901"/>
                    <a:pt x="31527" y="3768"/>
                    <a:pt x="31620" y="3639"/>
                  </a:cubicBezTo>
                  <a:close/>
                  <a:moveTo>
                    <a:pt x="37360" y="0"/>
                  </a:moveTo>
                  <a:cubicBezTo>
                    <a:pt x="36159" y="267"/>
                    <a:pt x="34958" y="667"/>
                    <a:pt x="33858" y="1301"/>
                  </a:cubicBezTo>
                  <a:cubicBezTo>
                    <a:pt x="33079" y="1749"/>
                    <a:pt x="32367" y="2298"/>
                    <a:pt x="31769" y="2958"/>
                  </a:cubicBezTo>
                  <a:lnTo>
                    <a:pt x="31769" y="2958"/>
                  </a:lnTo>
                  <a:cubicBezTo>
                    <a:pt x="30799" y="2422"/>
                    <a:pt x="29715" y="2147"/>
                    <a:pt x="28654" y="2035"/>
                  </a:cubicBezTo>
                  <a:cubicBezTo>
                    <a:pt x="28256" y="1993"/>
                    <a:pt x="27855" y="1974"/>
                    <a:pt x="27454" y="1974"/>
                  </a:cubicBezTo>
                  <a:cubicBezTo>
                    <a:pt x="26576" y="1974"/>
                    <a:pt x="25698" y="2065"/>
                    <a:pt x="24851" y="2202"/>
                  </a:cubicBezTo>
                  <a:cubicBezTo>
                    <a:pt x="22349" y="2602"/>
                    <a:pt x="19981" y="3469"/>
                    <a:pt x="17579" y="4203"/>
                  </a:cubicBezTo>
                  <a:cubicBezTo>
                    <a:pt x="15244" y="4904"/>
                    <a:pt x="12776" y="5337"/>
                    <a:pt x="10308" y="5538"/>
                  </a:cubicBezTo>
                  <a:cubicBezTo>
                    <a:pt x="9428" y="5586"/>
                    <a:pt x="8514" y="5617"/>
                    <a:pt x="7602" y="5617"/>
                  </a:cubicBezTo>
                  <a:cubicBezTo>
                    <a:pt x="7269" y="5617"/>
                    <a:pt x="6936" y="5613"/>
                    <a:pt x="6605" y="5604"/>
                  </a:cubicBezTo>
                  <a:cubicBezTo>
                    <a:pt x="6004" y="5571"/>
                    <a:pt x="5371" y="5538"/>
                    <a:pt x="4770" y="5471"/>
                  </a:cubicBezTo>
                  <a:cubicBezTo>
                    <a:pt x="4136" y="5404"/>
                    <a:pt x="3536" y="5371"/>
                    <a:pt x="2936" y="5237"/>
                  </a:cubicBezTo>
                  <a:cubicBezTo>
                    <a:pt x="2335" y="5104"/>
                    <a:pt x="1768" y="4870"/>
                    <a:pt x="1301" y="4537"/>
                  </a:cubicBezTo>
                  <a:cubicBezTo>
                    <a:pt x="834" y="4170"/>
                    <a:pt x="434" y="3636"/>
                    <a:pt x="334" y="3069"/>
                  </a:cubicBezTo>
                  <a:cubicBezTo>
                    <a:pt x="167" y="2469"/>
                    <a:pt x="467" y="1868"/>
                    <a:pt x="867" y="1435"/>
                  </a:cubicBezTo>
                  <a:cubicBezTo>
                    <a:pt x="1101" y="1234"/>
                    <a:pt x="1368" y="1068"/>
                    <a:pt x="1668" y="1001"/>
                  </a:cubicBezTo>
                  <a:cubicBezTo>
                    <a:pt x="1763" y="980"/>
                    <a:pt x="1861" y="969"/>
                    <a:pt x="1960" y="969"/>
                  </a:cubicBezTo>
                  <a:cubicBezTo>
                    <a:pt x="2173" y="969"/>
                    <a:pt x="2386" y="1020"/>
                    <a:pt x="2569" y="1134"/>
                  </a:cubicBezTo>
                  <a:cubicBezTo>
                    <a:pt x="2359" y="1003"/>
                    <a:pt x="2108" y="913"/>
                    <a:pt x="1864" y="913"/>
                  </a:cubicBezTo>
                  <a:cubicBezTo>
                    <a:pt x="1798" y="913"/>
                    <a:pt x="1732" y="920"/>
                    <a:pt x="1668" y="934"/>
                  </a:cubicBezTo>
                  <a:cubicBezTo>
                    <a:pt x="1334" y="1001"/>
                    <a:pt x="1034" y="1134"/>
                    <a:pt x="801" y="1368"/>
                  </a:cubicBezTo>
                  <a:cubicBezTo>
                    <a:pt x="334" y="1768"/>
                    <a:pt x="0" y="2435"/>
                    <a:pt x="134" y="3102"/>
                  </a:cubicBezTo>
                  <a:cubicBezTo>
                    <a:pt x="234" y="3736"/>
                    <a:pt x="634" y="4303"/>
                    <a:pt x="1134" y="4737"/>
                  </a:cubicBezTo>
                  <a:cubicBezTo>
                    <a:pt x="1635" y="5137"/>
                    <a:pt x="2235" y="5404"/>
                    <a:pt x="2869" y="5571"/>
                  </a:cubicBezTo>
                  <a:cubicBezTo>
                    <a:pt x="3469" y="5738"/>
                    <a:pt x="4103" y="5804"/>
                    <a:pt x="4704" y="5871"/>
                  </a:cubicBezTo>
                  <a:cubicBezTo>
                    <a:pt x="5337" y="5971"/>
                    <a:pt x="5971" y="6005"/>
                    <a:pt x="6605" y="6038"/>
                  </a:cubicBezTo>
                  <a:cubicBezTo>
                    <a:pt x="7284" y="6093"/>
                    <a:pt x="7974" y="6118"/>
                    <a:pt x="8668" y="6118"/>
                  </a:cubicBezTo>
                  <a:cubicBezTo>
                    <a:pt x="9235" y="6118"/>
                    <a:pt x="9804" y="6101"/>
                    <a:pt x="10374" y="6071"/>
                  </a:cubicBezTo>
                  <a:cubicBezTo>
                    <a:pt x="12876" y="5938"/>
                    <a:pt x="15378" y="5538"/>
                    <a:pt x="17780" y="4837"/>
                  </a:cubicBezTo>
                  <a:cubicBezTo>
                    <a:pt x="20181" y="4137"/>
                    <a:pt x="22516" y="3303"/>
                    <a:pt x="24951" y="2902"/>
                  </a:cubicBezTo>
                  <a:cubicBezTo>
                    <a:pt x="25775" y="2765"/>
                    <a:pt x="26615" y="2675"/>
                    <a:pt x="27449" y="2675"/>
                  </a:cubicBezTo>
                  <a:cubicBezTo>
                    <a:pt x="27830" y="2675"/>
                    <a:pt x="28210" y="2694"/>
                    <a:pt x="28587" y="2736"/>
                  </a:cubicBezTo>
                  <a:cubicBezTo>
                    <a:pt x="29188" y="2769"/>
                    <a:pt x="29788" y="2902"/>
                    <a:pt x="30355" y="3069"/>
                  </a:cubicBezTo>
                  <a:cubicBezTo>
                    <a:pt x="30697" y="3190"/>
                    <a:pt x="31027" y="3323"/>
                    <a:pt x="31337" y="3482"/>
                  </a:cubicBezTo>
                  <a:lnTo>
                    <a:pt x="31337" y="3482"/>
                  </a:lnTo>
                  <a:cubicBezTo>
                    <a:pt x="31251" y="3597"/>
                    <a:pt x="31168" y="3715"/>
                    <a:pt x="31089" y="3836"/>
                  </a:cubicBezTo>
                  <a:cubicBezTo>
                    <a:pt x="30389" y="4904"/>
                    <a:pt x="29955" y="6171"/>
                    <a:pt x="29988" y="7506"/>
                  </a:cubicBezTo>
                  <a:cubicBezTo>
                    <a:pt x="30055" y="8139"/>
                    <a:pt x="30222" y="8840"/>
                    <a:pt x="30755" y="9340"/>
                  </a:cubicBezTo>
                  <a:cubicBezTo>
                    <a:pt x="31155" y="9693"/>
                    <a:pt x="31654" y="9863"/>
                    <a:pt x="32147" y="9863"/>
                  </a:cubicBezTo>
                  <a:cubicBezTo>
                    <a:pt x="32354" y="9863"/>
                    <a:pt x="32560" y="9833"/>
                    <a:pt x="32757" y="9774"/>
                  </a:cubicBezTo>
                  <a:cubicBezTo>
                    <a:pt x="33090" y="9674"/>
                    <a:pt x="33424" y="9507"/>
                    <a:pt x="33691" y="9274"/>
                  </a:cubicBezTo>
                  <a:cubicBezTo>
                    <a:pt x="33958" y="9040"/>
                    <a:pt x="34191" y="8773"/>
                    <a:pt x="34325" y="8473"/>
                  </a:cubicBezTo>
                  <a:cubicBezTo>
                    <a:pt x="34625" y="7839"/>
                    <a:pt x="34725" y="7105"/>
                    <a:pt x="34592" y="6438"/>
                  </a:cubicBezTo>
                  <a:cubicBezTo>
                    <a:pt x="34458" y="5771"/>
                    <a:pt x="34158" y="5171"/>
                    <a:pt x="33758" y="4637"/>
                  </a:cubicBezTo>
                  <a:cubicBezTo>
                    <a:pt x="33357" y="4103"/>
                    <a:pt x="32857" y="3670"/>
                    <a:pt x="32323" y="3303"/>
                  </a:cubicBezTo>
                  <a:cubicBezTo>
                    <a:pt x="32229" y="3237"/>
                    <a:pt x="32132" y="3174"/>
                    <a:pt x="32035" y="3113"/>
                  </a:cubicBezTo>
                  <a:lnTo>
                    <a:pt x="32035" y="3113"/>
                  </a:lnTo>
                  <a:cubicBezTo>
                    <a:pt x="32586" y="2478"/>
                    <a:pt x="33248" y="1926"/>
                    <a:pt x="33958" y="1468"/>
                  </a:cubicBezTo>
                  <a:cubicBezTo>
                    <a:pt x="34992" y="801"/>
                    <a:pt x="36159" y="334"/>
                    <a:pt x="373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" name="Google Shape;333;p13"/>
          <p:cNvGrpSpPr/>
          <p:nvPr/>
        </p:nvGrpSpPr>
        <p:grpSpPr>
          <a:xfrm rot="-5400000" flipH="1">
            <a:off x="166829" y="3931867"/>
            <a:ext cx="1060515" cy="1073849"/>
            <a:chOff x="1538775" y="2680700"/>
            <a:chExt cx="1060515" cy="1073849"/>
          </a:xfrm>
        </p:grpSpPr>
        <p:sp>
          <p:nvSpPr>
            <p:cNvPr id="334" name="Google Shape;334;p13"/>
            <p:cNvSpPr/>
            <p:nvPr/>
          </p:nvSpPr>
          <p:spPr>
            <a:xfrm>
              <a:off x="1538775" y="2680700"/>
              <a:ext cx="933175" cy="246600"/>
            </a:xfrm>
            <a:custGeom>
              <a:avLst/>
              <a:gdLst/>
              <a:ahLst/>
              <a:cxnLst/>
              <a:rect l="l" t="t" r="r" b="b"/>
              <a:pathLst>
                <a:path w="37327" h="9864" extrusionOk="0">
                  <a:moveTo>
                    <a:pt x="5713" y="3645"/>
                  </a:moveTo>
                  <a:lnTo>
                    <a:pt x="5713" y="3645"/>
                  </a:lnTo>
                  <a:cubicBezTo>
                    <a:pt x="5803" y="3773"/>
                    <a:pt x="5890" y="3903"/>
                    <a:pt x="5971" y="4036"/>
                  </a:cubicBezTo>
                  <a:cubicBezTo>
                    <a:pt x="6605" y="5071"/>
                    <a:pt x="6972" y="6271"/>
                    <a:pt x="6905" y="7472"/>
                  </a:cubicBezTo>
                  <a:cubicBezTo>
                    <a:pt x="6839" y="8039"/>
                    <a:pt x="6638" y="8640"/>
                    <a:pt x="6238" y="8973"/>
                  </a:cubicBezTo>
                  <a:cubicBezTo>
                    <a:pt x="5965" y="9201"/>
                    <a:pt x="5600" y="9319"/>
                    <a:pt x="5236" y="9319"/>
                  </a:cubicBezTo>
                  <a:cubicBezTo>
                    <a:pt x="5066" y="9319"/>
                    <a:pt x="4897" y="9293"/>
                    <a:pt x="4737" y="9240"/>
                  </a:cubicBezTo>
                  <a:cubicBezTo>
                    <a:pt x="4203" y="9107"/>
                    <a:pt x="3770" y="8707"/>
                    <a:pt x="3536" y="8206"/>
                  </a:cubicBezTo>
                  <a:cubicBezTo>
                    <a:pt x="3303" y="7706"/>
                    <a:pt x="3269" y="7105"/>
                    <a:pt x="3369" y="6572"/>
                  </a:cubicBezTo>
                  <a:cubicBezTo>
                    <a:pt x="3603" y="5438"/>
                    <a:pt x="4437" y="4503"/>
                    <a:pt x="5404" y="3836"/>
                  </a:cubicBezTo>
                  <a:cubicBezTo>
                    <a:pt x="5506" y="3769"/>
                    <a:pt x="5609" y="3705"/>
                    <a:pt x="5713" y="3645"/>
                  </a:cubicBezTo>
                  <a:close/>
                  <a:moveTo>
                    <a:pt x="0" y="0"/>
                  </a:moveTo>
                  <a:cubicBezTo>
                    <a:pt x="1168" y="334"/>
                    <a:pt x="2335" y="801"/>
                    <a:pt x="3403" y="1468"/>
                  </a:cubicBezTo>
                  <a:cubicBezTo>
                    <a:pt x="4115" y="1928"/>
                    <a:pt x="4764" y="2482"/>
                    <a:pt x="5306" y="3121"/>
                  </a:cubicBezTo>
                  <a:lnTo>
                    <a:pt x="5306" y="3121"/>
                  </a:lnTo>
                  <a:cubicBezTo>
                    <a:pt x="5215" y="3179"/>
                    <a:pt x="5125" y="3239"/>
                    <a:pt x="5037" y="3303"/>
                  </a:cubicBezTo>
                  <a:cubicBezTo>
                    <a:pt x="4504" y="3670"/>
                    <a:pt x="4003" y="4103"/>
                    <a:pt x="3603" y="4637"/>
                  </a:cubicBezTo>
                  <a:cubicBezTo>
                    <a:pt x="3203" y="5171"/>
                    <a:pt x="2869" y="5771"/>
                    <a:pt x="2769" y="6438"/>
                  </a:cubicBezTo>
                  <a:cubicBezTo>
                    <a:pt x="2636" y="7105"/>
                    <a:pt x="2702" y="7839"/>
                    <a:pt x="3002" y="8473"/>
                  </a:cubicBezTo>
                  <a:cubicBezTo>
                    <a:pt x="3169" y="8773"/>
                    <a:pt x="3369" y="9040"/>
                    <a:pt x="3636" y="9274"/>
                  </a:cubicBezTo>
                  <a:cubicBezTo>
                    <a:pt x="3903" y="9507"/>
                    <a:pt x="4237" y="9674"/>
                    <a:pt x="4570" y="9774"/>
                  </a:cubicBezTo>
                  <a:cubicBezTo>
                    <a:pt x="4767" y="9833"/>
                    <a:pt x="4976" y="9863"/>
                    <a:pt x="5187" y="9863"/>
                  </a:cubicBezTo>
                  <a:cubicBezTo>
                    <a:pt x="5687" y="9863"/>
                    <a:pt x="6196" y="9693"/>
                    <a:pt x="6572" y="9340"/>
                  </a:cubicBezTo>
                  <a:cubicBezTo>
                    <a:pt x="7105" y="8840"/>
                    <a:pt x="7306" y="8139"/>
                    <a:pt x="7339" y="7506"/>
                  </a:cubicBezTo>
                  <a:cubicBezTo>
                    <a:pt x="7406" y="6171"/>
                    <a:pt x="6972" y="4904"/>
                    <a:pt x="6271" y="3836"/>
                  </a:cubicBezTo>
                  <a:cubicBezTo>
                    <a:pt x="6192" y="3715"/>
                    <a:pt x="6108" y="3596"/>
                    <a:pt x="6020" y="3480"/>
                  </a:cubicBezTo>
                  <a:lnTo>
                    <a:pt x="6020" y="3480"/>
                  </a:lnTo>
                  <a:cubicBezTo>
                    <a:pt x="6337" y="3321"/>
                    <a:pt x="6665" y="3189"/>
                    <a:pt x="7005" y="3069"/>
                  </a:cubicBezTo>
                  <a:cubicBezTo>
                    <a:pt x="7572" y="2902"/>
                    <a:pt x="8173" y="2769"/>
                    <a:pt x="8740" y="2736"/>
                  </a:cubicBezTo>
                  <a:cubicBezTo>
                    <a:pt x="9117" y="2694"/>
                    <a:pt x="9497" y="2675"/>
                    <a:pt x="9878" y="2675"/>
                  </a:cubicBezTo>
                  <a:cubicBezTo>
                    <a:pt x="10712" y="2675"/>
                    <a:pt x="11552" y="2765"/>
                    <a:pt x="12376" y="2902"/>
                  </a:cubicBezTo>
                  <a:cubicBezTo>
                    <a:pt x="14811" y="3303"/>
                    <a:pt x="17146" y="4137"/>
                    <a:pt x="19548" y="4837"/>
                  </a:cubicBezTo>
                  <a:cubicBezTo>
                    <a:pt x="21983" y="5538"/>
                    <a:pt x="24484" y="5938"/>
                    <a:pt x="26986" y="6071"/>
                  </a:cubicBezTo>
                  <a:cubicBezTo>
                    <a:pt x="27556" y="6101"/>
                    <a:pt x="28119" y="6118"/>
                    <a:pt x="28681" y="6118"/>
                  </a:cubicBezTo>
                  <a:cubicBezTo>
                    <a:pt x="29370" y="6118"/>
                    <a:pt x="30058" y="6093"/>
                    <a:pt x="30756" y="6038"/>
                  </a:cubicBezTo>
                  <a:cubicBezTo>
                    <a:pt x="31389" y="6005"/>
                    <a:pt x="31990" y="5971"/>
                    <a:pt x="32624" y="5871"/>
                  </a:cubicBezTo>
                  <a:cubicBezTo>
                    <a:pt x="33257" y="5804"/>
                    <a:pt x="33858" y="5738"/>
                    <a:pt x="34492" y="5571"/>
                  </a:cubicBezTo>
                  <a:cubicBezTo>
                    <a:pt x="35092" y="5404"/>
                    <a:pt x="35726" y="5137"/>
                    <a:pt x="36226" y="4737"/>
                  </a:cubicBezTo>
                  <a:cubicBezTo>
                    <a:pt x="36727" y="4303"/>
                    <a:pt x="37093" y="3736"/>
                    <a:pt x="37194" y="3102"/>
                  </a:cubicBezTo>
                  <a:cubicBezTo>
                    <a:pt x="37327" y="2435"/>
                    <a:pt x="36993" y="1768"/>
                    <a:pt x="36526" y="1368"/>
                  </a:cubicBezTo>
                  <a:cubicBezTo>
                    <a:pt x="36293" y="1134"/>
                    <a:pt x="35993" y="1001"/>
                    <a:pt x="35692" y="934"/>
                  </a:cubicBezTo>
                  <a:cubicBezTo>
                    <a:pt x="35628" y="920"/>
                    <a:pt x="35563" y="913"/>
                    <a:pt x="35496" y="913"/>
                  </a:cubicBezTo>
                  <a:cubicBezTo>
                    <a:pt x="35253" y="913"/>
                    <a:pt x="35002" y="1003"/>
                    <a:pt x="34792" y="1134"/>
                  </a:cubicBezTo>
                  <a:cubicBezTo>
                    <a:pt x="34974" y="1020"/>
                    <a:pt x="35188" y="969"/>
                    <a:pt x="35400" y="969"/>
                  </a:cubicBezTo>
                  <a:cubicBezTo>
                    <a:pt x="35499" y="969"/>
                    <a:pt x="35597" y="980"/>
                    <a:pt x="35692" y="1001"/>
                  </a:cubicBezTo>
                  <a:cubicBezTo>
                    <a:pt x="35993" y="1068"/>
                    <a:pt x="36260" y="1234"/>
                    <a:pt x="36460" y="1435"/>
                  </a:cubicBezTo>
                  <a:cubicBezTo>
                    <a:pt x="36893" y="1868"/>
                    <a:pt x="37160" y="2469"/>
                    <a:pt x="37027" y="3069"/>
                  </a:cubicBezTo>
                  <a:cubicBezTo>
                    <a:pt x="36893" y="3636"/>
                    <a:pt x="36526" y="4170"/>
                    <a:pt x="36059" y="4537"/>
                  </a:cubicBezTo>
                  <a:cubicBezTo>
                    <a:pt x="35592" y="4870"/>
                    <a:pt x="34992" y="5104"/>
                    <a:pt x="34425" y="5237"/>
                  </a:cubicBezTo>
                  <a:cubicBezTo>
                    <a:pt x="33824" y="5371"/>
                    <a:pt x="33191" y="5404"/>
                    <a:pt x="32590" y="5471"/>
                  </a:cubicBezTo>
                  <a:cubicBezTo>
                    <a:pt x="31956" y="5538"/>
                    <a:pt x="31356" y="5571"/>
                    <a:pt x="30722" y="5604"/>
                  </a:cubicBezTo>
                  <a:cubicBezTo>
                    <a:pt x="30392" y="5613"/>
                    <a:pt x="30061" y="5617"/>
                    <a:pt x="29730" y="5617"/>
                  </a:cubicBezTo>
                  <a:cubicBezTo>
                    <a:pt x="28827" y="5617"/>
                    <a:pt x="27923" y="5586"/>
                    <a:pt x="27020" y="5538"/>
                  </a:cubicBezTo>
                  <a:cubicBezTo>
                    <a:pt x="24551" y="5337"/>
                    <a:pt x="22116" y="4904"/>
                    <a:pt x="19748" y="4203"/>
                  </a:cubicBezTo>
                  <a:cubicBezTo>
                    <a:pt x="17379" y="3469"/>
                    <a:pt x="15011" y="2602"/>
                    <a:pt x="12509" y="2202"/>
                  </a:cubicBezTo>
                  <a:cubicBezTo>
                    <a:pt x="11639" y="2065"/>
                    <a:pt x="10770" y="1974"/>
                    <a:pt x="9889" y="1974"/>
                  </a:cubicBezTo>
                  <a:cubicBezTo>
                    <a:pt x="9486" y="1974"/>
                    <a:pt x="9081" y="1993"/>
                    <a:pt x="8673" y="2035"/>
                  </a:cubicBezTo>
                  <a:cubicBezTo>
                    <a:pt x="7614" y="2147"/>
                    <a:pt x="6532" y="2421"/>
                    <a:pt x="5582" y="2955"/>
                  </a:cubicBezTo>
                  <a:lnTo>
                    <a:pt x="5582" y="2955"/>
                  </a:lnTo>
                  <a:cubicBezTo>
                    <a:pt x="4977" y="2296"/>
                    <a:pt x="4257" y="1749"/>
                    <a:pt x="3503" y="1301"/>
                  </a:cubicBezTo>
                  <a:cubicBezTo>
                    <a:pt x="2402" y="667"/>
                    <a:pt x="1201" y="267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3"/>
            <p:cNvSpPr/>
            <p:nvPr/>
          </p:nvSpPr>
          <p:spPr>
            <a:xfrm rot="5400000">
              <a:off x="2008978" y="3164236"/>
              <a:ext cx="934025" cy="246600"/>
            </a:xfrm>
            <a:custGeom>
              <a:avLst/>
              <a:gdLst/>
              <a:ahLst/>
              <a:cxnLst/>
              <a:rect l="l" t="t" r="r" b="b"/>
              <a:pathLst>
                <a:path w="37361" h="9864" extrusionOk="0">
                  <a:moveTo>
                    <a:pt x="31620" y="3639"/>
                  </a:moveTo>
                  <a:cubicBezTo>
                    <a:pt x="31724" y="3701"/>
                    <a:pt x="31825" y="3766"/>
                    <a:pt x="31923" y="3836"/>
                  </a:cubicBezTo>
                  <a:cubicBezTo>
                    <a:pt x="32924" y="4503"/>
                    <a:pt x="33758" y="5438"/>
                    <a:pt x="33991" y="6572"/>
                  </a:cubicBezTo>
                  <a:cubicBezTo>
                    <a:pt x="34091" y="7105"/>
                    <a:pt x="34024" y="7706"/>
                    <a:pt x="33791" y="8206"/>
                  </a:cubicBezTo>
                  <a:cubicBezTo>
                    <a:pt x="33557" y="8707"/>
                    <a:pt x="33157" y="9107"/>
                    <a:pt x="32623" y="9240"/>
                  </a:cubicBezTo>
                  <a:cubicBezTo>
                    <a:pt x="32453" y="9293"/>
                    <a:pt x="32276" y="9319"/>
                    <a:pt x="32101" y="9319"/>
                  </a:cubicBezTo>
                  <a:cubicBezTo>
                    <a:pt x="31727" y="9319"/>
                    <a:pt x="31362" y="9201"/>
                    <a:pt x="31089" y="8973"/>
                  </a:cubicBezTo>
                  <a:cubicBezTo>
                    <a:pt x="30689" y="8640"/>
                    <a:pt x="30489" y="8039"/>
                    <a:pt x="30455" y="7472"/>
                  </a:cubicBezTo>
                  <a:cubicBezTo>
                    <a:pt x="30355" y="6271"/>
                    <a:pt x="30722" y="5071"/>
                    <a:pt x="31356" y="4036"/>
                  </a:cubicBezTo>
                  <a:cubicBezTo>
                    <a:pt x="31439" y="3901"/>
                    <a:pt x="31527" y="3768"/>
                    <a:pt x="31620" y="3639"/>
                  </a:cubicBezTo>
                  <a:close/>
                  <a:moveTo>
                    <a:pt x="37360" y="0"/>
                  </a:moveTo>
                  <a:cubicBezTo>
                    <a:pt x="36159" y="267"/>
                    <a:pt x="34958" y="667"/>
                    <a:pt x="33858" y="1301"/>
                  </a:cubicBezTo>
                  <a:cubicBezTo>
                    <a:pt x="33079" y="1749"/>
                    <a:pt x="32367" y="2298"/>
                    <a:pt x="31769" y="2958"/>
                  </a:cubicBezTo>
                  <a:lnTo>
                    <a:pt x="31769" y="2958"/>
                  </a:lnTo>
                  <a:cubicBezTo>
                    <a:pt x="30799" y="2422"/>
                    <a:pt x="29715" y="2147"/>
                    <a:pt x="28654" y="2035"/>
                  </a:cubicBezTo>
                  <a:cubicBezTo>
                    <a:pt x="28256" y="1993"/>
                    <a:pt x="27855" y="1974"/>
                    <a:pt x="27454" y="1974"/>
                  </a:cubicBezTo>
                  <a:cubicBezTo>
                    <a:pt x="26576" y="1974"/>
                    <a:pt x="25698" y="2065"/>
                    <a:pt x="24851" y="2202"/>
                  </a:cubicBezTo>
                  <a:cubicBezTo>
                    <a:pt x="22349" y="2602"/>
                    <a:pt x="19981" y="3469"/>
                    <a:pt x="17579" y="4203"/>
                  </a:cubicBezTo>
                  <a:cubicBezTo>
                    <a:pt x="15244" y="4904"/>
                    <a:pt x="12776" y="5337"/>
                    <a:pt x="10308" y="5538"/>
                  </a:cubicBezTo>
                  <a:cubicBezTo>
                    <a:pt x="9428" y="5586"/>
                    <a:pt x="8514" y="5617"/>
                    <a:pt x="7602" y="5617"/>
                  </a:cubicBezTo>
                  <a:cubicBezTo>
                    <a:pt x="7269" y="5617"/>
                    <a:pt x="6936" y="5613"/>
                    <a:pt x="6605" y="5604"/>
                  </a:cubicBezTo>
                  <a:cubicBezTo>
                    <a:pt x="6004" y="5571"/>
                    <a:pt x="5371" y="5538"/>
                    <a:pt x="4770" y="5471"/>
                  </a:cubicBezTo>
                  <a:cubicBezTo>
                    <a:pt x="4136" y="5404"/>
                    <a:pt x="3536" y="5371"/>
                    <a:pt x="2936" y="5237"/>
                  </a:cubicBezTo>
                  <a:cubicBezTo>
                    <a:pt x="2335" y="5104"/>
                    <a:pt x="1768" y="4870"/>
                    <a:pt x="1301" y="4537"/>
                  </a:cubicBezTo>
                  <a:cubicBezTo>
                    <a:pt x="834" y="4170"/>
                    <a:pt x="434" y="3636"/>
                    <a:pt x="334" y="3069"/>
                  </a:cubicBezTo>
                  <a:cubicBezTo>
                    <a:pt x="167" y="2469"/>
                    <a:pt x="467" y="1868"/>
                    <a:pt x="867" y="1435"/>
                  </a:cubicBezTo>
                  <a:cubicBezTo>
                    <a:pt x="1101" y="1234"/>
                    <a:pt x="1368" y="1068"/>
                    <a:pt x="1668" y="1001"/>
                  </a:cubicBezTo>
                  <a:cubicBezTo>
                    <a:pt x="1763" y="980"/>
                    <a:pt x="1861" y="969"/>
                    <a:pt x="1960" y="969"/>
                  </a:cubicBezTo>
                  <a:cubicBezTo>
                    <a:pt x="2173" y="969"/>
                    <a:pt x="2386" y="1020"/>
                    <a:pt x="2569" y="1134"/>
                  </a:cubicBezTo>
                  <a:cubicBezTo>
                    <a:pt x="2359" y="1003"/>
                    <a:pt x="2108" y="913"/>
                    <a:pt x="1864" y="913"/>
                  </a:cubicBezTo>
                  <a:cubicBezTo>
                    <a:pt x="1798" y="913"/>
                    <a:pt x="1732" y="920"/>
                    <a:pt x="1668" y="934"/>
                  </a:cubicBezTo>
                  <a:cubicBezTo>
                    <a:pt x="1334" y="1001"/>
                    <a:pt x="1034" y="1134"/>
                    <a:pt x="801" y="1368"/>
                  </a:cubicBezTo>
                  <a:cubicBezTo>
                    <a:pt x="334" y="1768"/>
                    <a:pt x="0" y="2435"/>
                    <a:pt x="134" y="3102"/>
                  </a:cubicBezTo>
                  <a:cubicBezTo>
                    <a:pt x="234" y="3736"/>
                    <a:pt x="634" y="4303"/>
                    <a:pt x="1134" y="4737"/>
                  </a:cubicBezTo>
                  <a:cubicBezTo>
                    <a:pt x="1635" y="5137"/>
                    <a:pt x="2235" y="5404"/>
                    <a:pt x="2869" y="5571"/>
                  </a:cubicBezTo>
                  <a:cubicBezTo>
                    <a:pt x="3469" y="5738"/>
                    <a:pt x="4103" y="5804"/>
                    <a:pt x="4704" y="5871"/>
                  </a:cubicBezTo>
                  <a:cubicBezTo>
                    <a:pt x="5337" y="5971"/>
                    <a:pt x="5971" y="6005"/>
                    <a:pt x="6605" y="6038"/>
                  </a:cubicBezTo>
                  <a:cubicBezTo>
                    <a:pt x="7284" y="6093"/>
                    <a:pt x="7974" y="6118"/>
                    <a:pt x="8668" y="6118"/>
                  </a:cubicBezTo>
                  <a:cubicBezTo>
                    <a:pt x="9235" y="6118"/>
                    <a:pt x="9804" y="6101"/>
                    <a:pt x="10374" y="6071"/>
                  </a:cubicBezTo>
                  <a:cubicBezTo>
                    <a:pt x="12876" y="5938"/>
                    <a:pt x="15378" y="5538"/>
                    <a:pt x="17780" y="4837"/>
                  </a:cubicBezTo>
                  <a:cubicBezTo>
                    <a:pt x="20181" y="4137"/>
                    <a:pt x="22516" y="3303"/>
                    <a:pt x="24951" y="2902"/>
                  </a:cubicBezTo>
                  <a:cubicBezTo>
                    <a:pt x="25775" y="2765"/>
                    <a:pt x="26615" y="2675"/>
                    <a:pt x="27449" y="2675"/>
                  </a:cubicBezTo>
                  <a:cubicBezTo>
                    <a:pt x="27830" y="2675"/>
                    <a:pt x="28210" y="2694"/>
                    <a:pt x="28587" y="2736"/>
                  </a:cubicBezTo>
                  <a:cubicBezTo>
                    <a:pt x="29188" y="2769"/>
                    <a:pt x="29788" y="2902"/>
                    <a:pt x="30355" y="3069"/>
                  </a:cubicBezTo>
                  <a:cubicBezTo>
                    <a:pt x="30697" y="3190"/>
                    <a:pt x="31027" y="3323"/>
                    <a:pt x="31337" y="3482"/>
                  </a:cubicBezTo>
                  <a:lnTo>
                    <a:pt x="31337" y="3482"/>
                  </a:lnTo>
                  <a:cubicBezTo>
                    <a:pt x="31251" y="3597"/>
                    <a:pt x="31168" y="3715"/>
                    <a:pt x="31089" y="3836"/>
                  </a:cubicBezTo>
                  <a:cubicBezTo>
                    <a:pt x="30389" y="4904"/>
                    <a:pt x="29955" y="6171"/>
                    <a:pt x="29988" y="7506"/>
                  </a:cubicBezTo>
                  <a:cubicBezTo>
                    <a:pt x="30055" y="8139"/>
                    <a:pt x="30222" y="8840"/>
                    <a:pt x="30755" y="9340"/>
                  </a:cubicBezTo>
                  <a:cubicBezTo>
                    <a:pt x="31155" y="9693"/>
                    <a:pt x="31654" y="9863"/>
                    <a:pt x="32147" y="9863"/>
                  </a:cubicBezTo>
                  <a:cubicBezTo>
                    <a:pt x="32354" y="9863"/>
                    <a:pt x="32560" y="9833"/>
                    <a:pt x="32757" y="9774"/>
                  </a:cubicBezTo>
                  <a:cubicBezTo>
                    <a:pt x="33090" y="9674"/>
                    <a:pt x="33424" y="9507"/>
                    <a:pt x="33691" y="9274"/>
                  </a:cubicBezTo>
                  <a:cubicBezTo>
                    <a:pt x="33958" y="9040"/>
                    <a:pt x="34191" y="8773"/>
                    <a:pt x="34325" y="8473"/>
                  </a:cubicBezTo>
                  <a:cubicBezTo>
                    <a:pt x="34625" y="7839"/>
                    <a:pt x="34725" y="7105"/>
                    <a:pt x="34592" y="6438"/>
                  </a:cubicBezTo>
                  <a:cubicBezTo>
                    <a:pt x="34458" y="5771"/>
                    <a:pt x="34158" y="5171"/>
                    <a:pt x="33758" y="4637"/>
                  </a:cubicBezTo>
                  <a:cubicBezTo>
                    <a:pt x="33357" y="4103"/>
                    <a:pt x="32857" y="3670"/>
                    <a:pt x="32323" y="3303"/>
                  </a:cubicBezTo>
                  <a:cubicBezTo>
                    <a:pt x="32229" y="3237"/>
                    <a:pt x="32132" y="3174"/>
                    <a:pt x="32035" y="3113"/>
                  </a:cubicBezTo>
                  <a:lnTo>
                    <a:pt x="32035" y="3113"/>
                  </a:lnTo>
                  <a:cubicBezTo>
                    <a:pt x="32586" y="2478"/>
                    <a:pt x="33248" y="1926"/>
                    <a:pt x="33958" y="1468"/>
                  </a:cubicBezTo>
                  <a:cubicBezTo>
                    <a:pt x="34992" y="801"/>
                    <a:pt x="36159" y="334"/>
                    <a:pt x="373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6" name="Google Shape;336;p13"/>
          <p:cNvGrpSpPr/>
          <p:nvPr/>
        </p:nvGrpSpPr>
        <p:grpSpPr>
          <a:xfrm rot="5400000">
            <a:off x="7900517" y="3931867"/>
            <a:ext cx="1060515" cy="1073849"/>
            <a:chOff x="1538775" y="2680700"/>
            <a:chExt cx="1060515" cy="1073849"/>
          </a:xfrm>
        </p:grpSpPr>
        <p:sp>
          <p:nvSpPr>
            <p:cNvPr id="337" name="Google Shape;337;p13"/>
            <p:cNvSpPr/>
            <p:nvPr/>
          </p:nvSpPr>
          <p:spPr>
            <a:xfrm>
              <a:off x="1538775" y="2680700"/>
              <a:ext cx="933175" cy="246600"/>
            </a:xfrm>
            <a:custGeom>
              <a:avLst/>
              <a:gdLst/>
              <a:ahLst/>
              <a:cxnLst/>
              <a:rect l="l" t="t" r="r" b="b"/>
              <a:pathLst>
                <a:path w="37327" h="9864" extrusionOk="0">
                  <a:moveTo>
                    <a:pt x="5713" y="3645"/>
                  </a:moveTo>
                  <a:lnTo>
                    <a:pt x="5713" y="3645"/>
                  </a:lnTo>
                  <a:cubicBezTo>
                    <a:pt x="5803" y="3773"/>
                    <a:pt x="5890" y="3903"/>
                    <a:pt x="5971" y="4036"/>
                  </a:cubicBezTo>
                  <a:cubicBezTo>
                    <a:pt x="6605" y="5071"/>
                    <a:pt x="6972" y="6271"/>
                    <a:pt x="6905" y="7472"/>
                  </a:cubicBezTo>
                  <a:cubicBezTo>
                    <a:pt x="6839" y="8039"/>
                    <a:pt x="6638" y="8640"/>
                    <a:pt x="6238" y="8973"/>
                  </a:cubicBezTo>
                  <a:cubicBezTo>
                    <a:pt x="5965" y="9201"/>
                    <a:pt x="5600" y="9319"/>
                    <a:pt x="5236" y="9319"/>
                  </a:cubicBezTo>
                  <a:cubicBezTo>
                    <a:pt x="5066" y="9319"/>
                    <a:pt x="4897" y="9293"/>
                    <a:pt x="4737" y="9240"/>
                  </a:cubicBezTo>
                  <a:cubicBezTo>
                    <a:pt x="4203" y="9107"/>
                    <a:pt x="3770" y="8707"/>
                    <a:pt x="3536" y="8206"/>
                  </a:cubicBezTo>
                  <a:cubicBezTo>
                    <a:pt x="3303" y="7706"/>
                    <a:pt x="3269" y="7105"/>
                    <a:pt x="3369" y="6572"/>
                  </a:cubicBezTo>
                  <a:cubicBezTo>
                    <a:pt x="3603" y="5438"/>
                    <a:pt x="4437" y="4503"/>
                    <a:pt x="5404" y="3836"/>
                  </a:cubicBezTo>
                  <a:cubicBezTo>
                    <a:pt x="5506" y="3769"/>
                    <a:pt x="5609" y="3705"/>
                    <a:pt x="5713" y="3645"/>
                  </a:cubicBezTo>
                  <a:close/>
                  <a:moveTo>
                    <a:pt x="0" y="0"/>
                  </a:moveTo>
                  <a:cubicBezTo>
                    <a:pt x="1168" y="334"/>
                    <a:pt x="2335" y="801"/>
                    <a:pt x="3403" y="1468"/>
                  </a:cubicBezTo>
                  <a:cubicBezTo>
                    <a:pt x="4115" y="1928"/>
                    <a:pt x="4764" y="2482"/>
                    <a:pt x="5306" y="3121"/>
                  </a:cubicBezTo>
                  <a:lnTo>
                    <a:pt x="5306" y="3121"/>
                  </a:lnTo>
                  <a:cubicBezTo>
                    <a:pt x="5215" y="3179"/>
                    <a:pt x="5125" y="3239"/>
                    <a:pt x="5037" y="3303"/>
                  </a:cubicBezTo>
                  <a:cubicBezTo>
                    <a:pt x="4504" y="3670"/>
                    <a:pt x="4003" y="4103"/>
                    <a:pt x="3603" y="4637"/>
                  </a:cubicBezTo>
                  <a:cubicBezTo>
                    <a:pt x="3203" y="5171"/>
                    <a:pt x="2869" y="5771"/>
                    <a:pt x="2769" y="6438"/>
                  </a:cubicBezTo>
                  <a:cubicBezTo>
                    <a:pt x="2636" y="7105"/>
                    <a:pt x="2702" y="7839"/>
                    <a:pt x="3002" y="8473"/>
                  </a:cubicBezTo>
                  <a:cubicBezTo>
                    <a:pt x="3169" y="8773"/>
                    <a:pt x="3369" y="9040"/>
                    <a:pt x="3636" y="9274"/>
                  </a:cubicBezTo>
                  <a:cubicBezTo>
                    <a:pt x="3903" y="9507"/>
                    <a:pt x="4237" y="9674"/>
                    <a:pt x="4570" y="9774"/>
                  </a:cubicBezTo>
                  <a:cubicBezTo>
                    <a:pt x="4767" y="9833"/>
                    <a:pt x="4976" y="9863"/>
                    <a:pt x="5187" y="9863"/>
                  </a:cubicBezTo>
                  <a:cubicBezTo>
                    <a:pt x="5687" y="9863"/>
                    <a:pt x="6196" y="9693"/>
                    <a:pt x="6572" y="9340"/>
                  </a:cubicBezTo>
                  <a:cubicBezTo>
                    <a:pt x="7105" y="8840"/>
                    <a:pt x="7306" y="8139"/>
                    <a:pt x="7339" y="7506"/>
                  </a:cubicBezTo>
                  <a:cubicBezTo>
                    <a:pt x="7406" y="6171"/>
                    <a:pt x="6972" y="4904"/>
                    <a:pt x="6271" y="3836"/>
                  </a:cubicBezTo>
                  <a:cubicBezTo>
                    <a:pt x="6192" y="3715"/>
                    <a:pt x="6108" y="3596"/>
                    <a:pt x="6020" y="3480"/>
                  </a:cubicBezTo>
                  <a:lnTo>
                    <a:pt x="6020" y="3480"/>
                  </a:lnTo>
                  <a:cubicBezTo>
                    <a:pt x="6337" y="3321"/>
                    <a:pt x="6665" y="3189"/>
                    <a:pt x="7005" y="3069"/>
                  </a:cubicBezTo>
                  <a:cubicBezTo>
                    <a:pt x="7572" y="2902"/>
                    <a:pt x="8173" y="2769"/>
                    <a:pt x="8740" y="2736"/>
                  </a:cubicBezTo>
                  <a:cubicBezTo>
                    <a:pt x="9117" y="2694"/>
                    <a:pt x="9497" y="2675"/>
                    <a:pt x="9878" y="2675"/>
                  </a:cubicBezTo>
                  <a:cubicBezTo>
                    <a:pt x="10712" y="2675"/>
                    <a:pt x="11552" y="2765"/>
                    <a:pt x="12376" y="2902"/>
                  </a:cubicBezTo>
                  <a:cubicBezTo>
                    <a:pt x="14811" y="3303"/>
                    <a:pt x="17146" y="4137"/>
                    <a:pt x="19548" y="4837"/>
                  </a:cubicBezTo>
                  <a:cubicBezTo>
                    <a:pt x="21983" y="5538"/>
                    <a:pt x="24484" y="5938"/>
                    <a:pt x="26986" y="6071"/>
                  </a:cubicBezTo>
                  <a:cubicBezTo>
                    <a:pt x="27556" y="6101"/>
                    <a:pt x="28119" y="6118"/>
                    <a:pt x="28681" y="6118"/>
                  </a:cubicBezTo>
                  <a:cubicBezTo>
                    <a:pt x="29370" y="6118"/>
                    <a:pt x="30058" y="6093"/>
                    <a:pt x="30756" y="6038"/>
                  </a:cubicBezTo>
                  <a:cubicBezTo>
                    <a:pt x="31389" y="6005"/>
                    <a:pt x="31990" y="5971"/>
                    <a:pt x="32624" y="5871"/>
                  </a:cubicBezTo>
                  <a:cubicBezTo>
                    <a:pt x="33257" y="5804"/>
                    <a:pt x="33858" y="5738"/>
                    <a:pt x="34492" y="5571"/>
                  </a:cubicBezTo>
                  <a:cubicBezTo>
                    <a:pt x="35092" y="5404"/>
                    <a:pt x="35726" y="5137"/>
                    <a:pt x="36226" y="4737"/>
                  </a:cubicBezTo>
                  <a:cubicBezTo>
                    <a:pt x="36727" y="4303"/>
                    <a:pt x="37093" y="3736"/>
                    <a:pt x="37194" y="3102"/>
                  </a:cubicBezTo>
                  <a:cubicBezTo>
                    <a:pt x="37327" y="2435"/>
                    <a:pt x="36993" y="1768"/>
                    <a:pt x="36526" y="1368"/>
                  </a:cubicBezTo>
                  <a:cubicBezTo>
                    <a:pt x="36293" y="1134"/>
                    <a:pt x="35993" y="1001"/>
                    <a:pt x="35692" y="934"/>
                  </a:cubicBezTo>
                  <a:cubicBezTo>
                    <a:pt x="35628" y="920"/>
                    <a:pt x="35563" y="913"/>
                    <a:pt x="35496" y="913"/>
                  </a:cubicBezTo>
                  <a:cubicBezTo>
                    <a:pt x="35253" y="913"/>
                    <a:pt x="35002" y="1003"/>
                    <a:pt x="34792" y="1134"/>
                  </a:cubicBezTo>
                  <a:cubicBezTo>
                    <a:pt x="34974" y="1020"/>
                    <a:pt x="35188" y="969"/>
                    <a:pt x="35400" y="969"/>
                  </a:cubicBezTo>
                  <a:cubicBezTo>
                    <a:pt x="35499" y="969"/>
                    <a:pt x="35597" y="980"/>
                    <a:pt x="35692" y="1001"/>
                  </a:cubicBezTo>
                  <a:cubicBezTo>
                    <a:pt x="35993" y="1068"/>
                    <a:pt x="36260" y="1234"/>
                    <a:pt x="36460" y="1435"/>
                  </a:cubicBezTo>
                  <a:cubicBezTo>
                    <a:pt x="36893" y="1868"/>
                    <a:pt x="37160" y="2469"/>
                    <a:pt x="37027" y="3069"/>
                  </a:cubicBezTo>
                  <a:cubicBezTo>
                    <a:pt x="36893" y="3636"/>
                    <a:pt x="36526" y="4170"/>
                    <a:pt x="36059" y="4537"/>
                  </a:cubicBezTo>
                  <a:cubicBezTo>
                    <a:pt x="35592" y="4870"/>
                    <a:pt x="34992" y="5104"/>
                    <a:pt x="34425" y="5237"/>
                  </a:cubicBezTo>
                  <a:cubicBezTo>
                    <a:pt x="33824" y="5371"/>
                    <a:pt x="33191" y="5404"/>
                    <a:pt x="32590" y="5471"/>
                  </a:cubicBezTo>
                  <a:cubicBezTo>
                    <a:pt x="31956" y="5538"/>
                    <a:pt x="31356" y="5571"/>
                    <a:pt x="30722" y="5604"/>
                  </a:cubicBezTo>
                  <a:cubicBezTo>
                    <a:pt x="30392" y="5613"/>
                    <a:pt x="30061" y="5617"/>
                    <a:pt x="29730" y="5617"/>
                  </a:cubicBezTo>
                  <a:cubicBezTo>
                    <a:pt x="28827" y="5617"/>
                    <a:pt x="27923" y="5586"/>
                    <a:pt x="27020" y="5538"/>
                  </a:cubicBezTo>
                  <a:cubicBezTo>
                    <a:pt x="24551" y="5337"/>
                    <a:pt x="22116" y="4904"/>
                    <a:pt x="19748" y="4203"/>
                  </a:cubicBezTo>
                  <a:cubicBezTo>
                    <a:pt x="17379" y="3469"/>
                    <a:pt x="15011" y="2602"/>
                    <a:pt x="12509" y="2202"/>
                  </a:cubicBezTo>
                  <a:cubicBezTo>
                    <a:pt x="11639" y="2065"/>
                    <a:pt x="10770" y="1974"/>
                    <a:pt x="9889" y="1974"/>
                  </a:cubicBezTo>
                  <a:cubicBezTo>
                    <a:pt x="9486" y="1974"/>
                    <a:pt x="9081" y="1993"/>
                    <a:pt x="8673" y="2035"/>
                  </a:cubicBezTo>
                  <a:cubicBezTo>
                    <a:pt x="7614" y="2147"/>
                    <a:pt x="6532" y="2421"/>
                    <a:pt x="5582" y="2955"/>
                  </a:cubicBezTo>
                  <a:lnTo>
                    <a:pt x="5582" y="2955"/>
                  </a:lnTo>
                  <a:cubicBezTo>
                    <a:pt x="4977" y="2296"/>
                    <a:pt x="4257" y="1749"/>
                    <a:pt x="3503" y="1301"/>
                  </a:cubicBezTo>
                  <a:cubicBezTo>
                    <a:pt x="2402" y="667"/>
                    <a:pt x="1201" y="267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3"/>
            <p:cNvSpPr/>
            <p:nvPr/>
          </p:nvSpPr>
          <p:spPr>
            <a:xfrm rot="5400000">
              <a:off x="2008978" y="3164236"/>
              <a:ext cx="934025" cy="246600"/>
            </a:xfrm>
            <a:custGeom>
              <a:avLst/>
              <a:gdLst/>
              <a:ahLst/>
              <a:cxnLst/>
              <a:rect l="l" t="t" r="r" b="b"/>
              <a:pathLst>
                <a:path w="37361" h="9864" extrusionOk="0">
                  <a:moveTo>
                    <a:pt x="31620" y="3639"/>
                  </a:moveTo>
                  <a:cubicBezTo>
                    <a:pt x="31724" y="3701"/>
                    <a:pt x="31825" y="3766"/>
                    <a:pt x="31923" y="3836"/>
                  </a:cubicBezTo>
                  <a:cubicBezTo>
                    <a:pt x="32924" y="4503"/>
                    <a:pt x="33758" y="5438"/>
                    <a:pt x="33991" y="6572"/>
                  </a:cubicBezTo>
                  <a:cubicBezTo>
                    <a:pt x="34091" y="7105"/>
                    <a:pt x="34024" y="7706"/>
                    <a:pt x="33791" y="8206"/>
                  </a:cubicBezTo>
                  <a:cubicBezTo>
                    <a:pt x="33557" y="8707"/>
                    <a:pt x="33157" y="9107"/>
                    <a:pt x="32623" y="9240"/>
                  </a:cubicBezTo>
                  <a:cubicBezTo>
                    <a:pt x="32453" y="9293"/>
                    <a:pt x="32276" y="9319"/>
                    <a:pt x="32101" y="9319"/>
                  </a:cubicBezTo>
                  <a:cubicBezTo>
                    <a:pt x="31727" y="9319"/>
                    <a:pt x="31362" y="9201"/>
                    <a:pt x="31089" y="8973"/>
                  </a:cubicBezTo>
                  <a:cubicBezTo>
                    <a:pt x="30689" y="8640"/>
                    <a:pt x="30489" y="8039"/>
                    <a:pt x="30455" y="7472"/>
                  </a:cubicBezTo>
                  <a:cubicBezTo>
                    <a:pt x="30355" y="6271"/>
                    <a:pt x="30722" y="5071"/>
                    <a:pt x="31356" y="4036"/>
                  </a:cubicBezTo>
                  <a:cubicBezTo>
                    <a:pt x="31439" y="3901"/>
                    <a:pt x="31527" y="3768"/>
                    <a:pt x="31620" y="3639"/>
                  </a:cubicBezTo>
                  <a:close/>
                  <a:moveTo>
                    <a:pt x="37360" y="0"/>
                  </a:moveTo>
                  <a:cubicBezTo>
                    <a:pt x="36159" y="267"/>
                    <a:pt x="34958" y="667"/>
                    <a:pt x="33858" y="1301"/>
                  </a:cubicBezTo>
                  <a:cubicBezTo>
                    <a:pt x="33079" y="1749"/>
                    <a:pt x="32367" y="2298"/>
                    <a:pt x="31769" y="2958"/>
                  </a:cubicBezTo>
                  <a:lnTo>
                    <a:pt x="31769" y="2958"/>
                  </a:lnTo>
                  <a:cubicBezTo>
                    <a:pt x="30799" y="2422"/>
                    <a:pt x="29715" y="2147"/>
                    <a:pt x="28654" y="2035"/>
                  </a:cubicBezTo>
                  <a:cubicBezTo>
                    <a:pt x="28256" y="1993"/>
                    <a:pt x="27855" y="1974"/>
                    <a:pt x="27454" y="1974"/>
                  </a:cubicBezTo>
                  <a:cubicBezTo>
                    <a:pt x="26576" y="1974"/>
                    <a:pt x="25698" y="2065"/>
                    <a:pt x="24851" y="2202"/>
                  </a:cubicBezTo>
                  <a:cubicBezTo>
                    <a:pt x="22349" y="2602"/>
                    <a:pt x="19981" y="3469"/>
                    <a:pt x="17579" y="4203"/>
                  </a:cubicBezTo>
                  <a:cubicBezTo>
                    <a:pt x="15244" y="4904"/>
                    <a:pt x="12776" y="5337"/>
                    <a:pt x="10308" y="5538"/>
                  </a:cubicBezTo>
                  <a:cubicBezTo>
                    <a:pt x="9428" y="5586"/>
                    <a:pt x="8514" y="5617"/>
                    <a:pt x="7602" y="5617"/>
                  </a:cubicBezTo>
                  <a:cubicBezTo>
                    <a:pt x="7269" y="5617"/>
                    <a:pt x="6936" y="5613"/>
                    <a:pt x="6605" y="5604"/>
                  </a:cubicBezTo>
                  <a:cubicBezTo>
                    <a:pt x="6004" y="5571"/>
                    <a:pt x="5371" y="5538"/>
                    <a:pt x="4770" y="5471"/>
                  </a:cubicBezTo>
                  <a:cubicBezTo>
                    <a:pt x="4136" y="5404"/>
                    <a:pt x="3536" y="5371"/>
                    <a:pt x="2936" y="5237"/>
                  </a:cubicBezTo>
                  <a:cubicBezTo>
                    <a:pt x="2335" y="5104"/>
                    <a:pt x="1768" y="4870"/>
                    <a:pt x="1301" y="4537"/>
                  </a:cubicBezTo>
                  <a:cubicBezTo>
                    <a:pt x="834" y="4170"/>
                    <a:pt x="434" y="3636"/>
                    <a:pt x="334" y="3069"/>
                  </a:cubicBezTo>
                  <a:cubicBezTo>
                    <a:pt x="167" y="2469"/>
                    <a:pt x="467" y="1868"/>
                    <a:pt x="867" y="1435"/>
                  </a:cubicBezTo>
                  <a:cubicBezTo>
                    <a:pt x="1101" y="1234"/>
                    <a:pt x="1368" y="1068"/>
                    <a:pt x="1668" y="1001"/>
                  </a:cubicBezTo>
                  <a:cubicBezTo>
                    <a:pt x="1763" y="980"/>
                    <a:pt x="1861" y="969"/>
                    <a:pt x="1960" y="969"/>
                  </a:cubicBezTo>
                  <a:cubicBezTo>
                    <a:pt x="2173" y="969"/>
                    <a:pt x="2386" y="1020"/>
                    <a:pt x="2569" y="1134"/>
                  </a:cubicBezTo>
                  <a:cubicBezTo>
                    <a:pt x="2359" y="1003"/>
                    <a:pt x="2108" y="913"/>
                    <a:pt x="1864" y="913"/>
                  </a:cubicBezTo>
                  <a:cubicBezTo>
                    <a:pt x="1798" y="913"/>
                    <a:pt x="1732" y="920"/>
                    <a:pt x="1668" y="934"/>
                  </a:cubicBezTo>
                  <a:cubicBezTo>
                    <a:pt x="1334" y="1001"/>
                    <a:pt x="1034" y="1134"/>
                    <a:pt x="801" y="1368"/>
                  </a:cubicBezTo>
                  <a:cubicBezTo>
                    <a:pt x="334" y="1768"/>
                    <a:pt x="0" y="2435"/>
                    <a:pt x="134" y="3102"/>
                  </a:cubicBezTo>
                  <a:cubicBezTo>
                    <a:pt x="234" y="3736"/>
                    <a:pt x="634" y="4303"/>
                    <a:pt x="1134" y="4737"/>
                  </a:cubicBezTo>
                  <a:cubicBezTo>
                    <a:pt x="1635" y="5137"/>
                    <a:pt x="2235" y="5404"/>
                    <a:pt x="2869" y="5571"/>
                  </a:cubicBezTo>
                  <a:cubicBezTo>
                    <a:pt x="3469" y="5738"/>
                    <a:pt x="4103" y="5804"/>
                    <a:pt x="4704" y="5871"/>
                  </a:cubicBezTo>
                  <a:cubicBezTo>
                    <a:pt x="5337" y="5971"/>
                    <a:pt x="5971" y="6005"/>
                    <a:pt x="6605" y="6038"/>
                  </a:cubicBezTo>
                  <a:cubicBezTo>
                    <a:pt x="7284" y="6093"/>
                    <a:pt x="7974" y="6118"/>
                    <a:pt x="8668" y="6118"/>
                  </a:cubicBezTo>
                  <a:cubicBezTo>
                    <a:pt x="9235" y="6118"/>
                    <a:pt x="9804" y="6101"/>
                    <a:pt x="10374" y="6071"/>
                  </a:cubicBezTo>
                  <a:cubicBezTo>
                    <a:pt x="12876" y="5938"/>
                    <a:pt x="15378" y="5538"/>
                    <a:pt x="17780" y="4837"/>
                  </a:cubicBezTo>
                  <a:cubicBezTo>
                    <a:pt x="20181" y="4137"/>
                    <a:pt x="22516" y="3303"/>
                    <a:pt x="24951" y="2902"/>
                  </a:cubicBezTo>
                  <a:cubicBezTo>
                    <a:pt x="25775" y="2765"/>
                    <a:pt x="26615" y="2675"/>
                    <a:pt x="27449" y="2675"/>
                  </a:cubicBezTo>
                  <a:cubicBezTo>
                    <a:pt x="27830" y="2675"/>
                    <a:pt x="28210" y="2694"/>
                    <a:pt x="28587" y="2736"/>
                  </a:cubicBezTo>
                  <a:cubicBezTo>
                    <a:pt x="29188" y="2769"/>
                    <a:pt x="29788" y="2902"/>
                    <a:pt x="30355" y="3069"/>
                  </a:cubicBezTo>
                  <a:cubicBezTo>
                    <a:pt x="30697" y="3190"/>
                    <a:pt x="31027" y="3323"/>
                    <a:pt x="31337" y="3482"/>
                  </a:cubicBezTo>
                  <a:lnTo>
                    <a:pt x="31337" y="3482"/>
                  </a:lnTo>
                  <a:cubicBezTo>
                    <a:pt x="31251" y="3597"/>
                    <a:pt x="31168" y="3715"/>
                    <a:pt x="31089" y="3836"/>
                  </a:cubicBezTo>
                  <a:cubicBezTo>
                    <a:pt x="30389" y="4904"/>
                    <a:pt x="29955" y="6171"/>
                    <a:pt x="29988" y="7506"/>
                  </a:cubicBezTo>
                  <a:cubicBezTo>
                    <a:pt x="30055" y="8139"/>
                    <a:pt x="30222" y="8840"/>
                    <a:pt x="30755" y="9340"/>
                  </a:cubicBezTo>
                  <a:cubicBezTo>
                    <a:pt x="31155" y="9693"/>
                    <a:pt x="31654" y="9863"/>
                    <a:pt x="32147" y="9863"/>
                  </a:cubicBezTo>
                  <a:cubicBezTo>
                    <a:pt x="32354" y="9863"/>
                    <a:pt x="32560" y="9833"/>
                    <a:pt x="32757" y="9774"/>
                  </a:cubicBezTo>
                  <a:cubicBezTo>
                    <a:pt x="33090" y="9674"/>
                    <a:pt x="33424" y="9507"/>
                    <a:pt x="33691" y="9274"/>
                  </a:cubicBezTo>
                  <a:cubicBezTo>
                    <a:pt x="33958" y="9040"/>
                    <a:pt x="34191" y="8773"/>
                    <a:pt x="34325" y="8473"/>
                  </a:cubicBezTo>
                  <a:cubicBezTo>
                    <a:pt x="34625" y="7839"/>
                    <a:pt x="34725" y="7105"/>
                    <a:pt x="34592" y="6438"/>
                  </a:cubicBezTo>
                  <a:cubicBezTo>
                    <a:pt x="34458" y="5771"/>
                    <a:pt x="34158" y="5171"/>
                    <a:pt x="33758" y="4637"/>
                  </a:cubicBezTo>
                  <a:cubicBezTo>
                    <a:pt x="33357" y="4103"/>
                    <a:pt x="32857" y="3670"/>
                    <a:pt x="32323" y="3303"/>
                  </a:cubicBezTo>
                  <a:cubicBezTo>
                    <a:pt x="32229" y="3237"/>
                    <a:pt x="32132" y="3174"/>
                    <a:pt x="32035" y="3113"/>
                  </a:cubicBezTo>
                  <a:lnTo>
                    <a:pt x="32035" y="3113"/>
                  </a:lnTo>
                  <a:cubicBezTo>
                    <a:pt x="32586" y="2478"/>
                    <a:pt x="33248" y="1926"/>
                    <a:pt x="33958" y="1468"/>
                  </a:cubicBezTo>
                  <a:cubicBezTo>
                    <a:pt x="34992" y="801"/>
                    <a:pt x="36159" y="334"/>
                    <a:pt x="373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9" name="Google Shape;339;p13"/>
          <p:cNvGrpSpPr/>
          <p:nvPr/>
        </p:nvGrpSpPr>
        <p:grpSpPr>
          <a:xfrm rot="10800000" flipH="1">
            <a:off x="3630005" y="4757832"/>
            <a:ext cx="1886375" cy="246600"/>
            <a:chOff x="1538775" y="2680700"/>
            <a:chExt cx="1886375" cy="246600"/>
          </a:xfrm>
        </p:grpSpPr>
        <p:sp>
          <p:nvSpPr>
            <p:cNvPr id="340" name="Google Shape;340;p13"/>
            <p:cNvSpPr/>
            <p:nvPr/>
          </p:nvSpPr>
          <p:spPr>
            <a:xfrm>
              <a:off x="1538775" y="2680700"/>
              <a:ext cx="933175" cy="246600"/>
            </a:xfrm>
            <a:custGeom>
              <a:avLst/>
              <a:gdLst/>
              <a:ahLst/>
              <a:cxnLst/>
              <a:rect l="l" t="t" r="r" b="b"/>
              <a:pathLst>
                <a:path w="37327" h="9864" extrusionOk="0">
                  <a:moveTo>
                    <a:pt x="5713" y="3645"/>
                  </a:moveTo>
                  <a:lnTo>
                    <a:pt x="5713" y="3645"/>
                  </a:lnTo>
                  <a:cubicBezTo>
                    <a:pt x="5803" y="3773"/>
                    <a:pt x="5890" y="3903"/>
                    <a:pt x="5971" y="4036"/>
                  </a:cubicBezTo>
                  <a:cubicBezTo>
                    <a:pt x="6605" y="5071"/>
                    <a:pt x="6972" y="6271"/>
                    <a:pt x="6905" y="7472"/>
                  </a:cubicBezTo>
                  <a:cubicBezTo>
                    <a:pt x="6839" y="8039"/>
                    <a:pt x="6638" y="8640"/>
                    <a:pt x="6238" y="8973"/>
                  </a:cubicBezTo>
                  <a:cubicBezTo>
                    <a:pt x="5965" y="9201"/>
                    <a:pt x="5600" y="9319"/>
                    <a:pt x="5236" y="9319"/>
                  </a:cubicBezTo>
                  <a:cubicBezTo>
                    <a:pt x="5066" y="9319"/>
                    <a:pt x="4897" y="9293"/>
                    <a:pt x="4737" y="9240"/>
                  </a:cubicBezTo>
                  <a:cubicBezTo>
                    <a:pt x="4203" y="9107"/>
                    <a:pt x="3770" y="8707"/>
                    <a:pt x="3536" y="8206"/>
                  </a:cubicBezTo>
                  <a:cubicBezTo>
                    <a:pt x="3303" y="7706"/>
                    <a:pt x="3269" y="7105"/>
                    <a:pt x="3369" y="6572"/>
                  </a:cubicBezTo>
                  <a:cubicBezTo>
                    <a:pt x="3603" y="5438"/>
                    <a:pt x="4437" y="4503"/>
                    <a:pt x="5404" y="3836"/>
                  </a:cubicBezTo>
                  <a:cubicBezTo>
                    <a:pt x="5506" y="3769"/>
                    <a:pt x="5609" y="3705"/>
                    <a:pt x="5713" y="3645"/>
                  </a:cubicBezTo>
                  <a:close/>
                  <a:moveTo>
                    <a:pt x="0" y="0"/>
                  </a:moveTo>
                  <a:cubicBezTo>
                    <a:pt x="1168" y="334"/>
                    <a:pt x="2335" y="801"/>
                    <a:pt x="3403" y="1468"/>
                  </a:cubicBezTo>
                  <a:cubicBezTo>
                    <a:pt x="4115" y="1928"/>
                    <a:pt x="4764" y="2482"/>
                    <a:pt x="5306" y="3121"/>
                  </a:cubicBezTo>
                  <a:lnTo>
                    <a:pt x="5306" y="3121"/>
                  </a:lnTo>
                  <a:cubicBezTo>
                    <a:pt x="5215" y="3179"/>
                    <a:pt x="5125" y="3239"/>
                    <a:pt x="5037" y="3303"/>
                  </a:cubicBezTo>
                  <a:cubicBezTo>
                    <a:pt x="4504" y="3670"/>
                    <a:pt x="4003" y="4103"/>
                    <a:pt x="3603" y="4637"/>
                  </a:cubicBezTo>
                  <a:cubicBezTo>
                    <a:pt x="3203" y="5171"/>
                    <a:pt x="2869" y="5771"/>
                    <a:pt x="2769" y="6438"/>
                  </a:cubicBezTo>
                  <a:cubicBezTo>
                    <a:pt x="2636" y="7105"/>
                    <a:pt x="2702" y="7839"/>
                    <a:pt x="3002" y="8473"/>
                  </a:cubicBezTo>
                  <a:cubicBezTo>
                    <a:pt x="3169" y="8773"/>
                    <a:pt x="3369" y="9040"/>
                    <a:pt x="3636" y="9274"/>
                  </a:cubicBezTo>
                  <a:cubicBezTo>
                    <a:pt x="3903" y="9507"/>
                    <a:pt x="4237" y="9674"/>
                    <a:pt x="4570" y="9774"/>
                  </a:cubicBezTo>
                  <a:cubicBezTo>
                    <a:pt x="4767" y="9833"/>
                    <a:pt x="4976" y="9863"/>
                    <a:pt x="5187" y="9863"/>
                  </a:cubicBezTo>
                  <a:cubicBezTo>
                    <a:pt x="5687" y="9863"/>
                    <a:pt x="6196" y="9693"/>
                    <a:pt x="6572" y="9340"/>
                  </a:cubicBezTo>
                  <a:cubicBezTo>
                    <a:pt x="7105" y="8840"/>
                    <a:pt x="7306" y="8139"/>
                    <a:pt x="7339" y="7506"/>
                  </a:cubicBezTo>
                  <a:cubicBezTo>
                    <a:pt x="7406" y="6171"/>
                    <a:pt x="6972" y="4904"/>
                    <a:pt x="6271" y="3836"/>
                  </a:cubicBezTo>
                  <a:cubicBezTo>
                    <a:pt x="6192" y="3715"/>
                    <a:pt x="6108" y="3596"/>
                    <a:pt x="6020" y="3480"/>
                  </a:cubicBezTo>
                  <a:lnTo>
                    <a:pt x="6020" y="3480"/>
                  </a:lnTo>
                  <a:cubicBezTo>
                    <a:pt x="6337" y="3321"/>
                    <a:pt x="6665" y="3189"/>
                    <a:pt x="7005" y="3069"/>
                  </a:cubicBezTo>
                  <a:cubicBezTo>
                    <a:pt x="7572" y="2902"/>
                    <a:pt x="8173" y="2769"/>
                    <a:pt x="8740" y="2736"/>
                  </a:cubicBezTo>
                  <a:cubicBezTo>
                    <a:pt x="9117" y="2694"/>
                    <a:pt x="9497" y="2675"/>
                    <a:pt x="9878" y="2675"/>
                  </a:cubicBezTo>
                  <a:cubicBezTo>
                    <a:pt x="10712" y="2675"/>
                    <a:pt x="11552" y="2765"/>
                    <a:pt x="12376" y="2902"/>
                  </a:cubicBezTo>
                  <a:cubicBezTo>
                    <a:pt x="14811" y="3303"/>
                    <a:pt x="17146" y="4137"/>
                    <a:pt x="19548" y="4837"/>
                  </a:cubicBezTo>
                  <a:cubicBezTo>
                    <a:pt x="21983" y="5538"/>
                    <a:pt x="24484" y="5938"/>
                    <a:pt x="26986" y="6071"/>
                  </a:cubicBezTo>
                  <a:cubicBezTo>
                    <a:pt x="27556" y="6101"/>
                    <a:pt x="28119" y="6118"/>
                    <a:pt x="28681" y="6118"/>
                  </a:cubicBezTo>
                  <a:cubicBezTo>
                    <a:pt x="29370" y="6118"/>
                    <a:pt x="30058" y="6093"/>
                    <a:pt x="30756" y="6038"/>
                  </a:cubicBezTo>
                  <a:cubicBezTo>
                    <a:pt x="31389" y="6005"/>
                    <a:pt x="31990" y="5971"/>
                    <a:pt x="32624" y="5871"/>
                  </a:cubicBezTo>
                  <a:cubicBezTo>
                    <a:pt x="33257" y="5804"/>
                    <a:pt x="33858" y="5738"/>
                    <a:pt x="34492" y="5571"/>
                  </a:cubicBezTo>
                  <a:cubicBezTo>
                    <a:pt x="35092" y="5404"/>
                    <a:pt x="35726" y="5137"/>
                    <a:pt x="36226" y="4737"/>
                  </a:cubicBezTo>
                  <a:cubicBezTo>
                    <a:pt x="36727" y="4303"/>
                    <a:pt x="37093" y="3736"/>
                    <a:pt x="37194" y="3102"/>
                  </a:cubicBezTo>
                  <a:cubicBezTo>
                    <a:pt x="37327" y="2435"/>
                    <a:pt x="36993" y="1768"/>
                    <a:pt x="36526" y="1368"/>
                  </a:cubicBezTo>
                  <a:cubicBezTo>
                    <a:pt x="36293" y="1134"/>
                    <a:pt x="35993" y="1001"/>
                    <a:pt x="35692" y="934"/>
                  </a:cubicBezTo>
                  <a:cubicBezTo>
                    <a:pt x="35628" y="920"/>
                    <a:pt x="35563" y="913"/>
                    <a:pt x="35496" y="913"/>
                  </a:cubicBezTo>
                  <a:cubicBezTo>
                    <a:pt x="35253" y="913"/>
                    <a:pt x="35002" y="1003"/>
                    <a:pt x="34792" y="1134"/>
                  </a:cubicBezTo>
                  <a:cubicBezTo>
                    <a:pt x="34974" y="1020"/>
                    <a:pt x="35188" y="969"/>
                    <a:pt x="35400" y="969"/>
                  </a:cubicBezTo>
                  <a:cubicBezTo>
                    <a:pt x="35499" y="969"/>
                    <a:pt x="35597" y="980"/>
                    <a:pt x="35692" y="1001"/>
                  </a:cubicBezTo>
                  <a:cubicBezTo>
                    <a:pt x="35993" y="1068"/>
                    <a:pt x="36260" y="1234"/>
                    <a:pt x="36460" y="1435"/>
                  </a:cubicBezTo>
                  <a:cubicBezTo>
                    <a:pt x="36893" y="1868"/>
                    <a:pt x="37160" y="2469"/>
                    <a:pt x="37027" y="3069"/>
                  </a:cubicBezTo>
                  <a:cubicBezTo>
                    <a:pt x="36893" y="3636"/>
                    <a:pt x="36526" y="4170"/>
                    <a:pt x="36059" y="4537"/>
                  </a:cubicBezTo>
                  <a:cubicBezTo>
                    <a:pt x="35592" y="4870"/>
                    <a:pt x="34992" y="5104"/>
                    <a:pt x="34425" y="5237"/>
                  </a:cubicBezTo>
                  <a:cubicBezTo>
                    <a:pt x="33824" y="5371"/>
                    <a:pt x="33191" y="5404"/>
                    <a:pt x="32590" y="5471"/>
                  </a:cubicBezTo>
                  <a:cubicBezTo>
                    <a:pt x="31956" y="5538"/>
                    <a:pt x="31356" y="5571"/>
                    <a:pt x="30722" y="5604"/>
                  </a:cubicBezTo>
                  <a:cubicBezTo>
                    <a:pt x="30392" y="5613"/>
                    <a:pt x="30061" y="5617"/>
                    <a:pt x="29730" y="5617"/>
                  </a:cubicBezTo>
                  <a:cubicBezTo>
                    <a:pt x="28827" y="5617"/>
                    <a:pt x="27923" y="5586"/>
                    <a:pt x="27020" y="5538"/>
                  </a:cubicBezTo>
                  <a:cubicBezTo>
                    <a:pt x="24551" y="5337"/>
                    <a:pt x="22116" y="4904"/>
                    <a:pt x="19748" y="4203"/>
                  </a:cubicBezTo>
                  <a:cubicBezTo>
                    <a:pt x="17379" y="3469"/>
                    <a:pt x="15011" y="2602"/>
                    <a:pt x="12509" y="2202"/>
                  </a:cubicBezTo>
                  <a:cubicBezTo>
                    <a:pt x="11639" y="2065"/>
                    <a:pt x="10770" y="1974"/>
                    <a:pt x="9889" y="1974"/>
                  </a:cubicBezTo>
                  <a:cubicBezTo>
                    <a:pt x="9486" y="1974"/>
                    <a:pt x="9081" y="1993"/>
                    <a:pt x="8673" y="2035"/>
                  </a:cubicBezTo>
                  <a:cubicBezTo>
                    <a:pt x="7614" y="2147"/>
                    <a:pt x="6532" y="2421"/>
                    <a:pt x="5582" y="2955"/>
                  </a:cubicBezTo>
                  <a:lnTo>
                    <a:pt x="5582" y="2955"/>
                  </a:lnTo>
                  <a:cubicBezTo>
                    <a:pt x="4977" y="2296"/>
                    <a:pt x="4257" y="1749"/>
                    <a:pt x="3503" y="1301"/>
                  </a:cubicBezTo>
                  <a:cubicBezTo>
                    <a:pt x="2402" y="667"/>
                    <a:pt x="1201" y="267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3"/>
            <p:cNvSpPr/>
            <p:nvPr/>
          </p:nvSpPr>
          <p:spPr>
            <a:xfrm>
              <a:off x="2491125" y="2680700"/>
              <a:ext cx="934025" cy="246600"/>
            </a:xfrm>
            <a:custGeom>
              <a:avLst/>
              <a:gdLst/>
              <a:ahLst/>
              <a:cxnLst/>
              <a:rect l="l" t="t" r="r" b="b"/>
              <a:pathLst>
                <a:path w="37361" h="9864" extrusionOk="0">
                  <a:moveTo>
                    <a:pt x="31620" y="3639"/>
                  </a:moveTo>
                  <a:cubicBezTo>
                    <a:pt x="31724" y="3701"/>
                    <a:pt x="31825" y="3766"/>
                    <a:pt x="31923" y="3836"/>
                  </a:cubicBezTo>
                  <a:cubicBezTo>
                    <a:pt x="32924" y="4503"/>
                    <a:pt x="33758" y="5438"/>
                    <a:pt x="33991" y="6572"/>
                  </a:cubicBezTo>
                  <a:cubicBezTo>
                    <a:pt x="34091" y="7105"/>
                    <a:pt x="34024" y="7706"/>
                    <a:pt x="33791" y="8206"/>
                  </a:cubicBezTo>
                  <a:cubicBezTo>
                    <a:pt x="33557" y="8707"/>
                    <a:pt x="33157" y="9107"/>
                    <a:pt x="32623" y="9240"/>
                  </a:cubicBezTo>
                  <a:cubicBezTo>
                    <a:pt x="32453" y="9293"/>
                    <a:pt x="32276" y="9319"/>
                    <a:pt x="32101" y="9319"/>
                  </a:cubicBezTo>
                  <a:cubicBezTo>
                    <a:pt x="31727" y="9319"/>
                    <a:pt x="31362" y="9201"/>
                    <a:pt x="31089" y="8973"/>
                  </a:cubicBezTo>
                  <a:cubicBezTo>
                    <a:pt x="30689" y="8640"/>
                    <a:pt x="30489" y="8039"/>
                    <a:pt x="30455" y="7472"/>
                  </a:cubicBezTo>
                  <a:cubicBezTo>
                    <a:pt x="30355" y="6271"/>
                    <a:pt x="30722" y="5071"/>
                    <a:pt x="31356" y="4036"/>
                  </a:cubicBezTo>
                  <a:cubicBezTo>
                    <a:pt x="31439" y="3901"/>
                    <a:pt x="31527" y="3768"/>
                    <a:pt x="31620" y="3639"/>
                  </a:cubicBezTo>
                  <a:close/>
                  <a:moveTo>
                    <a:pt x="37360" y="0"/>
                  </a:moveTo>
                  <a:cubicBezTo>
                    <a:pt x="36159" y="267"/>
                    <a:pt x="34958" y="667"/>
                    <a:pt x="33858" y="1301"/>
                  </a:cubicBezTo>
                  <a:cubicBezTo>
                    <a:pt x="33079" y="1749"/>
                    <a:pt x="32367" y="2298"/>
                    <a:pt x="31769" y="2958"/>
                  </a:cubicBezTo>
                  <a:lnTo>
                    <a:pt x="31769" y="2958"/>
                  </a:lnTo>
                  <a:cubicBezTo>
                    <a:pt x="30799" y="2422"/>
                    <a:pt x="29715" y="2147"/>
                    <a:pt x="28654" y="2035"/>
                  </a:cubicBezTo>
                  <a:cubicBezTo>
                    <a:pt x="28256" y="1993"/>
                    <a:pt x="27855" y="1974"/>
                    <a:pt x="27454" y="1974"/>
                  </a:cubicBezTo>
                  <a:cubicBezTo>
                    <a:pt x="26576" y="1974"/>
                    <a:pt x="25698" y="2065"/>
                    <a:pt x="24851" y="2202"/>
                  </a:cubicBezTo>
                  <a:cubicBezTo>
                    <a:pt x="22349" y="2602"/>
                    <a:pt x="19981" y="3469"/>
                    <a:pt x="17579" y="4203"/>
                  </a:cubicBezTo>
                  <a:cubicBezTo>
                    <a:pt x="15244" y="4904"/>
                    <a:pt x="12776" y="5337"/>
                    <a:pt x="10308" y="5538"/>
                  </a:cubicBezTo>
                  <a:cubicBezTo>
                    <a:pt x="9428" y="5586"/>
                    <a:pt x="8514" y="5617"/>
                    <a:pt x="7602" y="5617"/>
                  </a:cubicBezTo>
                  <a:cubicBezTo>
                    <a:pt x="7269" y="5617"/>
                    <a:pt x="6936" y="5613"/>
                    <a:pt x="6605" y="5604"/>
                  </a:cubicBezTo>
                  <a:cubicBezTo>
                    <a:pt x="6004" y="5571"/>
                    <a:pt x="5371" y="5538"/>
                    <a:pt x="4770" y="5471"/>
                  </a:cubicBezTo>
                  <a:cubicBezTo>
                    <a:pt x="4136" y="5404"/>
                    <a:pt x="3536" y="5371"/>
                    <a:pt x="2936" y="5237"/>
                  </a:cubicBezTo>
                  <a:cubicBezTo>
                    <a:pt x="2335" y="5104"/>
                    <a:pt x="1768" y="4870"/>
                    <a:pt x="1301" y="4537"/>
                  </a:cubicBezTo>
                  <a:cubicBezTo>
                    <a:pt x="834" y="4170"/>
                    <a:pt x="434" y="3636"/>
                    <a:pt x="334" y="3069"/>
                  </a:cubicBezTo>
                  <a:cubicBezTo>
                    <a:pt x="167" y="2469"/>
                    <a:pt x="467" y="1868"/>
                    <a:pt x="867" y="1435"/>
                  </a:cubicBezTo>
                  <a:cubicBezTo>
                    <a:pt x="1101" y="1234"/>
                    <a:pt x="1368" y="1068"/>
                    <a:pt x="1668" y="1001"/>
                  </a:cubicBezTo>
                  <a:cubicBezTo>
                    <a:pt x="1763" y="980"/>
                    <a:pt x="1861" y="969"/>
                    <a:pt x="1960" y="969"/>
                  </a:cubicBezTo>
                  <a:cubicBezTo>
                    <a:pt x="2173" y="969"/>
                    <a:pt x="2386" y="1020"/>
                    <a:pt x="2569" y="1134"/>
                  </a:cubicBezTo>
                  <a:cubicBezTo>
                    <a:pt x="2359" y="1003"/>
                    <a:pt x="2108" y="913"/>
                    <a:pt x="1864" y="913"/>
                  </a:cubicBezTo>
                  <a:cubicBezTo>
                    <a:pt x="1798" y="913"/>
                    <a:pt x="1732" y="920"/>
                    <a:pt x="1668" y="934"/>
                  </a:cubicBezTo>
                  <a:cubicBezTo>
                    <a:pt x="1334" y="1001"/>
                    <a:pt x="1034" y="1134"/>
                    <a:pt x="801" y="1368"/>
                  </a:cubicBezTo>
                  <a:cubicBezTo>
                    <a:pt x="334" y="1768"/>
                    <a:pt x="0" y="2435"/>
                    <a:pt x="134" y="3102"/>
                  </a:cubicBezTo>
                  <a:cubicBezTo>
                    <a:pt x="234" y="3736"/>
                    <a:pt x="634" y="4303"/>
                    <a:pt x="1134" y="4737"/>
                  </a:cubicBezTo>
                  <a:cubicBezTo>
                    <a:pt x="1635" y="5137"/>
                    <a:pt x="2235" y="5404"/>
                    <a:pt x="2869" y="5571"/>
                  </a:cubicBezTo>
                  <a:cubicBezTo>
                    <a:pt x="3469" y="5738"/>
                    <a:pt x="4103" y="5804"/>
                    <a:pt x="4704" y="5871"/>
                  </a:cubicBezTo>
                  <a:cubicBezTo>
                    <a:pt x="5337" y="5971"/>
                    <a:pt x="5971" y="6005"/>
                    <a:pt x="6605" y="6038"/>
                  </a:cubicBezTo>
                  <a:cubicBezTo>
                    <a:pt x="7284" y="6093"/>
                    <a:pt x="7974" y="6118"/>
                    <a:pt x="8668" y="6118"/>
                  </a:cubicBezTo>
                  <a:cubicBezTo>
                    <a:pt x="9235" y="6118"/>
                    <a:pt x="9804" y="6101"/>
                    <a:pt x="10374" y="6071"/>
                  </a:cubicBezTo>
                  <a:cubicBezTo>
                    <a:pt x="12876" y="5938"/>
                    <a:pt x="15378" y="5538"/>
                    <a:pt x="17780" y="4837"/>
                  </a:cubicBezTo>
                  <a:cubicBezTo>
                    <a:pt x="20181" y="4137"/>
                    <a:pt x="22516" y="3303"/>
                    <a:pt x="24951" y="2902"/>
                  </a:cubicBezTo>
                  <a:cubicBezTo>
                    <a:pt x="25775" y="2765"/>
                    <a:pt x="26615" y="2675"/>
                    <a:pt x="27449" y="2675"/>
                  </a:cubicBezTo>
                  <a:cubicBezTo>
                    <a:pt x="27830" y="2675"/>
                    <a:pt x="28210" y="2694"/>
                    <a:pt x="28587" y="2736"/>
                  </a:cubicBezTo>
                  <a:cubicBezTo>
                    <a:pt x="29188" y="2769"/>
                    <a:pt x="29788" y="2902"/>
                    <a:pt x="30355" y="3069"/>
                  </a:cubicBezTo>
                  <a:cubicBezTo>
                    <a:pt x="30697" y="3190"/>
                    <a:pt x="31027" y="3323"/>
                    <a:pt x="31337" y="3482"/>
                  </a:cubicBezTo>
                  <a:lnTo>
                    <a:pt x="31337" y="3482"/>
                  </a:lnTo>
                  <a:cubicBezTo>
                    <a:pt x="31251" y="3597"/>
                    <a:pt x="31168" y="3715"/>
                    <a:pt x="31089" y="3836"/>
                  </a:cubicBezTo>
                  <a:cubicBezTo>
                    <a:pt x="30389" y="4904"/>
                    <a:pt x="29955" y="6171"/>
                    <a:pt x="29988" y="7506"/>
                  </a:cubicBezTo>
                  <a:cubicBezTo>
                    <a:pt x="30055" y="8139"/>
                    <a:pt x="30222" y="8840"/>
                    <a:pt x="30755" y="9340"/>
                  </a:cubicBezTo>
                  <a:cubicBezTo>
                    <a:pt x="31155" y="9693"/>
                    <a:pt x="31654" y="9863"/>
                    <a:pt x="32147" y="9863"/>
                  </a:cubicBezTo>
                  <a:cubicBezTo>
                    <a:pt x="32354" y="9863"/>
                    <a:pt x="32560" y="9833"/>
                    <a:pt x="32757" y="9774"/>
                  </a:cubicBezTo>
                  <a:cubicBezTo>
                    <a:pt x="33090" y="9674"/>
                    <a:pt x="33424" y="9507"/>
                    <a:pt x="33691" y="9274"/>
                  </a:cubicBezTo>
                  <a:cubicBezTo>
                    <a:pt x="33958" y="9040"/>
                    <a:pt x="34191" y="8773"/>
                    <a:pt x="34325" y="8473"/>
                  </a:cubicBezTo>
                  <a:cubicBezTo>
                    <a:pt x="34625" y="7839"/>
                    <a:pt x="34725" y="7105"/>
                    <a:pt x="34592" y="6438"/>
                  </a:cubicBezTo>
                  <a:cubicBezTo>
                    <a:pt x="34458" y="5771"/>
                    <a:pt x="34158" y="5171"/>
                    <a:pt x="33758" y="4637"/>
                  </a:cubicBezTo>
                  <a:cubicBezTo>
                    <a:pt x="33357" y="4103"/>
                    <a:pt x="32857" y="3670"/>
                    <a:pt x="32323" y="3303"/>
                  </a:cubicBezTo>
                  <a:cubicBezTo>
                    <a:pt x="32229" y="3237"/>
                    <a:pt x="32132" y="3174"/>
                    <a:pt x="32035" y="3113"/>
                  </a:cubicBezTo>
                  <a:lnTo>
                    <a:pt x="32035" y="3113"/>
                  </a:lnTo>
                  <a:cubicBezTo>
                    <a:pt x="32586" y="2478"/>
                    <a:pt x="33248" y="1926"/>
                    <a:pt x="33958" y="1468"/>
                  </a:cubicBezTo>
                  <a:cubicBezTo>
                    <a:pt x="34992" y="801"/>
                    <a:pt x="36159" y="334"/>
                    <a:pt x="373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2" name="Google Shape;342;p13"/>
          <p:cNvSpPr txBox="1">
            <a:spLocks noGrp="1"/>
          </p:cNvSpPr>
          <p:nvPr>
            <p:ph type="title"/>
          </p:nvPr>
        </p:nvSpPr>
        <p:spPr>
          <a:xfrm>
            <a:off x="713225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8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5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14"/>
          <p:cNvGrpSpPr/>
          <p:nvPr/>
        </p:nvGrpSpPr>
        <p:grpSpPr>
          <a:xfrm>
            <a:off x="164188" y="144463"/>
            <a:ext cx="8815625" cy="4854575"/>
            <a:chOff x="164188" y="144463"/>
            <a:chExt cx="8815625" cy="4854575"/>
          </a:xfrm>
        </p:grpSpPr>
        <p:grpSp>
          <p:nvGrpSpPr>
            <p:cNvPr id="345" name="Google Shape;345;p14"/>
            <p:cNvGrpSpPr/>
            <p:nvPr/>
          </p:nvGrpSpPr>
          <p:grpSpPr>
            <a:xfrm flipH="1">
              <a:off x="164188" y="144463"/>
              <a:ext cx="8815625" cy="4854575"/>
              <a:chOff x="164450" y="139620"/>
              <a:chExt cx="8815625" cy="4854575"/>
            </a:xfrm>
          </p:grpSpPr>
          <p:grpSp>
            <p:nvGrpSpPr>
              <p:cNvPr id="346" name="Google Shape;346;p14"/>
              <p:cNvGrpSpPr/>
              <p:nvPr/>
            </p:nvGrpSpPr>
            <p:grpSpPr>
              <a:xfrm>
                <a:off x="8045300" y="4060595"/>
                <a:ext cx="934775" cy="933400"/>
                <a:chOff x="5237250" y="4107325"/>
                <a:chExt cx="934775" cy="933400"/>
              </a:xfrm>
            </p:grpSpPr>
            <p:sp>
              <p:nvSpPr>
                <p:cNvPr id="347" name="Google Shape;347;p14"/>
                <p:cNvSpPr/>
                <p:nvPr/>
              </p:nvSpPr>
              <p:spPr>
                <a:xfrm>
                  <a:off x="5386850" y="4136700"/>
                  <a:ext cx="498000" cy="61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0" h="24754" extrusionOk="0">
                      <a:moveTo>
                        <a:pt x="19355" y="1"/>
                      </a:moveTo>
                      <a:cubicBezTo>
                        <a:pt x="19041" y="1"/>
                        <a:pt x="18790" y="9751"/>
                        <a:pt x="18790" y="21782"/>
                      </a:cubicBezTo>
                      <a:lnTo>
                        <a:pt x="18790" y="22996"/>
                      </a:lnTo>
                      <a:lnTo>
                        <a:pt x="18790" y="23603"/>
                      </a:lnTo>
                      <a:cubicBezTo>
                        <a:pt x="18790" y="23623"/>
                        <a:pt x="18790" y="23623"/>
                        <a:pt x="18790" y="23623"/>
                      </a:cubicBezTo>
                      <a:lnTo>
                        <a:pt x="15400" y="23644"/>
                      </a:lnTo>
                      <a:lnTo>
                        <a:pt x="11738" y="23686"/>
                      </a:lnTo>
                      <a:cubicBezTo>
                        <a:pt x="9416" y="23728"/>
                        <a:pt x="7324" y="23770"/>
                        <a:pt x="5587" y="23812"/>
                      </a:cubicBezTo>
                      <a:cubicBezTo>
                        <a:pt x="2114" y="23916"/>
                        <a:pt x="0" y="24042"/>
                        <a:pt x="0" y="24188"/>
                      </a:cubicBezTo>
                      <a:cubicBezTo>
                        <a:pt x="0" y="24335"/>
                        <a:pt x="2114" y="24481"/>
                        <a:pt x="5587" y="24565"/>
                      </a:cubicBezTo>
                      <a:cubicBezTo>
                        <a:pt x="7324" y="24628"/>
                        <a:pt x="9416" y="24670"/>
                        <a:pt x="11738" y="24691"/>
                      </a:cubicBezTo>
                      <a:lnTo>
                        <a:pt x="15400" y="24732"/>
                      </a:lnTo>
                      <a:lnTo>
                        <a:pt x="19920" y="24753"/>
                      </a:lnTo>
                      <a:lnTo>
                        <a:pt x="19920" y="21782"/>
                      </a:lnTo>
                      <a:cubicBezTo>
                        <a:pt x="19920" y="9751"/>
                        <a:pt x="19668" y="1"/>
                        <a:pt x="1935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8" name="Google Shape;348;p14"/>
                <p:cNvSpPr/>
                <p:nvPr/>
              </p:nvSpPr>
              <p:spPr>
                <a:xfrm>
                  <a:off x="5905750" y="4107325"/>
                  <a:ext cx="266275" cy="64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51" h="25761" extrusionOk="0">
                      <a:moveTo>
                        <a:pt x="6677" y="0"/>
                      </a:moveTo>
                      <a:cubicBezTo>
                        <a:pt x="6344" y="0"/>
                        <a:pt x="5997" y="62"/>
                        <a:pt x="5650" y="171"/>
                      </a:cubicBezTo>
                      <a:cubicBezTo>
                        <a:pt x="5148" y="318"/>
                        <a:pt x="4687" y="590"/>
                        <a:pt x="4311" y="904"/>
                      </a:cubicBezTo>
                      <a:cubicBezTo>
                        <a:pt x="3913" y="1218"/>
                        <a:pt x="3578" y="1594"/>
                        <a:pt x="3306" y="1971"/>
                      </a:cubicBezTo>
                      <a:cubicBezTo>
                        <a:pt x="2741" y="2766"/>
                        <a:pt x="2344" y="3603"/>
                        <a:pt x="2009" y="4440"/>
                      </a:cubicBezTo>
                      <a:cubicBezTo>
                        <a:pt x="1381" y="6114"/>
                        <a:pt x="1026" y="7788"/>
                        <a:pt x="754" y="9378"/>
                      </a:cubicBezTo>
                      <a:cubicBezTo>
                        <a:pt x="252" y="12579"/>
                        <a:pt x="105" y="15487"/>
                        <a:pt x="63" y="17915"/>
                      </a:cubicBezTo>
                      <a:cubicBezTo>
                        <a:pt x="0" y="20342"/>
                        <a:pt x="63" y="22309"/>
                        <a:pt x="126" y="23669"/>
                      </a:cubicBezTo>
                      <a:cubicBezTo>
                        <a:pt x="189" y="25029"/>
                        <a:pt x="252" y="25761"/>
                        <a:pt x="314" y="25761"/>
                      </a:cubicBezTo>
                      <a:cubicBezTo>
                        <a:pt x="377" y="25761"/>
                        <a:pt x="440" y="25029"/>
                        <a:pt x="482" y="23669"/>
                      </a:cubicBezTo>
                      <a:cubicBezTo>
                        <a:pt x="524" y="22309"/>
                        <a:pt x="565" y="20342"/>
                        <a:pt x="691" y="17936"/>
                      </a:cubicBezTo>
                      <a:cubicBezTo>
                        <a:pt x="837" y="15529"/>
                        <a:pt x="1047" y="12642"/>
                        <a:pt x="1591" y="9524"/>
                      </a:cubicBezTo>
                      <a:cubicBezTo>
                        <a:pt x="1863" y="7976"/>
                        <a:pt x="2239" y="6344"/>
                        <a:pt x="2846" y="4754"/>
                      </a:cubicBezTo>
                      <a:cubicBezTo>
                        <a:pt x="3160" y="3979"/>
                        <a:pt x="3537" y="3184"/>
                        <a:pt x="4039" y="2515"/>
                      </a:cubicBezTo>
                      <a:cubicBezTo>
                        <a:pt x="4520" y="1845"/>
                        <a:pt x="5169" y="1259"/>
                        <a:pt x="5922" y="1029"/>
                      </a:cubicBezTo>
                      <a:cubicBezTo>
                        <a:pt x="6205" y="948"/>
                        <a:pt x="6498" y="911"/>
                        <a:pt x="6791" y="911"/>
                      </a:cubicBezTo>
                      <a:cubicBezTo>
                        <a:pt x="7105" y="911"/>
                        <a:pt x="7419" y="954"/>
                        <a:pt x="7721" y="1029"/>
                      </a:cubicBezTo>
                      <a:cubicBezTo>
                        <a:pt x="8307" y="1176"/>
                        <a:pt x="8788" y="1510"/>
                        <a:pt x="9102" y="1992"/>
                      </a:cubicBezTo>
                      <a:cubicBezTo>
                        <a:pt x="9437" y="2452"/>
                        <a:pt x="9604" y="3038"/>
                        <a:pt x="9688" y="3645"/>
                      </a:cubicBezTo>
                      <a:cubicBezTo>
                        <a:pt x="9751" y="4251"/>
                        <a:pt x="9730" y="4858"/>
                        <a:pt x="9646" y="5465"/>
                      </a:cubicBezTo>
                      <a:cubicBezTo>
                        <a:pt x="9479" y="6658"/>
                        <a:pt x="9102" y="7808"/>
                        <a:pt x="8558" y="8792"/>
                      </a:cubicBezTo>
                      <a:cubicBezTo>
                        <a:pt x="8307" y="9273"/>
                        <a:pt x="7993" y="9733"/>
                        <a:pt x="7617" y="10068"/>
                      </a:cubicBezTo>
                      <a:cubicBezTo>
                        <a:pt x="7533" y="10152"/>
                        <a:pt x="7428" y="10236"/>
                        <a:pt x="7324" y="10319"/>
                      </a:cubicBezTo>
                      <a:cubicBezTo>
                        <a:pt x="7219" y="10403"/>
                        <a:pt x="7114" y="10487"/>
                        <a:pt x="7010" y="10549"/>
                      </a:cubicBezTo>
                      <a:cubicBezTo>
                        <a:pt x="6780" y="10717"/>
                        <a:pt x="6570" y="10842"/>
                        <a:pt x="6361" y="10947"/>
                      </a:cubicBezTo>
                      <a:cubicBezTo>
                        <a:pt x="6061" y="11104"/>
                        <a:pt x="5751" y="11203"/>
                        <a:pt x="5498" y="11203"/>
                      </a:cubicBezTo>
                      <a:cubicBezTo>
                        <a:pt x="5381" y="11203"/>
                        <a:pt x="5276" y="11182"/>
                        <a:pt x="5190" y="11135"/>
                      </a:cubicBezTo>
                      <a:cubicBezTo>
                        <a:pt x="4897" y="10989"/>
                        <a:pt x="4729" y="10570"/>
                        <a:pt x="4666" y="10152"/>
                      </a:cubicBezTo>
                      <a:cubicBezTo>
                        <a:pt x="4604" y="9733"/>
                        <a:pt x="4625" y="9294"/>
                        <a:pt x="4687" y="8876"/>
                      </a:cubicBezTo>
                      <a:cubicBezTo>
                        <a:pt x="4750" y="8457"/>
                        <a:pt x="4855" y="8039"/>
                        <a:pt x="4959" y="7683"/>
                      </a:cubicBezTo>
                      <a:cubicBezTo>
                        <a:pt x="5210" y="6930"/>
                        <a:pt x="5566" y="6281"/>
                        <a:pt x="5985" y="5821"/>
                      </a:cubicBezTo>
                      <a:cubicBezTo>
                        <a:pt x="6194" y="5591"/>
                        <a:pt x="6424" y="5423"/>
                        <a:pt x="6654" y="5319"/>
                      </a:cubicBezTo>
                      <a:cubicBezTo>
                        <a:pt x="6717" y="5277"/>
                        <a:pt x="6780" y="5256"/>
                        <a:pt x="6842" y="5235"/>
                      </a:cubicBezTo>
                      <a:cubicBezTo>
                        <a:pt x="6863" y="5235"/>
                        <a:pt x="6905" y="5214"/>
                        <a:pt x="6926" y="5214"/>
                      </a:cubicBezTo>
                      <a:lnTo>
                        <a:pt x="6989" y="5214"/>
                      </a:lnTo>
                      <a:cubicBezTo>
                        <a:pt x="7033" y="5199"/>
                        <a:pt x="7088" y="5184"/>
                        <a:pt x="7146" y="5184"/>
                      </a:cubicBezTo>
                      <a:cubicBezTo>
                        <a:pt x="7170" y="5184"/>
                        <a:pt x="7195" y="5187"/>
                        <a:pt x="7219" y="5193"/>
                      </a:cubicBezTo>
                      <a:cubicBezTo>
                        <a:pt x="7240" y="5277"/>
                        <a:pt x="7261" y="5381"/>
                        <a:pt x="7282" y="5465"/>
                      </a:cubicBezTo>
                      <a:cubicBezTo>
                        <a:pt x="7282" y="5570"/>
                        <a:pt x="7261" y="5695"/>
                        <a:pt x="7219" y="5800"/>
                      </a:cubicBezTo>
                      <a:cubicBezTo>
                        <a:pt x="7177" y="6030"/>
                        <a:pt x="7073" y="6197"/>
                        <a:pt x="6989" y="6344"/>
                      </a:cubicBezTo>
                      <a:cubicBezTo>
                        <a:pt x="6822" y="6637"/>
                        <a:pt x="6738" y="6804"/>
                        <a:pt x="6759" y="6825"/>
                      </a:cubicBezTo>
                      <a:cubicBezTo>
                        <a:pt x="6762" y="6827"/>
                        <a:pt x="6765" y="6827"/>
                        <a:pt x="6769" y="6827"/>
                      </a:cubicBezTo>
                      <a:cubicBezTo>
                        <a:pt x="6819" y="6827"/>
                        <a:pt x="6941" y="6701"/>
                        <a:pt x="7135" y="6448"/>
                      </a:cubicBezTo>
                      <a:cubicBezTo>
                        <a:pt x="7240" y="6323"/>
                        <a:pt x="7366" y="6135"/>
                        <a:pt x="7470" y="5904"/>
                      </a:cubicBezTo>
                      <a:cubicBezTo>
                        <a:pt x="7533" y="5758"/>
                        <a:pt x="7575" y="5632"/>
                        <a:pt x="7575" y="5465"/>
                      </a:cubicBezTo>
                      <a:cubicBezTo>
                        <a:pt x="7596" y="5256"/>
                        <a:pt x="7554" y="5067"/>
                        <a:pt x="7512" y="4858"/>
                      </a:cubicBezTo>
                      <a:cubicBezTo>
                        <a:pt x="7345" y="4837"/>
                        <a:pt x="7177" y="4816"/>
                        <a:pt x="6989" y="4816"/>
                      </a:cubicBezTo>
                      <a:cubicBezTo>
                        <a:pt x="6947" y="4837"/>
                        <a:pt x="6905" y="4837"/>
                        <a:pt x="6842" y="4837"/>
                      </a:cubicBezTo>
                      <a:cubicBezTo>
                        <a:pt x="6801" y="4858"/>
                        <a:pt x="6780" y="4858"/>
                        <a:pt x="6738" y="4858"/>
                      </a:cubicBezTo>
                      <a:cubicBezTo>
                        <a:pt x="6654" y="4879"/>
                        <a:pt x="6570" y="4900"/>
                        <a:pt x="6508" y="4942"/>
                      </a:cubicBezTo>
                      <a:cubicBezTo>
                        <a:pt x="6194" y="5047"/>
                        <a:pt x="5901" y="5256"/>
                        <a:pt x="5650" y="5507"/>
                      </a:cubicBezTo>
                      <a:cubicBezTo>
                        <a:pt x="5148" y="6009"/>
                        <a:pt x="4729" y="6679"/>
                        <a:pt x="4436" y="7474"/>
                      </a:cubicBezTo>
                      <a:cubicBezTo>
                        <a:pt x="4269" y="7871"/>
                        <a:pt x="4143" y="8311"/>
                        <a:pt x="4081" y="8771"/>
                      </a:cubicBezTo>
                      <a:cubicBezTo>
                        <a:pt x="3997" y="9231"/>
                        <a:pt x="3955" y="9713"/>
                        <a:pt x="3997" y="10236"/>
                      </a:cubicBezTo>
                      <a:cubicBezTo>
                        <a:pt x="4039" y="10487"/>
                        <a:pt x="4081" y="10759"/>
                        <a:pt x="4206" y="11031"/>
                      </a:cubicBezTo>
                      <a:cubicBezTo>
                        <a:pt x="4332" y="11303"/>
                        <a:pt x="4541" y="11596"/>
                        <a:pt x="4855" y="11763"/>
                      </a:cubicBezTo>
                      <a:cubicBezTo>
                        <a:pt x="5065" y="11883"/>
                        <a:pt x="5319" y="11928"/>
                        <a:pt x="5554" y="11928"/>
                      </a:cubicBezTo>
                      <a:cubicBezTo>
                        <a:pt x="5646" y="11928"/>
                        <a:pt x="5735" y="11921"/>
                        <a:pt x="5817" y="11910"/>
                      </a:cubicBezTo>
                      <a:cubicBezTo>
                        <a:pt x="6131" y="11868"/>
                        <a:pt x="6424" y="11763"/>
                        <a:pt x="6675" y="11638"/>
                      </a:cubicBezTo>
                      <a:cubicBezTo>
                        <a:pt x="6947" y="11512"/>
                        <a:pt x="7198" y="11345"/>
                        <a:pt x="7428" y="11198"/>
                      </a:cubicBezTo>
                      <a:cubicBezTo>
                        <a:pt x="7554" y="11114"/>
                        <a:pt x="7679" y="11031"/>
                        <a:pt x="7784" y="10926"/>
                      </a:cubicBezTo>
                      <a:cubicBezTo>
                        <a:pt x="7910" y="10842"/>
                        <a:pt x="8014" y="10759"/>
                        <a:pt x="8140" y="10654"/>
                      </a:cubicBezTo>
                      <a:cubicBezTo>
                        <a:pt x="8621" y="10236"/>
                        <a:pt x="8977" y="9733"/>
                        <a:pt x="9291" y="9189"/>
                      </a:cubicBezTo>
                      <a:cubicBezTo>
                        <a:pt x="9897" y="8101"/>
                        <a:pt x="10316" y="6888"/>
                        <a:pt x="10504" y="5591"/>
                      </a:cubicBezTo>
                      <a:cubicBezTo>
                        <a:pt x="10609" y="4921"/>
                        <a:pt x="10651" y="4251"/>
                        <a:pt x="10567" y="3540"/>
                      </a:cubicBezTo>
                      <a:cubicBezTo>
                        <a:pt x="10483" y="2850"/>
                        <a:pt x="10295" y="2117"/>
                        <a:pt x="9855" y="1469"/>
                      </a:cubicBezTo>
                      <a:cubicBezTo>
                        <a:pt x="9646" y="1155"/>
                        <a:pt x="9353" y="862"/>
                        <a:pt x="9039" y="653"/>
                      </a:cubicBezTo>
                      <a:cubicBezTo>
                        <a:pt x="8705" y="422"/>
                        <a:pt x="8349" y="255"/>
                        <a:pt x="7972" y="150"/>
                      </a:cubicBezTo>
                      <a:cubicBezTo>
                        <a:pt x="7596" y="67"/>
                        <a:pt x="7219" y="4"/>
                        <a:pt x="6822" y="4"/>
                      </a:cubicBezTo>
                      <a:cubicBezTo>
                        <a:pt x="6774" y="1"/>
                        <a:pt x="6726" y="0"/>
                        <a:pt x="667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" name="Google Shape;349;p14"/>
                <p:cNvSpPr/>
                <p:nvPr/>
              </p:nvSpPr>
              <p:spPr>
                <a:xfrm>
                  <a:off x="5237250" y="4776550"/>
                  <a:ext cx="644450" cy="26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78" h="10567" extrusionOk="0">
                      <a:moveTo>
                        <a:pt x="19854" y="0"/>
                      </a:moveTo>
                      <a:cubicBezTo>
                        <a:pt x="19251" y="0"/>
                        <a:pt x="18609" y="6"/>
                        <a:pt x="17932" y="17"/>
                      </a:cubicBezTo>
                      <a:cubicBezTo>
                        <a:pt x="15504" y="80"/>
                        <a:pt x="12596" y="206"/>
                        <a:pt x="9395" y="708"/>
                      </a:cubicBezTo>
                      <a:cubicBezTo>
                        <a:pt x="7805" y="980"/>
                        <a:pt x="6131" y="1335"/>
                        <a:pt x="4436" y="1984"/>
                      </a:cubicBezTo>
                      <a:cubicBezTo>
                        <a:pt x="3620" y="2298"/>
                        <a:pt x="2762" y="2695"/>
                        <a:pt x="1988" y="3260"/>
                      </a:cubicBezTo>
                      <a:cubicBezTo>
                        <a:pt x="1611" y="3553"/>
                        <a:pt x="1235" y="3867"/>
                        <a:pt x="921" y="4265"/>
                      </a:cubicBezTo>
                      <a:cubicBezTo>
                        <a:pt x="586" y="4662"/>
                        <a:pt x="335" y="5123"/>
                        <a:pt x="167" y="5625"/>
                      </a:cubicBezTo>
                      <a:cubicBezTo>
                        <a:pt x="63" y="6001"/>
                        <a:pt x="0" y="6399"/>
                        <a:pt x="0" y="6796"/>
                      </a:cubicBezTo>
                      <a:cubicBezTo>
                        <a:pt x="21" y="7173"/>
                        <a:pt x="63" y="7550"/>
                        <a:pt x="167" y="7926"/>
                      </a:cubicBezTo>
                      <a:cubicBezTo>
                        <a:pt x="272" y="8303"/>
                        <a:pt x="439" y="8659"/>
                        <a:pt x="649" y="8993"/>
                      </a:cubicBezTo>
                      <a:cubicBezTo>
                        <a:pt x="879" y="9307"/>
                        <a:pt x="1172" y="9600"/>
                        <a:pt x="1486" y="9809"/>
                      </a:cubicBezTo>
                      <a:cubicBezTo>
                        <a:pt x="2134" y="10249"/>
                        <a:pt x="2867" y="10437"/>
                        <a:pt x="3557" y="10521"/>
                      </a:cubicBezTo>
                      <a:cubicBezTo>
                        <a:pt x="3821" y="10553"/>
                        <a:pt x="4085" y="10566"/>
                        <a:pt x="4346" y="10566"/>
                      </a:cubicBezTo>
                      <a:cubicBezTo>
                        <a:pt x="4769" y="10566"/>
                        <a:pt x="5186" y="10531"/>
                        <a:pt x="5587" y="10479"/>
                      </a:cubicBezTo>
                      <a:cubicBezTo>
                        <a:pt x="6905" y="10270"/>
                        <a:pt x="8118" y="9851"/>
                        <a:pt x="9206" y="9245"/>
                      </a:cubicBezTo>
                      <a:cubicBezTo>
                        <a:pt x="9730" y="8931"/>
                        <a:pt x="10253" y="8575"/>
                        <a:pt x="10671" y="8115"/>
                      </a:cubicBezTo>
                      <a:cubicBezTo>
                        <a:pt x="10776" y="7989"/>
                        <a:pt x="10859" y="7864"/>
                        <a:pt x="10943" y="7759"/>
                      </a:cubicBezTo>
                      <a:cubicBezTo>
                        <a:pt x="11027" y="7633"/>
                        <a:pt x="11111" y="7529"/>
                        <a:pt x="11194" y="7403"/>
                      </a:cubicBezTo>
                      <a:cubicBezTo>
                        <a:pt x="11362" y="7152"/>
                        <a:pt x="11508" y="6901"/>
                        <a:pt x="11634" y="6650"/>
                      </a:cubicBezTo>
                      <a:cubicBezTo>
                        <a:pt x="11759" y="6378"/>
                        <a:pt x="11864" y="6106"/>
                        <a:pt x="11927" y="5792"/>
                      </a:cubicBezTo>
                      <a:cubicBezTo>
                        <a:pt x="11968" y="5478"/>
                        <a:pt x="11947" y="5123"/>
                        <a:pt x="11780" y="4809"/>
                      </a:cubicBezTo>
                      <a:cubicBezTo>
                        <a:pt x="11592" y="4495"/>
                        <a:pt x="11320" y="4286"/>
                        <a:pt x="11048" y="4160"/>
                      </a:cubicBezTo>
                      <a:cubicBezTo>
                        <a:pt x="10776" y="4055"/>
                        <a:pt x="10504" y="3993"/>
                        <a:pt x="10253" y="3951"/>
                      </a:cubicBezTo>
                      <a:cubicBezTo>
                        <a:pt x="10112" y="3940"/>
                        <a:pt x="9974" y="3934"/>
                        <a:pt x="9837" y="3934"/>
                      </a:cubicBezTo>
                      <a:cubicBezTo>
                        <a:pt x="9465" y="3934"/>
                        <a:pt x="9110" y="3973"/>
                        <a:pt x="8788" y="4035"/>
                      </a:cubicBezTo>
                      <a:cubicBezTo>
                        <a:pt x="8328" y="4118"/>
                        <a:pt x="7888" y="4244"/>
                        <a:pt x="7491" y="4390"/>
                      </a:cubicBezTo>
                      <a:cubicBezTo>
                        <a:pt x="6696" y="4704"/>
                        <a:pt x="6026" y="5102"/>
                        <a:pt x="5524" y="5604"/>
                      </a:cubicBezTo>
                      <a:cubicBezTo>
                        <a:pt x="5273" y="5876"/>
                        <a:pt x="5064" y="6148"/>
                        <a:pt x="4959" y="6462"/>
                      </a:cubicBezTo>
                      <a:cubicBezTo>
                        <a:pt x="4917" y="6545"/>
                        <a:pt x="4896" y="6608"/>
                        <a:pt x="4875" y="6692"/>
                      </a:cubicBezTo>
                      <a:cubicBezTo>
                        <a:pt x="4875" y="6734"/>
                        <a:pt x="4854" y="6776"/>
                        <a:pt x="4854" y="6817"/>
                      </a:cubicBezTo>
                      <a:cubicBezTo>
                        <a:pt x="4854" y="6859"/>
                        <a:pt x="4833" y="6901"/>
                        <a:pt x="4833" y="6964"/>
                      </a:cubicBezTo>
                      <a:cubicBezTo>
                        <a:pt x="4813" y="7152"/>
                        <a:pt x="4833" y="7320"/>
                        <a:pt x="4875" y="7466"/>
                      </a:cubicBezTo>
                      <a:cubicBezTo>
                        <a:pt x="5046" y="7500"/>
                        <a:pt x="5203" y="7534"/>
                        <a:pt x="5357" y="7534"/>
                      </a:cubicBezTo>
                      <a:cubicBezTo>
                        <a:pt x="5392" y="7534"/>
                        <a:pt x="5427" y="7533"/>
                        <a:pt x="5461" y="7529"/>
                      </a:cubicBezTo>
                      <a:cubicBezTo>
                        <a:pt x="5649" y="7529"/>
                        <a:pt x="5775" y="7487"/>
                        <a:pt x="5901" y="7445"/>
                      </a:cubicBezTo>
                      <a:cubicBezTo>
                        <a:pt x="6152" y="7340"/>
                        <a:pt x="6319" y="7194"/>
                        <a:pt x="6465" y="7089"/>
                      </a:cubicBezTo>
                      <a:cubicBezTo>
                        <a:pt x="6717" y="6880"/>
                        <a:pt x="6842" y="6755"/>
                        <a:pt x="6842" y="6734"/>
                      </a:cubicBezTo>
                      <a:cubicBezTo>
                        <a:pt x="6839" y="6727"/>
                        <a:pt x="6831" y="6723"/>
                        <a:pt x="6819" y="6723"/>
                      </a:cubicBezTo>
                      <a:cubicBezTo>
                        <a:pt x="6760" y="6723"/>
                        <a:pt x="6604" y="6804"/>
                        <a:pt x="6361" y="6943"/>
                      </a:cubicBezTo>
                      <a:cubicBezTo>
                        <a:pt x="6214" y="7027"/>
                        <a:pt x="6047" y="7131"/>
                        <a:pt x="5817" y="7194"/>
                      </a:cubicBezTo>
                      <a:cubicBezTo>
                        <a:pt x="5712" y="7215"/>
                        <a:pt x="5587" y="7236"/>
                        <a:pt x="5482" y="7236"/>
                      </a:cubicBezTo>
                      <a:cubicBezTo>
                        <a:pt x="5377" y="7236"/>
                        <a:pt x="5294" y="7215"/>
                        <a:pt x="5210" y="7173"/>
                      </a:cubicBezTo>
                      <a:cubicBezTo>
                        <a:pt x="5189" y="7110"/>
                        <a:pt x="5210" y="7027"/>
                        <a:pt x="5210" y="6943"/>
                      </a:cubicBezTo>
                      <a:cubicBezTo>
                        <a:pt x="5231" y="6922"/>
                        <a:pt x="5231" y="6901"/>
                        <a:pt x="5231" y="6880"/>
                      </a:cubicBezTo>
                      <a:cubicBezTo>
                        <a:pt x="5231" y="6859"/>
                        <a:pt x="5252" y="6817"/>
                        <a:pt x="5252" y="6796"/>
                      </a:cubicBezTo>
                      <a:cubicBezTo>
                        <a:pt x="5273" y="6734"/>
                        <a:pt x="5294" y="6671"/>
                        <a:pt x="5315" y="6629"/>
                      </a:cubicBezTo>
                      <a:cubicBezTo>
                        <a:pt x="5440" y="6378"/>
                        <a:pt x="5608" y="6148"/>
                        <a:pt x="5838" y="5939"/>
                      </a:cubicBezTo>
                      <a:cubicBezTo>
                        <a:pt x="6298" y="5520"/>
                        <a:pt x="6947" y="5185"/>
                        <a:pt x="7679" y="4934"/>
                      </a:cubicBezTo>
                      <a:cubicBezTo>
                        <a:pt x="8056" y="4809"/>
                        <a:pt x="8453" y="4704"/>
                        <a:pt x="8872" y="4641"/>
                      </a:cubicBezTo>
                      <a:cubicBezTo>
                        <a:pt x="9115" y="4605"/>
                        <a:pt x="9365" y="4583"/>
                        <a:pt x="9618" y="4583"/>
                      </a:cubicBezTo>
                      <a:cubicBezTo>
                        <a:pt x="9801" y="4583"/>
                        <a:pt x="9985" y="4594"/>
                        <a:pt x="10169" y="4620"/>
                      </a:cubicBezTo>
                      <a:cubicBezTo>
                        <a:pt x="10587" y="4683"/>
                        <a:pt x="11006" y="4851"/>
                        <a:pt x="11152" y="5143"/>
                      </a:cubicBezTo>
                      <a:cubicBezTo>
                        <a:pt x="11299" y="5416"/>
                        <a:pt x="11194" y="5876"/>
                        <a:pt x="10964" y="6315"/>
                      </a:cubicBezTo>
                      <a:cubicBezTo>
                        <a:pt x="10859" y="6524"/>
                        <a:pt x="10713" y="6755"/>
                        <a:pt x="10567" y="6964"/>
                      </a:cubicBezTo>
                      <a:cubicBezTo>
                        <a:pt x="10504" y="7068"/>
                        <a:pt x="10420" y="7173"/>
                        <a:pt x="10336" y="7278"/>
                      </a:cubicBezTo>
                      <a:cubicBezTo>
                        <a:pt x="10253" y="7382"/>
                        <a:pt x="10169" y="7487"/>
                        <a:pt x="10085" y="7571"/>
                      </a:cubicBezTo>
                      <a:cubicBezTo>
                        <a:pt x="9750" y="7947"/>
                        <a:pt x="9290" y="8261"/>
                        <a:pt x="8809" y="8533"/>
                      </a:cubicBezTo>
                      <a:cubicBezTo>
                        <a:pt x="7826" y="9056"/>
                        <a:pt x="6675" y="9433"/>
                        <a:pt x="5482" y="9621"/>
                      </a:cubicBezTo>
                      <a:cubicBezTo>
                        <a:pt x="5118" y="9659"/>
                        <a:pt x="4754" y="9689"/>
                        <a:pt x="4390" y="9689"/>
                      </a:cubicBezTo>
                      <a:cubicBezTo>
                        <a:pt x="4147" y="9689"/>
                        <a:pt x="3904" y="9676"/>
                        <a:pt x="3662" y="9642"/>
                      </a:cubicBezTo>
                      <a:cubicBezTo>
                        <a:pt x="3055" y="9579"/>
                        <a:pt x="2469" y="9391"/>
                        <a:pt x="2009" y="9077"/>
                      </a:cubicBezTo>
                      <a:cubicBezTo>
                        <a:pt x="1528" y="8742"/>
                        <a:pt x="1193" y="8261"/>
                        <a:pt x="1046" y="7696"/>
                      </a:cubicBezTo>
                      <a:cubicBezTo>
                        <a:pt x="879" y="7089"/>
                        <a:pt x="858" y="6462"/>
                        <a:pt x="1046" y="5897"/>
                      </a:cubicBezTo>
                      <a:cubicBezTo>
                        <a:pt x="1276" y="5123"/>
                        <a:pt x="1862" y="4495"/>
                        <a:pt x="2532" y="3993"/>
                      </a:cubicBezTo>
                      <a:cubicBezTo>
                        <a:pt x="3201" y="3491"/>
                        <a:pt x="3976" y="3114"/>
                        <a:pt x="4771" y="2800"/>
                      </a:cubicBezTo>
                      <a:cubicBezTo>
                        <a:pt x="6361" y="2193"/>
                        <a:pt x="7972" y="1838"/>
                        <a:pt x="9541" y="1545"/>
                      </a:cubicBezTo>
                      <a:cubicBezTo>
                        <a:pt x="12659" y="1001"/>
                        <a:pt x="15546" y="791"/>
                        <a:pt x="17953" y="666"/>
                      </a:cubicBezTo>
                      <a:cubicBezTo>
                        <a:pt x="20359" y="519"/>
                        <a:pt x="22326" y="478"/>
                        <a:pt x="23686" y="436"/>
                      </a:cubicBezTo>
                      <a:cubicBezTo>
                        <a:pt x="25025" y="394"/>
                        <a:pt x="25778" y="352"/>
                        <a:pt x="25778" y="289"/>
                      </a:cubicBezTo>
                      <a:cubicBezTo>
                        <a:pt x="25778" y="226"/>
                        <a:pt x="25025" y="143"/>
                        <a:pt x="23686" y="80"/>
                      </a:cubicBezTo>
                      <a:cubicBezTo>
                        <a:pt x="22705" y="35"/>
                        <a:pt x="21410" y="0"/>
                        <a:pt x="1985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0" name="Google Shape;350;p14"/>
              <p:cNvGrpSpPr/>
              <p:nvPr/>
            </p:nvGrpSpPr>
            <p:grpSpPr>
              <a:xfrm>
                <a:off x="164450" y="4060395"/>
                <a:ext cx="934275" cy="933800"/>
                <a:chOff x="1481975" y="4124675"/>
                <a:chExt cx="934275" cy="933800"/>
              </a:xfrm>
            </p:grpSpPr>
            <p:sp>
              <p:nvSpPr>
                <p:cNvPr id="351" name="Google Shape;351;p14"/>
                <p:cNvSpPr/>
                <p:nvPr/>
              </p:nvSpPr>
              <p:spPr>
                <a:xfrm>
                  <a:off x="1769150" y="4154500"/>
                  <a:ext cx="498000" cy="61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0" h="24753" extrusionOk="0">
                      <a:moveTo>
                        <a:pt x="565" y="0"/>
                      </a:moveTo>
                      <a:cubicBezTo>
                        <a:pt x="252" y="0"/>
                        <a:pt x="1" y="9751"/>
                        <a:pt x="1" y="21761"/>
                      </a:cubicBezTo>
                      <a:lnTo>
                        <a:pt x="1" y="24753"/>
                      </a:lnTo>
                      <a:lnTo>
                        <a:pt x="4520" y="24732"/>
                      </a:lnTo>
                      <a:lnTo>
                        <a:pt x="8182" y="24690"/>
                      </a:lnTo>
                      <a:cubicBezTo>
                        <a:pt x="10504" y="24669"/>
                        <a:pt x="12576" y="24627"/>
                        <a:pt x="14312" y="24564"/>
                      </a:cubicBezTo>
                      <a:cubicBezTo>
                        <a:pt x="17807" y="24481"/>
                        <a:pt x="19920" y="24334"/>
                        <a:pt x="19920" y="24188"/>
                      </a:cubicBezTo>
                      <a:cubicBezTo>
                        <a:pt x="19920" y="24041"/>
                        <a:pt x="17807" y="23916"/>
                        <a:pt x="14312" y="23811"/>
                      </a:cubicBezTo>
                      <a:cubicBezTo>
                        <a:pt x="12576" y="23748"/>
                        <a:pt x="10504" y="23707"/>
                        <a:pt x="8182" y="23686"/>
                      </a:cubicBezTo>
                      <a:lnTo>
                        <a:pt x="4520" y="23644"/>
                      </a:lnTo>
                      <a:lnTo>
                        <a:pt x="1130" y="23623"/>
                      </a:lnTo>
                      <a:cubicBezTo>
                        <a:pt x="1130" y="23623"/>
                        <a:pt x="1130" y="23623"/>
                        <a:pt x="1130" y="23602"/>
                      </a:cubicBezTo>
                      <a:lnTo>
                        <a:pt x="1130" y="22995"/>
                      </a:lnTo>
                      <a:lnTo>
                        <a:pt x="1130" y="21761"/>
                      </a:lnTo>
                      <a:cubicBezTo>
                        <a:pt x="1130" y="9751"/>
                        <a:pt x="879" y="0"/>
                        <a:pt x="56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2" name="Google Shape;352;p14"/>
                <p:cNvSpPr/>
                <p:nvPr/>
              </p:nvSpPr>
              <p:spPr>
                <a:xfrm>
                  <a:off x="1481975" y="4124675"/>
                  <a:ext cx="265750" cy="64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30" h="25779" extrusionOk="0">
                      <a:moveTo>
                        <a:pt x="3809" y="0"/>
                      </a:moveTo>
                      <a:cubicBezTo>
                        <a:pt x="3411" y="21"/>
                        <a:pt x="3055" y="63"/>
                        <a:pt x="2679" y="168"/>
                      </a:cubicBezTo>
                      <a:cubicBezTo>
                        <a:pt x="2302" y="272"/>
                        <a:pt x="1925" y="440"/>
                        <a:pt x="1612" y="670"/>
                      </a:cubicBezTo>
                      <a:cubicBezTo>
                        <a:pt x="1277" y="879"/>
                        <a:pt x="1005" y="1172"/>
                        <a:pt x="796" y="1486"/>
                      </a:cubicBezTo>
                      <a:cubicBezTo>
                        <a:pt x="356" y="2135"/>
                        <a:pt x="147" y="2867"/>
                        <a:pt x="84" y="3557"/>
                      </a:cubicBezTo>
                      <a:cubicBezTo>
                        <a:pt x="0" y="4248"/>
                        <a:pt x="42" y="4938"/>
                        <a:pt x="126" y="5587"/>
                      </a:cubicBezTo>
                      <a:cubicBezTo>
                        <a:pt x="335" y="6905"/>
                        <a:pt x="754" y="8119"/>
                        <a:pt x="1360" y="9207"/>
                      </a:cubicBezTo>
                      <a:cubicBezTo>
                        <a:pt x="1674" y="9751"/>
                        <a:pt x="2030" y="10253"/>
                        <a:pt x="2490" y="10672"/>
                      </a:cubicBezTo>
                      <a:cubicBezTo>
                        <a:pt x="2616" y="10776"/>
                        <a:pt x="2741" y="10860"/>
                        <a:pt x="2846" y="10944"/>
                      </a:cubicBezTo>
                      <a:cubicBezTo>
                        <a:pt x="2972" y="11048"/>
                        <a:pt x="3076" y="11132"/>
                        <a:pt x="3202" y="11195"/>
                      </a:cubicBezTo>
                      <a:cubicBezTo>
                        <a:pt x="3453" y="11362"/>
                        <a:pt x="3683" y="11508"/>
                        <a:pt x="3955" y="11634"/>
                      </a:cubicBezTo>
                      <a:cubicBezTo>
                        <a:pt x="4227" y="11760"/>
                        <a:pt x="4499" y="11864"/>
                        <a:pt x="4813" y="11927"/>
                      </a:cubicBezTo>
                      <a:cubicBezTo>
                        <a:pt x="4901" y="11939"/>
                        <a:pt x="4992" y="11945"/>
                        <a:pt x="5085" y="11945"/>
                      </a:cubicBezTo>
                      <a:cubicBezTo>
                        <a:pt x="5323" y="11945"/>
                        <a:pt x="5571" y="11901"/>
                        <a:pt x="5796" y="11780"/>
                      </a:cubicBezTo>
                      <a:cubicBezTo>
                        <a:pt x="6110" y="11613"/>
                        <a:pt x="6319" y="11320"/>
                        <a:pt x="6424" y="11048"/>
                      </a:cubicBezTo>
                      <a:cubicBezTo>
                        <a:pt x="6550" y="10776"/>
                        <a:pt x="6612" y="10504"/>
                        <a:pt x="6633" y="10253"/>
                      </a:cubicBezTo>
                      <a:cubicBezTo>
                        <a:pt x="6696" y="9730"/>
                        <a:pt x="6654" y="9249"/>
                        <a:pt x="6570" y="8788"/>
                      </a:cubicBezTo>
                      <a:cubicBezTo>
                        <a:pt x="6487" y="8328"/>
                        <a:pt x="6361" y="7889"/>
                        <a:pt x="6215" y="7491"/>
                      </a:cubicBezTo>
                      <a:cubicBezTo>
                        <a:pt x="5901" y="6696"/>
                        <a:pt x="5503" y="6026"/>
                        <a:pt x="4980" y="5524"/>
                      </a:cubicBezTo>
                      <a:cubicBezTo>
                        <a:pt x="4729" y="5273"/>
                        <a:pt x="4436" y="5064"/>
                        <a:pt x="4143" y="4959"/>
                      </a:cubicBezTo>
                      <a:cubicBezTo>
                        <a:pt x="4060" y="4918"/>
                        <a:pt x="3976" y="4897"/>
                        <a:pt x="3913" y="4876"/>
                      </a:cubicBezTo>
                      <a:cubicBezTo>
                        <a:pt x="3871" y="4876"/>
                        <a:pt x="3829" y="4855"/>
                        <a:pt x="3788" y="4855"/>
                      </a:cubicBezTo>
                      <a:cubicBezTo>
                        <a:pt x="3746" y="4855"/>
                        <a:pt x="3704" y="4834"/>
                        <a:pt x="3641" y="4834"/>
                      </a:cubicBezTo>
                      <a:cubicBezTo>
                        <a:pt x="3591" y="4828"/>
                        <a:pt x="3542" y="4826"/>
                        <a:pt x="3494" y="4826"/>
                      </a:cubicBezTo>
                      <a:cubicBezTo>
                        <a:pt x="3363" y="4826"/>
                        <a:pt x="3241" y="4845"/>
                        <a:pt x="3118" y="4876"/>
                      </a:cubicBezTo>
                      <a:cubicBezTo>
                        <a:pt x="3076" y="5085"/>
                        <a:pt x="3055" y="5273"/>
                        <a:pt x="3055" y="5462"/>
                      </a:cubicBezTo>
                      <a:cubicBezTo>
                        <a:pt x="3076" y="5650"/>
                        <a:pt x="3118" y="5775"/>
                        <a:pt x="3160" y="5901"/>
                      </a:cubicBezTo>
                      <a:cubicBezTo>
                        <a:pt x="3265" y="6152"/>
                        <a:pt x="3411" y="6340"/>
                        <a:pt x="3516" y="6466"/>
                      </a:cubicBezTo>
                      <a:cubicBezTo>
                        <a:pt x="3710" y="6718"/>
                        <a:pt x="3832" y="6845"/>
                        <a:pt x="3865" y="6845"/>
                      </a:cubicBezTo>
                      <a:cubicBezTo>
                        <a:pt x="3868" y="6845"/>
                        <a:pt x="3870" y="6844"/>
                        <a:pt x="3871" y="6842"/>
                      </a:cubicBezTo>
                      <a:cubicBezTo>
                        <a:pt x="3892" y="6822"/>
                        <a:pt x="3829" y="6654"/>
                        <a:pt x="3662" y="6361"/>
                      </a:cubicBezTo>
                      <a:cubicBezTo>
                        <a:pt x="3578" y="6215"/>
                        <a:pt x="3474" y="6047"/>
                        <a:pt x="3411" y="5817"/>
                      </a:cubicBezTo>
                      <a:cubicBezTo>
                        <a:pt x="3390" y="5713"/>
                        <a:pt x="3369" y="5587"/>
                        <a:pt x="3369" y="5482"/>
                      </a:cubicBezTo>
                      <a:cubicBezTo>
                        <a:pt x="3369" y="5378"/>
                        <a:pt x="3390" y="5294"/>
                        <a:pt x="3411" y="5210"/>
                      </a:cubicBezTo>
                      <a:cubicBezTo>
                        <a:pt x="3439" y="5203"/>
                        <a:pt x="3467" y="5201"/>
                        <a:pt x="3495" y="5201"/>
                      </a:cubicBezTo>
                      <a:cubicBezTo>
                        <a:pt x="3550" y="5201"/>
                        <a:pt x="3606" y="5210"/>
                        <a:pt x="3662" y="5210"/>
                      </a:cubicBezTo>
                      <a:cubicBezTo>
                        <a:pt x="3683" y="5231"/>
                        <a:pt x="3704" y="5231"/>
                        <a:pt x="3725" y="5231"/>
                      </a:cubicBezTo>
                      <a:cubicBezTo>
                        <a:pt x="3746" y="5231"/>
                        <a:pt x="3767" y="5252"/>
                        <a:pt x="3809" y="5252"/>
                      </a:cubicBezTo>
                      <a:cubicBezTo>
                        <a:pt x="3871" y="5273"/>
                        <a:pt x="3913" y="5294"/>
                        <a:pt x="3976" y="5336"/>
                      </a:cubicBezTo>
                      <a:cubicBezTo>
                        <a:pt x="4227" y="5441"/>
                        <a:pt x="4436" y="5608"/>
                        <a:pt x="4645" y="5838"/>
                      </a:cubicBezTo>
                      <a:cubicBezTo>
                        <a:pt x="5085" y="6298"/>
                        <a:pt x="5420" y="6947"/>
                        <a:pt x="5671" y="7679"/>
                      </a:cubicBezTo>
                      <a:cubicBezTo>
                        <a:pt x="5796" y="8056"/>
                        <a:pt x="5901" y="8454"/>
                        <a:pt x="5964" y="8872"/>
                      </a:cubicBezTo>
                      <a:cubicBezTo>
                        <a:pt x="6006" y="9291"/>
                        <a:pt x="6026" y="9730"/>
                        <a:pt x="5985" y="10169"/>
                      </a:cubicBezTo>
                      <a:cubicBezTo>
                        <a:pt x="5922" y="10588"/>
                        <a:pt x="5754" y="11006"/>
                        <a:pt x="5462" y="11153"/>
                      </a:cubicBezTo>
                      <a:cubicBezTo>
                        <a:pt x="5375" y="11199"/>
                        <a:pt x="5268" y="11220"/>
                        <a:pt x="5149" y="11220"/>
                      </a:cubicBezTo>
                      <a:cubicBezTo>
                        <a:pt x="4891" y="11220"/>
                        <a:pt x="4576" y="11122"/>
                        <a:pt x="4290" y="10964"/>
                      </a:cubicBezTo>
                      <a:cubicBezTo>
                        <a:pt x="4081" y="10860"/>
                        <a:pt x="3850" y="10713"/>
                        <a:pt x="3641" y="10567"/>
                      </a:cubicBezTo>
                      <a:cubicBezTo>
                        <a:pt x="3537" y="10504"/>
                        <a:pt x="3432" y="10420"/>
                        <a:pt x="3327" y="10337"/>
                      </a:cubicBezTo>
                      <a:cubicBezTo>
                        <a:pt x="3223" y="10253"/>
                        <a:pt x="3118" y="10169"/>
                        <a:pt x="3013" y="10086"/>
                      </a:cubicBezTo>
                      <a:cubicBezTo>
                        <a:pt x="2658" y="9751"/>
                        <a:pt x="2344" y="9291"/>
                        <a:pt x="2072" y="8809"/>
                      </a:cubicBezTo>
                      <a:cubicBezTo>
                        <a:pt x="1528" y="7826"/>
                        <a:pt x="1151" y="6675"/>
                        <a:pt x="984" y="5482"/>
                      </a:cubicBezTo>
                      <a:cubicBezTo>
                        <a:pt x="900" y="4876"/>
                        <a:pt x="879" y="4269"/>
                        <a:pt x="963" y="3662"/>
                      </a:cubicBezTo>
                      <a:cubicBezTo>
                        <a:pt x="1026" y="3055"/>
                        <a:pt x="1193" y="2469"/>
                        <a:pt x="1528" y="2009"/>
                      </a:cubicBezTo>
                      <a:cubicBezTo>
                        <a:pt x="1842" y="1528"/>
                        <a:pt x="2344" y="1193"/>
                        <a:pt x="2909" y="1047"/>
                      </a:cubicBezTo>
                      <a:cubicBezTo>
                        <a:pt x="3222" y="971"/>
                        <a:pt x="3541" y="929"/>
                        <a:pt x="3854" y="929"/>
                      </a:cubicBezTo>
                      <a:cubicBezTo>
                        <a:pt x="4147" y="929"/>
                        <a:pt x="4435" y="966"/>
                        <a:pt x="4708" y="1047"/>
                      </a:cubicBezTo>
                      <a:cubicBezTo>
                        <a:pt x="5482" y="1277"/>
                        <a:pt x="6110" y="1863"/>
                        <a:pt x="6612" y="2532"/>
                      </a:cubicBezTo>
                      <a:cubicBezTo>
                        <a:pt x="7114" y="3202"/>
                        <a:pt x="7491" y="3976"/>
                        <a:pt x="7784" y="4771"/>
                      </a:cubicBezTo>
                      <a:cubicBezTo>
                        <a:pt x="8412" y="6361"/>
                        <a:pt x="8767" y="7972"/>
                        <a:pt x="9060" y="9542"/>
                      </a:cubicBezTo>
                      <a:cubicBezTo>
                        <a:pt x="9604" y="12659"/>
                        <a:pt x="9793" y="15547"/>
                        <a:pt x="9939" y="17953"/>
                      </a:cubicBezTo>
                      <a:cubicBezTo>
                        <a:pt x="10065" y="20359"/>
                        <a:pt x="10107" y="22326"/>
                        <a:pt x="10169" y="23686"/>
                      </a:cubicBezTo>
                      <a:cubicBezTo>
                        <a:pt x="10211" y="25025"/>
                        <a:pt x="10253" y="25778"/>
                        <a:pt x="10316" y="25778"/>
                      </a:cubicBezTo>
                      <a:cubicBezTo>
                        <a:pt x="10379" y="25778"/>
                        <a:pt x="10441" y="25046"/>
                        <a:pt x="10525" y="23686"/>
                      </a:cubicBezTo>
                      <a:cubicBezTo>
                        <a:pt x="10588" y="22326"/>
                        <a:pt x="10630" y="20359"/>
                        <a:pt x="10588" y="17932"/>
                      </a:cubicBezTo>
                      <a:cubicBezTo>
                        <a:pt x="10525" y="15505"/>
                        <a:pt x="10399" y="12596"/>
                        <a:pt x="9876" y="9395"/>
                      </a:cubicBezTo>
                      <a:cubicBezTo>
                        <a:pt x="9625" y="7805"/>
                        <a:pt x="9270" y="6131"/>
                        <a:pt x="8621" y="4457"/>
                      </a:cubicBezTo>
                      <a:cubicBezTo>
                        <a:pt x="8307" y="3620"/>
                        <a:pt x="7910" y="2762"/>
                        <a:pt x="7345" y="1988"/>
                      </a:cubicBezTo>
                      <a:cubicBezTo>
                        <a:pt x="7052" y="1612"/>
                        <a:pt x="6738" y="1235"/>
                        <a:pt x="6340" y="921"/>
                      </a:cubicBezTo>
                      <a:cubicBezTo>
                        <a:pt x="5943" y="607"/>
                        <a:pt x="5482" y="335"/>
                        <a:pt x="4980" y="189"/>
                      </a:cubicBezTo>
                      <a:cubicBezTo>
                        <a:pt x="4604" y="63"/>
                        <a:pt x="4206" y="0"/>
                        <a:pt x="380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3" name="Google Shape;353;p14"/>
                <p:cNvSpPr/>
                <p:nvPr/>
              </p:nvSpPr>
              <p:spPr>
                <a:xfrm>
                  <a:off x="1771775" y="4794100"/>
                  <a:ext cx="644475" cy="26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79" h="10575" extrusionOk="0">
                      <a:moveTo>
                        <a:pt x="5857" y="1"/>
                      </a:moveTo>
                      <a:cubicBezTo>
                        <a:pt x="4340" y="1"/>
                        <a:pt x="3075" y="45"/>
                        <a:pt x="2113" y="89"/>
                      </a:cubicBezTo>
                      <a:cubicBezTo>
                        <a:pt x="753" y="152"/>
                        <a:pt x="0" y="215"/>
                        <a:pt x="0" y="278"/>
                      </a:cubicBezTo>
                      <a:cubicBezTo>
                        <a:pt x="0" y="340"/>
                        <a:pt x="753" y="403"/>
                        <a:pt x="2113" y="445"/>
                      </a:cubicBezTo>
                      <a:cubicBezTo>
                        <a:pt x="3473" y="487"/>
                        <a:pt x="5419" y="529"/>
                        <a:pt x="7846" y="675"/>
                      </a:cubicBezTo>
                      <a:cubicBezTo>
                        <a:pt x="10253" y="801"/>
                        <a:pt x="13119" y="1010"/>
                        <a:pt x="16258" y="1554"/>
                      </a:cubicBezTo>
                      <a:cubicBezTo>
                        <a:pt x="17806" y="1826"/>
                        <a:pt x="19438" y="2203"/>
                        <a:pt x="21028" y="2809"/>
                      </a:cubicBezTo>
                      <a:cubicBezTo>
                        <a:pt x="21803" y="3123"/>
                        <a:pt x="22577" y="3500"/>
                        <a:pt x="23267" y="4002"/>
                      </a:cubicBezTo>
                      <a:cubicBezTo>
                        <a:pt x="23937" y="4483"/>
                        <a:pt x="24502" y="5132"/>
                        <a:pt x="24753" y="5885"/>
                      </a:cubicBezTo>
                      <a:cubicBezTo>
                        <a:pt x="24920" y="6471"/>
                        <a:pt x="24899" y="7099"/>
                        <a:pt x="24753" y="7685"/>
                      </a:cubicBezTo>
                      <a:cubicBezTo>
                        <a:pt x="24585" y="8271"/>
                        <a:pt x="24272" y="8752"/>
                        <a:pt x="23790" y="9087"/>
                      </a:cubicBezTo>
                      <a:cubicBezTo>
                        <a:pt x="23309" y="9400"/>
                        <a:pt x="22723" y="9589"/>
                        <a:pt x="22137" y="9651"/>
                      </a:cubicBezTo>
                      <a:cubicBezTo>
                        <a:pt x="21898" y="9676"/>
                        <a:pt x="21659" y="9688"/>
                        <a:pt x="21419" y="9688"/>
                      </a:cubicBezTo>
                      <a:cubicBezTo>
                        <a:pt x="21052" y="9688"/>
                        <a:pt x="20684" y="9660"/>
                        <a:pt x="20317" y="9610"/>
                      </a:cubicBezTo>
                      <a:cubicBezTo>
                        <a:pt x="19124" y="9442"/>
                        <a:pt x="17974" y="9066"/>
                        <a:pt x="16990" y="8543"/>
                      </a:cubicBezTo>
                      <a:cubicBezTo>
                        <a:pt x="16509" y="8271"/>
                        <a:pt x="16049" y="7957"/>
                        <a:pt x="15714" y="7580"/>
                      </a:cubicBezTo>
                      <a:cubicBezTo>
                        <a:pt x="15630" y="7496"/>
                        <a:pt x="15546" y="7392"/>
                        <a:pt x="15463" y="7287"/>
                      </a:cubicBezTo>
                      <a:cubicBezTo>
                        <a:pt x="15379" y="7182"/>
                        <a:pt x="15295" y="7078"/>
                        <a:pt x="15212" y="6973"/>
                      </a:cubicBezTo>
                      <a:cubicBezTo>
                        <a:pt x="15065" y="6743"/>
                        <a:pt x="14940" y="6534"/>
                        <a:pt x="14814" y="6325"/>
                      </a:cubicBezTo>
                      <a:cubicBezTo>
                        <a:pt x="14605" y="5885"/>
                        <a:pt x="14500" y="5425"/>
                        <a:pt x="14647" y="5153"/>
                      </a:cubicBezTo>
                      <a:cubicBezTo>
                        <a:pt x="14793" y="4860"/>
                        <a:pt x="15212" y="4693"/>
                        <a:pt x="15630" y="4630"/>
                      </a:cubicBezTo>
                      <a:cubicBezTo>
                        <a:pt x="15805" y="4604"/>
                        <a:pt x="15984" y="4592"/>
                        <a:pt x="16164" y="4592"/>
                      </a:cubicBezTo>
                      <a:cubicBezTo>
                        <a:pt x="16413" y="4592"/>
                        <a:pt x="16663" y="4614"/>
                        <a:pt x="16906" y="4651"/>
                      </a:cubicBezTo>
                      <a:cubicBezTo>
                        <a:pt x="17325" y="4714"/>
                        <a:pt x="17722" y="4818"/>
                        <a:pt x="18099" y="4944"/>
                      </a:cubicBezTo>
                      <a:cubicBezTo>
                        <a:pt x="18852" y="5195"/>
                        <a:pt x="19501" y="5530"/>
                        <a:pt x="19940" y="5948"/>
                      </a:cubicBezTo>
                      <a:cubicBezTo>
                        <a:pt x="20171" y="6157"/>
                        <a:pt x="20359" y="6387"/>
                        <a:pt x="20463" y="6618"/>
                      </a:cubicBezTo>
                      <a:cubicBezTo>
                        <a:pt x="20484" y="6680"/>
                        <a:pt x="20505" y="6743"/>
                        <a:pt x="20526" y="6806"/>
                      </a:cubicBezTo>
                      <a:cubicBezTo>
                        <a:pt x="20547" y="6827"/>
                        <a:pt x="20547" y="6869"/>
                        <a:pt x="20568" y="6890"/>
                      </a:cubicBezTo>
                      <a:cubicBezTo>
                        <a:pt x="20568" y="6910"/>
                        <a:pt x="20568" y="6931"/>
                        <a:pt x="20568" y="6952"/>
                      </a:cubicBezTo>
                      <a:cubicBezTo>
                        <a:pt x="20589" y="7015"/>
                        <a:pt x="20589" y="7099"/>
                        <a:pt x="20589" y="7182"/>
                      </a:cubicBezTo>
                      <a:cubicBezTo>
                        <a:pt x="20505" y="7224"/>
                        <a:pt x="20401" y="7245"/>
                        <a:pt x="20317" y="7245"/>
                      </a:cubicBezTo>
                      <a:cubicBezTo>
                        <a:pt x="20212" y="7245"/>
                        <a:pt x="20066" y="7224"/>
                        <a:pt x="19961" y="7203"/>
                      </a:cubicBezTo>
                      <a:cubicBezTo>
                        <a:pt x="19752" y="7141"/>
                        <a:pt x="19564" y="7036"/>
                        <a:pt x="19417" y="6952"/>
                      </a:cubicBezTo>
                      <a:cubicBezTo>
                        <a:pt x="19192" y="6814"/>
                        <a:pt x="19038" y="6732"/>
                        <a:pt x="18980" y="6732"/>
                      </a:cubicBezTo>
                      <a:cubicBezTo>
                        <a:pt x="18968" y="6732"/>
                        <a:pt x="18961" y="6736"/>
                        <a:pt x="18957" y="6743"/>
                      </a:cubicBezTo>
                      <a:cubicBezTo>
                        <a:pt x="18936" y="6764"/>
                        <a:pt x="19062" y="6890"/>
                        <a:pt x="19334" y="7099"/>
                      </a:cubicBezTo>
                      <a:cubicBezTo>
                        <a:pt x="19459" y="7203"/>
                        <a:pt x="19626" y="7350"/>
                        <a:pt x="19878" y="7454"/>
                      </a:cubicBezTo>
                      <a:cubicBezTo>
                        <a:pt x="20003" y="7496"/>
                        <a:pt x="20150" y="7538"/>
                        <a:pt x="20317" y="7538"/>
                      </a:cubicBezTo>
                      <a:cubicBezTo>
                        <a:pt x="20352" y="7542"/>
                        <a:pt x="20387" y="7544"/>
                        <a:pt x="20423" y="7544"/>
                      </a:cubicBezTo>
                      <a:cubicBezTo>
                        <a:pt x="20582" y="7544"/>
                        <a:pt x="20753" y="7510"/>
                        <a:pt x="20924" y="7475"/>
                      </a:cubicBezTo>
                      <a:cubicBezTo>
                        <a:pt x="20945" y="7329"/>
                        <a:pt x="20966" y="7141"/>
                        <a:pt x="20966" y="6952"/>
                      </a:cubicBezTo>
                      <a:cubicBezTo>
                        <a:pt x="20945" y="6910"/>
                        <a:pt x="20945" y="6869"/>
                        <a:pt x="20945" y="6806"/>
                      </a:cubicBezTo>
                      <a:cubicBezTo>
                        <a:pt x="20924" y="6764"/>
                        <a:pt x="20924" y="6743"/>
                        <a:pt x="20903" y="6701"/>
                      </a:cubicBezTo>
                      <a:cubicBezTo>
                        <a:pt x="20903" y="6618"/>
                        <a:pt x="20861" y="6534"/>
                        <a:pt x="20840" y="6471"/>
                      </a:cubicBezTo>
                      <a:cubicBezTo>
                        <a:pt x="20715" y="6157"/>
                        <a:pt x="20526" y="5885"/>
                        <a:pt x="20275" y="5613"/>
                      </a:cubicBezTo>
                      <a:cubicBezTo>
                        <a:pt x="19773" y="5111"/>
                        <a:pt x="19082" y="4693"/>
                        <a:pt x="18287" y="4400"/>
                      </a:cubicBezTo>
                      <a:cubicBezTo>
                        <a:pt x="17890" y="4253"/>
                        <a:pt x="17471" y="4128"/>
                        <a:pt x="17011" y="4044"/>
                      </a:cubicBezTo>
                      <a:cubicBezTo>
                        <a:pt x="16674" y="3983"/>
                        <a:pt x="16326" y="3944"/>
                        <a:pt x="15958" y="3944"/>
                      </a:cubicBezTo>
                      <a:cubicBezTo>
                        <a:pt x="15824" y="3944"/>
                        <a:pt x="15687" y="3949"/>
                        <a:pt x="15546" y="3960"/>
                      </a:cubicBezTo>
                      <a:cubicBezTo>
                        <a:pt x="15274" y="4002"/>
                        <a:pt x="15002" y="4044"/>
                        <a:pt x="14730" y="4169"/>
                      </a:cubicBezTo>
                      <a:cubicBezTo>
                        <a:pt x="14479" y="4295"/>
                        <a:pt x="14186" y="4504"/>
                        <a:pt x="14019" y="4818"/>
                      </a:cubicBezTo>
                      <a:cubicBezTo>
                        <a:pt x="13852" y="5132"/>
                        <a:pt x="13831" y="5488"/>
                        <a:pt x="13872" y="5781"/>
                      </a:cubicBezTo>
                      <a:cubicBezTo>
                        <a:pt x="13914" y="6094"/>
                        <a:pt x="14019" y="6387"/>
                        <a:pt x="14145" y="6659"/>
                      </a:cubicBezTo>
                      <a:cubicBezTo>
                        <a:pt x="14270" y="6910"/>
                        <a:pt x="14417" y="7162"/>
                        <a:pt x="14584" y="7413"/>
                      </a:cubicBezTo>
                      <a:cubicBezTo>
                        <a:pt x="14668" y="7517"/>
                        <a:pt x="14751" y="7643"/>
                        <a:pt x="14835" y="7768"/>
                      </a:cubicBezTo>
                      <a:cubicBezTo>
                        <a:pt x="14940" y="7873"/>
                        <a:pt x="15023" y="7978"/>
                        <a:pt x="15128" y="8103"/>
                      </a:cubicBezTo>
                      <a:cubicBezTo>
                        <a:pt x="15546" y="8584"/>
                        <a:pt x="16049" y="8940"/>
                        <a:pt x="16593" y="9254"/>
                      </a:cubicBezTo>
                      <a:cubicBezTo>
                        <a:pt x="17660" y="9861"/>
                        <a:pt x="18894" y="10279"/>
                        <a:pt x="20191" y="10467"/>
                      </a:cubicBezTo>
                      <a:cubicBezTo>
                        <a:pt x="20615" y="10534"/>
                        <a:pt x="21039" y="10575"/>
                        <a:pt x="21474" y="10575"/>
                      </a:cubicBezTo>
                      <a:cubicBezTo>
                        <a:pt x="21725" y="10575"/>
                        <a:pt x="21981" y="10561"/>
                        <a:pt x="22242" y="10530"/>
                      </a:cubicBezTo>
                      <a:cubicBezTo>
                        <a:pt x="22932" y="10447"/>
                        <a:pt x="23665" y="10258"/>
                        <a:pt x="24292" y="9819"/>
                      </a:cubicBezTo>
                      <a:cubicBezTo>
                        <a:pt x="24627" y="9610"/>
                        <a:pt x="24899" y="9317"/>
                        <a:pt x="25129" y="9003"/>
                      </a:cubicBezTo>
                      <a:cubicBezTo>
                        <a:pt x="25360" y="8668"/>
                        <a:pt x="25527" y="8312"/>
                        <a:pt x="25632" y="7936"/>
                      </a:cubicBezTo>
                      <a:cubicBezTo>
                        <a:pt x="25715" y="7559"/>
                        <a:pt x="25778" y="7182"/>
                        <a:pt x="25778" y="6785"/>
                      </a:cubicBezTo>
                      <a:cubicBezTo>
                        <a:pt x="25778" y="6408"/>
                        <a:pt x="25736" y="6011"/>
                        <a:pt x="25611" y="5634"/>
                      </a:cubicBezTo>
                      <a:cubicBezTo>
                        <a:pt x="25464" y="5111"/>
                        <a:pt x="25192" y="4672"/>
                        <a:pt x="24878" y="4274"/>
                      </a:cubicBezTo>
                      <a:cubicBezTo>
                        <a:pt x="24564" y="3877"/>
                        <a:pt x="24188" y="3542"/>
                        <a:pt x="23790" y="3270"/>
                      </a:cubicBezTo>
                      <a:cubicBezTo>
                        <a:pt x="23016" y="2705"/>
                        <a:pt x="22179" y="2307"/>
                        <a:pt x="21342" y="1973"/>
                      </a:cubicBezTo>
                      <a:cubicBezTo>
                        <a:pt x="19668" y="1345"/>
                        <a:pt x="17994" y="989"/>
                        <a:pt x="16404" y="717"/>
                      </a:cubicBezTo>
                      <a:cubicBezTo>
                        <a:pt x="13203" y="215"/>
                        <a:pt x="10295" y="68"/>
                        <a:pt x="7867" y="27"/>
                      </a:cubicBezTo>
                      <a:cubicBezTo>
                        <a:pt x="7157" y="8"/>
                        <a:pt x="6485" y="1"/>
                        <a:pt x="58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4" name="Google Shape;354;p14"/>
              <p:cNvGrpSpPr/>
              <p:nvPr/>
            </p:nvGrpSpPr>
            <p:grpSpPr>
              <a:xfrm rot="10800000" flipH="1">
                <a:off x="164450" y="139620"/>
                <a:ext cx="934275" cy="933800"/>
                <a:chOff x="1481975" y="4124675"/>
                <a:chExt cx="934275" cy="933800"/>
              </a:xfrm>
            </p:grpSpPr>
            <p:sp>
              <p:nvSpPr>
                <p:cNvPr id="355" name="Google Shape;355;p14"/>
                <p:cNvSpPr/>
                <p:nvPr/>
              </p:nvSpPr>
              <p:spPr>
                <a:xfrm>
                  <a:off x="1769150" y="4154500"/>
                  <a:ext cx="498000" cy="61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0" h="24753" extrusionOk="0">
                      <a:moveTo>
                        <a:pt x="565" y="0"/>
                      </a:moveTo>
                      <a:cubicBezTo>
                        <a:pt x="252" y="0"/>
                        <a:pt x="1" y="9751"/>
                        <a:pt x="1" y="21761"/>
                      </a:cubicBezTo>
                      <a:lnTo>
                        <a:pt x="1" y="24753"/>
                      </a:lnTo>
                      <a:lnTo>
                        <a:pt x="4520" y="24732"/>
                      </a:lnTo>
                      <a:lnTo>
                        <a:pt x="8182" y="24690"/>
                      </a:lnTo>
                      <a:cubicBezTo>
                        <a:pt x="10504" y="24669"/>
                        <a:pt x="12576" y="24627"/>
                        <a:pt x="14312" y="24564"/>
                      </a:cubicBezTo>
                      <a:cubicBezTo>
                        <a:pt x="17807" y="24481"/>
                        <a:pt x="19920" y="24334"/>
                        <a:pt x="19920" y="24188"/>
                      </a:cubicBezTo>
                      <a:cubicBezTo>
                        <a:pt x="19920" y="24041"/>
                        <a:pt x="17807" y="23916"/>
                        <a:pt x="14312" y="23811"/>
                      </a:cubicBezTo>
                      <a:cubicBezTo>
                        <a:pt x="12576" y="23748"/>
                        <a:pt x="10504" y="23707"/>
                        <a:pt x="8182" y="23686"/>
                      </a:cubicBezTo>
                      <a:lnTo>
                        <a:pt x="4520" y="23644"/>
                      </a:lnTo>
                      <a:lnTo>
                        <a:pt x="1130" y="23623"/>
                      </a:lnTo>
                      <a:cubicBezTo>
                        <a:pt x="1130" y="23623"/>
                        <a:pt x="1130" y="23623"/>
                        <a:pt x="1130" y="23602"/>
                      </a:cubicBezTo>
                      <a:lnTo>
                        <a:pt x="1130" y="22995"/>
                      </a:lnTo>
                      <a:lnTo>
                        <a:pt x="1130" y="21761"/>
                      </a:lnTo>
                      <a:cubicBezTo>
                        <a:pt x="1130" y="9751"/>
                        <a:pt x="879" y="0"/>
                        <a:pt x="56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6" name="Google Shape;356;p14"/>
                <p:cNvSpPr/>
                <p:nvPr/>
              </p:nvSpPr>
              <p:spPr>
                <a:xfrm>
                  <a:off x="1481975" y="4124675"/>
                  <a:ext cx="265750" cy="64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30" h="25779" extrusionOk="0">
                      <a:moveTo>
                        <a:pt x="3809" y="0"/>
                      </a:moveTo>
                      <a:cubicBezTo>
                        <a:pt x="3411" y="21"/>
                        <a:pt x="3055" y="63"/>
                        <a:pt x="2679" y="168"/>
                      </a:cubicBezTo>
                      <a:cubicBezTo>
                        <a:pt x="2302" y="272"/>
                        <a:pt x="1925" y="440"/>
                        <a:pt x="1612" y="670"/>
                      </a:cubicBezTo>
                      <a:cubicBezTo>
                        <a:pt x="1277" y="879"/>
                        <a:pt x="1005" y="1172"/>
                        <a:pt x="796" y="1486"/>
                      </a:cubicBezTo>
                      <a:cubicBezTo>
                        <a:pt x="356" y="2135"/>
                        <a:pt x="147" y="2867"/>
                        <a:pt x="84" y="3557"/>
                      </a:cubicBezTo>
                      <a:cubicBezTo>
                        <a:pt x="0" y="4248"/>
                        <a:pt x="42" y="4938"/>
                        <a:pt x="126" y="5587"/>
                      </a:cubicBezTo>
                      <a:cubicBezTo>
                        <a:pt x="335" y="6905"/>
                        <a:pt x="754" y="8119"/>
                        <a:pt x="1360" y="9207"/>
                      </a:cubicBezTo>
                      <a:cubicBezTo>
                        <a:pt x="1674" y="9751"/>
                        <a:pt x="2030" y="10253"/>
                        <a:pt x="2490" y="10672"/>
                      </a:cubicBezTo>
                      <a:cubicBezTo>
                        <a:pt x="2616" y="10776"/>
                        <a:pt x="2741" y="10860"/>
                        <a:pt x="2846" y="10944"/>
                      </a:cubicBezTo>
                      <a:cubicBezTo>
                        <a:pt x="2972" y="11048"/>
                        <a:pt x="3076" y="11132"/>
                        <a:pt x="3202" y="11195"/>
                      </a:cubicBezTo>
                      <a:cubicBezTo>
                        <a:pt x="3453" y="11362"/>
                        <a:pt x="3683" y="11508"/>
                        <a:pt x="3955" y="11634"/>
                      </a:cubicBezTo>
                      <a:cubicBezTo>
                        <a:pt x="4227" y="11760"/>
                        <a:pt x="4499" y="11864"/>
                        <a:pt x="4813" y="11927"/>
                      </a:cubicBezTo>
                      <a:cubicBezTo>
                        <a:pt x="4901" y="11939"/>
                        <a:pt x="4992" y="11945"/>
                        <a:pt x="5085" y="11945"/>
                      </a:cubicBezTo>
                      <a:cubicBezTo>
                        <a:pt x="5323" y="11945"/>
                        <a:pt x="5571" y="11901"/>
                        <a:pt x="5796" y="11780"/>
                      </a:cubicBezTo>
                      <a:cubicBezTo>
                        <a:pt x="6110" y="11613"/>
                        <a:pt x="6319" y="11320"/>
                        <a:pt x="6424" y="11048"/>
                      </a:cubicBezTo>
                      <a:cubicBezTo>
                        <a:pt x="6550" y="10776"/>
                        <a:pt x="6612" y="10504"/>
                        <a:pt x="6633" y="10253"/>
                      </a:cubicBezTo>
                      <a:cubicBezTo>
                        <a:pt x="6696" y="9730"/>
                        <a:pt x="6654" y="9249"/>
                        <a:pt x="6570" y="8788"/>
                      </a:cubicBezTo>
                      <a:cubicBezTo>
                        <a:pt x="6487" y="8328"/>
                        <a:pt x="6361" y="7889"/>
                        <a:pt x="6215" y="7491"/>
                      </a:cubicBezTo>
                      <a:cubicBezTo>
                        <a:pt x="5901" y="6696"/>
                        <a:pt x="5503" y="6026"/>
                        <a:pt x="4980" y="5524"/>
                      </a:cubicBezTo>
                      <a:cubicBezTo>
                        <a:pt x="4729" y="5273"/>
                        <a:pt x="4436" y="5064"/>
                        <a:pt x="4143" y="4959"/>
                      </a:cubicBezTo>
                      <a:cubicBezTo>
                        <a:pt x="4060" y="4918"/>
                        <a:pt x="3976" y="4897"/>
                        <a:pt x="3913" y="4876"/>
                      </a:cubicBezTo>
                      <a:cubicBezTo>
                        <a:pt x="3871" y="4876"/>
                        <a:pt x="3829" y="4855"/>
                        <a:pt x="3788" y="4855"/>
                      </a:cubicBezTo>
                      <a:cubicBezTo>
                        <a:pt x="3746" y="4855"/>
                        <a:pt x="3704" y="4834"/>
                        <a:pt x="3641" y="4834"/>
                      </a:cubicBezTo>
                      <a:cubicBezTo>
                        <a:pt x="3591" y="4828"/>
                        <a:pt x="3542" y="4826"/>
                        <a:pt x="3494" y="4826"/>
                      </a:cubicBezTo>
                      <a:cubicBezTo>
                        <a:pt x="3363" y="4826"/>
                        <a:pt x="3241" y="4845"/>
                        <a:pt x="3118" y="4876"/>
                      </a:cubicBezTo>
                      <a:cubicBezTo>
                        <a:pt x="3076" y="5085"/>
                        <a:pt x="3055" y="5273"/>
                        <a:pt x="3055" y="5462"/>
                      </a:cubicBezTo>
                      <a:cubicBezTo>
                        <a:pt x="3076" y="5650"/>
                        <a:pt x="3118" y="5775"/>
                        <a:pt x="3160" y="5901"/>
                      </a:cubicBezTo>
                      <a:cubicBezTo>
                        <a:pt x="3265" y="6152"/>
                        <a:pt x="3411" y="6340"/>
                        <a:pt x="3516" y="6466"/>
                      </a:cubicBezTo>
                      <a:cubicBezTo>
                        <a:pt x="3710" y="6718"/>
                        <a:pt x="3832" y="6845"/>
                        <a:pt x="3865" y="6845"/>
                      </a:cubicBezTo>
                      <a:cubicBezTo>
                        <a:pt x="3868" y="6845"/>
                        <a:pt x="3870" y="6844"/>
                        <a:pt x="3871" y="6842"/>
                      </a:cubicBezTo>
                      <a:cubicBezTo>
                        <a:pt x="3892" y="6822"/>
                        <a:pt x="3829" y="6654"/>
                        <a:pt x="3662" y="6361"/>
                      </a:cubicBezTo>
                      <a:cubicBezTo>
                        <a:pt x="3578" y="6215"/>
                        <a:pt x="3474" y="6047"/>
                        <a:pt x="3411" y="5817"/>
                      </a:cubicBezTo>
                      <a:cubicBezTo>
                        <a:pt x="3390" y="5713"/>
                        <a:pt x="3369" y="5587"/>
                        <a:pt x="3369" y="5482"/>
                      </a:cubicBezTo>
                      <a:cubicBezTo>
                        <a:pt x="3369" y="5378"/>
                        <a:pt x="3390" y="5294"/>
                        <a:pt x="3411" y="5210"/>
                      </a:cubicBezTo>
                      <a:cubicBezTo>
                        <a:pt x="3439" y="5203"/>
                        <a:pt x="3467" y="5201"/>
                        <a:pt x="3495" y="5201"/>
                      </a:cubicBezTo>
                      <a:cubicBezTo>
                        <a:pt x="3550" y="5201"/>
                        <a:pt x="3606" y="5210"/>
                        <a:pt x="3662" y="5210"/>
                      </a:cubicBezTo>
                      <a:cubicBezTo>
                        <a:pt x="3683" y="5231"/>
                        <a:pt x="3704" y="5231"/>
                        <a:pt x="3725" y="5231"/>
                      </a:cubicBezTo>
                      <a:cubicBezTo>
                        <a:pt x="3746" y="5231"/>
                        <a:pt x="3767" y="5252"/>
                        <a:pt x="3809" y="5252"/>
                      </a:cubicBezTo>
                      <a:cubicBezTo>
                        <a:pt x="3871" y="5273"/>
                        <a:pt x="3913" y="5294"/>
                        <a:pt x="3976" y="5336"/>
                      </a:cubicBezTo>
                      <a:cubicBezTo>
                        <a:pt x="4227" y="5441"/>
                        <a:pt x="4436" y="5608"/>
                        <a:pt x="4645" y="5838"/>
                      </a:cubicBezTo>
                      <a:cubicBezTo>
                        <a:pt x="5085" y="6298"/>
                        <a:pt x="5420" y="6947"/>
                        <a:pt x="5671" y="7679"/>
                      </a:cubicBezTo>
                      <a:cubicBezTo>
                        <a:pt x="5796" y="8056"/>
                        <a:pt x="5901" y="8454"/>
                        <a:pt x="5964" y="8872"/>
                      </a:cubicBezTo>
                      <a:cubicBezTo>
                        <a:pt x="6006" y="9291"/>
                        <a:pt x="6026" y="9730"/>
                        <a:pt x="5985" y="10169"/>
                      </a:cubicBezTo>
                      <a:cubicBezTo>
                        <a:pt x="5922" y="10588"/>
                        <a:pt x="5754" y="11006"/>
                        <a:pt x="5462" y="11153"/>
                      </a:cubicBezTo>
                      <a:cubicBezTo>
                        <a:pt x="5375" y="11199"/>
                        <a:pt x="5268" y="11220"/>
                        <a:pt x="5149" y="11220"/>
                      </a:cubicBezTo>
                      <a:cubicBezTo>
                        <a:pt x="4891" y="11220"/>
                        <a:pt x="4576" y="11122"/>
                        <a:pt x="4290" y="10964"/>
                      </a:cubicBezTo>
                      <a:cubicBezTo>
                        <a:pt x="4081" y="10860"/>
                        <a:pt x="3850" y="10713"/>
                        <a:pt x="3641" y="10567"/>
                      </a:cubicBezTo>
                      <a:cubicBezTo>
                        <a:pt x="3537" y="10504"/>
                        <a:pt x="3432" y="10420"/>
                        <a:pt x="3327" y="10337"/>
                      </a:cubicBezTo>
                      <a:cubicBezTo>
                        <a:pt x="3223" y="10253"/>
                        <a:pt x="3118" y="10169"/>
                        <a:pt x="3013" y="10086"/>
                      </a:cubicBezTo>
                      <a:cubicBezTo>
                        <a:pt x="2658" y="9751"/>
                        <a:pt x="2344" y="9291"/>
                        <a:pt x="2072" y="8809"/>
                      </a:cubicBezTo>
                      <a:cubicBezTo>
                        <a:pt x="1528" y="7826"/>
                        <a:pt x="1151" y="6675"/>
                        <a:pt x="984" y="5482"/>
                      </a:cubicBezTo>
                      <a:cubicBezTo>
                        <a:pt x="900" y="4876"/>
                        <a:pt x="879" y="4269"/>
                        <a:pt x="963" y="3662"/>
                      </a:cubicBezTo>
                      <a:cubicBezTo>
                        <a:pt x="1026" y="3055"/>
                        <a:pt x="1193" y="2469"/>
                        <a:pt x="1528" y="2009"/>
                      </a:cubicBezTo>
                      <a:cubicBezTo>
                        <a:pt x="1842" y="1528"/>
                        <a:pt x="2344" y="1193"/>
                        <a:pt x="2909" y="1047"/>
                      </a:cubicBezTo>
                      <a:cubicBezTo>
                        <a:pt x="3222" y="971"/>
                        <a:pt x="3541" y="929"/>
                        <a:pt x="3854" y="929"/>
                      </a:cubicBezTo>
                      <a:cubicBezTo>
                        <a:pt x="4147" y="929"/>
                        <a:pt x="4435" y="966"/>
                        <a:pt x="4708" y="1047"/>
                      </a:cubicBezTo>
                      <a:cubicBezTo>
                        <a:pt x="5482" y="1277"/>
                        <a:pt x="6110" y="1863"/>
                        <a:pt x="6612" y="2532"/>
                      </a:cubicBezTo>
                      <a:cubicBezTo>
                        <a:pt x="7114" y="3202"/>
                        <a:pt x="7491" y="3976"/>
                        <a:pt x="7784" y="4771"/>
                      </a:cubicBezTo>
                      <a:cubicBezTo>
                        <a:pt x="8412" y="6361"/>
                        <a:pt x="8767" y="7972"/>
                        <a:pt x="9060" y="9542"/>
                      </a:cubicBezTo>
                      <a:cubicBezTo>
                        <a:pt x="9604" y="12659"/>
                        <a:pt x="9793" y="15547"/>
                        <a:pt x="9939" y="17953"/>
                      </a:cubicBezTo>
                      <a:cubicBezTo>
                        <a:pt x="10065" y="20359"/>
                        <a:pt x="10107" y="22326"/>
                        <a:pt x="10169" y="23686"/>
                      </a:cubicBezTo>
                      <a:cubicBezTo>
                        <a:pt x="10211" y="25025"/>
                        <a:pt x="10253" y="25778"/>
                        <a:pt x="10316" y="25778"/>
                      </a:cubicBezTo>
                      <a:cubicBezTo>
                        <a:pt x="10379" y="25778"/>
                        <a:pt x="10441" y="25046"/>
                        <a:pt x="10525" y="23686"/>
                      </a:cubicBezTo>
                      <a:cubicBezTo>
                        <a:pt x="10588" y="22326"/>
                        <a:pt x="10630" y="20359"/>
                        <a:pt x="10588" y="17932"/>
                      </a:cubicBezTo>
                      <a:cubicBezTo>
                        <a:pt x="10525" y="15505"/>
                        <a:pt x="10399" y="12596"/>
                        <a:pt x="9876" y="9395"/>
                      </a:cubicBezTo>
                      <a:cubicBezTo>
                        <a:pt x="9625" y="7805"/>
                        <a:pt x="9270" y="6131"/>
                        <a:pt x="8621" y="4457"/>
                      </a:cubicBezTo>
                      <a:cubicBezTo>
                        <a:pt x="8307" y="3620"/>
                        <a:pt x="7910" y="2762"/>
                        <a:pt x="7345" y="1988"/>
                      </a:cubicBezTo>
                      <a:cubicBezTo>
                        <a:pt x="7052" y="1612"/>
                        <a:pt x="6738" y="1235"/>
                        <a:pt x="6340" y="921"/>
                      </a:cubicBezTo>
                      <a:cubicBezTo>
                        <a:pt x="5943" y="607"/>
                        <a:pt x="5482" y="335"/>
                        <a:pt x="4980" y="189"/>
                      </a:cubicBezTo>
                      <a:cubicBezTo>
                        <a:pt x="4604" y="63"/>
                        <a:pt x="4206" y="0"/>
                        <a:pt x="380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" name="Google Shape;357;p14"/>
                <p:cNvSpPr/>
                <p:nvPr/>
              </p:nvSpPr>
              <p:spPr>
                <a:xfrm>
                  <a:off x="1771775" y="4794100"/>
                  <a:ext cx="644475" cy="26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79" h="10575" extrusionOk="0">
                      <a:moveTo>
                        <a:pt x="5857" y="1"/>
                      </a:moveTo>
                      <a:cubicBezTo>
                        <a:pt x="4340" y="1"/>
                        <a:pt x="3075" y="45"/>
                        <a:pt x="2113" y="89"/>
                      </a:cubicBezTo>
                      <a:cubicBezTo>
                        <a:pt x="753" y="152"/>
                        <a:pt x="0" y="215"/>
                        <a:pt x="0" y="278"/>
                      </a:cubicBezTo>
                      <a:cubicBezTo>
                        <a:pt x="0" y="340"/>
                        <a:pt x="753" y="403"/>
                        <a:pt x="2113" y="445"/>
                      </a:cubicBezTo>
                      <a:cubicBezTo>
                        <a:pt x="3473" y="487"/>
                        <a:pt x="5419" y="529"/>
                        <a:pt x="7846" y="675"/>
                      </a:cubicBezTo>
                      <a:cubicBezTo>
                        <a:pt x="10253" y="801"/>
                        <a:pt x="13119" y="1010"/>
                        <a:pt x="16258" y="1554"/>
                      </a:cubicBezTo>
                      <a:cubicBezTo>
                        <a:pt x="17806" y="1826"/>
                        <a:pt x="19438" y="2203"/>
                        <a:pt x="21028" y="2809"/>
                      </a:cubicBezTo>
                      <a:cubicBezTo>
                        <a:pt x="21803" y="3123"/>
                        <a:pt x="22577" y="3500"/>
                        <a:pt x="23267" y="4002"/>
                      </a:cubicBezTo>
                      <a:cubicBezTo>
                        <a:pt x="23937" y="4483"/>
                        <a:pt x="24502" y="5132"/>
                        <a:pt x="24753" y="5885"/>
                      </a:cubicBezTo>
                      <a:cubicBezTo>
                        <a:pt x="24920" y="6471"/>
                        <a:pt x="24899" y="7099"/>
                        <a:pt x="24753" y="7685"/>
                      </a:cubicBezTo>
                      <a:cubicBezTo>
                        <a:pt x="24585" y="8271"/>
                        <a:pt x="24272" y="8752"/>
                        <a:pt x="23790" y="9087"/>
                      </a:cubicBezTo>
                      <a:cubicBezTo>
                        <a:pt x="23309" y="9400"/>
                        <a:pt x="22723" y="9589"/>
                        <a:pt x="22137" y="9651"/>
                      </a:cubicBezTo>
                      <a:cubicBezTo>
                        <a:pt x="21898" y="9676"/>
                        <a:pt x="21659" y="9688"/>
                        <a:pt x="21419" y="9688"/>
                      </a:cubicBezTo>
                      <a:cubicBezTo>
                        <a:pt x="21052" y="9688"/>
                        <a:pt x="20684" y="9660"/>
                        <a:pt x="20317" y="9610"/>
                      </a:cubicBezTo>
                      <a:cubicBezTo>
                        <a:pt x="19124" y="9442"/>
                        <a:pt x="17974" y="9066"/>
                        <a:pt x="16990" y="8543"/>
                      </a:cubicBezTo>
                      <a:cubicBezTo>
                        <a:pt x="16509" y="8271"/>
                        <a:pt x="16049" y="7957"/>
                        <a:pt x="15714" y="7580"/>
                      </a:cubicBezTo>
                      <a:cubicBezTo>
                        <a:pt x="15630" y="7496"/>
                        <a:pt x="15546" y="7392"/>
                        <a:pt x="15463" y="7287"/>
                      </a:cubicBezTo>
                      <a:cubicBezTo>
                        <a:pt x="15379" y="7182"/>
                        <a:pt x="15295" y="7078"/>
                        <a:pt x="15212" y="6973"/>
                      </a:cubicBezTo>
                      <a:cubicBezTo>
                        <a:pt x="15065" y="6743"/>
                        <a:pt x="14940" y="6534"/>
                        <a:pt x="14814" y="6325"/>
                      </a:cubicBezTo>
                      <a:cubicBezTo>
                        <a:pt x="14605" y="5885"/>
                        <a:pt x="14500" y="5425"/>
                        <a:pt x="14647" y="5153"/>
                      </a:cubicBezTo>
                      <a:cubicBezTo>
                        <a:pt x="14793" y="4860"/>
                        <a:pt x="15212" y="4693"/>
                        <a:pt x="15630" y="4630"/>
                      </a:cubicBezTo>
                      <a:cubicBezTo>
                        <a:pt x="15805" y="4604"/>
                        <a:pt x="15984" y="4592"/>
                        <a:pt x="16164" y="4592"/>
                      </a:cubicBezTo>
                      <a:cubicBezTo>
                        <a:pt x="16413" y="4592"/>
                        <a:pt x="16663" y="4614"/>
                        <a:pt x="16906" y="4651"/>
                      </a:cubicBezTo>
                      <a:cubicBezTo>
                        <a:pt x="17325" y="4714"/>
                        <a:pt x="17722" y="4818"/>
                        <a:pt x="18099" y="4944"/>
                      </a:cubicBezTo>
                      <a:cubicBezTo>
                        <a:pt x="18852" y="5195"/>
                        <a:pt x="19501" y="5530"/>
                        <a:pt x="19940" y="5948"/>
                      </a:cubicBezTo>
                      <a:cubicBezTo>
                        <a:pt x="20171" y="6157"/>
                        <a:pt x="20359" y="6387"/>
                        <a:pt x="20463" y="6618"/>
                      </a:cubicBezTo>
                      <a:cubicBezTo>
                        <a:pt x="20484" y="6680"/>
                        <a:pt x="20505" y="6743"/>
                        <a:pt x="20526" y="6806"/>
                      </a:cubicBezTo>
                      <a:cubicBezTo>
                        <a:pt x="20547" y="6827"/>
                        <a:pt x="20547" y="6869"/>
                        <a:pt x="20568" y="6890"/>
                      </a:cubicBezTo>
                      <a:cubicBezTo>
                        <a:pt x="20568" y="6910"/>
                        <a:pt x="20568" y="6931"/>
                        <a:pt x="20568" y="6952"/>
                      </a:cubicBezTo>
                      <a:cubicBezTo>
                        <a:pt x="20589" y="7015"/>
                        <a:pt x="20589" y="7099"/>
                        <a:pt x="20589" y="7182"/>
                      </a:cubicBezTo>
                      <a:cubicBezTo>
                        <a:pt x="20505" y="7224"/>
                        <a:pt x="20401" y="7245"/>
                        <a:pt x="20317" y="7245"/>
                      </a:cubicBezTo>
                      <a:cubicBezTo>
                        <a:pt x="20212" y="7245"/>
                        <a:pt x="20066" y="7224"/>
                        <a:pt x="19961" y="7203"/>
                      </a:cubicBezTo>
                      <a:cubicBezTo>
                        <a:pt x="19752" y="7141"/>
                        <a:pt x="19564" y="7036"/>
                        <a:pt x="19417" y="6952"/>
                      </a:cubicBezTo>
                      <a:cubicBezTo>
                        <a:pt x="19192" y="6814"/>
                        <a:pt x="19038" y="6732"/>
                        <a:pt x="18980" y="6732"/>
                      </a:cubicBezTo>
                      <a:cubicBezTo>
                        <a:pt x="18968" y="6732"/>
                        <a:pt x="18961" y="6736"/>
                        <a:pt x="18957" y="6743"/>
                      </a:cubicBezTo>
                      <a:cubicBezTo>
                        <a:pt x="18936" y="6764"/>
                        <a:pt x="19062" y="6890"/>
                        <a:pt x="19334" y="7099"/>
                      </a:cubicBezTo>
                      <a:cubicBezTo>
                        <a:pt x="19459" y="7203"/>
                        <a:pt x="19626" y="7350"/>
                        <a:pt x="19878" y="7454"/>
                      </a:cubicBezTo>
                      <a:cubicBezTo>
                        <a:pt x="20003" y="7496"/>
                        <a:pt x="20150" y="7538"/>
                        <a:pt x="20317" y="7538"/>
                      </a:cubicBezTo>
                      <a:cubicBezTo>
                        <a:pt x="20352" y="7542"/>
                        <a:pt x="20387" y="7544"/>
                        <a:pt x="20423" y="7544"/>
                      </a:cubicBezTo>
                      <a:cubicBezTo>
                        <a:pt x="20582" y="7544"/>
                        <a:pt x="20753" y="7510"/>
                        <a:pt x="20924" y="7475"/>
                      </a:cubicBezTo>
                      <a:cubicBezTo>
                        <a:pt x="20945" y="7329"/>
                        <a:pt x="20966" y="7141"/>
                        <a:pt x="20966" y="6952"/>
                      </a:cubicBezTo>
                      <a:cubicBezTo>
                        <a:pt x="20945" y="6910"/>
                        <a:pt x="20945" y="6869"/>
                        <a:pt x="20945" y="6806"/>
                      </a:cubicBezTo>
                      <a:cubicBezTo>
                        <a:pt x="20924" y="6764"/>
                        <a:pt x="20924" y="6743"/>
                        <a:pt x="20903" y="6701"/>
                      </a:cubicBezTo>
                      <a:cubicBezTo>
                        <a:pt x="20903" y="6618"/>
                        <a:pt x="20861" y="6534"/>
                        <a:pt x="20840" y="6471"/>
                      </a:cubicBezTo>
                      <a:cubicBezTo>
                        <a:pt x="20715" y="6157"/>
                        <a:pt x="20526" y="5885"/>
                        <a:pt x="20275" y="5613"/>
                      </a:cubicBezTo>
                      <a:cubicBezTo>
                        <a:pt x="19773" y="5111"/>
                        <a:pt x="19082" y="4693"/>
                        <a:pt x="18287" y="4400"/>
                      </a:cubicBezTo>
                      <a:cubicBezTo>
                        <a:pt x="17890" y="4253"/>
                        <a:pt x="17471" y="4128"/>
                        <a:pt x="17011" y="4044"/>
                      </a:cubicBezTo>
                      <a:cubicBezTo>
                        <a:pt x="16674" y="3983"/>
                        <a:pt x="16326" y="3944"/>
                        <a:pt x="15958" y="3944"/>
                      </a:cubicBezTo>
                      <a:cubicBezTo>
                        <a:pt x="15824" y="3944"/>
                        <a:pt x="15687" y="3949"/>
                        <a:pt x="15546" y="3960"/>
                      </a:cubicBezTo>
                      <a:cubicBezTo>
                        <a:pt x="15274" y="4002"/>
                        <a:pt x="15002" y="4044"/>
                        <a:pt x="14730" y="4169"/>
                      </a:cubicBezTo>
                      <a:cubicBezTo>
                        <a:pt x="14479" y="4295"/>
                        <a:pt x="14186" y="4504"/>
                        <a:pt x="14019" y="4818"/>
                      </a:cubicBezTo>
                      <a:cubicBezTo>
                        <a:pt x="13852" y="5132"/>
                        <a:pt x="13831" y="5488"/>
                        <a:pt x="13872" y="5781"/>
                      </a:cubicBezTo>
                      <a:cubicBezTo>
                        <a:pt x="13914" y="6094"/>
                        <a:pt x="14019" y="6387"/>
                        <a:pt x="14145" y="6659"/>
                      </a:cubicBezTo>
                      <a:cubicBezTo>
                        <a:pt x="14270" y="6910"/>
                        <a:pt x="14417" y="7162"/>
                        <a:pt x="14584" y="7413"/>
                      </a:cubicBezTo>
                      <a:cubicBezTo>
                        <a:pt x="14668" y="7517"/>
                        <a:pt x="14751" y="7643"/>
                        <a:pt x="14835" y="7768"/>
                      </a:cubicBezTo>
                      <a:cubicBezTo>
                        <a:pt x="14940" y="7873"/>
                        <a:pt x="15023" y="7978"/>
                        <a:pt x="15128" y="8103"/>
                      </a:cubicBezTo>
                      <a:cubicBezTo>
                        <a:pt x="15546" y="8584"/>
                        <a:pt x="16049" y="8940"/>
                        <a:pt x="16593" y="9254"/>
                      </a:cubicBezTo>
                      <a:cubicBezTo>
                        <a:pt x="17660" y="9861"/>
                        <a:pt x="18894" y="10279"/>
                        <a:pt x="20191" y="10467"/>
                      </a:cubicBezTo>
                      <a:cubicBezTo>
                        <a:pt x="20615" y="10534"/>
                        <a:pt x="21039" y="10575"/>
                        <a:pt x="21474" y="10575"/>
                      </a:cubicBezTo>
                      <a:cubicBezTo>
                        <a:pt x="21725" y="10575"/>
                        <a:pt x="21981" y="10561"/>
                        <a:pt x="22242" y="10530"/>
                      </a:cubicBezTo>
                      <a:cubicBezTo>
                        <a:pt x="22932" y="10447"/>
                        <a:pt x="23665" y="10258"/>
                        <a:pt x="24292" y="9819"/>
                      </a:cubicBezTo>
                      <a:cubicBezTo>
                        <a:pt x="24627" y="9610"/>
                        <a:pt x="24899" y="9317"/>
                        <a:pt x="25129" y="9003"/>
                      </a:cubicBezTo>
                      <a:cubicBezTo>
                        <a:pt x="25360" y="8668"/>
                        <a:pt x="25527" y="8312"/>
                        <a:pt x="25632" y="7936"/>
                      </a:cubicBezTo>
                      <a:cubicBezTo>
                        <a:pt x="25715" y="7559"/>
                        <a:pt x="25778" y="7182"/>
                        <a:pt x="25778" y="6785"/>
                      </a:cubicBezTo>
                      <a:cubicBezTo>
                        <a:pt x="25778" y="6408"/>
                        <a:pt x="25736" y="6011"/>
                        <a:pt x="25611" y="5634"/>
                      </a:cubicBezTo>
                      <a:cubicBezTo>
                        <a:pt x="25464" y="5111"/>
                        <a:pt x="25192" y="4672"/>
                        <a:pt x="24878" y="4274"/>
                      </a:cubicBezTo>
                      <a:cubicBezTo>
                        <a:pt x="24564" y="3877"/>
                        <a:pt x="24188" y="3542"/>
                        <a:pt x="23790" y="3270"/>
                      </a:cubicBezTo>
                      <a:cubicBezTo>
                        <a:pt x="23016" y="2705"/>
                        <a:pt x="22179" y="2307"/>
                        <a:pt x="21342" y="1973"/>
                      </a:cubicBezTo>
                      <a:cubicBezTo>
                        <a:pt x="19668" y="1345"/>
                        <a:pt x="17994" y="989"/>
                        <a:pt x="16404" y="717"/>
                      </a:cubicBezTo>
                      <a:cubicBezTo>
                        <a:pt x="13203" y="215"/>
                        <a:pt x="10295" y="68"/>
                        <a:pt x="7867" y="27"/>
                      </a:cubicBezTo>
                      <a:cubicBezTo>
                        <a:pt x="7157" y="8"/>
                        <a:pt x="6485" y="1"/>
                        <a:pt x="58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58" name="Google Shape;358;p14"/>
            <p:cNvSpPr/>
            <p:nvPr/>
          </p:nvSpPr>
          <p:spPr>
            <a:xfrm>
              <a:off x="3323125" y="4617960"/>
              <a:ext cx="2497775" cy="373700"/>
            </a:xfrm>
            <a:custGeom>
              <a:avLst/>
              <a:gdLst/>
              <a:ahLst/>
              <a:cxnLst/>
              <a:rect l="l" t="t" r="r" b="b"/>
              <a:pathLst>
                <a:path w="99911" h="14948" extrusionOk="0">
                  <a:moveTo>
                    <a:pt x="95914" y="1047"/>
                  </a:moveTo>
                  <a:cubicBezTo>
                    <a:pt x="95914" y="1047"/>
                    <a:pt x="95914" y="1047"/>
                    <a:pt x="95914" y="1068"/>
                  </a:cubicBezTo>
                  <a:cubicBezTo>
                    <a:pt x="95914" y="1109"/>
                    <a:pt x="95894" y="1151"/>
                    <a:pt x="95873" y="1172"/>
                  </a:cubicBezTo>
                  <a:cubicBezTo>
                    <a:pt x="95852" y="1256"/>
                    <a:pt x="95831" y="1319"/>
                    <a:pt x="95810" y="1402"/>
                  </a:cubicBezTo>
                  <a:cubicBezTo>
                    <a:pt x="95705" y="1674"/>
                    <a:pt x="95559" y="1946"/>
                    <a:pt x="95370" y="2198"/>
                  </a:cubicBezTo>
                  <a:cubicBezTo>
                    <a:pt x="95036" y="2721"/>
                    <a:pt x="94617" y="3160"/>
                    <a:pt x="94178" y="3578"/>
                  </a:cubicBezTo>
                  <a:cubicBezTo>
                    <a:pt x="93299" y="4394"/>
                    <a:pt x="92420" y="5043"/>
                    <a:pt x="91667" y="5587"/>
                  </a:cubicBezTo>
                  <a:cubicBezTo>
                    <a:pt x="90914" y="6110"/>
                    <a:pt x="90286" y="6550"/>
                    <a:pt x="89868" y="6863"/>
                  </a:cubicBezTo>
                  <a:lnTo>
                    <a:pt x="89847" y="6863"/>
                  </a:lnTo>
                  <a:cubicBezTo>
                    <a:pt x="89721" y="6780"/>
                    <a:pt x="89596" y="6675"/>
                    <a:pt x="89470" y="6591"/>
                  </a:cubicBezTo>
                  <a:cubicBezTo>
                    <a:pt x="89470" y="6466"/>
                    <a:pt x="89491" y="6319"/>
                    <a:pt x="89512" y="6131"/>
                  </a:cubicBezTo>
                  <a:cubicBezTo>
                    <a:pt x="89575" y="5629"/>
                    <a:pt x="89763" y="4918"/>
                    <a:pt x="90244" y="4143"/>
                  </a:cubicBezTo>
                  <a:cubicBezTo>
                    <a:pt x="90725" y="3390"/>
                    <a:pt x="91521" y="2616"/>
                    <a:pt x="92546" y="2030"/>
                  </a:cubicBezTo>
                  <a:cubicBezTo>
                    <a:pt x="93069" y="1716"/>
                    <a:pt x="93655" y="1465"/>
                    <a:pt x="94262" y="1298"/>
                  </a:cubicBezTo>
                  <a:cubicBezTo>
                    <a:pt x="94575" y="1214"/>
                    <a:pt x="94889" y="1130"/>
                    <a:pt x="95224" y="1089"/>
                  </a:cubicBezTo>
                  <a:cubicBezTo>
                    <a:pt x="95391" y="1068"/>
                    <a:pt x="95538" y="1068"/>
                    <a:pt x="95705" y="1047"/>
                  </a:cubicBezTo>
                  <a:close/>
                  <a:moveTo>
                    <a:pt x="4206" y="1047"/>
                  </a:moveTo>
                  <a:cubicBezTo>
                    <a:pt x="4374" y="1068"/>
                    <a:pt x="4520" y="1068"/>
                    <a:pt x="4688" y="1089"/>
                  </a:cubicBezTo>
                  <a:cubicBezTo>
                    <a:pt x="5022" y="1130"/>
                    <a:pt x="5336" y="1214"/>
                    <a:pt x="5650" y="1298"/>
                  </a:cubicBezTo>
                  <a:cubicBezTo>
                    <a:pt x="6257" y="1465"/>
                    <a:pt x="6843" y="1737"/>
                    <a:pt x="7366" y="2030"/>
                  </a:cubicBezTo>
                  <a:cubicBezTo>
                    <a:pt x="8391" y="2616"/>
                    <a:pt x="9186" y="3390"/>
                    <a:pt x="9667" y="4164"/>
                  </a:cubicBezTo>
                  <a:cubicBezTo>
                    <a:pt x="10149" y="4918"/>
                    <a:pt x="10337" y="5629"/>
                    <a:pt x="10400" y="6131"/>
                  </a:cubicBezTo>
                  <a:cubicBezTo>
                    <a:pt x="10442" y="6529"/>
                    <a:pt x="10462" y="6780"/>
                    <a:pt x="10483" y="6905"/>
                  </a:cubicBezTo>
                  <a:cubicBezTo>
                    <a:pt x="10421" y="6947"/>
                    <a:pt x="10358" y="7010"/>
                    <a:pt x="10295" y="7073"/>
                  </a:cubicBezTo>
                  <a:cubicBezTo>
                    <a:pt x="10232" y="7010"/>
                    <a:pt x="10149" y="6926"/>
                    <a:pt x="10044" y="6863"/>
                  </a:cubicBezTo>
                  <a:cubicBezTo>
                    <a:pt x="9625" y="6550"/>
                    <a:pt x="8998" y="6110"/>
                    <a:pt x="8245" y="5587"/>
                  </a:cubicBezTo>
                  <a:cubicBezTo>
                    <a:pt x="7491" y="5043"/>
                    <a:pt x="6592" y="4394"/>
                    <a:pt x="5734" y="3578"/>
                  </a:cubicBezTo>
                  <a:cubicBezTo>
                    <a:pt x="5294" y="3160"/>
                    <a:pt x="4876" y="2721"/>
                    <a:pt x="4541" y="2198"/>
                  </a:cubicBezTo>
                  <a:cubicBezTo>
                    <a:pt x="4353" y="1946"/>
                    <a:pt x="4206" y="1674"/>
                    <a:pt x="4102" y="1402"/>
                  </a:cubicBezTo>
                  <a:cubicBezTo>
                    <a:pt x="4081" y="1319"/>
                    <a:pt x="4060" y="1256"/>
                    <a:pt x="4018" y="1172"/>
                  </a:cubicBezTo>
                  <a:cubicBezTo>
                    <a:pt x="4018" y="1151"/>
                    <a:pt x="3997" y="1109"/>
                    <a:pt x="3997" y="1068"/>
                  </a:cubicBezTo>
                  <a:cubicBezTo>
                    <a:pt x="3997" y="1047"/>
                    <a:pt x="3997" y="1047"/>
                    <a:pt x="3997" y="1047"/>
                  </a:cubicBezTo>
                  <a:close/>
                  <a:moveTo>
                    <a:pt x="7136" y="6382"/>
                  </a:moveTo>
                  <a:cubicBezTo>
                    <a:pt x="7701" y="6382"/>
                    <a:pt x="8182" y="6466"/>
                    <a:pt x="8579" y="6591"/>
                  </a:cubicBezTo>
                  <a:cubicBezTo>
                    <a:pt x="9081" y="6863"/>
                    <a:pt x="9500" y="7073"/>
                    <a:pt x="9835" y="7219"/>
                  </a:cubicBezTo>
                  <a:cubicBezTo>
                    <a:pt x="9918" y="7240"/>
                    <a:pt x="9981" y="7261"/>
                    <a:pt x="10044" y="7303"/>
                  </a:cubicBezTo>
                  <a:cubicBezTo>
                    <a:pt x="10002" y="7345"/>
                    <a:pt x="9960" y="7387"/>
                    <a:pt x="9918" y="7449"/>
                  </a:cubicBezTo>
                  <a:cubicBezTo>
                    <a:pt x="9835" y="7470"/>
                    <a:pt x="9730" y="7491"/>
                    <a:pt x="9625" y="7533"/>
                  </a:cubicBezTo>
                  <a:cubicBezTo>
                    <a:pt x="9123" y="7721"/>
                    <a:pt x="8433" y="8014"/>
                    <a:pt x="7554" y="8349"/>
                  </a:cubicBezTo>
                  <a:cubicBezTo>
                    <a:pt x="6696" y="8684"/>
                    <a:pt x="5671" y="9081"/>
                    <a:pt x="4520" y="9353"/>
                  </a:cubicBezTo>
                  <a:cubicBezTo>
                    <a:pt x="3934" y="9500"/>
                    <a:pt x="3327" y="9604"/>
                    <a:pt x="2700" y="9604"/>
                  </a:cubicBezTo>
                  <a:cubicBezTo>
                    <a:pt x="2407" y="9604"/>
                    <a:pt x="2093" y="9584"/>
                    <a:pt x="1800" y="9521"/>
                  </a:cubicBezTo>
                  <a:cubicBezTo>
                    <a:pt x="1716" y="9521"/>
                    <a:pt x="1654" y="9500"/>
                    <a:pt x="1570" y="9479"/>
                  </a:cubicBezTo>
                  <a:cubicBezTo>
                    <a:pt x="1549" y="9458"/>
                    <a:pt x="1507" y="9458"/>
                    <a:pt x="1465" y="9437"/>
                  </a:cubicBezTo>
                  <a:lnTo>
                    <a:pt x="1444" y="9437"/>
                  </a:lnTo>
                  <a:cubicBezTo>
                    <a:pt x="1444" y="9437"/>
                    <a:pt x="1444" y="9437"/>
                    <a:pt x="1465" y="9416"/>
                  </a:cubicBezTo>
                  <a:lnTo>
                    <a:pt x="1570" y="9270"/>
                  </a:lnTo>
                  <a:cubicBezTo>
                    <a:pt x="1654" y="9123"/>
                    <a:pt x="1758" y="8998"/>
                    <a:pt x="1863" y="8872"/>
                  </a:cubicBezTo>
                  <a:cubicBezTo>
                    <a:pt x="2072" y="8621"/>
                    <a:pt x="2302" y="8391"/>
                    <a:pt x="2553" y="8182"/>
                  </a:cubicBezTo>
                  <a:cubicBezTo>
                    <a:pt x="3035" y="7763"/>
                    <a:pt x="3558" y="7428"/>
                    <a:pt x="4102" y="7156"/>
                  </a:cubicBezTo>
                  <a:cubicBezTo>
                    <a:pt x="5169" y="6612"/>
                    <a:pt x="6257" y="6382"/>
                    <a:pt x="7136" y="6382"/>
                  </a:cubicBezTo>
                  <a:close/>
                  <a:moveTo>
                    <a:pt x="92776" y="6382"/>
                  </a:moveTo>
                  <a:cubicBezTo>
                    <a:pt x="93655" y="6382"/>
                    <a:pt x="94743" y="6612"/>
                    <a:pt x="95810" y="7156"/>
                  </a:cubicBezTo>
                  <a:cubicBezTo>
                    <a:pt x="96333" y="7428"/>
                    <a:pt x="96877" y="7763"/>
                    <a:pt x="97358" y="8182"/>
                  </a:cubicBezTo>
                  <a:cubicBezTo>
                    <a:pt x="97609" y="8391"/>
                    <a:pt x="97839" y="8621"/>
                    <a:pt x="98049" y="8872"/>
                  </a:cubicBezTo>
                  <a:cubicBezTo>
                    <a:pt x="98153" y="8998"/>
                    <a:pt x="98258" y="9123"/>
                    <a:pt x="98342" y="9270"/>
                  </a:cubicBezTo>
                  <a:lnTo>
                    <a:pt x="98446" y="9416"/>
                  </a:lnTo>
                  <a:cubicBezTo>
                    <a:pt x="98467" y="9437"/>
                    <a:pt x="98467" y="9437"/>
                    <a:pt x="98467" y="9437"/>
                  </a:cubicBezTo>
                  <a:lnTo>
                    <a:pt x="98446" y="9437"/>
                  </a:lnTo>
                  <a:cubicBezTo>
                    <a:pt x="98404" y="9458"/>
                    <a:pt x="98363" y="9458"/>
                    <a:pt x="98342" y="9479"/>
                  </a:cubicBezTo>
                  <a:cubicBezTo>
                    <a:pt x="98258" y="9500"/>
                    <a:pt x="98195" y="9521"/>
                    <a:pt x="98111" y="9521"/>
                  </a:cubicBezTo>
                  <a:cubicBezTo>
                    <a:pt x="97819" y="9584"/>
                    <a:pt x="97505" y="9604"/>
                    <a:pt x="97212" y="9604"/>
                  </a:cubicBezTo>
                  <a:cubicBezTo>
                    <a:pt x="96584" y="9604"/>
                    <a:pt x="95977" y="9500"/>
                    <a:pt x="95391" y="9353"/>
                  </a:cubicBezTo>
                  <a:cubicBezTo>
                    <a:pt x="94241" y="9081"/>
                    <a:pt x="93215" y="8684"/>
                    <a:pt x="92337" y="8349"/>
                  </a:cubicBezTo>
                  <a:cubicBezTo>
                    <a:pt x="91688" y="8077"/>
                    <a:pt x="91123" y="7847"/>
                    <a:pt x="90684" y="7680"/>
                  </a:cubicBezTo>
                  <a:cubicBezTo>
                    <a:pt x="90516" y="7491"/>
                    <a:pt x="90370" y="7324"/>
                    <a:pt x="90181" y="7156"/>
                  </a:cubicBezTo>
                  <a:cubicBezTo>
                    <a:pt x="90495" y="7010"/>
                    <a:pt x="90893" y="6843"/>
                    <a:pt x="91332" y="6591"/>
                  </a:cubicBezTo>
                  <a:cubicBezTo>
                    <a:pt x="91730" y="6466"/>
                    <a:pt x="92211" y="6382"/>
                    <a:pt x="92776" y="6382"/>
                  </a:cubicBezTo>
                  <a:close/>
                  <a:moveTo>
                    <a:pt x="3892" y="1"/>
                  </a:moveTo>
                  <a:cubicBezTo>
                    <a:pt x="3725" y="1"/>
                    <a:pt x="3537" y="21"/>
                    <a:pt x="3369" y="42"/>
                  </a:cubicBezTo>
                  <a:lnTo>
                    <a:pt x="2825" y="105"/>
                  </a:lnTo>
                  <a:cubicBezTo>
                    <a:pt x="2846" y="440"/>
                    <a:pt x="2846" y="775"/>
                    <a:pt x="2930" y="1109"/>
                  </a:cubicBezTo>
                  <a:cubicBezTo>
                    <a:pt x="2930" y="1151"/>
                    <a:pt x="2951" y="1193"/>
                    <a:pt x="2951" y="1235"/>
                  </a:cubicBezTo>
                  <a:lnTo>
                    <a:pt x="2993" y="1361"/>
                  </a:lnTo>
                  <a:cubicBezTo>
                    <a:pt x="2993" y="1402"/>
                    <a:pt x="3014" y="1444"/>
                    <a:pt x="3035" y="1507"/>
                  </a:cubicBezTo>
                  <a:cubicBezTo>
                    <a:pt x="3055" y="1591"/>
                    <a:pt x="3097" y="1695"/>
                    <a:pt x="3139" y="1779"/>
                  </a:cubicBezTo>
                  <a:cubicBezTo>
                    <a:pt x="3286" y="2156"/>
                    <a:pt x="3474" y="2470"/>
                    <a:pt x="3683" y="2783"/>
                  </a:cubicBezTo>
                  <a:cubicBezTo>
                    <a:pt x="4102" y="3390"/>
                    <a:pt x="4604" y="3871"/>
                    <a:pt x="5085" y="4290"/>
                  </a:cubicBezTo>
                  <a:cubicBezTo>
                    <a:pt x="5692" y="4813"/>
                    <a:pt x="6320" y="5252"/>
                    <a:pt x="6884" y="5608"/>
                  </a:cubicBezTo>
                  <a:cubicBezTo>
                    <a:pt x="6805" y="5605"/>
                    <a:pt x="6724" y="5603"/>
                    <a:pt x="6642" y="5603"/>
                  </a:cubicBezTo>
                  <a:cubicBezTo>
                    <a:pt x="5735" y="5603"/>
                    <a:pt x="4700" y="5817"/>
                    <a:pt x="3683" y="6278"/>
                  </a:cubicBezTo>
                  <a:cubicBezTo>
                    <a:pt x="3076" y="6550"/>
                    <a:pt x="2449" y="6926"/>
                    <a:pt x="1884" y="7387"/>
                  </a:cubicBezTo>
                  <a:cubicBezTo>
                    <a:pt x="1591" y="7638"/>
                    <a:pt x="1319" y="7889"/>
                    <a:pt x="1068" y="8182"/>
                  </a:cubicBezTo>
                  <a:cubicBezTo>
                    <a:pt x="942" y="8328"/>
                    <a:pt x="817" y="8496"/>
                    <a:pt x="712" y="8642"/>
                  </a:cubicBezTo>
                  <a:lnTo>
                    <a:pt x="628" y="8768"/>
                  </a:lnTo>
                  <a:lnTo>
                    <a:pt x="586" y="8830"/>
                  </a:lnTo>
                  <a:lnTo>
                    <a:pt x="503" y="8956"/>
                  </a:lnTo>
                  <a:cubicBezTo>
                    <a:pt x="419" y="9081"/>
                    <a:pt x="335" y="9249"/>
                    <a:pt x="252" y="9395"/>
                  </a:cubicBezTo>
                  <a:lnTo>
                    <a:pt x="1" y="9897"/>
                  </a:lnTo>
                  <a:cubicBezTo>
                    <a:pt x="314" y="10065"/>
                    <a:pt x="586" y="10232"/>
                    <a:pt x="921" y="10358"/>
                  </a:cubicBezTo>
                  <a:cubicBezTo>
                    <a:pt x="963" y="10379"/>
                    <a:pt x="1005" y="10400"/>
                    <a:pt x="1047" y="10400"/>
                  </a:cubicBezTo>
                  <a:lnTo>
                    <a:pt x="1151" y="10441"/>
                  </a:lnTo>
                  <a:cubicBezTo>
                    <a:pt x="1193" y="10462"/>
                    <a:pt x="1256" y="10462"/>
                    <a:pt x="1298" y="10483"/>
                  </a:cubicBezTo>
                  <a:cubicBezTo>
                    <a:pt x="1403" y="10504"/>
                    <a:pt x="1486" y="10525"/>
                    <a:pt x="1591" y="10546"/>
                  </a:cubicBezTo>
                  <a:cubicBezTo>
                    <a:pt x="1895" y="10610"/>
                    <a:pt x="2186" y="10637"/>
                    <a:pt x="2465" y="10637"/>
                  </a:cubicBezTo>
                  <a:cubicBezTo>
                    <a:pt x="2552" y="10637"/>
                    <a:pt x="2637" y="10635"/>
                    <a:pt x="2721" y="10630"/>
                  </a:cubicBezTo>
                  <a:cubicBezTo>
                    <a:pt x="3474" y="10609"/>
                    <a:pt x="4143" y="10462"/>
                    <a:pt x="4750" y="10295"/>
                  </a:cubicBezTo>
                  <a:cubicBezTo>
                    <a:pt x="6006" y="9918"/>
                    <a:pt x="7031" y="9437"/>
                    <a:pt x="7868" y="9019"/>
                  </a:cubicBezTo>
                  <a:cubicBezTo>
                    <a:pt x="8454" y="8705"/>
                    <a:pt x="8935" y="8433"/>
                    <a:pt x="9333" y="8203"/>
                  </a:cubicBezTo>
                  <a:lnTo>
                    <a:pt x="9333" y="8203"/>
                  </a:lnTo>
                  <a:cubicBezTo>
                    <a:pt x="9207" y="8391"/>
                    <a:pt x="9081" y="8600"/>
                    <a:pt x="8998" y="8809"/>
                  </a:cubicBezTo>
                  <a:cubicBezTo>
                    <a:pt x="8789" y="9291"/>
                    <a:pt x="8684" y="9793"/>
                    <a:pt x="8642" y="10295"/>
                  </a:cubicBezTo>
                  <a:cubicBezTo>
                    <a:pt x="8642" y="10421"/>
                    <a:pt x="8642" y="10546"/>
                    <a:pt x="8642" y="10651"/>
                  </a:cubicBezTo>
                  <a:lnTo>
                    <a:pt x="8642" y="10839"/>
                  </a:lnTo>
                  <a:cubicBezTo>
                    <a:pt x="8642" y="10902"/>
                    <a:pt x="8642" y="10944"/>
                    <a:pt x="8663" y="11048"/>
                  </a:cubicBezTo>
                  <a:cubicBezTo>
                    <a:pt x="8684" y="11299"/>
                    <a:pt x="8747" y="11550"/>
                    <a:pt x="8830" y="11781"/>
                  </a:cubicBezTo>
                  <a:cubicBezTo>
                    <a:pt x="9144" y="12722"/>
                    <a:pt x="9814" y="13454"/>
                    <a:pt x="10525" y="13957"/>
                  </a:cubicBezTo>
                  <a:cubicBezTo>
                    <a:pt x="11508" y="14635"/>
                    <a:pt x="12629" y="14947"/>
                    <a:pt x="13687" y="14947"/>
                  </a:cubicBezTo>
                  <a:cubicBezTo>
                    <a:pt x="14227" y="14947"/>
                    <a:pt x="14752" y="14866"/>
                    <a:pt x="15233" y="14710"/>
                  </a:cubicBezTo>
                  <a:cubicBezTo>
                    <a:pt x="15400" y="14647"/>
                    <a:pt x="15610" y="14563"/>
                    <a:pt x="15756" y="14480"/>
                  </a:cubicBezTo>
                  <a:cubicBezTo>
                    <a:pt x="15923" y="14396"/>
                    <a:pt x="16070" y="14312"/>
                    <a:pt x="16237" y="14229"/>
                  </a:cubicBezTo>
                  <a:cubicBezTo>
                    <a:pt x="16530" y="14019"/>
                    <a:pt x="16802" y="13810"/>
                    <a:pt x="17032" y="13559"/>
                  </a:cubicBezTo>
                  <a:cubicBezTo>
                    <a:pt x="17514" y="13057"/>
                    <a:pt x="17828" y="12450"/>
                    <a:pt x="17911" y="11843"/>
                  </a:cubicBezTo>
                  <a:cubicBezTo>
                    <a:pt x="18016" y="11237"/>
                    <a:pt x="17869" y="10588"/>
                    <a:pt x="17514" y="10169"/>
                  </a:cubicBezTo>
                  <a:cubicBezTo>
                    <a:pt x="17325" y="9960"/>
                    <a:pt x="17074" y="9793"/>
                    <a:pt x="16844" y="9730"/>
                  </a:cubicBezTo>
                  <a:cubicBezTo>
                    <a:pt x="16677" y="9674"/>
                    <a:pt x="16519" y="9646"/>
                    <a:pt x="16364" y="9646"/>
                  </a:cubicBezTo>
                  <a:cubicBezTo>
                    <a:pt x="16286" y="9646"/>
                    <a:pt x="16209" y="9653"/>
                    <a:pt x="16133" y="9667"/>
                  </a:cubicBezTo>
                  <a:cubicBezTo>
                    <a:pt x="15714" y="9709"/>
                    <a:pt x="15379" y="9876"/>
                    <a:pt x="15107" y="10023"/>
                  </a:cubicBezTo>
                  <a:cubicBezTo>
                    <a:pt x="14835" y="10190"/>
                    <a:pt x="14626" y="10337"/>
                    <a:pt x="14480" y="10483"/>
                  </a:cubicBezTo>
                  <a:cubicBezTo>
                    <a:pt x="14166" y="10755"/>
                    <a:pt x="14040" y="10944"/>
                    <a:pt x="14061" y="10965"/>
                  </a:cubicBezTo>
                  <a:cubicBezTo>
                    <a:pt x="14063" y="10966"/>
                    <a:pt x="14065" y="10967"/>
                    <a:pt x="14068" y="10967"/>
                  </a:cubicBezTo>
                  <a:cubicBezTo>
                    <a:pt x="14107" y="10967"/>
                    <a:pt x="14275" y="10845"/>
                    <a:pt x="14605" y="10651"/>
                  </a:cubicBezTo>
                  <a:cubicBezTo>
                    <a:pt x="14773" y="10546"/>
                    <a:pt x="14982" y="10421"/>
                    <a:pt x="15254" y="10295"/>
                  </a:cubicBezTo>
                  <a:cubicBezTo>
                    <a:pt x="15505" y="10190"/>
                    <a:pt x="15819" y="10086"/>
                    <a:pt x="16175" y="10065"/>
                  </a:cubicBezTo>
                  <a:cubicBezTo>
                    <a:pt x="16198" y="10063"/>
                    <a:pt x="16222" y="10063"/>
                    <a:pt x="16246" y="10063"/>
                  </a:cubicBezTo>
                  <a:cubicBezTo>
                    <a:pt x="16562" y="10063"/>
                    <a:pt x="16902" y="10192"/>
                    <a:pt x="17116" y="10483"/>
                  </a:cubicBezTo>
                  <a:cubicBezTo>
                    <a:pt x="17346" y="10797"/>
                    <a:pt x="17430" y="11257"/>
                    <a:pt x="17325" y="11739"/>
                  </a:cubicBezTo>
                  <a:cubicBezTo>
                    <a:pt x="17242" y="12220"/>
                    <a:pt x="16970" y="12680"/>
                    <a:pt x="16551" y="13078"/>
                  </a:cubicBezTo>
                  <a:cubicBezTo>
                    <a:pt x="16363" y="13287"/>
                    <a:pt x="16112" y="13454"/>
                    <a:pt x="15861" y="13622"/>
                  </a:cubicBezTo>
                  <a:cubicBezTo>
                    <a:pt x="15735" y="13685"/>
                    <a:pt x="15589" y="13768"/>
                    <a:pt x="15442" y="13831"/>
                  </a:cubicBezTo>
                  <a:cubicBezTo>
                    <a:pt x="15296" y="13894"/>
                    <a:pt x="15170" y="13936"/>
                    <a:pt x="15003" y="13998"/>
                  </a:cubicBezTo>
                  <a:cubicBezTo>
                    <a:pt x="14640" y="14105"/>
                    <a:pt x="14250" y="14159"/>
                    <a:pt x="13848" y="14159"/>
                  </a:cubicBezTo>
                  <a:cubicBezTo>
                    <a:pt x="12905" y="14159"/>
                    <a:pt x="11899" y="13861"/>
                    <a:pt x="11048" y="13245"/>
                  </a:cubicBezTo>
                  <a:cubicBezTo>
                    <a:pt x="10442" y="12827"/>
                    <a:pt x="9939" y="12199"/>
                    <a:pt x="9709" y="11488"/>
                  </a:cubicBezTo>
                  <a:cubicBezTo>
                    <a:pt x="9646" y="11299"/>
                    <a:pt x="9605" y="11132"/>
                    <a:pt x="9584" y="10923"/>
                  </a:cubicBezTo>
                  <a:cubicBezTo>
                    <a:pt x="9584" y="10923"/>
                    <a:pt x="9584" y="10860"/>
                    <a:pt x="9584" y="10818"/>
                  </a:cubicBezTo>
                  <a:lnTo>
                    <a:pt x="9584" y="10672"/>
                  </a:lnTo>
                  <a:cubicBezTo>
                    <a:pt x="9584" y="10567"/>
                    <a:pt x="9584" y="10462"/>
                    <a:pt x="9605" y="10358"/>
                  </a:cubicBezTo>
                  <a:cubicBezTo>
                    <a:pt x="9625" y="9960"/>
                    <a:pt x="9730" y="9584"/>
                    <a:pt x="9897" y="9207"/>
                  </a:cubicBezTo>
                  <a:cubicBezTo>
                    <a:pt x="10211" y="8475"/>
                    <a:pt x="10818" y="7826"/>
                    <a:pt x="11571" y="7345"/>
                  </a:cubicBezTo>
                  <a:cubicBezTo>
                    <a:pt x="12325" y="6863"/>
                    <a:pt x="13203" y="6508"/>
                    <a:pt x="14124" y="6236"/>
                  </a:cubicBezTo>
                  <a:cubicBezTo>
                    <a:pt x="15986" y="5671"/>
                    <a:pt x="18016" y="5441"/>
                    <a:pt x="20108" y="5315"/>
                  </a:cubicBezTo>
                  <a:cubicBezTo>
                    <a:pt x="21154" y="5252"/>
                    <a:pt x="22201" y="5231"/>
                    <a:pt x="23226" y="5231"/>
                  </a:cubicBezTo>
                  <a:cubicBezTo>
                    <a:pt x="24251" y="5231"/>
                    <a:pt x="25276" y="5231"/>
                    <a:pt x="26260" y="5252"/>
                  </a:cubicBezTo>
                  <a:cubicBezTo>
                    <a:pt x="28268" y="5273"/>
                    <a:pt x="30172" y="5357"/>
                    <a:pt x="32014" y="5462"/>
                  </a:cubicBezTo>
                  <a:cubicBezTo>
                    <a:pt x="35654" y="5692"/>
                    <a:pt x="38919" y="6110"/>
                    <a:pt x="41639" y="6633"/>
                  </a:cubicBezTo>
                  <a:cubicBezTo>
                    <a:pt x="46367" y="7533"/>
                    <a:pt x="49359" y="8768"/>
                    <a:pt x="50092" y="8977"/>
                  </a:cubicBezTo>
                  <a:cubicBezTo>
                    <a:pt x="50092" y="8977"/>
                    <a:pt x="50092" y="8977"/>
                    <a:pt x="50092" y="8998"/>
                  </a:cubicBezTo>
                  <a:lnTo>
                    <a:pt x="50280" y="8998"/>
                  </a:lnTo>
                  <a:cubicBezTo>
                    <a:pt x="50280" y="8977"/>
                    <a:pt x="50280" y="8977"/>
                    <a:pt x="50280" y="8977"/>
                  </a:cubicBezTo>
                  <a:cubicBezTo>
                    <a:pt x="51012" y="8768"/>
                    <a:pt x="54004" y="7533"/>
                    <a:pt x="58733" y="6633"/>
                  </a:cubicBezTo>
                  <a:cubicBezTo>
                    <a:pt x="61453" y="6110"/>
                    <a:pt x="64717" y="5692"/>
                    <a:pt x="68379" y="5462"/>
                  </a:cubicBezTo>
                  <a:cubicBezTo>
                    <a:pt x="70199" y="5357"/>
                    <a:pt x="72124" y="5273"/>
                    <a:pt x="74112" y="5252"/>
                  </a:cubicBezTo>
                  <a:cubicBezTo>
                    <a:pt x="75116" y="5231"/>
                    <a:pt x="76121" y="5231"/>
                    <a:pt x="77146" y="5231"/>
                  </a:cubicBezTo>
                  <a:cubicBezTo>
                    <a:pt x="78171" y="5231"/>
                    <a:pt x="79217" y="5252"/>
                    <a:pt x="80264" y="5315"/>
                  </a:cubicBezTo>
                  <a:cubicBezTo>
                    <a:pt x="82356" y="5441"/>
                    <a:pt x="84386" y="5671"/>
                    <a:pt x="86248" y="6236"/>
                  </a:cubicBezTo>
                  <a:cubicBezTo>
                    <a:pt x="87168" y="6508"/>
                    <a:pt x="88047" y="6863"/>
                    <a:pt x="88800" y="7345"/>
                  </a:cubicBezTo>
                  <a:cubicBezTo>
                    <a:pt x="89554" y="7826"/>
                    <a:pt x="90160" y="8475"/>
                    <a:pt x="90495" y="9207"/>
                  </a:cubicBezTo>
                  <a:cubicBezTo>
                    <a:pt x="90642" y="9584"/>
                    <a:pt x="90746" y="9960"/>
                    <a:pt x="90788" y="10358"/>
                  </a:cubicBezTo>
                  <a:cubicBezTo>
                    <a:pt x="90788" y="10462"/>
                    <a:pt x="90788" y="10567"/>
                    <a:pt x="90788" y="10672"/>
                  </a:cubicBezTo>
                  <a:lnTo>
                    <a:pt x="90809" y="10818"/>
                  </a:lnTo>
                  <a:cubicBezTo>
                    <a:pt x="90788" y="10860"/>
                    <a:pt x="90788" y="10923"/>
                    <a:pt x="90788" y="10923"/>
                  </a:cubicBezTo>
                  <a:cubicBezTo>
                    <a:pt x="90767" y="11132"/>
                    <a:pt x="90725" y="11299"/>
                    <a:pt x="90663" y="11488"/>
                  </a:cubicBezTo>
                  <a:cubicBezTo>
                    <a:pt x="90432" y="12199"/>
                    <a:pt x="89930" y="12827"/>
                    <a:pt x="89344" y="13245"/>
                  </a:cubicBezTo>
                  <a:cubicBezTo>
                    <a:pt x="88493" y="13861"/>
                    <a:pt x="87478" y="14159"/>
                    <a:pt x="86529" y="14159"/>
                  </a:cubicBezTo>
                  <a:cubicBezTo>
                    <a:pt x="86124" y="14159"/>
                    <a:pt x="85732" y="14105"/>
                    <a:pt x="85369" y="13998"/>
                  </a:cubicBezTo>
                  <a:cubicBezTo>
                    <a:pt x="85202" y="13936"/>
                    <a:pt x="85076" y="13894"/>
                    <a:pt x="84930" y="13831"/>
                  </a:cubicBezTo>
                  <a:cubicBezTo>
                    <a:pt x="84783" y="13768"/>
                    <a:pt x="84658" y="13685"/>
                    <a:pt x="84511" y="13622"/>
                  </a:cubicBezTo>
                  <a:cubicBezTo>
                    <a:pt x="84260" y="13454"/>
                    <a:pt x="84030" y="13287"/>
                    <a:pt x="83821" y="13078"/>
                  </a:cubicBezTo>
                  <a:cubicBezTo>
                    <a:pt x="83402" y="12680"/>
                    <a:pt x="83151" y="12220"/>
                    <a:pt x="83046" y="11739"/>
                  </a:cubicBezTo>
                  <a:cubicBezTo>
                    <a:pt x="82942" y="11257"/>
                    <a:pt x="83026" y="10797"/>
                    <a:pt x="83256" y="10483"/>
                  </a:cubicBezTo>
                  <a:cubicBezTo>
                    <a:pt x="83470" y="10192"/>
                    <a:pt x="83810" y="10063"/>
                    <a:pt x="84142" y="10063"/>
                  </a:cubicBezTo>
                  <a:cubicBezTo>
                    <a:pt x="84168" y="10063"/>
                    <a:pt x="84193" y="10063"/>
                    <a:pt x="84218" y="10065"/>
                  </a:cubicBezTo>
                  <a:cubicBezTo>
                    <a:pt x="84553" y="10086"/>
                    <a:pt x="84867" y="10190"/>
                    <a:pt x="85139" y="10295"/>
                  </a:cubicBezTo>
                  <a:cubicBezTo>
                    <a:pt x="85390" y="10421"/>
                    <a:pt x="85599" y="10546"/>
                    <a:pt x="85787" y="10651"/>
                  </a:cubicBezTo>
                  <a:cubicBezTo>
                    <a:pt x="86098" y="10845"/>
                    <a:pt x="86264" y="10967"/>
                    <a:pt x="86320" y="10967"/>
                  </a:cubicBezTo>
                  <a:cubicBezTo>
                    <a:pt x="86325" y="10967"/>
                    <a:pt x="86328" y="10966"/>
                    <a:pt x="86331" y="10965"/>
                  </a:cubicBezTo>
                  <a:cubicBezTo>
                    <a:pt x="86352" y="10944"/>
                    <a:pt x="86227" y="10755"/>
                    <a:pt x="85913" y="10483"/>
                  </a:cubicBezTo>
                  <a:cubicBezTo>
                    <a:pt x="85746" y="10337"/>
                    <a:pt x="85536" y="10190"/>
                    <a:pt x="85285" y="10023"/>
                  </a:cubicBezTo>
                  <a:cubicBezTo>
                    <a:pt x="85013" y="9876"/>
                    <a:pt x="84678" y="9709"/>
                    <a:pt x="84239" y="9667"/>
                  </a:cubicBezTo>
                  <a:cubicBezTo>
                    <a:pt x="84169" y="9653"/>
                    <a:pt x="84095" y="9646"/>
                    <a:pt x="84018" y="9646"/>
                  </a:cubicBezTo>
                  <a:cubicBezTo>
                    <a:pt x="83865" y="9646"/>
                    <a:pt x="83702" y="9674"/>
                    <a:pt x="83549" y="9730"/>
                  </a:cubicBezTo>
                  <a:cubicBezTo>
                    <a:pt x="83298" y="9793"/>
                    <a:pt x="83067" y="9960"/>
                    <a:pt x="82879" y="10169"/>
                  </a:cubicBezTo>
                  <a:cubicBezTo>
                    <a:pt x="82502" y="10588"/>
                    <a:pt x="82377" y="11237"/>
                    <a:pt x="82461" y="11843"/>
                  </a:cubicBezTo>
                  <a:cubicBezTo>
                    <a:pt x="82565" y="12450"/>
                    <a:pt x="82858" y="13057"/>
                    <a:pt x="83339" y="13559"/>
                  </a:cubicBezTo>
                  <a:cubicBezTo>
                    <a:pt x="83570" y="13810"/>
                    <a:pt x="83842" y="14019"/>
                    <a:pt x="84155" y="14229"/>
                  </a:cubicBezTo>
                  <a:cubicBezTo>
                    <a:pt x="84302" y="14312"/>
                    <a:pt x="84448" y="14396"/>
                    <a:pt x="84616" y="14480"/>
                  </a:cubicBezTo>
                  <a:cubicBezTo>
                    <a:pt x="84783" y="14563"/>
                    <a:pt x="84971" y="14647"/>
                    <a:pt x="85139" y="14710"/>
                  </a:cubicBezTo>
                  <a:cubicBezTo>
                    <a:pt x="85627" y="14866"/>
                    <a:pt x="86154" y="14947"/>
                    <a:pt x="86694" y="14947"/>
                  </a:cubicBezTo>
                  <a:cubicBezTo>
                    <a:pt x="87752" y="14947"/>
                    <a:pt x="88864" y="14635"/>
                    <a:pt x="89847" y="13957"/>
                  </a:cubicBezTo>
                  <a:cubicBezTo>
                    <a:pt x="90579" y="13454"/>
                    <a:pt x="91228" y="12722"/>
                    <a:pt x="91541" y="11781"/>
                  </a:cubicBezTo>
                  <a:cubicBezTo>
                    <a:pt x="91625" y="11550"/>
                    <a:pt x="91688" y="11299"/>
                    <a:pt x="91730" y="11048"/>
                  </a:cubicBezTo>
                  <a:cubicBezTo>
                    <a:pt x="91730" y="10944"/>
                    <a:pt x="91730" y="10902"/>
                    <a:pt x="91730" y="10839"/>
                  </a:cubicBezTo>
                  <a:lnTo>
                    <a:pt x="91751" y="10651"/>
                  </a:lnTo>
                  <a:cubicBezTo>
                    <a:pt x="91751" y="10546"/>
                    <a:pt x="91730" y="10421"/>
                    <a:pt x="91730" y="10295"/>
                  </a:cubicBezTo>
                  <a:cubicBezTo>
                    <a:pt x="91688" y="9793"/>
                    <a:pt x="91583" y="9291"/>
                    <a:pt x="91374" y="8809"/>
                  </a:cubicBezTo>
                  <a:cubicBezTo>
                    <a:pt x="91353" y="8747"/>
                    <a:pt x="91311" y="8663"/>
                    <a:pt x="91269" y="8600"/>
                  </a:cubicBezTo>
                  <a:lnTo>
                    <a:pt x="91269" y="8600"/>
                  </a:lnTo>
                  <a:cubicBezTo>
                    <a:pt x="91521" y="8726"/>
                    <a:pt x="91772" y="8872"/>
                    <a:pt x="92044" y="9019"/>
                  </a:cubicBezTo>
                  <a:cubicBezTo>
                    <a:pt x="92881" y="9437"/>
                    <a:pt x="93906" y="9918"/>
                    <a:pt x="95161" y="10295"/>
                  </a:cubicBezTo>
                  <a:cubicBezTo>
                    <a:pt x="95768" y="10462"/>
                    <a:pt x="96438" y="10609"/>
                    <a:pt x="97191" y="10630"/>
                  </a:cubicBezTo>
                  <a:cubicBezTo>
                    <a:pt x="97275" y="10635"/>
                    <a:pt x="97360" y="10637"/>
                    <a:pt x="97446" y="10637"/>
                  </a:cubicBezTo>
                  <a:cubicBezTo>
                    <a:pt x="97726" y="10637"/>
                    <a:pt x="98017" y="10610"/>
                    <a:pt x="98321" y="10546"/>
                  </a:cubicBezTo>
                  <a:cubicBezTo>
                    <a:pt x="98425" y="10525"/>
                    <a:pt x="98509" y="10504"/>
                    <a:pt x="98614" y="10483"/>
                  </a:cubicBezTo>
                  <a:cubicBezTo>
                    <a:pt x="98655" y="10462"/>
                    <a:pt x="98718" y="10462"/>
                    <a:pt x="98760" y="10441"/>
                  </a:cubicBezTo>
                  <a:lnTo>
                    <a:pt x="98865" y="10400"/>
                  </a:lnTo>
                  <a:cubicBezTo>
                    <a:pt x="98907" y="10400"/>
                    <a:pt x="98948" y="10379"/>
                    <a:pt x="98990" y="10358"/>
                  </a:cubicBezTo>
                  <a:cubicBezTo>
                    <a:pt x="99325" y="10232"/>
                    <a:pt x="99597" y="10065"/>
                    <a:pt x="99911" y="9897"/>
                  </a:cubicBezTo>
                  <a:lnTo>
                    <a:pt x="99660" y="9395"/>
                  </a:lnTo>
                  <a:cubicBezTo>
                    <a:pt x="99576" y="9249"/>
                    <a:pt x="99492" y="9081"/>
                    <a:pt x="99388" y="8956"/>
                  </a:cubicBezTo>
                  <a:lnTo>
                    <a:pt x="99325" y="8830"/>
                  </a:lnTo>
                  <a:lnTo>
                    <a:pt x="99283" y="8768"/>
                  </a:lnTo>
                  <a:lnTo>
                    <a:pt x="99199" y="8642"/>
                  </a:lnTo>
                  <a:cubicBezTo>
                    <a:pt x="99095" y="8496"/>
                    <a:pt x="98969" y="8328"/>
                    <a:pt x="98844" y="8182"/>
                  </a:cubicBezTo>
                  <a:cubicBezTo>
                    <a:pt x="98593" y="7889"/>
                    <a:pt x="98321" y="7638"/>
                    <a:pt x="98028" y="7387"/>
                  </a:cubicBezTo>
                  <a:cubicBezTo>
                    <a:pt x="97463" y="6926"/>
                    <a:pt x="96835" y="6550"/>
                    <a:pt x="96228" y="6278"/>
                  </a:cubicBezTo>
                  <a:cubicBezTo>
                    <a:pt x="95211" y="5817"/>
                    <a:pt x="94176" y="5603"/>
                    <a:pt x="93269" y="5603"/>
                  </a:cubicBezTo>
                  <a:cubicBezTo>
                    <a:pt x="93187" y="5603"/>
                    <a:pt x="93107" y="5605"/>
                    <a:pt x="93027" y="5608"/>
                  </a:cubicBezTo>
                  <a:cubicBezTo>
                    <a:pt x="93592" y="5252"/>
                    <a:pt x="94220" y="4813"/>
                    <a:pt x="94826" y="4290"/>
                  </a:cubicBezTo>
                  <a:cubicBezTo>
                    <a:pt x="95308" y="3871"/>
                    <a:pt x="95810" y="3390"/>
                    <a:pt x="96228" y="2783"/>
                  </a:cubicBezTo>
                  <a:cubicBezTo>
                    <a:pt x="96438" y="2490"/>
                    <a:pt x="96626" y="2156"/>
                    <a:pt x="96772" y="1779"/>
                  </a:cubicBezTo>
                  <a:cubicBezTo>
                    <a:pt x="96814" y="1695"/>
                    <a:pt x="96856" y="1591"/>
                    <a:pt x="96877" y="1507"/>
                  </a:cubicBezTo>
                  <a:cubicBezTo>
                    <a:pt x="96898" y="1444"/>
                    <a:pt x="96919" y="1402"/>
                    <a:pt x="96919" y="1361"/>
                  </a:cubicBezTo>
                  <a:lnTo>
                    <a:pt x="96961" y="1235"/>
                  </a:lnTo>
                  <a:cubicBezTo>
                    <a:pt x="96961" y="1193"/>
                    <a:pt x="96982" y="1151"/>
                    <a:pt x="96982" y="1109"/>
                  </a:cubicBezTo>
                  <a:cubicBezTo>
                    <a:pt x="97065" y="775"/>
                    <a:pt x="97065" y="440"/>
                    <a:pt x="97086" y="105"/>
                  </a:cubicBezTo>
                  <a:lnTo>
                    <a:pt x="96542" y="42"/>
                  </a:lnTo>
                  <a:cubicBezTo>
                    <a:pt x="96375" y="21"/>
                    <a:pt x="96186" y="1"/>
                    <a:pt x="96019" y="1"/>
                  </a:cubicBezTo>
                  <a:lnTo>
                    <a:pt x="95663" y="1"/>
                  </a:lnTo>
                  <a:cubicBezTo>
                    <a:pt x="95475" y="21"/>
                    <a:pt x="95266" y="21"/>
                    <a:pt x="95078" y="63"/>
                  </a:cubicBezTo>
                  <a:cubicBezTo>
                    <a:pt x="94701" y="105"/>
                    <a:pt x="94324" y="189"/>
                    <a:pt x="93969" y="293"/>
                  </a:cubicBezTo>
                  <a:cubicBezTo>
                    <a:pt x="93257" y="524"/>
                    <a:pt x="92609" y="837"/>
                    <a:pt x="92044" y="1193"/>
                  </a:cubicBezTo>
                  <a:cubicBezTo>
                    <a:pt x="90914" y="1926"/>
                    <a:pt x="90077" y="2867"/>
                    <a:pt x="89596" y="3788"/>
                  </a:cubicBezTo>
                  <a:cubicBezTo>
                    <a:pt x="89135" y="4708"/>
                    <a:pt x="89031" y="5566"/>
                    <a:pt x="89093" y="6131"/>
                  </a:cubicBezTo>
                  <a:cubicBezTo>
                    <a:pt x="89114" y="6215"/>
                    <a:pt x="89114" y="6299"/>
                    <a:pt x="89135" y="6361"/>
                  </a:cubicBezTo>
                  <a:cubicBezTo>
                    <a:pt x="88340" y="5880"/>
                    <a:pt x="87461" y="5524"/>
                    <a:pt x="86562" y="5231"/>
                  </a:cubicBezTo>
                  <a:cubicBezTo>
                    <a:pt x="84574" y="4646"/>
                    <a:pt x="82461" y="4394"/>
                    <a:pt x="80326" y="4269"/>
                  </a:cubicBezTo>
                  <a:cubicBezTo>
                    <a:pt x="79259" y="4206"/>
                    <a:pt x="78192" y="4185"/>
                    <a:pt x="77146" y="4185"/>
                  </a:cubicBezTo>
                  <a:cubicBezTo>
                    <a:pt x="76121" y="4185"/>
                    <a:pt x="75095" y="4185"/>
                    <a:pt x="74091" y="4206"/>
                  </a:cubicBezTo>
                  <a:cubicBezTo>
                    <a:pt x="72082" y="4269"/>
                    <a:pt x="70137" y="4353"/>
                    <a:pt x="68295" y="4499"/>
                  </a:cubicBezTo>
                  <a:cubicBezTo>
                    <a:pt x="64613" y="4792"/>
                    <a:pt x="61307" y="5294"/>
                    <a:pt x="58587" y="5922"/>
                  </a:cubicBezTo>
                  <a:cubicBezTo>
                    <a:pt x="55846" y="6529"/>
                    <a:pt x="53691" y="7261"/>
                    <a:pt x="52247" y="7868"/>
                  </a:cubicBezTo>
                  <a:cubicBezTo>
                    <a:pt x="51138" y="8349"/>
                    <a:pt x="50427" y="8726"/>
                    <a:pt x="50196" y="8893"/>
                  </a:cubicBezTo>
                  <a:cubicBezTo>
                    <a:pt x="49945" y="8726"/>
                    <a:pt x="49255" y="8349"/>
                    <a:pt x="48125" y="7868"/>
                  </a:cubicBezTo>
                  <a:cubicBezTo>
                    <a:pt x="46681" y="7261"/>
                    <a:pt x="44526" y="6529"/>
                    <a:pt x="41785" y="5922"/>
                  </a:cubicBezTo>
                  <a:cubicBezTo>
                    <a:pt x="39065" y="5294"/>
                    <a:pt x="35759" y="4792"/>
                    <a:pt x="32077" y="4499"/>
                  </a:cubicBezTo>
                  <a:cubicBezTo>
                    <a:pt x="30235" y="4353"/>
                    <a:pt x="28289" y="4269"/>
                    <a:pt x="26281" y="4206"/>
                  </a:cubicBezTo>
                  <a:cubicBezTo>
                    <a:pt x="25276" y="4185"/>
                    <a:pt x="24251" y="4185"/>
                    <a:pt x="23226" y="4185"/>
                  </a:cubicBezTo>
                  <a:cubicBezTo>
                    <a:pt x="22180" y="4185"/>
                    <a:pt x="21133" y="4206"/>
                    <a:pt x="20045" y="4269"/>
                  </a:cubicBezTo>
                  <a:cubicBezTo>
                    <a:pt x="17911" y="4394"/>
                    <a:pt x="15798" y="4646"/>
                    <a:pt x="13831" y="5231"/>
                  </a:cubicBezTo>
                  <a:cubicBezTo>
                    <a:pt x="12848" y="5545"/>
                    <a:pt x="11885" y="5943"/>
                    <a:pt x="11027" y="6508"/>
                  </a:cubicBezTo>
                  <a:cubicBezTo>
                    <a:pt x="10902" y="6591"/>
                    <a:pt x="10797" y="6675"/>
                    <a:pt x="10672" y="6759"/>
                  </a:cubicBezTo>
                  <a:cubicBezTo>
                    <a:pt x="10734" y="6612"/>
                    <a:pt x="10776" y="6403"/>
                    <a:pt x="10818" y="6131"/>
                  </a:cubicBezTo>
                  <a:cubicBezTo>
                    <a:pt x="10881" y="5566"/>
                    <a:pt x="10776" y="4708"/>
                    <a:pt x="10316" y="3788"/>
                  </a:cubicBezTo>
                  <a:cubicBezTo>
                    <a:pt x="9835" y="2867"/>
                    <a:pt x="8998" y="1926"/>
                    <a:pt x="7868" y="1193"/>
                  </a:cubicBezTo>
                  <a:cubicBezTo>
                    <a:pt x="7303" y="837"/>
                    <a:pt x="6654" y="524"/>
                    <a:pt x="5943" y="293"/>
                  </a:cubicBezTo>
                  <a:cubicBezTo>
                    <a:pt x="5587" y="189"/>
                    <a:pt x="5211" y="105"/>
                    <a:pt x="4834" y="63"/>
                  </a:cubicBezTo>
                  <a:cubicBezTo>
                    <a:pt x="4646" y="21"/>
                    <a:pt x="4436" y="1"/>
                    <a:pt x="42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9" name="Google Shape;359;p14"/>
          <p:cNvSpPr txBox="1">
            <a:spLocks noGrp="1"/>
          </p:cNvSpPr>
          <p:nvPr>
            <p:ph type="title"/>
          </p:nvPr>
        </p:nvSpPr>
        <p:spPr>
          <a:xfrm>
            <a:off x="713250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8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300" y="528525"/>
            <a:ext cx="7703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Merriweather"/>
              <a:buNone/>
              <a:defRPr sz="35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Merriweather"/>
              <a:buNone/>
              <a:defRPr sz="35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Merriweather"/>
              <a:buNone/>
              <a:defRPr sz="35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Merriweather"/>
              <a:buNone/>
              <a:defRPr sz="35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Merriweather"/>
              <a:buNone/>
              <a:defRPr sz="35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Merriweather"/>
              <a:buNone/>
              <a:defRPr sz="35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Merriweather"/>
              <a:buNone/>
              <a:defRPr sz="35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Merriweather"/>
              <a:buNone/>
              <a:defRPr sz="35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Merriweather"/>
              <a:buNone/>
              <a:defRPr sz="35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300" y="1152475"/>
            <a:ext cx="77034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●"/>
              <a:defRPr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○"/>
              <a:defRPr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■"/>
              <a:defRPr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●"/>
              <a:defRPr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Barlow"/>
              <a:buChar char="○"/>
              <a:defRPr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■"/>
              <a:defRPr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●"/>
              <a:defRPr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Barlow"/>
              <a:buChar char="○"/>
              <a:defRPr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■"/>
              <a:defRPr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theme/classical-literature-lesson-for-high-school?utm_source=slidesgo_template_infographics&amp;utm_medium=referral-link&amp;utm_campaign=sg_credits&amp;utm_content=templat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7"/>
          <p:cNvSpPr txBox="1">
            <a:spLocks noGrp="1"/>
          </p:cNvSpPr>
          <p:nvPr>
            <p:ph type="subTitle" idx="1"/>
          </p:nvPr>
        </p:nvSpPr>
        <p:spPr>
          <a:xfrm>
            <a:off x="713225" y="3582461"/>
            <a:ext cx="45720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this template begins</a:t>
            </a:r>
            <a:endParaRPr/>
          </a:p>
        </p:txBody>
      </p:sp>
      <p:sp>
        <p:nvSpPr>
          <p:cNvPr id="369" name="Google Shape;369;p17"/>
          <p:cNvSpPr txBox="1">
            <a:spLocks noGrp="1"/>
          </p:cNvSpPr>
          <p:nvPr>
            <p:ph type="ctrTitle"/>
          </p:nvPr>
        </p:nvSpPr>
        <p:spPr>
          <a:xfrm>
            <a:off x="713225" y="1478325"/>
            <a:ext cx="6843600" cy="17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1"/>
                </a:solidFill>
              </a:rPr>
              <a:t>Classical Literature</a:t>
            </a:r>
            <a:r>
              <a:rPr lang="en" sz="4900"/>
              <a:t/>
            </a:r>
            <a:br>
              <a:rPr lang="en" sz="4900"/>
            </a:br>
            <a:r>
              <a:rPr lang="en" sz="2500"/>
              <a:t>Lesson for High School Infographics</a:t>
            </a:r>
            <a:endParaRPr sz="2500"/>
          </a:p>
        </p:txBody>
      </p:sp>
      <p:grpSp>
        <p:nvGrpSpPr>
          <p:cNvPr id="370" name="Google Shape;370;p17"/>
          <p:cNvGrpSpPr/>
          <p:nvPr/>
        </p:nvGrpSpPr>
        <p:grpSpPr>
          <a:xfrm>
            <a:off x="808875" y="3219520"/>
            <a:ext cx="2190156" cy="289410"/>
            <a:chOff x="3476925" y="146040"/>
            <a:chExt cx="2190156" cy="289410"/>
          </a:xfrm>
        </p:grpSpPr>
        <p:sp>
          <p:nvSpPr>
            <p:cNvPr id="371" name="Google Shape;371;p17"/>
            <p:cNvSpPr/>
            <p:nvPr/>
          </p:nvSpPr>
          <p:spPr>
            <a:xfrm rot="10800000" flipH="1">
              <a:off x="3476925" y="146040"/>
              <a:ext cx="1095081" cy="289410"/>
            </a:xfrm>
            <a:custGeom>
              <a:avLst/>
              <a:gdLst/>
              <a:ahLst/>
              <a:cxnLst/>
              <a:rect l="l" t="t" r="r" b="b"/>
              <a:pathLst>
                <a:path w="37327" h="9864" extrusionOk="0">
                  <a:moveTo>
                    <a:pt x="5713" y="3645"/>
                  </a:moveTo>
                  <a:lnTo>
                    <a:pt x="5713" y="3645"/>
                  </a:lnTo>
                  <a:cubicBezTo>
                    <a:pt x="5803" y="3773"/>
                    <a:pt x="5890" y="3903"/>
                    <a:pt x="5971" y="4036"/>
                  </a:cubicBezTo>
                  <a:cubicBezTo>
                    <a:pt x="6605" y="5071"/>
                    <a:pt x="6972" y="6271"/>
                    <a:pt x="6905" y="7472"/>
                  </a:cubicBezTo>
                  <a:cubicBezTo>
                    <a:pt x="6839" y="8039"/>
                    <a:pt x="6638" y="8640"/>
                    <a:pt x="6238" y="8973"/>
                  </a:cubicBezTo>
                  <a:cubicBezTo>
                    <a:pt x="5965" y="9201"/>
                    <a:pt x="5600" y="9319"/>
                    <a:pt x="5236" y="9319"/>
                  </a:cubicBezTo>
                  <a:cubicBezTo>
                    <a:pt x="5066" y="9319"/>
                    <a:pt x="4897" y="9293"/>
                    <a:pt x="4737" y="9240"/>
                  </a:cubicBezTo>
                  <a:cubicBezTo>
                    <a:pt x="4203" y="9107"/>
                    <a:pt x="3770" y="8707"/>
                    <a:pt x="3536" y="8206"/>
                  </a:cubicBezTo>
                  <a:cubicBezTo>
                    <a:pt x="3303" y="7706"/>
                    <a:pt x="3269" y="7105"/>
                    <a:pt x="3369" y="6572"/>
                  </a:cubicBezTo>
                  <a:cubicBezTo>
                    <a:pt x="3603" y="5438"/>
                    <a:pt x="4437" y="4503"/>
                    <a:pt x="5404" y="3836"/>
                  </a:cubicBezTo>
                  <a:cubicBezTo>
                    <a:pt x="5506" y="3769"/>
                    <a:pt x="5609" y="3705"/>
                    <a:pt x="5713" y="3645"/>
                  </a:cubicBezTo>
                  <a:close/>
                  <a:moveTo>
                    <a:pt x="0" y="0"/>
                  </a:moveTo>
                  <a:cubicBezTo>
                    <a:pt x="1168" y="334"/>
                    <a:pt x="2335" y="801"/>
                    <a:pt x="3403" y="1468"/>
                  </a:cubicBezTo>
                  <a:cubicBezTo>
                    <a:pt x="4115" y="1928"/>
                    <a:pt x="4764" y="2482"/>
                    <a:pt x="5306" y="3121"/>
                  </a:cubicBezTo>
                  <a:lnTo>
                    <a:pt x="5306" y="3121"/>
                  </a:lnTo>
                  <a:cubicBezTo>
                    <a:pt x="5215" y="3179"/>
                    <a:pt x="5125" y="3239"/>
                    <a:pt x="5037" y="3303"/>
                  </a:cubicBezTo>
                  <a:cubicBezTo>
                    <a:pt x="4504" y="3670"/>
                    <a:pt x="4003" y="4103"/>
                    <a:pt x="3603" y="4637"/>
                  </a:cubicBezTo>
                  <a:cubicBezTo>
                    <a:pt x="3203" y="5171"/>
                    <a:pt x="2869" y="5771"/>
                    <a:pt x="2769" y="6438"/>
                  </a:cubicBezTo>
                  <a:cubicBezTo>
                    <a:pt x="2636" y="7105"/>
                    <a:pt x="2702" y="7839"/>
                    <a:pt x="3002" y="8473"/>
                  </a:cubicBezTo>
                  <a:cubicBezTo>
                    <a:pt x="3169" y="8773"/>
                    <a:pt x="3369" y="9040"/>
                    <a:pt x="3636" y="9274"/>
                  </a:cubicBezTo>
                  <a:cubicBezTo>
                    <a:pt x="3903" y="9507"/>
                    <a:pt x="4237" y="9674"/>
                    <a:pt x="4570" y="9774"/>
                  </a:cubicBezTo>
                  <a:cubicBezTo>
                    <a:pt x="4767" y="9833"/>
                    <a:pt x="4976" y="9863"/>
                    <a:pt x="5187" y="9863"/>
                  </a:cubicBezTo>
                  <a:cubicBezTo>
                    <a:pt x="5687" y="9863"/>
                    <a:pt x="6196" y="9693"/>
                    <a:pt x="6572" y="9340"/>
                  </a:cubicBezTo>
                  <a:cubicBezTo>
                    <a:pt x="7105" y="8840"/>
                    <a:pt x="7306" y="8139"/>
                    <a:pt x="7339" y="7506"/>
                  </a:cubicBezTo>
                  <a:cubicBezTo>
                    <a:pt x="7406" y="6171"/>
                    <a:pt x="6972" y="4904"/>
                    <a:pt x="6271" y="3836"/>
                  </a:cubicBezTo>
                  <a:cubicBezTo>
                    <a:pt x="6192" y="3715"/>
                    <a:pt x="6108" y="3596"/>
                    <a:pt x="6020" y="3480"/>
                  </a:cubicBezTo>
                  <a:lnTo>
                    <a:pt x="6020" y="3480"/>
                  </a:lnTo>
                  <a:cubicBezTo>
                    <a:pt x="6337" y="3321"/>
                    <a:pt x="6665" y="3189"/>
                    <a:pt x="7005" y="3069"/>
                  </a:cubicBezTo>
                  <a:cubicBezTo>
                    <a:pt x="7572" y="2902"/>
                    <a:pt x="8173" y="2769"/>
                    <a:pt x="8740" y="2736"/>
                  </a:cubicBezTo>
                  <a:cubicBezTo>
                    <a:pt x="9117" y="2694"/>
                    <a:pt x="9497" y="2675"/>
                    <a:pt x="9878" y="2675"/>
                  </a:cubicBezTo>
                  <a:cubicBezTo>
                    <a:pt x="10712" y="2675"/>
                    <a:pt x="11552" y="2765"/>
                    <a:pt x="12376" y="2902"/>
                  </a:cubicBezTo>
                  <a:cubicBezTo>
                    <a:pt x="14811" y="3303"/>
                    <a:pt x="17146" y="4137"/>
                    <a:pt x="19548" y="4837"/>
                  </a:cubicBezTo>
                  <a:cubicBezTo>
                    <a:pt x="21983" y="5538"/>
                    <a:pt x="24484" y="5938"/>
                    <a:pt x="26986" y="6071"/>
                  </a:cubicBezTo>
                  <a:cubicBezTo>
                    <a:pt x="27556" y="6101"/>
                    <a:pt x="28119" y="6118"/>
                    <a:pt x="28681" y="6118"/>
                  </a:cubicBezTo>
                  <a:cubicBezTo>
                    <a:pt x="29370" y="6118"/>
                    <a:pt x="30058" y="6093"/>
                    <a:pt x="30756" y="6038"/>
                  </a:cubicBezTo>
                  <a:cubicBezTo>
                    <a:pt x="31389" y="6005"/>
                    <a:pt x="31990" y="5971"/>
                    <a:pt x="32624" y="5871"/>
                  </a:cubicBezTo>
                  <a:cubicBezTo>
                    <a:pt x="33257" y="5804"/>
                    <a:pt x="33858" y="5738"/>
                    <a:pt x="34492" y="5571"/>
                  </a:cubicBezTo>
                  <a:cubicBezTo>
                    <a:pt x="35092" y="5404"/>
                    <a:pt x="35726" y="5137"/>
                    <a:pt x="36226" y="4737"/>
                  </a:cubicBezTo>
                  <a:cubicBezTo>
                    <a:pt x="36727" y="4303"/>
                    <a:pt x="37093" y="3736"/>
                    <a:pt x="37194" y="3102"/>
                  </a:cubicBezTo>
                  <a:cubicBezTo>
                    <a:pt x="37327" y="2435"/>
                    <a:pt x="36993" y="1768"/>
                    <a:pt x="36526" y="1368"/>
                  </a:cubicBezTo>
                  <a:cubicBezTo>
                    <a:pt x="36293" y="1134"/>
                    <a:pt x="35993" y="1001"/>
                    <a:pt x="35692" y="934"/>
                  </a:cubicBezTo>
                  <a:cubicBezTo>
                    <a:pt x="35628" y="920"/>
                    <a:pt x="35563" y="913"/>
                    <a:pt x="35496" y="913"/>
                  </a:cubicBezTo>
                  <a:cubicBezTo>
                    <a:pt x="35253" y="913"/>
                    <a:pt x="35002" y="1003"/>
                    <a:pt x="34792" y="1134"/>
                  </a:cubicBezTo>
                  <a:cubicBezTo>
                    <a:pt x="34974" y="1020"/>
                    <a:pt x="35188" y="969"/>
                    <a:pt x="35400" y="969"/>
                  </a:cubicBezTo>
                  <a:cubicBezTo>
                    <a:pt x="35499" y="969"/>
                    <a:pt x="35597" y="980"/>
                    <a:pt x="35692" y="1001"/>
                  </a:cubicBezTo>
                  <a:cubicBezTo>
                    <a:pt x="35993" y="1068"/>
                    <a:pt x="36260" y="1234"/>
                    <a:pt x="36460" y="1435"/>
                  </a:cubicBezTo>
                  <a:cubicBezTo>
                    <a:pt x="36893" y="1868"/>
                    <a:pt x="37160" y="2469"/>
                    <a:pt x="37027" y="3069"/>
                  </a:cubicBezTo>
                  <a:cubicBezTo>
                    <a:pt x="36893" y="3636"/>
                    <a:pt x="36526" y="4170"/>
                    <a:pt x="36059" y="4537"/>
                  </a:cubicBezTo>
                  <a:cubicBezTo>
                    <a:pt x="35592" y="4870"/>
                    <a:pt x="34992" y="5104"/>
                    <a:pt x="34425" y="5237"/>
                  </a:cubicBezTo>
                  <a:cubicBezTo>
                    <a:pt x="33824" y="5371"/>
                    <a:pt x="33191" y="5404"/>
                    <a:pt x="32590" y="5471"/>
                  </a:cubicBezTo>
                  <a:cubicBezTo>
                    <a:pt x="31956" y="5538"/>
                    <a:pt x="31356" y="5571"/>
                    <a:pt x="30722" y="5604"/>
                  </a:cubicBezTo>
                  <a:cubicBezTo>
                    <a:pt x="30392" y="5613"/>
                    <a:pt x="30061" y="5617"/>
                    <a:pt x="29730" y="5617"/>
                  </a:cubicBezTo>
                  <a:cubicBezTo>
                    <a:pt x="28827" y="5617"/>
                    <a:pt x="27923" y="5586"/>
                    <a:pt x="27020" y="5538"/>
                  </a:cubicBezTo>
                  <a:cubicBezTo>
                    <a:pt x="24551" y="5337"/>
                    <a:pt x="22116" y="4904"/>
                    <a:pt x="19748" y="4203"/>
                  </a:cubicBezTo>
                  <a:cubicBezTo>
                    <a:pt x="17379" y="3469"/>
                    <a:pt x="15011" y="2602"/>
                    <a:pt x="12509" y="2202"/>
                  </a:cubicBezTo>
                  <a:cubicBezTo>
                    <a:pt x="11639" y="2065"/>
                    <a:pt x="10770" y="1974"/>
                    <a:pt x="9889" y="1974"/>
                  </a:cubicBezTo>
                  <a:cubicBezTo>
                    <a:pt x="9486" y="1974"/>
                    <a:pt x="9081" y="1993"/>
                    <a:pt x="8673" y="2035"/>
                  </a:cubicBezTo>
                  <a:cubicBezTo>
                    <a:pt x="7614" y="2147"/>
                    <a:pt x="6532" y="2421"/>
                    <a:pt x="5582" y="2955"/>
                  </a:cubicBezTo>
                  <a:lnTo>
                    <a:pt x="5582" y="2955"/>
                  </a:lnTo>
                  <a:cubicBezTo>
                    <a:pt x="4977" y="2296"/>
                    <a:pt x="4257" y="1749"/>
                    <a:pt x="3503" y="1301"/>
                  </a:cubicBezTo>
                  <a:cubicBezTo>
                    <a:pt x="2402" y="667"/>
                    <a:pt x="1201" y="267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7"/>
            <p:cNvSpPr/>
            <p:nvPr/>
          </p:nvSpPr>
          <p:spPr>
            <a:xfrm rot="10800000">
              <a:off x="4572000" y="146040"/>
              <a:ext cx="1095081" cy="289410"/>
            </a:xfrm>
            <a:custGeom>
              <a:avLst/>
              <a:gdLst/>
              <a:ahLst/>
              <a:cxnLst/>
              <a:rect l="l" t="t" r="r" b="b"/>
              <a:pathLst>
                <a:path w="37327" h="9864" extrusionOk="0">
                  <a:moveTo>
                    <a:pt x="5713" y="3645"/>
                  </a:moveTo>
                  <a:lnTo>
                    <a:pt x="5713" y="3645"/>
                  </a:lnTo>
                  <a:cubicBezTo>
                    <a:pt x="5803" y="3773"/>
                    <a:pt x="5890" y="3903"/>
                    <a:pt x="5971" y="4036"/>
                  </a:cubicBezTo>
                  <a:cubicBezTo>
                    <a:pt x="6605" y="5071"/>
                    <a:pt x="6972" y="6271"/>
                    <a:pt x="6905" y="7472"/>
                  </a:cubicBezTo>
                  <a:cubicBezTo>
                    <a:pt x="6839" y="8039"/>
                    <a:pt x="6638" y="8640"/>
                    <a:pt x="6238" y="8973"/>
                  </a:cubicBezTo>
                  <a:cubicBezTo>
                    <a:pt x="5965" y="9201"/>
                    <a:pt x="5600" y="9319"/>
                    <a:pt x="5236" y="9319"/>
                  </a:cubicBezTo>
                  <a:cubicBezTo>
                    <a:pt x="5066" y="9319"/>
                    <a:pt x="4897" y="9293"/>
                    <a:pt x="4737" y="9240"/>
                  </a:cubicBezTo>
                  <a:cubicBezTo>
                    <a:pt x="4203" y="9107"/>
                    <a:pt x="3770" y="8707"/>
                    <a:pt x="3536" y="8206"/>
                  </a:cubicBezTo>
                  <a:cubicBezTo>
                    <a:pt x="3303" y="7706"/>
                    <a:pt x="3269" y="7105"/>
                    <a:pt x="3369" y="6572"/>
                  </a:cubicBezTo>
                  <a:cubicBezTo>
                    <a:pt x="3603" y="5438"/>
                    <a:pt x="4437" y="4503"/>
                    <a:pt x="5404" y="3836"/>
                  </a:cubicBezTo>
                  <a:cubicBezTo>
                    <a:pt x="5506" y="3769"/>
                    <a:pt x="5609" y="3705"/>
                    <a:pt x="5713" y="3645"/>
                  </a:cubicBezTo>
                  <a:close/>
                  <a:moveTo>
                    <a:pt x="0" y="0"/>
                  </a:moveTo>
                  <a:cubicBezTo>
                    <a:pt x="1168" y="334"/>
                    <a:pt x="2335" y="801"/>
                    <a:pt x="3403" y="1468"/>
                  </a:cubicBezTo>
                  <a:cubicBezTo>
                    <a:pt x="4115" y="1928"/>
                    <a:pt x="4764" y="2482"/>
                    <a:pt x="5306" y="3121"/>
                  </a:cubicBezTo>
                  <a:lnTo>
                    <a:pt x="5306" y="3121"/>
                  </a:lnTo>
                  <a:cubicBezTo>
                    <a:pt x="5215" y="3179"/>
                    <a:pt x="5125" y="3239"/>
                    <a:pt x="5037" y="3303"/>
                  </a:cubicBezTo>
                  <a:cubicBezTo>
                    <a:pt x="4504" y="3670"/>
                    <a:pt x="4003" y="4103"/>
                    <a:pt x="3603" y="4637"/>
                  </a:cubicBezTo>
                  <a:cubicBezTo>
                    <a:pt x="3203" y="5171"/>
                    <a:pt x="2869" y="5771"/>
                    <a:pt x="2769" y="6438"/>
                  </a:cubicBezTo>
                  <a:cubicBezTo>
                    <a:pt x="2636" y="7105"/>
                    <a:pt x="2702" y="7839"/>
                    <a:pt x="3002" y="8473"/>
                  </a:cubicBezTo>
                  <a:cubicBezTo>
                    <a:pt x="3169" y="8773"/>
                    <a:pt x="3369" y="9040"/>
                    <a:pt x="3636" y="9274"/>
                  </a:cubicBezTo>
                  <a:cubicBezTo>
                    <a:pt x="3903" y="9507"/>
                    <a:pt x="4237" y="9674"/>
                    <a:pt x="4570" y="9774"/>
                  </a:cubicBezTo>
                  <a:cubicBezTo>
                    <a:pt x="4767" y="9833"/>
                    <a:pt x="4976" y="9863"/>
                    <a:pt x="5187" y="9863"/>
                  </a:cubicBezTo>
                  <a:cubicBezTo>
                    <a:pt x="5687" y="9863"/>
                    <a:pt x="6196" y="9693"/>
                    <a:pt x="6572" y="9340"/>
                  </a:cubicBezTo>
                  <a:cubicBezTo>
                    <a:pt x="7105" y="8840"/>
                    <a:pt x="7306" y="8139"/>
                    <a:pt x="7339" y="7506"/>
                  </a:cubicBezTo>
                  <a:cubicBezTo>
                    <a:pt x="7406" y="6171"/>
                    <a:pt x="6972" y="4904"/>
                    <a:pt x="6271" y="3836"/>
                  </a:cubicBezTo>
                  <a:cubicBezTo>
                    <a:pt x="6192" y="3715"/>
                    <a:pt x="6108" y="3596"/>
                    <a:pt x="6020" y="3480"/>
                  </a:cubicBezTo>
                  <a:lnTo>
                    <a:pt x="6020" y="3480"/>
                  </a:lnTo>
                  <a:cubicBezTo>
                    <a:pt x="6337" y="3321"/>
                    <a:pt x="6665" y="3189"/>
                    <a:pt x="7005" y="3069"/>
                  </a:cubicBezTo>
                  <a:cubicBezTo>
                    <a:pt x="7572" y="2902"/>
                    <a:pt x="8173" y="2769"/>
                    <a:pt x="8740" y="2736"/>
                  </a:cubicBezTo>
                  <a:cubicBezTo>
                    <a:pt x="9117" y="2694"/>
                    <a:pt x="9497" y="2675"/>
                    <a:pt x="9878" y="2675"/>
                  </a:cubicBezTo>
                  <a:cubicBezTo>
                    <a:pt x="10712" y="2675"/>
                    <a:pt x="11552" y="2765"/>
                    <a:pt x="12376" y="2902"/>
                  </a:cubicBezTo>
                  <a:cubicBezTo>
                    <a:pt x="14811" y="3303"/>
                    <a:pt x="17146" y="4137"/>
                    <a:pt x="19548" y="4837"/>
                  </a:cubicBezTo>
                  <a:cubicBezTo>
                    <a:pt x="21983" y="5538"/>
                    <a:pt x="24484" y="5938"/>
                    <a:pt x="26986" y="6071"/>
                  </a:cubicBezTo>
                  <a:cubicBezTo>
                    <a:pt x="27556" y="6101"/>
                    <a:pt x="28119" y="6118"/>
                    <a:pt x="28681" y="6118"/>
                  </a:cubicBezTo>
                  <a:cubicBezTo>
                    <a:pt x="29370" y="6118"/>
                    <a:pt x="30058" y="6093"/>
                    <a:pt x="30756" y="6038"/>
                  </a:cubicBezTo>
                  <a:cubicBezTo>
                    <a:pt x="31389" y="6005"/>
                    <a:pt x="31990" y="5971"/>
                    <a:pt x="32624" y="5871"/>
                  </a:cubicBezTo>
                  <a:cubicBezTo>
                    <a:pt x="33257" y="5804"/>
                    <a:pt x="33858" y="5738"/>
                    <a:pt x="34492" y="5571"/>
                  </a:cubicBezTo>
                  <a:cubicBezTo>
                    <a:pt x="35092" y="5404"/>
                    <a:pt x="35726" y="5137"/>
                    <a:pt x="36226" y="4737"/>
                  </a:cubicBezTo>
                  <a:cubicBezTo>
                    <a:pt x="36727" y="4303"/>
                    <a:pt x="37093" y="3736"/>
                    <a:pt x="37194" y="3102"/>
                  </a:cubicBezTo>
                  <a:cubicBezTo>
                    <a:pt x="37327" y="2435"/>
                    <a:pt x="36993" y="1768"/>
                    <a:pt x="36526" y="1368"/>
                  </a:cubicBezTo>
                  <a:cubicBezTo>
                    <a:pt x="36293" y="1134"/>
                    <a:pt x="35993" y="1001"/>
                    <a:pt x="35692" y="934"/>
                  </a:cubicBezTo>
                  <a:cubicBezTo>
                    <a:pt x="35628" y="920"/>
                    <a:pt x="35563" y="913"/>
                    <a:pt x="35496" y="913"/>
                  </a:cubicBezTo>
                  <a:cubicBezTo>
                    <a:pt x="35253" y="913"/>
                    <a:pt x="35002" y="1003"/>
                    <a:pt x="34792" y="1134"/>
                  </a:cubicBezTo>
                  <a:cubicBezTo>
                    <a:pt x="34974" y="1020"/>
                    <a:pt x="35188" y="969"/>
                    <a:pt x="35400" y="969"/>
                  </a:cubicBezTo>
                  <a:cubicBezTo>
                    <a:pt x="35499" y="969"/>
                    <a:pt x="35597" y="980"/>
                    <a:pt x="35692" y="1001"/>
                  </a:cubicBezTo>
                  <a:cubicBezTo>
                    <a:pt x="35993" y="1068"/>
                    <a:pt x="36260" y="1234"/>
                    <a:pt x="36460" y="1435"/>
                  </a:cubicBezTo>
                  <a:cubicBezTo>
                    <a:pt x="36893" y="1868"/>
                    <a:pt x="37160" y="2469"/>
                    <a:pt x="37027" y="3069"/>
                  </a:cubicBezTo>
                  <a:cubicBezTo>
                    <a:pt x="36893" y="3636"/>
                    <a:pt x="36526" y="4170"/>
                    <a:pt x="36059" y="4537"/>
                  </a:cubicBezTo>
                  <a:cubicBezTo>
                    <a:pt x="35592" y="4870"/>
                    <a:pt x="34992" y="5104"/>
                    <a:pt x="34425" y="5237"/>
                  </a:cubicBezTo>
                  <a:cubicBezTo>
                    <a:pt x="33824" y="5371"/>
                    <a:pt x="33191" y="5404"/>
                    <a:pt x="32590" y="5471"/>
                  </a:cubicBezTo>
                  <a:cubicBezTo>
                    <a:pt x="31956" y="5538"/>
                    <a:pt x="31356" y="5571"/>
                    <a:pt x="30722" y="5604"/>
                  </a:cubicBezTo>
                  <a:cubicBezTo>
                    <a:pt x="30392" y="5613"/>
                    <a:pt x="30061" y="5617"/>
                    <a:pt x="29730" y="5617"/>
                  </a:cubicBezTo>
                  <a:cubicBezTo>
                    <a:pt x="28827" y="5617"/>
                    <a:pt x="27923" y="5586"/>
                    <a:pt x="27020" y="5538"/>
                  </a:cubicBezTo>
                  <a:cubicBezTo>
                    <a:pt x="24551" y="5337"/>
                    <a:pt x="22116" y="4904"/>
                    <a:pt x="19748" y="4203"/>
                  </a:cubicBezTo>
                  <a:cubicBezTo>
                    <a:pt x="17379" y="3469"/>
                    <a:pt x="15011" y="2602"/>
                    <a:pt x="12509" y="2202"/>
                  </a:cubicBezTo>
                  <a:cubicBezTo>
                    <a:pt x="11639" y="2065"/>
                    <a:pt x="10770" y="1974"/>
                    <a:pt x="9889" y="1974"/>
                  </a:cubicBezTo>
                  <a:cubicBezTo>
                    <a:pt x="9486" y="1974"/>
                    <a:pt x="9081" y="1993"/>
                    <a:pt x="8673" y="2035"/>
                  </a:cubicBezTo>
                  <a:cubicBezTo>
                    <a:pt x="7614" y="2147"/>
                    <a:pt x="6532" y="2421"/>
                    <a:pt x="5582" y="2955"/>
                  </a:cubicBezTo>
                  <a:lnTo>
                    <a:pt x="5582" y="2955"/>
                  </a:lnTo>
                  <a:cubicBezTo>
                    <a:pt x="4977" y="2296"/>
                    <a:pt x="4257" y="1749"/>
                    <a:pt x="3503" y="1301"/>
                  </a:cubicBezTo>
                  <a:cubicBezTo>
                    <a:pt x="2402" y="667"/>
                    <a:pt x="1201" y="267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3" name="Google Shape;373;p17"/>
          <p:cNvGrpSpPr/>
          <p:nvPr/>
        </p:nvGrpSpPr>
        <p:grpSpPr>
          <a:xfrm rot="7280284" flipH="1">
            <a:off x="4823742" y="-519446"/>
            <a:ext cx="6031127" cy="4935823"/>
            <a:chOff x="-1584925" y="2831200"/>
            <a:chExt cx="2308950" cy="1889625"/>
          </a:xfrm>
        </p:grpSpPr>
        <p:sp>
          <p:nvSpPr>
            <p:cNvPr id="374" name="Google Shape;374;p17"/>
            <p:cNvSpPr/>
            <p:nvPr/>
          </p:nvSpPr>
          <p:spPr>
            <a:xfrm>
              <a:off x="235975" y="3141775"/>
              <a:ext cx="262075" cy="252700"/>
            </a:xfrm>
            <a:custGeom>
              <a:avLst/>
              <a:gdLst/>
              <a:ahLst/>
              <a:cxnLst/>
              <a:rect l="l" t="t" r="r" b="b"/>
              <a:pathLst>
                <a:path w="10483" h="10108" extrusionOk="0">
                  <a:moveTo>
                    <a:pt x="10064" y="1"/>
                  </a:moveTo>
                  <a:cubicBezTo>
                    <a:pt x="10022" y="1570"/>
                    <a:pt x="9248" y="4207"/>
                    <a:pt x="7114" y="6320"/>
                  </a:cubicBezTo>
                  <a:cubicBezTo>
                    <a:pt x="5147" y="8287"/>
                    <a:pt x="2783" y="9186"/>
                    <a:pt x="1193" y="9375"/>
                  </a:cubicBezTo>
                  <a:cubicBezTo>
                    <a:pt x="1151" y="9396"/>
                    <a:pt x="1130" y="9438"/>
                    <a:pt x="1088" y="9458"/>
                  </a:cubicBezTo>
                  <a:cubicBezTo>
                    <a:pt x="753" y="9710"/>
                    <a:pt x="377" y="9919"/>
                    <a:pt x="0" y="10107"/>
                  </a:cubicBezTo>
                  <a:cubicBezTo>
                    <a:pt x="1841" y="9814"/>
                    <a:pt x="4415" y="9145"/>
                    <a:pt x="6612" y="7157"/>
                  </a:cubicBezTo>
                  <a:cubicBezTo>
                    <a:pt x="8955" y="4939"/>
                    <a:pt x="10483" y="2324"/>
                    <a:pt x="10399" y="503"/>
                  </a:cubicBezTo>
                  <a:cubicBezTo>
                    <a:pt x="10294" y="336"/>
                    <a:pt x="10190" y="168"/>
                    <a:pt x="100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7"/>
            <p:cNvSpPr/>
            <p:nvPr/>
          </p:nvSpPr>
          <p:spPr>
            <a:xfrm>
              <a:off x="-1352650" y="2831200"/>
              <a:ext cx="1866400" cy="628950"/>
            </a:xfrm>
            <a:custGeom>
              <a:avLst/>
              <a:gdLst/>
              <a:ahLst/>
              <a:cxnLst/>
              <a:rect l="l" t="t" r="r" b="b"/>
              <a:pathLst>
                <a:path w="74656" h="25158" extrusionOk="0">
                  <a:moveTo>
                    <a:pt x="7912" y="0"/>
                  </a:moveTo>
                  <a:cubicBezTo>
                    <a:pt x="4970" y="0"/>
                    <a:pt x="2271" y="427"/>
                    <a:pt x="0" y="1167"/>
                  </a:cubicBezTo>
                  <a:cubicBezTo>
                    <a:pt x="377" y="1083"/>
                    <a:pt x="753" y="1021"/>
                    <a:pt x="1109" y="979"/>
                  </a:cubicBezTo>
                  <a:cubicBezTo>
                    <a:pt x="2846" y="612"/>
                    <a:pt x="4632" y="437"/>
                    <a:pt x="6448" y="437"/>
                  </a:cubicBezTo>
                  <a:cubicBezTo>
                    <a:pt x="15814" y="437"/>
                    <a:pt x="25987" y="5087"/>
                    <a:pt x="34398" y="12026"/>
                  </a:cubicBezTo>
                  <a:cubicBezTo>
                    <a:pt x="43093" y="18681"/>
                    <a:pt x="52466" y="25157"/>
                    <a:pt x="61538" y="25157"/>
                  </a:cubicBezTo>
                  <a:cubicBezTo>
                    <a:pt x="62792" y="25157"/>
                    <a:pt x="64041" y="25033"/>
                    <a:pt x="65282" y="24769"/>
                  </a:cubicBezTo>
                  <a:cubicBezTo>
                    <a:pt x="70136" y="23786"/>
                    <a:pt x="74049" y="20208"/>
                    <a:pt x="74467" y="16086"/>
                  </a:cubicBezTo>
                  <a:cubicBezTo>
                    <a:pt x="74655" y="15353"/>
                    <a:pt x="74614" y="14642"/>
                    <a:pt x="74404" y="13951"/>
                  </a:cubicBezTo>
                  <a:cubicBezTo>
                    <a:pt x="74321" y="16504"/>
                    <a:pt x="72668" y="20145"/>
                    <a:pt x="68964" y="22174"/>
                  </a:cubicBezTo>
                  <a:cubicBezTo>
                    <a:pt x="66462" y="23412"/>
                    <a:pt x="63950" y="23801"/>
                    <a:pt x="61815" y="23801"/>
                  </a:cubicBezTo>
                  <a:cubicBezTo>
                    <a:pt x="60666" y="23801"/>
                    <a:pt x="59625" y="23688"/>
                    <a:pt x="58754" y="23534"/>
                  </a:cubicBezTo>
                  <a:cubicBezTo>
                    <a:pt x="56577" y="23430"/>
                    <a:pt x="54862" y="22635"/>
                    <a:pt x="53983" y="22007"/>
                  </a:cubicBezTo>
                  <a:lnTo>
                    <a:pt x="53857" y="21965"/>
                  </a:lnTo>
                  <a:lnTo>
                    <a:pt x="53857" y="21965"/>
                  </a:lnTo>
                  <a:cubicBezTo>
                    <a:pt x="54939" y="22159"/>
                    <a:pt x="56619" y="22602"/>
                    <a:pt x="58646" y="22602"/>
                  </a:cubicBezTo>
                  <a:cubicBezTo>
                    <a:pt x="59246" y="22602"/>
                    <a:pt x="59877" y="22563"/>
                    <a:pt x="60532" y="22467"/>
                  </a:cubicBezTo>
                  <a:cubicBezTo>
                    <a:pt x="62896" y="22321"/>
                    <a:pt x="65554" y="20647"/>
                    <a:pt x="64821" y="20103"/>
                  </a:cubicBezTo>
                  <a:lnTo>
                    <a:pt x="64821" y="20103"/>
                  </a:lnTo>
                  <a:cubicBezTo>
                    <a:pt x="63142" y="21385"/>
                    <a:pt x="61244" y="21982"/>
                    <a:pt x="59816" y="21982"/>
                  </a:cubicBezTo>
                  <a:cubicBezTo>
                    <a:pt x="59215" y="21982"/>
                    <a:pt x="58698" y="21876"/>
                    <a:pt x="58314" y="21672"/>
                  </a:cubicBezTo>
                  <a:lnTo>
                    <a:pt x="58189" y="21651"/>
                  </a:lnTo>
                  <a:lnTo>
                    <a:pt x="58189" y="21651"/>
                  </a:lnTo>
                  <a:cubicBezTo>
                    <a:pt x="58264" y="21656"/>
                    <a:pt x="58342" y="21658"/>
                    <a:pt x="58422" y="21658"/>
                  </a:cubicBezTo>
                  <a:cubicBezTo>
                    <a:pt x="59934" y="21658"/>
                    <a:pt x="62367" y="20902"/>
                    <a:pt x="64612" y="19015"/>
                  </a:cubicBezTo>
                  <a:cubicBezTo>
                    <a:pt x="66453" y="17508"/>
                    <a:pt x="66767" y="15458"/>
                    <a:pt x="66767" y="13930"/>
                  </a:cubicBezTo>
                  <a:lnTo>
                    <a:pt x="66767" y="13930"/>
                  </a:lnTo>
                  <a:cubicBezTo>
                    <a:pt x="66705" y="14056"/>
                    <a:pt x="66642" y="14182"/>
                    <a:pt x="66558" y="14307"/>
                  </a:cubicBezTo>
                  <a:cubicBezTo>
                    <a:pt x="66558" y="15186"/>
                    <a:pt x="66349" y="16567"/>
                    <a:pt x="65386" y="17822"/>
                  </a:cubicBezTo>
                  <a:cubicBezTo>
                    <a:pt x="64173" y="19203"/>
                    <a:pt x="62708" y="19894"/>
                    <a:pt x="61892" y="20082"/>
                  </a:cubicBezTo>
                  <a:lnTo>
                    <a:pt x="61808" y="20124"/>
                  </a:lnTo>
                  <a:cubicBezTo>
                    <a:pt x="62520" y="19622"/>
                    <a:pt x="63817" y="18848"/>
                    <a:pt x="65010" y="17508"/>
                  </a:cubicBezTo>
                  <a:cubicBezTo>
                    <a:pt x="65805" y="16441"/>
                    <a:pt x="66140" y="15374"/>
                    <a:pt x="66349" y="14537"/>
                  </a:cubicBezTo>
                  <a:lnTo>
                    <a:pt x="66349" y="14537"/>
                  </a:lnTo>
                  <a:cubicBezTo>
                    <a:pt x="65596" y="15291"/>
                    <a:pt x="64194" y="15876"/>
                    <a:pt x="63147" y="16127"/>
                  </a:cubicBezTo>
                  <a:cubicBezTo>
                    <a:pt x="61866" y="17118"/>
                    <a:pt x="60458" y="18902"/>
                    <a:pt x="59258" y="18902"/>
                  </a:cubicBezTo>
                  <a:cubicBezTo>
                    <a:pt x="59165" y="18902"/>
                    <a:pt x="59074" y="18891"/>
                    <a:pt x="58984" y="18868"/>
                  </a:cubicBezTo>
                  <a:lnTo>
                    <a:pt x="58900" y="18889"/>
                  </a:lnTo>
                  <a:cubicBezTo>
                    <a:pt x="59695" y="18638"/>
                    <a:pt x="60197" y="17822"/>
                    <a:pt x="61055" y="16839"/>
                  </a:cubicBezTo>
                  <a:cubicBezTo>
                    <a:pt x="61264" y="16399"/>
                    <a:pt x="61432" y="15918"/>
                    <a:pt x="61515" y="15228"/>
                  </a:cubicBezTo>
                  <a:cubicBezTo>
                    <a:pt x="61599" y="14098"/>
                    <a:pt x="62164" y="13073"/>
                    <a:pt x="62624" y="12654"/>
                  </a:cubicBezTo>
                  <a:lnTo>
                    <a:pt x="62624" y="12654"/>
                  </a:lnTo>
                  <a:cubicBezTo>
                    <a:pt x="60741" y="13010"/>
                    <a:pt x="57770" y="13826"/>
                    <a:pt x="54652" y="16358"/>
                  </a:cubicBezTo>
                  <a:cubicBezTo>
                    <a:pt x="53544" y="17236"/>
                    <a:pt x="52309" y="17843"/>
                    <a:pt x="51095" y="18178"/>
                  </a:cubicBezTo>
                  <a:cubicBezTo>
                    <a:pt x="51535" y="18073"/>
                    <a:pt x="51974" y="17927"/>
                    <a:pt x="52476" y="17780"/>
                  </a:cubicBezTo>
                  <a:cubicBezTo>
                    <a:pt x="53774" y="17320"/>
                    <a:pt x="54694" y="16818"/>
                    <a:pt x="55238" y="16399"/>
                  </a:cubicBezTo>
                  <a:lnTo>
                    <a:pt x="55301" y="16358"/>
                  </a:lnTo>
                  <a:lnTo>
                    <a:pt x="55301" y="16358"/>
                  </a:lnTo>
                  <a:cubicBezTo>
                    <a:pt x="55071" y="16818"/>
                    <a:pt x="54380" y="17446"/>
                    <a:pt x="53439" y="17906"/>
                  </a:cubicBezTo>
                  <a:cubicBezTo>
                    <a:pt x="55176" y="17257"/>
                    <a:pt x="56494" y="16399"/>
                    <a:pt x="57289" y="15855"/>
                  </a:cubicBezTo>
                  <a:lnTo>
                    <a:pt x="57373" y="15793"/>
                  </a:lnTo>
                  <a:lnTo>
                    <a:pt x="57373" y="15793"/>
                  </a:lnTo>
                  <a:cubicBezTo>
                    <a:pt x="56849" y="16420"/>
                    <a:pt x="55741" y="17383"/>
                    <a:pt x="54192" y="18115"/>
                  </a:cubicBezTo>
                  <a:cubicBezTo>
                    <a:pt x="55678" y="17760"/>
                    <a:pt x="56849" y="17257"/>
                    <a:pt x="57414" y="16651"/>
                  </a:cubicBezTo>
                  <a:lnTo>
                    <a:pt x="57477" y="16609"/>
                  </a:lnTo>
                  <a:lnTo>
                    <a:pt x="57477" y="16609"/>
                  </a:lnTo>
                  <a:cubicBezTo>
                    <a:pt x="57142" y="17341"/>
                    <a:pt x="55929" y="18115"/>
                    <a:pt x="54380" y="18576"/>
                  </a:cubicBezTo>
                  <a:cubicBezTo>
                    <a:pt x="54569" y="18555"/>
                    <a:pt x="54757" y="18534"/>
                    <a:pt x="54904" y="18534"/>
                  </a:cubicBezTo>
                  <a:lnTo>
                    <a:pt x="54925" y="18534"/>
                  </a:lnTo>
                  <a:cubicBezTo>
                    <a:pt x="54904" y="18555"/>
                    <a:pt x="54862" y="18576"/>
                    <a:pt x="54841" y="18596"/>
                  </a:cubicBezTo>
                  <a:cubicBezTo>
                    <a:pt x="55364" y="18492"/>
                    <a:pt x="55803" y="18408"/>
                    <a:pt x="56138" y="18324"/>
                  </a:cubicBezTo>
                  <a:lnTo>
                    <a:pt x="56201" y="18324"/>
                  </a:lnTo>
                  <a:cubicBezTo>
                    <a:pt x="55971" y="18492"/>
                    <a:pt x="55594" y="18680"/>
                    <a:pt x="55134" y="18868"/>
                  </a:cubicBezTo>
                  <a:cubicBezTo>
                    <a:pt x="55364" y="18827"/>
                    <a:pt x="55594" y="18785"/>
                    <a:pt x="55824" y="18743"/>
                  </a:cubicBezTo>
                  <a:cubicBezTo>
                    <a:pt x="58502" y="18324"/>
                    <a:pt x="60427" y="16776"/>
                    <a:pt x="60637" y="15458"/>
                  </a:cubicBezTo>
                  <a:lnTo>
                    <a:pt x="60637" y="15458"/>
                  </a:lnTo>
                  <a:cubicBezTo>
                    <a:pt x="60783" y="16839"/>
                    <a:pt x="58691" y="18848"/>
                    <a:pt x="55929" y="19245"/>
                  </a:cubicBezTo>
                  <a:cubicBezTo>
                    <a:pt x="54892" y="19434"/>
                    <a:pt x="53889" y="19520"/>
                    <a:pt x="52981" y="19520"/>
                  </a:cubicBezTo>
                  <a:cubicBezTo>
                    <a:pt x="52882" y="19520"/>
                    <a:pt x="52783" y="19519"/>
                    <a:pt x="52686" y="19517"/>
                  </a:cubicBezTo>
                  <a:lnTo>
                    <a:pt x="52686" y="19517"/>
                  </a:lnTo>
                  <a:cubicBezTo>
                    <a:pt x="54355" y="19839"/>
                    <a:pt x="55924" y="19961"/>
                    <a:pt x="57301" y="19961"/>
                  </a:cubicBezTo>
                  <a:cubicBezTo>
                    <a:pt x="58876" y="19961"/>
                    <a:pt x="60201" y="19802"/>
                    <a:pt x="61139" y="19601"/>
                  </a:cubicBezTo>
                  <a:lnTo>
                    <a:pt x="61139" y="19601"/>
                  </a:lnTo>
                  <a:cubicBezTo>
                    <a:pt x="60058" y="19999"/>
                    <a:pt x="58298" y="20329"/>
                    <a:pt x="56187" y="20329"/>
                  </a:cubicBezTo>
                  <a:cubicBezTo>
                    <a:pt x="54414" y="20329"/>
                    <a:pt x="52394" y="20096"/>
                    <a:pt x="50321" y="19475"/>
                  </a:cubicBezTo>
                  <a:cubicBezTo>
                    <a:pt x="49756" y="19308"/>
                    <a:pt x="49212" y="19140"/>
                    <a:pt x="48668" y="18952"/>
                  </a:cubicBezTo>
                  <a:lnTo>
                    <a:pt x="48668" y="18952"/>
                  </a:lnTo>
                  <a:cubicBezTo>
                    <a:pt x="49631" y="19350"/>
                    <a:pt x="50656" y="19726"/>
                    <a:pt x="51744" y="20019"/>
                  </a:cubicBezTo>
                  <a:cubicBezTo>
                    <a:pt x="54256" y="20556"/>
                    <a:pt x="56569" y="20959"/>
                    <a:pt x="58322" y="20959"/>
                  </a:cubicBezTo>
                  <a:cubicBezTo>
                    <a:pt x="59167" y="20959"/>
                    <a:pt x="59883" y="20865"/>
                    <a:pt x="60427" y="20647"/>
                  </a:cubicBezTo>
                  <a:lnTo>
                    <a:pt x="60427" y="20647"/>
                  </a:lnTo>
                  <a:cubicBezTo>
                    <a:pt x="59734" y="21072"/>
                    <a:pt x="58660" y="21252"/>
                    <a:pt x="57360" y="21252"/>
                  </a:cubicBezTo>
                  <a:cubicBezTo>
                    <a:pt x="55719" y="21252"/>
                    <a:pt x="53716" y="20965"/>
                    <a:pt x="51660" y="20521"/>
                  </a:cubicBezTo>
                  <a:cubicBezTo>
                    <a:pt x="51451" y="20480"/>
                    <a:pt x="51284" y="20396"/>
                    <a:pt x="51095" y="20354"/>
                  </a:cubicBezTo>
                  <a:lnTo>
                    <a:pt x="51095" y="20354"/>
                  </a:lnTo>
                  <a:cubicBezTo>
                    <a:pt x="53941" y="21400"/>
                    <a:pt x="56494" y="21672"/>
                    <a:pt x="58000" y="21819"/>
                  </a:cubicBezTo>
                  <a:cubicBezTo>
                    <a:pt x="57751" y="21835"/>
                    <a:pt x="57467" y="21844"/>
                    <a:pt x="57153" y="21844"/>
                  </a:cubicBezTo>
                  <a:cubicBezTo>
                    <a:pt x="54995" y="21844"/>
                    <a:pt x="51436" y="21393"/>
                    <a:pt x="48020" y="19475"/>
                  </a:cubicBezTo>
                  <a:cubicBezTo>
                    <a:pt x="47078" y="19036"/>
                    <a:pt x="46199" y="18534"/>
                    <a:pt x="45383" y="18032"/>
                  </a:cubicBezTo>
                  <a:lnTo>
                    <a:pt x="45383" y="18032"/>
                  </a:lnTo>
                  <a:cubicBezTo>
                    <a:pt x="48480" y="20103"/>
                    <a:pt x="51179" y="21651"/>
                    <a:pt x="53523" y="22300"/>
                  </a:cubicBezTo>
                  <a:cubicBezTo>
                    <a:pt x="47036" y="20814"/>
                    <a:pt x="37621" y="12361"/>
                    <a:pt x="25611" y="5143"/>
                  </a:cubicBezTo>
                  <a:cubicBezTo>
                    <a:pt x="19668" y="1471"/>
                    <a:pt x="13373" y="0"/>
                    <a:pt x="79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7"/>
            <p:cNvSpPr/>
            <p:nvPr/>
          </p:nvSpPr>
          <p:spPr>
            <a:xfrm>
              <a:off x="346325" y="3142825"/>
              <a:ext cx="5275" cy="3175"/>
            </a:xfrm>
            <a:custGeom>
              <a:avLst/>
              <a:gdLst/>
              <a:ahLst/>
              <a:cxnLst/>
              <a:rect l="l" t="t" r="r" b="b"/>
              <a:pathLst>
                <a:path w="211" h="127" extrusionOk="0">
                  <a:moveTo>
                    <a:pt x="168" y="1"/>
                  </a:moveTo>
                  <a:cubicBezTo>
                    <a:pt x="130" y="39"/>
                    <a:pt x="74" y="77"/>
                    <a:pt x="17" y="116"/>
                  </a:cubicBezTo>
                  <a:lnTo>
                    <a:pt x="17" y="116"/>
                  </a:lnTo>
                  <a:cubicBezTo>
                    <a:pt x="40" y="105"/>
                    <a:pt x="73" y="105"/>
                    <a:pt x="106" y="105"/>
                  </a:cubicBezTo>
                  <a:cubicBezTo>
                    <a:pt x="147" y="85"/>
                    <a:pt x="168" y="43"/>
                    <a:pt x="210" y="22"/>
                  </a:cubicBezTo>
                  <a:cubicBezTo>
                    <a:pt x="189" y="22"/>
                    <a:pt x="189" y="22"/>
                    <a:pt x="168" y="1"/>
                  </a:cubicBezTo>
                  <a:close/>
                  <a:moveTo>
                    <a:pt x="17" y="116"/>
                  </a:moveTo>
                  <a:cubicBezTo>
                    <a:pt x="11" y="118"/>
                    <a:pt x="5" y="122"/>
                    <a:pt x="1" y="126"/>
                  </a:cubicBezTo>
                  <a:cubicBezTo>
                    <a:pt x="6" y="123"/>
                    <a:pt x="12" y="119"/>
                    <a:pt x="17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7"/>
            <p:cNvSpPr/>
            <p:nvPr/>
          </p:nvSpPr>
          <p:spPr>
            <a:xfrm>
              <a:off x="457225" y="3129750"/>
              <a:ext cx="28800" cy="90525"/>
            </a:xfrm>
            <a:custGeom>
              <a:avLst/>
              <a:gdLst/>
              <a:ahLst/>
              <a:cxnLst/>
              <a:rect l="l" t="t" r="r" b="b"/>
              <a:pathLst>
                <a:path w="1152" h="3621" extrusionOk="0">
                  <a:moveTo>
                    <a:pt x="712" y="1"/>
                  </a:moveTo>
                  <a:lnTo>
                    <a:pt x="712" y="1"/>
                  </a:lnTo>
                  <a:cubicBezTo>
                    <a:pt x="733" y="210"/>
                    <a:pt x="733" y="419"/>
                    <a:pt x="712" y="628"/>
                  </a:cubicBezTo>
                  <a:cubicBezTo>
                    <a:pt x="712" y="649"/>
                    <a:pt x="712" y="649"/>
                    <a:pt x="712" y="670"/>
                  </a:cubicBezTo>
                  <a:cubicBezTo>
                    <a:pt x="691" y="1549"/>
                    <a:pt x="482" y="2574"/>
                    <a:pt x="1" y="3621"/>
                  </a:cubicBezTo>
                  <a:cubicBezTo>
                    <a:pt x="649" y="2407"/>
                    <a:pt x="984" y="1256"/>
                    <a:pt x="1152" y="398"/>
                  </a:cubicBezTo>
                  <a:cubicBezTo>
                    <a:pt x="1089" y="336"/>
                    <a:pt x="1047" y="273"/>
                    <a:pt x="1005" y="210"/>
                  </a:cubicBezTo>
                  <a:cubicBezTo>
                    <a:pt x="921" y="147"/>
                    <a:pt x="817" y="84"/>
                    <a:pt x="7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7"/>
            <p:cNvSpPr/>
            <p:nvPr/>
          </p:nvSpPr>
          <p:spPr>
            <a:xfrm>
              <a:off x="-148475" y="4375750"/>
              <a:ext cx="201900" cy="152600"/>
            </a:xfrm>
            <a:custGeom>
              <a:avLst/>
              <a:gdLst/>
              <a:ahLst/>
              <a:cxnLst/>
              <a:rect l="l" t="t" r="r" b="b"/>
              <a:pathLst>
                <a:path w="8076" h="6104" extrusionOk="0">
                  <a:moveTo>
                    <a:pt x="8076" y="1"/>
                  </a:moveTo>
                  <a:cubicBezTo>
                    <a:pt x="8055" y="1"/>
                    <a:pt x="8055" y="22"/>
                    <a:pt x="8034" y="43"/>
                  </a:cubicBezTo>
                  <a:cubicBezTo>
                    <a:pt x="6847" y="1792"/>
                    <a:pt x="5077" y="2305"/>
                    <a:pt x="3673" y="2305"/>
                  </a:cubicBezTo>
                  <a:cubicBezTo>
                    <a:pt x="3196" y="2305"/>
                    <a:pt x="2761" y="2246"/>
                    <a:pt x="2405" y="2156"/>
                  </a:cubicBezTo>
                  <a:lnTo>
                    <a:pt x="2405" y="2156"/>
                  </a:lnTo>
                  <a:cubicBezTo>
                    <a:pt x="2468" y="2365"/>
                    <a:pt x="2531" y="2616"/>
                    <a:pt x="2531" y="2909"/>
                  </a:cubicBezTo>
                  <a:cubicBezTo>
                    <a:pt x="2510" y="3370"/>
                    <a:pt x="2238" y="3662"/>
                    <a:pt x="2008" y="3830"/>
                  </a:cubicBezTo>
                  <a:cubicBezTo>
                    <a:pt x="1780" y="4141"/>
                    <a:pt x="1450" y="4268"/>
                    <a:pt x="1154" y="4268"/>
                  </a:cubicBezTo>
                  <a:cubicBezTo>
                    <a:pt x="933" y="4268"/>
                    <a:pt x="731" y="4197"/>
                    <a:pt x="606" y="4081"/>
                  </a:cubicBezTo>
                  <a:cubicBezTo>
                    <a:pt x="564" y="4081"/>
                    <a:pt x="522" y="4081"/>
                    <a:pt x="480" y="4060"/>
                  </a:cubicBezTo>
                  <a:cubicBezTo>
                    <a:pt x="501" y="4060"/>
                    <a:pt x="522" y="4039"/>
                    <a:pt x="543" y="4039"/>
                  </a:cubicBezTo>
                  <a:cubicBezTo>
                    <a:pt x="543" y="4039"/>
                    <a:pt x="522" y="4018"/>
                    <a:pt x="522" y="3997"/>
                  </a:cubicBezTo>
                  <a:cubicBezTo>
                    <a:pt x="501" y="3997"/>
                    <a:pt x="480" y="3976"/>
                    <a:pt x="480" y="3955"/>
                  </a:cubicBezTo>
                  <a:cubicBezTo>
                    <a:pt x="334" y="4060"/>
                    <a:pt x="208" y="4165"/>
                    <a:pt x="125" y="4332"/>
                  </a:cubicBezTo>
                  <a:cubicBezTo>
                    <a:pt x="1" y="5173"/>
                    <a:pt x="1002" y="6104"/>
                    <a:pt x="2280" y="6104"/>
                  </a:cubicBezTo>
                  <a:cubicBezTo>
                    <a:pt x="2943" y="6104"/>
                    <a:pt x="3679" y="5854"/>
                    <a:pt x="4372" y="5211"/>
                  </a:cubicBezTo>
                  <a:cubicBezTo>
                    <a:pt x="6841" y="3830"/>
                    <a:pt x="7615" y="1465"/>
                    <a:pt x="8076" y="64"/>
                  </a:cubicBezTo>
                  <a:cubicBezTo>
                    <a:pt x="8076" y="43"/>
                    <a:pt x="8076" y="43"/>
                    <a:pt x="8055" y="43"/>
                  </a:cubicBezTo>
                  <a:cubicBezTo>
                    <a:pt x="8055" y="22"/>
                    <a:pt x="8076" y="1"/>
                    <a:pt x="80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7"/>
            <p:cNvSpPr/>
            <p:nvPr/>
          </p:nvSpPr>
          <p:spPr>
            <a:xfrm>
              <a:off x="160125" y="3160625"/>
              <a:ext cx="343150" cy="257475"/>
            </a:xfrm>
            <a:custGeom>
              <a:avLst/>
              <a:gdLst/>
              <a:ahLst/>
              <a:cxnLst/>
              <a:rect l="l" t="t" r="r" b="b"/>
              <a:pathLst>
                <a:path w="13726" h="10299" extrusionOk="0">
                  <a:moveTo>
                    <a:pt x="13580" y="0"/>
                  </a:moveTo>
                  <a:lnTo>
                    <a:pt x="13580" y="0"/>
                  </a:lnTo>
                  <a:cubicBezTo>
                    <a:pt x="13726" y="1862"/>
                    <a:pt x="12282" y="4645"/>
                    <a:pt x="10002" y="6759"/>
                  </a:cubicBezTo>
                  <a:cubicBezTo>
                    <a:pt x="7470" y="9039"/>
                    <a:pt x="4457" y="9541"/>
                    <a:pt x="2574" y="9541"/>
                  </a:cubicBezTo>
                  <a:cubicBezTo>
                    <a:pt x="1862" y="9855"/>
                    <a:pt x="1067" y="10085"/>
                    <a:pt x="209" y="10274"/>
                  </a:cubicBezTo>
                  <a:cubicBezTo>
                    <a:pt x="147" y="10274"/>
                    <a:pt x="63" y="10274"/>
                    <a:pt x="0" y="10295"/>
                  </a:cubicBezTo>
                  <a:cubicBezTo>
                    <a:pt x="124" y="10297"/>
                    <a:pt x="249" y="10298"/>
                    <a:pt x="377" y="10298"/>
                  </a:cubicBezTo>
                  <a:cubicBezTo>
                    <a:pt x="2655" y="10298"/>
                    <a:pt x="5449" y="9925"/>
                    <a:pt x="8223" y="8558"/>
                  </a:cubicBezTo>
                  <a:cubicBezTo>
                    <a:pt x="11927" y="6507"/>
                    <a:pt x="13621" y="2846"/>
                    <a:pt x="13726" y="356"/>
                  </a:cubicBezTo>
                  <a:cubicBezTo>
                    <a:pt x="13684" y="230"/>
                    <a:pt x="13642" y="126"/>
                    <a:pt x="13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7"/>
            <p:cNvSpPr/>
            <p:nvPr/>
          </p:nvSpPr>
          <p:spPr>
            <a:xfrm>
              <a:off x="-353025" y="3374050"/>
              <a:ext cx="134450" cy="92600"/>
            </a:xfrm>
            <a:custGeom>
              <a:avLst/>
              <a:gdLst/>
              <a:ahLst/>
              <a:cxnLst/>
              <a:rect l="l" t="t" r="r" b="b"/>
              <a:pathLst>
                <a:path w="5378" h="3704" extrusionOk="0">
                  <a:moveTo>
                    <a:pt x="0" y="0"/>
                  </a:moveTo>
                  <a:cubicBezTo>
                    <a:pt x="84" y="63"/>
                    <a:pt x="167" y="147"/>
                    <a:pt x="272" y="230"/>
                  </a:cubicBezTo>
                  <a:cubicBezTo>
                    <a:pt x="858" y="774"/>
                    <a:pt x="1486" y="1276"/>
                    <a:pt x="2134" y="1716"/>
                  </a:cubicBezTo>
                  <a:cubicBezTo>
                    <a:pt x="3201" y="2469"/>
                    <a:pt x="4268" y="3097"/>
                    <a:pt x="5377" y="3704"/>
                  </a:cubicBezTo>
                  <a:cubicBezTo>
                    <a:pt x="3641" y="2574"/>
                    <a:pt x="1841" y="1318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7"/>
            <p:cNvSpPr/>
            <p:nvPr/>
          </p:nvSpPr>
          <p:spPr>
            <a:xfrm>
              <a:off x="-76850" y="3828075"/>
              <a:ext cx="17825" cy="24100"/>
            </a:xfrm>
            <a:custGeom>
              <a:avLst/>
              <a:gdLst/>
              <a:ahLst/>
              <a:cxnLst/>
              <a:rect l="l" t="t" r="r" b="b"/>
              <a:pathLst>
                <a:path w="713" h="964" extrusionOk="0">
                  <a:moveTo>
                    <a:pt x="335" y="1"/>
                  </a:moveTo>
                  <a:lnTo>
                    <a:pt x="335" y="1"/>
                  </a:lnTo>
                  <a:cubicBezTo>
                    <a:pt x="440" y="440"/>
                    <a:pt x="252" y="775"/>
                    <a:pt x="1" y="963"/>
                  </a:cubicBezTo>
                  <a:cubicBezTo>
                    <a:pt x="335" y="900"/>
                    <a:pt x="545" y="670"/>
                    <a:pt x="712" y="440"/>
                  </a:cubicBezTo>
                  <a:cubicBezTo>
                    <a:pt x="712" y="440"/>
                    <a:pt x="712" y="419"/>
                    <a:pt x="712" y="419"/>
                  </a:cubicBezTo>
                  <a:cubicBezTo>
                    <a:pt x="587" y="273"/>
                    <a:pt x="461" y="126"/>
                    <a:pt x="3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7"/>
            <p:cNvSpPr/>
            <p:nvPr/>
          </p:nvSpPr>
          <p:spPr>
            <a:xfrm>
              <a:off x="-1584925" y="2877100"/>
              <a:ext cx="1586050" cy="675850"/>
            </a:xfrm>
            <a:custGeom>
              <a:avLst/>
              <a:gdLst/>
              <a:ahLst/>
              <a:cxnLst/>
              <a:rect l="l" t="t" r="r" b="b"/>
              <a:pathLst>
                <a:path w="63442" h="27034" extrusionOk="0">
                  <a:moveTo>
                    <a:pt x="13072" y="0"/>
                  </a:moveTo>
                  <a:cubicBezTo>
                    <a:pt x="10769" y="0"/>
                    <a:pt x="8458" y="378"/>
                    <a:pt x="6424" y="1423"/>
                  </a:cubicBezTo>
                  <a:cubicBezTo>
                    <a:pt x="4834" y="2239"/>
                    <a:pt x="3453" y="3495"/>
                    <a:pt x="2637" y="5064"/>
                  </a:cubicBezTo>
                  <a:cubicBezTo>
                    <a:pt x="2135" y="6068"/>
                    <a:pt x="1863" y="7177"/>
                    <a:pt x="1821" y="8286"/>
                  </a:cubicBezTo>
                  <a:cubicBezTo>
                    <a:pt x="1800" y="9395"/>
                    <a:pt x="2031" y="10525"/>
                    <a:pt x="2595" y="11467"/>
                  </a:cubicBezTo>
                  <a:cubicBezTo>
                    <a:pt x="3160" y="12429"/>
                    <a:pt x="4102" y="13162"/>
                    <a:pt x="5190" y="13371"/>
                  </a:cubicBezTo>
                  <a:cubicBezTo>
                    <a:pt x="5387" y="13413"/>
                    <a:pt x="5589" y="13434"/>
                    <a:pt x="5790" y="13434"/>
                  </a:cubicBezTo>
                  <a:cubicBezTo>
                    <a:pt x="6294" y="13434"/>
                    <a:pt x="6795" y="13299"/>
                    <a:pt x="7199" y="13015"/>
                  </a:cubicBezTo>
                  <a:cubicBezTo>
                    <a:pt x="7785" y="12618"/>
                    <a:pt x="8140" y="11969"/>
                    <a:pt x="8245" y="11278"/>
                  </a:cubicBezTo>
                  <a:lnTo>
                    <a:pt x="8245" y="11278"/>
                  </a:lnTo>
                  <a:cubicBezTo>
                    <a:pt x="8161" y="11990"/>
                    <a:pt x="7785" y="12680"/>
                    <a:pt x="7220" y="13141"/>
                  </a:cubicBezTo>
                  <a:cubicBezTo>
                    <a:pt x="6716" y="13551"/>
                    <a:pt x="6079" y="13779"/>
                    <a:pt x="5428" y="13779"/>
                  </a:cubicBezTo>
                  <a:cubicBezTo>
                    <a:pt x="5349" y="13779"/>
                    <a:pt x="5269" y="13775"/>
                    <a:pt x="5190" y="13768"/>
                  </a:cubicBezTo>
                  <a:cubicBezTo>
                    <a:pt x="3872" y="13643"/>
                    <a:pt x="2784" y="12597"/>
                    <a:pt x="2156" y="11425"/>
                  </a:cubicBezTo>
                  <a:cubicBezTo>
                    <a:pt x="1298" y="9877"/>
                    <a:pt x="1026" y="8056"/>
                    <a:pt x="1382" y="6340"/>
                  </a:cubicBezTo>
                  <a:cubicBezTo>
                    <a:pt x="1738" y="4625"/>
                    <a:pt x="2721" y="3035"/>
                    <a:pt x="4102" y="1967"/>
                  </a:cubicBezTo>
                  <a:lnTo>
                    <a:pt x="4102" y="1967"/>
                  </a:lnTo>
                  <a:cubicBezTo>
                    <a:pt x="2240" y="2930"/>
                    <a:pt x="838" y="4750"/>
                    <a:pt x="398" y="6801"/>
                  </a:cubicBezTo>
                  <a:cubicBezTo>
                    <a:pt x="1" y="8705"/>
                    <a:pt x="398" y="10755"/>
                    <a:pt x="1424" y="12429"/>
                  </a:cubicBezTo>
                  <a:cubicBezTo>
                    <a:pt x="1968" y="13329"/>
                    <a:pt x="2679" y="14124"/>
                    <a:pt x="3579" y="14647"/>
                  </a:cubicBezTo>
                  <a:cubicBezTo>
                    <a:pt x="3621" y="14668"/>
                    <a:pt x="3663" y="14710"/>
                    <a:pt x="3704" y="14731"/>
                  </a:cubicBezTo>
                  <a:cubicBezTo>
                    <a:pt x="4354" y="15092"/>
                    <a:pt x="5114" y="15304"/>
                    <a:pt x="5866" y="15304"/>
                  </a:cubicBezTo>
                  <a:cubicBezTo>
                    <a:pt x="6204" y="15304"/>
                    <a:pt x="6540" y="15261"/>
                    <a:pt x="6864" y="15170"/>
                  </a:cubicBezTo>
                  <a:cubicBezTo>
                    <a:pt x="7910" y="14898"/>
                    <a:pt x="8831" y="14061"/>
                    <a:pt x="9145" y="13015"/>
                  </a:cubicBezTo>
                  <a:cubicBezTo>
                    <a:pt x="9354" y="12262"/>
                    <a:pt x="9228" y="11425"/>
                    <a:pt x="8831" y="10755"/>
                  </a:cubicBezTo>
                  <a:cubicBezTo>
                    <a:pt x="8411" y="10094"/>
                    <a:pt x="7630" y="9619"/>
                    <a:pt x="6863" y="9619"/>
                  </a:cubicBezTo>
                  <a:cubicBezTo>
                    <a:pt x="6636" y="9619"/>
                    <a:pt x="6409" y="9660"/>
                    <a:pt x="6194" y="9751"/>
                  </a:cubicBezTo>
                  <a:cubicBezTo>
                    <a:pt x="5755" y="9939"/>
                    <a:pt x="5399" y="10358"/>
                    <a:pt x="5316" y="10818"/>
                  </a:cubicBezTo>
                  <a:cubicBezTo>
                    <a:pt x="5253" y="11299"/>
                    <a:pt x="5525" y="11822"/>
                    <a:pt x="5985" y="11990"/>
                  </a:cubicBezTo>
                  <a:cubicBezTo>
                    <a:pt x="6066" y="12016"/>
                    <a:pt x="6150" y="12028"/>
                    <a:pt x="6234" y="12028"/>
                  </a:cubicBezTo>
                  <a:cubicBezTo>
                    <a:pt x="6629" y="12028"/>
                    <a:pt x="7025" y="11759"/>
                    <a:pt x="7094" y="11362"/>
                  </a:cubicBezTo>
                  <a:lnTo>
                    <a:pt x="7094" y="11362"/>
                  </a:lnTo>
                  <a:cubicBezTo>
                    <a:pt x="7199" y="11760"/>
                    <a:pt x="7031" y="12220"/>
                    <a:pt x="6717" y="12492"/>
                  </a:cubicBezTo>
                  <a:cubicBezTo>
                    <a:pt x="6429" y="12742"/>
                    <a:pt x="6053" y="12850"/>
                    <a:pt x="5670" y="12850"/>
                  </a:cubicBezTo>
                  <a:cubicBezTo>
                    <a:pt x="5635" y="12850"/>
                    <a:pt x="5601" y="12849"/>
                    <a:pt x="5567" y="12848"/>
                  </a:cubicBezTo>
                  <a:cubicBezTo>
                    <a:pt x="4730" y="12848"/>
                    <a:pt x="3935" y="12366"/>
                    <a:pt x="3411" y="11718"/>
                  </a:cubicBezTo>
                  <a:cubicBezTo>
                    <a:pt x="2888" y="11048"/>
                    <a:pt x="2616" y="10232"/>
                    <a:pt x="2470" y="9416"/>
                  </a:cubicBezTo>
                  <a:cubicBezTo>
                    <a:pt x="2072" y="7240"/>
                    <a:pt x="2616" y="4834"/>
                    <a:pt x="4123" y="3223"/>
                  </a:cubicBezTo>
                  <a:cubicBezTo>
                    <a:pt x="6153" y="1031"/>
                    <a:pt x="9405" y="414"/>
                    <a:pt x="12423" y="414"/>
                  </a:cubicBezTo>
                  <a:cubicBezTo>
                    <a:pt x="13293" y="414"/>
                    <a:pt x="14144" y="465"/>
                    <a:pt x="14940" y="545"/>
                  </a:cubicBezTo>
                  <a:cubicBezTo>
                    <a:pt x="16238" y="670"/>
                    <a:pt x="17514" y="900"/>
                    <a:pt x="18790" y="1193"/>
                  </a:cubicBezTo>
                  <a:cubicBezTo>
                    <a:pt x="22264" y="1988"/>
                    <a:pt x="25632" y="3307"/>
                    <a:pt x="28834" y="4918"/>
                  </a:cubicBezTo>
                  <a:cubicBezTo>
                    <a:pt x="30508" y="5776"/>
                    <a:pt x="32119" y="6717"/>
                    <a:pt x="33709" y="7721"/>
                  </a:cubicBezTo>
                  <a:cubicBezTo>
                    <a:pt x="35299" y="8768"/>
                    <a:pt x="36764" y="9939"/>
                    <a:pt x="38291" y="11048"/>
                  </a:cubicBezTo>
                  <a:cubicBezTo>
                    <a:pt x="49192" y="19062"/>
                    <a:pt x="60345" y="26553"/>
                    <a:pt x="63441" y="27034"/>
                  </a:cubicBezTo>
                  <a:cubicBezTo>
                    <a:pt x="57499" y="24314"/>
                    <a:pt x="50803" y="19439"/>
                    <a:pt x="44045" y="13957"/>
                  </a:cubicBezTo>
                  <a:cubicBezTo>
                    <a:pt x="40907" y="11383"/>
                    <a:pt x="37580" y="9061"/>
                    <a:pt x="34085" y="7010"/>
                  </a:cubicBezTo>
                  <a:cubicBezTo>
                    <a:pt x="31031" y="5232"/>
                    <a:pt x="27850" y="3662"/>
                    <a:pt x="24544" y="2407"/>
                  </a:cubicBezTo>
                  <a:cubicBezTo>
                    <a:pt x="21908" y="1403"/>
                    <a:pt x="19167" y="587"/>
                    <a:pt x="16363" y="231"/>
                  </a:cubicBezTo>
                  <a:cubicBezTo>
                    <a:pt x="15289" y="88"/>
                    <a:pt x="14181" y="0"/>
                    <a:pt x="130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7"/>
            <p:cNvSpPr/>
            <p:nvPr/>
          </p:nvSpPr>
          <p:spPr>
            <a:xfrm>
              <a:off x="-1206725" y="2872400"/>
              <a:ext cx="1134625" cy="631925"/>
            </a:xfrm>
            <a:custGeom>
              <a:avLst/>
              <a:gdLst/>
              <a:ahLst/>
              <a:cxnLst/>
              <a:rect l="l" t="t" r="r" b="b"/>
              <a:pathLst>
                <a:path w="45385" h="25277" extrusionOk="0">
                  <a:moveTo>
                    <a:pt x="1" y="0"/>
                  </a:moveTo>
                  <a:cubicBezTo>
                    <a:pt x="7366" y="670"/>
                    <a:pt x="19020" y="5399"/>
                    <a:pt x="29231" y="13747"/>
                  </a:cubicBezTo>
                  <a:cubicBezTo>
                    <a:pt x="34818" y="18267"/>
                    <a:pt x="40341" y="22410"/>
                    <a:pt x="45384" y="25276"/>
                  </a:cubicBezTo>
                  <a:cubicBezTo>
                    <a:pt x="42392" y="23142"/>
                    <a:pt x="39442" y="20547"/>
                    <a:pt x="36031" y="18204"/>
                  </a:cubicBezTo>
                  <a:cubicBezTo>
                    <a:pt x="31721" y="15086"/>
                    <a:pt x="27850" y="11801"/>
                    <a:pt x="24293" y="8997"/>
                  </a:cubicBezTo>
                  <a:cubicBezTo>
                    <a:pt x="19983" y="5922"/>
                    <a:pt x="15484" y="3495"/>
                    <a:pt x="10944" y="1946"/>
                  </a:cubicBezTo>
                  <a:lnTo>
                    <a:pt x="10693" y="1904"/>
                  </a:lnTo>
                  <a:lnTo>
                    <a:pt x="10818" y="1904"/>
                  </a:lnTo>
                  <a:cubicBezTo>
                    <a:pt x="7178" y="670"/>
                    <a:pt x="3537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7"/>
            <p:cNvSpPr/>
            <p:nvPr/>
          </p:nvSpPr>
          <p:spPr>
            <a:xfrm>
              <a:off x="280950" y="3348925"/>
              <a:ext cx="6300" cy="2650"/>
            </a:xfrm>
            <a:custGeom>
              <a:avLst/>
              <a:gdLst/>
              <a:ahLst/>
              <a:cxnLst/>
              <a:rect l="l" t="t" r="r" b="b"/>
              <a:pathLst>
                <a:path w="252" h="106" extrusionOk="0">
                  <a:moveTo>
                    <a:pt x="0" y="1"/>
                  </a:moveTo>
                  <a:cubicBezTo>
                    <a:pt x="21" y="43"/>
                    <a:pt x="0" y="64"/>
                    <a:pt x="0" y="105"/>
                  </a:cubicBezTo>
                  <a:cubicBezTo>
                    <a:pt x="84" y="84"/>
                    <a:pt x="168" y="43"/>
                    <a:pt x="252" y="22"/>
                  </a:cubicBezTo>
                  <a:cubicBezTo>
                    <a:pt x="168" y="22"/>
                    <a:pt x="84" y="22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7"/>
            <p:cNvSpPr/>
            <p:nvPr/>
          </p:nvSpPr>
          <p:spPr>
            <a:xfrm>
              <a:off x="279900" y="3343175"/>
              <a:ext cx="3700" cy="1600"/>
            </a:xfrm>
            <a:custGeom>
              <a:avLst/>
              <a:gdLst/>
              <a:ahLst/>
              <a:cxnLst/>
              <a:rect l="l" t="t" r="r" b="b"/>
              <a:pathLst>
                <a:path w="148" h="64" extrusionOk="0">
                  <a:moveTo>
                    <a:pt x="1" y="1"/>
                  </a:moveTo>
                  <a:cubicBezTo>
                    <a:pt x="22" y="22"/>
                    <a:pt x="22" y="42"/>
                    <a:pt x="22" y="63"/>
                  </a:cubicBezTo>
                  <a:cubicBezTo>
                    <a:pt x="63" y="42"/>
                    <a:pt x="105" y="22"/>
                    <a:pt x="1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7"/>
            <p:cNvSpPr/>
            <p:nvPr/>
          </p:nvSpPr>
          <p:spPr>
            <a:xfrm>
              <a:off x="279375" y="3340050"/>
              <a:ext cx="3700" cy="2625"/>
            </a:xfrm>
            <a:custGeom>
              <a:avLst/>
              <a:gdLst/>
              <a:ahLst/>
              <a:cxnLst/>
              <a:rect l="l" t="t" r="r" b="b"/>
              <a:pathLst>
                <a:path w="148" h="105" extrusionOk="0">
                  <a:moveTo>
                    <a:pt x="1" y="0"/>
                  </a:moveTo>
                  <a:cubicBezTo>
                    <a:pt x="1" y="42"/>
                    <a:pt x="1" y="63"/>
                    <a:pt x="22" y="105"/>
                  </a:cubicBezTo>
                  <a:cubicBezTo>
                    <a:pt x="63" y="84"/>
                    <a:pt x="105" y="42"/>
                    <a:pt x="147" y="21"/>
                  </a:cubicBezTo>
                  <a:cubicBezTo>
                    <a:pt x="84" y="0"/>
                    <a:pt x="43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7"/>
            <p:cNvSpPr/>
            <p:nvPr/>
          </p:nvSpPr>
          <p:spPr>
            <a:xfrm>
              <a:off x="274150" y="3306050"/>
              <a:ext cx="114575" cy="63825"/>
            </a:xfrm>
            <a:custGeom>
              <a:avLst/>
              <a:gdLst/>
              <a:ahLst/>
              <a:cxnLst/>
              <a:rect l="l" t="t" r="r" b="b"/>
              <a:pathLst>
                <a:path w="4583" h="2553" extrusionOk="0">
                  <a:moveTo>
                    <a:pt x="4583" y="0"/>
                  </a:moveTo>
                  <a:cubicBezTo>
                    <a:pt x="3557" y="795"/>
                    <a:pt x="2490" y="1318"/>
                    <a:pt x="1591" y="1590"/>
                  </a:cubicBezTo>
                  <a:cubicBezTo>
                    <a:pt x="1549" y="1611"/>
                    <a:pt x="1507" y="1653"/>
                    <a:pt x="1444" y="1674"/>
                  </a:cubicBezTo>
                  <a:cubicBezTo>
                    <a:pt x="1319" y="1695"/>
                    <a:pt x="1172" y="1716"/>
                    <a:pt x="1047" y="1716"/>
                  </a:cubicBezTo>
                  <a:cubicBezTo>
                    <a:pt x="775" y="1779"/>
                    <a:pt x="524" y="1820"/>
                    <a:pt x="314" y="1820"/>
                  </a:cubicBezTo>
                  <a:lnTo>
                    <a:pt x="272" y="1820"/>
                  </a:lnTo>
                  <a:cubicBezTo>
                    <a:pt x="272" y="2071"/>
                    <a:pt x="210" y="2343"/>
                    <a:pt x="0" y="2553"/>
                  </a:cubicBezTo>
                  <a:cubicBezTo>
                    <a:pt x="1319" y="2134"/>
                    <a:pt x="3013" y="1360"/>
                    <a:pt x="45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7"/>
            <p:cNvSpPr/>
            <p:nvPr/>
          </p:nvSpPr>
          <p:spPr>
            <a:xfrm>
              <a:off x="-121300" y="3287200"/>
              <a:ext cx="42400" cy="7350"/>
            </a:xfrm>
            <a:custGeom>
              <a:avLst/>
              <a:gdLst/>
              <a:ahLst/>
              <a:cxnLst/>
              <a:rect l="l" t="t" r="r" b="b"/>
              <a:pathLst>
                <a:path w="1696" h="294" extrusionOk="0">
                  <a:moveTo>
                    <a:pt x="1695" y="1"/>
                  </a:moveTo>
                  <a:lnTo>
                    <a:pt x="1695" y="1"/>
                  </a:lnTo>
                  <a:cubicBezTo>
                    <a:pt x="1629" y="16"/>
                    <a:pt x="1565" y="31"/>
                    <a:pt x="1503" y="46"/>
                  </a:cubicBezTo>
                  <a:lnTo>
                    <a:pt x="1503" y="46"/>
                  </a:lnTo>
                  <a:cubicBezTo>
                    <a:pt x="1566" y="31"/>
                    <a:pt x="1630" y="16"/>
                    <a:pt x="1695" y="1"/>
                  </a:cubicBezTo>
                  <a:close/>
                  <a:moveTo>
                    <a:pt x="1503" y="46"/>
                  </a:moveTo>
                  <a:lnTo>
                    <a:pt x="1503" y="46"/>
                  </a:lnTo>
                  <a:cubicBezTo>
                    <a:pt x="972" y="165"/>
                    <a:pt x="486" y="235"/>
                    <a:pt x="0" y="273"/>
                  </a:cubicBezTo>
                  <a:cubicBezTo>
                    <a:pt x="168" y="273"/>
                    <a:pt x="356" y="273"/>
                    <a:pt x="544" y="294"/>
                  </a:cubicBezTo>
                  <a:cubicBezTo>
                    <a:pt x="813" y="222"/>
                    <a:pt x="1128" y="135"/>
                    <a:pt x="1503" y="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7"/>
            <p:cNvSpPr/>
            <p:nvPr/>
          </p:nvSpPr>
          <p:spPr>
            <a:xfrm>
              <a:off x="-106650" y="4452650"/>
              <a:ext cx="2100" cy="5250"/>
            </a:xfrm>
            <a:custGeom>
              <a:avLst/>
              <a:gdLst/>
              <a:ahLst/>
              <a:cxnLst/>
              <a:rect l="l" t="t" r="r" b="b"/>
              <a:pathLst>
                <a:path w="84" h="210" extrusionOk="0">
                  <a:moveTo>
                    <a:pt x="84" y="1"/>
                  </a:moveTo>
                  <a:cubicBezTo>
                    <a:pt x="63" y="63"/>
                    <a:pt x="42" y="126"/>
                    <a:pt x="0" y="189"/>
                  </a:cubicBezTo>
                  <a:cubicBezTo>
                    <a:pt x="21" y="189"/>
                    <a:pt x="21" y="210"/>
                    <a:pt x="21" y="210"/>
                  </a:cubicBezTo>
                  <a:cubicBezTo>
                    <a:pt x="42" y="168"/>
                    <a:pt x="63" y="147"/>
                    <a:pt x="84" y="105"/>
                  </a:cubicBezTo>
                  <a:cubicBezTo>
                    <a:pt x="84" y="63"/>
                    <a:pt x="84" y="42"/>
                    <a:pt x="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7"/>
            <p:cNvSpPr/>
            <p:nvPr/>
          </p:nvSpPr>
          <p:spPr>
            <a:xfrm>
              <a:off x="-403775" y="3336375"/>
              <a:ext cx="766350" cy="437325"/>
            </a:xfrm>
            <a:custGeom>
              <a:avLst/>
              <a:gdLst/>
              <a:ahLst/>
              <a:cxnLst/>
              <a:rect l="l" t="t" r="r" b="b"/>
              <a:pathLst>
                <a:path w="30654" h="17493" extrusionOk="0">
                  <a:moveTo>
                    <a:pt x="24084" y="11885"/>
                  </a:moveTo>
                  <a:cubicBezTo>
                    <a:pt x="24003" y="11925"/>
                    <a:pt x="23942" y="11946"/>
                    <a:pt x="23864" y="11966"/>
                  </a:cubicBezTo>
                  <a:lnTo>
                    <a:pt x="23864" y="11966"/>
                  </a:lnTo>
                  <a:cubicBezTo>
                    <a:pt x="23869" y="11964"/>
                    <a:pt x="23874" y="11958"/>
                    <a:pt x="23874" y="11948"/>
                  </a:cubicBezTo>
                  <a:lnTo>
                    <a:pt x="24084" y="11885"/>
                  </a:ln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670" y="963"/>
                    <a:pt x="1486" y="1946"/>
                    <a:pt x="2511" y="2888"/>
                  </a:cubicBezTo>
                  <a:cubicBezTo>
                    <a:pt x="3892" y="4164"/>
                    <a:pt x="5252" y="5315"/>
                    <a:pt x="6424" y="6299"/>
                  </a:cubicBezTo>
                  <a:cubicBezTo>
                    <a:pt x="7198" y="6801"/>
                    <a:pt x="7993" y="7303"/>
                    <a:pt x="8851" y="7805"/>
                  </a:cubicBezTo>
                  <a:cubicBezTo>
                    <a:pt x="12785" y="10128"/>
                    <a:pt x="16760" y="11069"/>
                    <a:pt x="18936" y="11132"/>
                  </a:cubicBezTo>
                  <a:cubicBezTo>
                    <a:pt x="18677" y="11164"/>
                    <a:pt x="18391" y="11180"/>
                    <a:pt x="18082" y="11180"/>
                  </a:cubicBezTo>
                  <a:cubicBezTo>
                    <a:pt x="15776" y="11180"/>
                    <a:pt x="12185" y="10269"/>
                    <a:pt x="8642" y="8203"/>
                  </a:cubicBezTo>
                  <a:lnTo>
                    <a:pt x="8642" y="8203"/>
                  </a:lnTo>
                  <a:cubicBezTo>
                    <a:pt x="8767" y="8307"/>
                    <a:pt x="8872" y="8433"/>
                    <a:pt x="8998" y="8537"/>
                  </a:cubicBezTo>
                  <a:cubicBezTo>
                    <a:pt x="9918" y="9040"/>
                    <a:pt x="10923" y="9521"/>
                    <a:pt x="11990" y="9960"/>
                  </a:cubicBezTo>
                  <a:cubicBezTo>
                    <a:pt x="15689" y="11370"/>
                    <a:pt x="19254" y="12215"/>
                    <a:pt x="21812" y="12215"/>
                  </a:cubicBezTo>
                  <a:cubicBezTo>
                    <a:pt x="22595" y="12215"/>
                    <a:pt x="23284" y="12136"/>
                    <a:pt x="23853" y="11969"/>
                  </a:cubicBezTo>
                  <a:lnTo>
                    <a:pt x="23853" y="11969"/>
                  </a:lnTo>
                  <a:cubicBezTo>
                    <a:pt x="23128" y="12281"/>
                    <a:pt x="22185" y="12426"/>
                    <a:pt x="21089" y="12426"/>
                  </a:cubicBezTo>
                  <a:cubicBezTo>
                    <a:pt x="18583" y="12426"/>
                    <a:pt x="15275" y="11666"/>
                    <a:pt x="11927" y="10400"/>
                  </a:cubicBezTo>
                  <a:lnTo>
                    <a:pt x="11927" y="10400"/>
                  </a:lnTo>
                  <a:cubicBezTo>
                    <a:pt x="12199" y="10525"/>
                    <a:pt x="12450" y="10651"/>
                    <a:pt x="12722" y="10755"/>
                  </a:cubicBezTo>
                  <a:cubicBezTo>
                    <a:pt x="17011" y="12508"/>
                    <a:pt x="21050" y="13147"/>
                    <a:pt x="23537" y="13147"/>
                  </a:cubicBezTo>
                  <a:cubicBezTo>
                    <a:pt x="23841" y="13147"/>
                    <a:pt x="24121" y="13138"/>
                    <a:pt x="24376" y="13120"/>
                  </a:cubicBezTo>
                  <a:lnTo>
                    <a:pt x="24376" y="13120"/>
                  </a:lnTo>
                  <a:lnTo>
                    <a:pt x="24167" y="13141"/>
                  </a:lnTo>
                  <a:cubicBezTo>
                    <a:pt x="23638" y="13244"/>
                    <a:pt x="22999" y="13297"/>
                    <a:pt x="22274" y="13297"/>
                  </a:cubicBezTo>
                  <a:cubicBezTo>
                    <a:pt x="19761" y="13297"/>
                    <a:pt x="16208" y="12652"/>
                    <a:pt x="12555" y="11174"/>
                  </a:cubicBezTo>
                  <a:cubicBezTo>
                    <a:pt x="11990" y="10944"/>
                    <a:pt x="11425" y="10714"/>
                    <a:pt x="10881" y="10442"/>
                  </a:cubicBezTo>
                  <a:lnTo>
                    <a:pt x="10881" y="10442"/>
                  </a:lnTo>
                  <a:cubicBezTo>
                    <a:pt x="11802" y="10902"/>
                    <a:pt x="12764" y="11320"/>
                    <a:pt x="13810" y="11697"/>
                  </a:cubicBezTo>
                  <a:cubicBezTo>
                    <a:pt x="17708" y="12936"/>
                    <a:pt x="21479" y="14061"/>
                    <a:pt x="24022" y="14061"/>
                  </a:cubicBezTo>
                  <a:cubicBezTo>
                    <a:pt x="24726" y="14061"/>
                    <a:pt x="25335" y="13975"/>
                    <a:pt x="25828" y="13782"/>
                  </a:cubicBezTo>
                  <a:lnTo>
                    <a:pt x="25828" y="13782"/>
                  </a:lnTo>
                  <a:lnTo>
                    <a:pt x="25653" y="13852"/>
                  </a:lnTo>
                  <a:cubicBezTo>
                    <a:pt x="25044" y="14124"/>
                    <a:pt x="24273" y="14243"/>
                    <a:pt x="23380" y="14243"/>
                  </a:cubicBezTo>
                  <a:cubicBezTo>
                    <a:pt x="20837" y="14243"/>
                    <a:pt x="17297" y="13277"/>
                    <a:pt x="13643" y="12115"/>
                  </a:cubicBezTo>
                  <a:cubicBezTo>
                    <a:pt x="12099" y="11581"/>
                    <a:pt x="11203" y="11262"/>
                    <a:pt x="11148" y="11262"/>
                  </a:cubicBezTo>
                  <a:cubicBezTo>
                    <a:pt x="11105" y="11262"/>
                    <a:pt x="11553" y="11448"/>
                    <a:pt x="12576" y="11864"/>
                  </a:cubicBezTo>
                  <a:cubicBezTo>
                    <a:pt x="17430" y="14166"/>
                    <a:pt x="21949" y="15317"/>
                    <a:pt x="24523" y="15442"/>
                  </a:cubicBezTo>
                  <a:cubicBezTo>
                    <a:pt x="24273" y="15467"/>
                    <a:pt x="24004" y="15479"/>
                    <a:pt x="23718" y="15479"/>
                  </a:cubicBezTo>
                  <a:cubicBezTo>
                    <a:pt x="21053" y="15479"/>
                    <a:pt x="16877" y="14428"/>
                    <a:pt x="12513" y="12387"/>
                  </a:cubicBezTo>
                  <a:cubicBezTo>
                    <a:pt x="10086" y="11404"/>
                    <a:pt x="9855" y="11027"/>
                    <a:pt x="6424" y="8977"/>
                  </a:cubicBezTo>
                  <a:lnTo>
                    <a:pt x="6424" y="8977"/>
                  </a:lnTo>
                  <a:cubicBezTo>
                    <a:pt x="7805" y="10253"/>
                    <a:pt x="10295" y="11906"/>
                    <a:pt x="12952" y="12910"/>
                  </a:cubicBezTo>
                  <a:cubicBezTo>
                    <a:pt x="13156" y="12992"/>
                    <a:pt x="20910" y="16078"/>
                    <a:pt x="22882" y="16078"/>
                  </a:cubicBezTo>
                  <a:cubicBezTo>
                    <a:pt x="22938" y="16078"/>
                    <a:pt x="22990" y="16075"/>
                    <a:pt x="23037" y="16070"/>
                  </a:cubicBezTo>
                  <a:lnTo>
                    <a:pt x="23037" y="16070"/>
                  </a:lnTo>
                  <a:cubicBezTo>
                    <a:pt x="22713" y="16167"/>
                    <a:pt x="22355" y="16209"/>
                    <a:pt x="21969" y="16209"/>
                  </a:cubicBezTo>
                  <a:cubicBezTo>
                    <a:pt x="21609" y="16209"/>
                    <a:pt x="21224" y="16172"/>
                    <a:pt x="20819" y="16112"/>
                  </a:cubicBezTo>
                  <a:lnTo>
                    <a:pt x="20819" y="16112"/>
                  </a:lnTo>
                  <a:cubicBezTo>
                    <a:pt x="20338" y="17074"/>
                    <a:pt x="21740" y="17472"/>
                    <a:pt x="23581" y="17493"/>
                  </a:cubicBezTo>
                  <a:cubicBezTo>
                    <a:pt x="23142" y="17263"/>
                    <a:pt x="22849" y="16970"/>
                    <a:pt x="22703" y="16760"/>
                  </a:cubicBezTo>
                  <a:lnTo>
                    <a:pt x="22724" y="16760"/>
                  </a:lnTo>
                  <a:cubicBezTo>
                    <a:pt x="23079" y="16844"/>
                    <a:pt x="23644" y="17095"/>
                    <a:pt x="24293" y="17325"/>
                  </a:cubicBezTo>
                  <a:cubicBezTo>
                    <a:pt x="24554" y="17388"/>
                    <a:pt x="24795" y="17404"/>
                    <a:pt x="25017" y="17404"/>
                  </a:cubicBezTo>
                  <a:cubicBezTo>
                    <a:pt x="25240" y="17404"/>
                    <a:pt x="25444" y="17388"/>
                    <a:pt x="25632" y="17388"/>
                  </a:cubicBezTo>
                  <a:cubicBezTo>
                    <a:pt x="25862" y="17346"/>
                    <a:pt x="26071" y="17325"/>
                    <a:pt x="26301" y="17283"/>
                  </a:cubicBezTo>
                  <a:cubicBezTo>
                    <a:pt x="25695" y="17179"/>
                    <a:pt x="25213" y="16970"/>
                    <a:pt x="24900" y="16844"/>
                  </a:cubicBezTo>
                  <a:lnTo>
                    <a:pt x="24962" y="16844"/>
                  </a:lnTo>
                  <a:cubicBezTo>
                    <a:pt x="25653" y="16677"/>
                    <a:pt x="26908" y="16739"/>
                    <a:pt x="28017" y="16321"/>
                  </a:cubicBezTo>
                  <a:cubicBezTo>
                    <a:pt x="27871" y="16300"/>
                    <a:pt x="27745" y="16279"/>
                    <a:pt x="27682" y="16237"/>
                  </a:cubicBezTo>
                  <a:lnTo>
                    <a:pt x="27703" y="16237"/>
                  </a:lnTo>
                  <a:cubicBezTo>
                    <a:pt x="27787" y="16175"/>
                    <a:pt x="27892" y="16133"/>
                    <a:pt x="27975" y="16070"/>
                  </a:cubicBezTo>
                  <a:cubicBezTo>
                    <a:pt x="27996" y="16070"/>
                    <a:pt x="28017" y="16049"/>
                    <a:pt x="28017" y="16028"/>
                  </a:cubicBezTo>
                  <a:lnTo>
                    <a:pt x="28017" y="16028"/>
                  </a:lnTo>
                  <a:cubicBezTo>
                    <a:pt x="27975" y="16049"/>
                    <a:pt x="27913" y="16070"/>
                    <a:pt x="27850" y="16091"/>
                  </a:cubicBezTo>
                  <a:cubicBezTo>
                    <a:pt x="27834" y="16091"/>
                    <a:pt x="27818" y="16091"/>
                    <a:pt x="27803" y="16091"/>
                  </a:cubicBezTo>
                  <a:cubicBezTo>
                    <a:pt x="26992" y="16091"/>
                    <a:pt x="26446" y="15562"/>
                    <a:pt x="26322" y="15275"/>
                  </a:cubicBezTo>
                  <a:lnTo>
                    <a:pt x="26322" y="15275"/>
                  </a:lnTo>
                  <a:lnTo>
                    <a:pt x="26343" y="15296"/>
                  </a:lnTo>
                  <a:cubicBezTo>
                    <a:pt x="26702" y="15435"/>
                    <a:pt x="27137" y="15632"/>
                    <a:pt x="27739" y="15632"/>
                  </a:cubicBezTo>
                  <a:cubicBezTo>
                    <a:pt x="27768" y="15632"/>
                    <a:pt x="27798" y="15631"/>
                    <a:pt x="27829" y="15631"/>
                  </a:cubicBezTo>
                  <a:cubicBezTo>
                    <a:pt x="27933" y="15610"/>
                    <a:pt x="28038" y="15589"/>
                    <a:pt x="28143" y="15568"/>
                  </a:cubicBezTo>
                  <a:cubicBezTo>
                    <a:pt x="27954" y="15484"/>
                    <a:pt x="27808" y="15379"/>
                    <a:pt x="27745" y="15296"/>
                  </a:cubicBezTo>
                  <a:lnTo>
                    <a:pt x="27766" y="15296"/>
                  </a:lnTo>
                  <a:cubicBezTo>
                    <a:pt x="27829" y="15287"/>
                    <a:pt x="27895" y="15285"/>
                    <a:pt x="27964" y="15285"/>
                  </a:cubicBezTo>
                  <a:cubicBezTo>
                    <a:pt x="28067" y="15285"/>
                    <a:pt x="28177" y="15291"/>
                    <a:pt x="28292" y="15291"/>
                  </a:cubicBezTo>
                  <a:cubicBezTo>
                    <a:pt x="28483" y="15291"/>
                    <a:pt x="28687" y="15275"/>
                    <a:pt x="28896" y="15191"/>
                  </a:cubicBezTo>
                  <a:cubicBezTo>
                    <a:pt x="29168" y="15045"/>
                    <a:pt x="29356" y="14877"/>
                    <a:pt x="29545" y="14710"/>
                  </a:cubicBezTo>
                  <a:cubicBezTo>
                    <a:pt x="29586" y="14522"/>
                    <a:pt x="29586" y="14333"/>
                    <a:pt x="29503" y="14229"/>
                  </a:cubicBezTo>
                  <a:cubicBezTo>
                    <a:pt x="28978" y="14491"/>
                    <a:pt x="28438" y="14632"/>
                    <a:pt x="27973" y="14632"/>
                  </a:cubicBezTo>
                  <a:cubicBezTo>
                    <a:pt x="27474" y="14632"/>
                    <a:pt x="27062" y="14470"/>
                    <a:pt x="26845" y="14124"/>
                  </a:cubicBezTo>
                  <a:lnTo>
                    <a:pt x="26845" y="14124"/>
                  </a:lnTo>
                  <a:lnTo>
                    <a:pt x="26929" y="14145"/>
                  </a:lnTo>
                  <a:cubicBezTo>
                    <a:pt x="27120" y="14205"/>
                    <a:pt x="27316" y="14237"/>
                    <a:pt x="27515" y="14237"/>
                  </a:cubicBezTo>
                  <a:cubicBezTo>
                    <a:pt x="27729" y="14237"/>
                    <a:pt x="27946" y="14200"/>
                    <a:pt x="28164" y="14124"/>
                  </a:cubicBezTo>
                  <a:cubicBezTo>
                    <a:pt x="28833" y="13936"/>
                    <a:pt x="28959" y="13287"/>
                    <a:pt x="29126" y="12346"/>
                  </a:cubicBezTo>
                  <a:lnTo>
                    <a:pt x="29105" y="12346"/>
                  </a:lnTo>
                  <a:cubicBezTo>
                    <a:pt x="28615" y="12899"/>
                    <a:pt x="27981" y="13022"/>
                    <a:pt x="27547" y="13022"/>
                  </a:cubicBezTo>
                  <a:cubicBezTo>
                    <a:pt x="27407" y="13022"/>
                    <a:pt x="27288" y="13009"/>
                    <a:pt x="27201" y="12994"/>
                  </a:cubicBezTo>
                  <a:lnTo>
                    <a:pt x="27222" y="12973"/>
                  </a:lnTo>
                  <a:cubicBezTo>
                    <a:pt x="27620" y="12785"/>
                    <a:pt x="28247" y="12618"/>
                    <a:pt x="28770" y="12053"/>
                  </a:cubicBezTo>
                  <a:cubicBezTo>
                    <a:pt x="28980" y="11781"/>
                    <a:pt x="29168" y="11509"/>
                    <a:pt x="29356" y="11257"/>
                  </a:cubicBezTo>
                  <a:cubicBezTo>
                    <a:pt x="29419" y="10965"/>
                    <a:pt x="29503" y="10672"/>
                    <a:pt x="29628" y="10358"/>
                  </a:cubicBezTo>
                  <a:cubicBezTo>
                    <a:pt x="29628" y="10337"/>
                    <a:pt x="29649" y="10337"/>
                    <a:pt x="29649" y="10316"/>
                  </a:cubicBezTo>
                  <a:lnTo>
                    <a:pt x="29649" y="10316"/>
                  </a:lnTo>
                  <a:cubicBezTo>
                    <a:pt x="29649" y="10316"/>
                    <a:pt x="29628" y="10316"/>
                    <a:pt x="29628" y="10337"/>
                  </a:cubicBezTo>
                  <a:cubicBezTo>
                    <a:pt x="29085" y="10982"/>
                    <a:pt x="28265" y="11490"/>
                    <a:pt x="27696" y="11490"/>
                  </a:cubicBezTo>
                  <a:cubicBezTo>
                    <a:pt x="27564" y="11490"/>
                    <a:pt x="27446" y="11463"/>
                    <a:pt x="27348" y="11404"/>
                  </a:cubicBezTo>
                  <a:lnTo>
                    <a:pt x="27389" y="11383"/>
                  </a:lnTo>
                  <a:cubicBezTo>
                    <a:pt x="28017" y="11362"/>
                    <a:pt x="28519" y="10839"/>
                    <a:pt x="29356" y="9981"/>
                  </a:cubicBezTo>
                  <a:cubicBezTo>
                    <a:pt x="29398" y="9939"/>
                    <a:pt x="29461" y="9918"/>
                    <a:pt x="29503" y="9877"/>
                  </a:cubicBezTo>
                  <a:cubicBezTo>
                    <a:pt x="29628" y="9772"/>
                    <a:pt x="29775" y="9646"/>
                    <a:pt x="29921" y="9542"/>
                  </a:cubicBezTo>
                  <a:lnTo>
                    <a:pt x="29921" y="9542"/>
                  </a:lnTo>
                  <a:cubicBezTo>
                    <a:pt x="29858" y="9563"/>
                    <a:pt x="29817" y="9584"/>
                    <a:pt x="29754" y="9584"/>
                  </a:cubicBezTo>
                  <a:cubicBezTo>
                    <a:pt x="29022" y="10086"/>
                    <a:pt x="28310" y="10441"/>
                    <a:pt x="27892" y="10546"/>
                  </a:cubicBezTo>
                  <a:lnTo>
                    <a:pt x="27913" y="10525"/>
                  </a:lnTo>
                  <a:cubicBezTo>
                    <a:pt x="28143" y="10232"/>
                    <a:pt x="28645" y="9814"/>
                    <a:pt x="29273" y="9374"/>
                  </a:cubicBezTo>
                  <a:cubicBezTo>
                    <a:pt x="29294" y="9353"/>
                    <a:pt x="29314" y="9333"/>
                    <a:pt x="29314" y="9312"/>
                  </a:cubicBezTo>
                  <a:lnTo>
                    <a:pt x="29314" y="9312"/>
                  </a:lnTo>
                  <a:cubicBezTo>
                    <a:pt x="29231" y="9374"/>
                    <a:pt x="29147" y="9416"/>
                    <a:pt x="29063" y="9458"/>
                  </a:cubicBezTo>
                  <a:cubicBezTo>
                    <a:pt x="28511" y="9765"/>
                    <a:pt x="27998" y="9932"/>
                    <a:pt x="27683" y="9939"/>
                  </a:cubicBezTo>
                  <a:lnTo>
                    <a:pt x="27683" y="9939"/>
                  </a:lnTo>
                  <a:cubicBezTo>
                    <a:pt x="27829" y="9772"/>
                    <a:pt x="28059" y="9563"/>
                    <a:pt x="28331" y="9374"/>
                  </a:cubicBezTo>
                  <a:lnTo>
                    <a:pt x="28331" y="9374"/>
                  </a:lnTo>
                  <a:cubicBezTo>
                    <a:pt x="28185" y="9416"/>
                    <a:pt x="28059" y="9437"/>
                    <a:pt x="27933" y="9458"/>
                  </a:cubicBezTo>
                  <a:lnTo>
                    <a:pt x="27975" y="9437"/>
                  </a:lnTo>
                  <a:cubicBezTo>
                    <a:pt x="28226" y="9207"/>
                    <a:pt x="28687" y="8956"/>
                    <a:pt x="29273" y="8747"/>
                  </a:cubicBezTo>
                  <a:lnTo>
                    <a:pt x="29273" y="8747"/>
                  </a:lnTo>
                  <a:cubicBezTo>
                    <a:pt x="27703" y="9081"/>
                    <a:pt x="26448" y="10065"/>
                    <a:pt x="25674" y="10462"/>
                  </a:cubicBezTo>
                  <a:cubicBezTo>
                    <a:pt x="26265" y="9687"/>
                    <a:pt x="27890" y="7759"/>
                    <a:pt x="30453" y="7759"/>
                  </a:cubicBezTo>
                  <a:cubicBezTo>
                    <a:pt x="30519" y="7759"/>
                    <a:pt x="30586" y="7761"/>
                    <a:pt x="30654" y="7763"/>
                  </a:cubicBezTo>
                  <a:cubicBezTo>
                    <a:pt x="30361" y="7680"/>
                    <a:pt x="30047" y="7638"/>
                    <a:pt x="29712" y="7638"/>
                  </a:cubicBezTo>
                  <a:lnTo>
                    <a:pt x="29649" y="7638"/>
                  </a:lnTo>
                  <a:cubicBezTo>
                    <a:pt x="29629" y="7637"/>
                    <a:pt x="29608" y="7637"/>
                    <a:pt x="29588" y="7637"/>
                  </a:cubicBezTo>
                  <a:cubicBezTo>
                    <a:pt x="27776" y="7637"/>
                    <a:pt x="25459" y="8546"/>
                    <a:pt x="23142" y="9291"/>
                  </a:cubicBezTo>
                  <a:cubicBezTo>
                    <a:pt x="22041" y="9483"/>
                    <a:pt x="20881" y="9573"/>
                    <a:pt x="19687" y="9573"/>
                  </a:cubicBezTo>
                  <a:cubicBezTo>
                    <a:pt x="19452" y="9573"/>
                    <a:pt x="19216" y="9570"/>
                    <a:pt x="18978" y="9563"/>
                  </a:cubicBezTo>
                  <a:cubicBezTo>
                    <a:pt x="18740" y="9570"/>
                    <a:pt x="18505" y="9574"/>
                    <a:pt x="18274" y="9574"/>
                  </a:cubicBezTo>
                  <a:cubicBezTo>
                    <a:pt x="16543" y="9574"/>
                    <a:pt x="15064" y="9369"/>
                    <a:pt x="14270" y="9019"/>
                  </a:cubicBezTo>
                  <a:cubicBezTo>
                    <a:pt x="13977" y="8893"/>
                    <a:pt x="13684" y="8747"/>
                    <a:pt x="13392" y="8621"/>
                  </a:cubicBezTo>
                  <a:cubicBezTo>
                    <a:pt x="12136" y="8244"/>
                    <a:pt x="10902" y="7763"/>
                    <a:pt x="9667" y="7156"/>
                  </a:cubicBezTo>
                  <a:cubicBezTo>
                    <a:pt x="8516" y="6654"/>
                    <a:pt x="7449" y="6068"/>
                    <a:pt x="6466" y="5441"/>
                  </a:cubicBezTo>
                  <a:cubicBezTo>
                    <a:pt x="4457" y="4290"/>
                    <a:pt x="2386" y="2700"/>
                    <a:pt x="691" y="524"/>
                  </a:cubicBezTo>
                  <a:cubicBezTo>
                    <a:pt x="461" y="356"/>
                    <a:pt x="231" y="189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7"/>
            <p:cNvSpPr/>
            <p:nvPr/>
          </p:nvSpPr>
          <p:spPr>
            <a:xfrm>
              <a:off x="-118200" y="2839550"/>
              <a:ext cx="842225" cy="726575"/>
            </a:xfrm>
            <a:custGeom>
              <a:avLst/>
              <a:gdLst/>
              <a:ahLst/>
              <a:cxnLst/>
              <a:rect l="l" t="t" r="r" b="b"/>
              <a:pathLst>
                <a:path w="33689" h="29063" extrusionOk="0">
                  <a:moveTo>
                    <a:pt x="26512" y="18555"/>
                  </a:moveTo>
                  <a:cubicBezTo>
                    <a:pt x="26366" y="18723"/>
                    <a:pt x="26219" y="18890"/>
                    <a:pt x="26073" y="19016"/>
                  </a:cubicBezTo>
                  <a:lnTo>
                    <a:pt x="26261" y="18765"/>
                  </a:lnTo>
                  <a:cubicBezTo>
                    <a:pt x="26345" y="18702"/>
                    <a:pt x="26428" y="18618"/>
                    <a:pt x="26512" y="18555"/>
                  </a:cubicBezTo>
                  <a:close/>
                  <a:moveTo>
                    <a:pt x="17494" y="25125"/>
                  </a:moveTo>
                  <a:cubicBezTo>
                    <a:pt x="17485" y="25125"/>
                    <a:pt x="17471" y="25130"/>
                    <a:pt x="17457" y="25136"/>
                  </a:cubicBezTo>
                  <a:lnTo>
                    <a:pt x="17457" y="25136"/>
                  </a:lnTo>
                  <a:cubicBezTo>
                    <a:pt x="17469" y="25132"/>
                    <a:pt x="17481" y="25129"/>
                    <a:pt x="17494" y="25125"/>
                  </a:cubicBezTo>
                  <a:close/>
                  <a:moveTo>
                    <a:pt x="20579" y="1"/>
                  </a:moveTo>
                  <a:cubicBezTo>
                    <a:pt x="16368" y="1"/>
                    <a:pt x="12543" y="3068"/>
                    <a:pt x="12786" y="6796"/>
                  </a:cubicBezTo>
                  <a:cubicBezTo>
                    <a:pt x="12472" y="8742"/>
                    <a:pt x="13267" y="10144"/>
                    <a:pt x="14439" y="11044"/>
                  </a:cubicBezTo>
                  <a:cubicBezTo>
                    <a:pt x="14439" y="11023"/>
                    <a:pt x="14397" y="11002"/>
                    <a:pt x="14376" y="10981"/>
                  </a:cubicBezTo>
                  <a:lnTo>
                    <a:pt x="14334" y="10939"/>
                  </a:lnTo>
                  <a:lnTo>
                    <a:pt x="14334" y="10939"/>
                  </a:lnTo>
                  <a:cubicBezTo>
                    <a:pt x="14502" y="11023"/>
                    <a:pt x="14690" y="11128"/>
                    <a:pt x="14899" y="11232"/>
                  </a:cubicBezTo>
                  <a:cubicBezTo>
                    <a:pt x="14021" y="10228"/>
                    <a:pt x="13393" y="8470"/>
                    <a:pt x="13497" y="6692"/>
                  </a:cubicBezTo>
                  <a:cubicBezTo>
                    <a:pt x="13749" y="3449"/>
                    <a:pt x="16552" y="1900"/>
                    <a:pt x="17808" y="1586"/>
                  </a:cubicBezTo>
                  <a:lnTo>
                    <a:pt x="17912" y="1544"/>
                  </a:lnTo>
                  <a:lnTo>
                    <a:pt x="17912" y="1544"/>
                  </a:lnTo>
                  <a:cubicBezTo>
                    <a:pt x="16782" y="2151"/>
                    <a:pt x="14230" y="3658"/>
                    <a:pt x="14000" y="6754"/>
                  </a:cubicBezTo>
                  <a:cubicBezTo>
                    <a:pt x="13916" y="8805"/>
                    <a:pt x="14669" y="10793"/>
                    <a:pt x="15694" y="11630"/>
                  </a:cubicBezTo>
                  <a:cubicBezTo>
                    <a:pt x="15883" y="11734"/>
                    <a:pt x="16092" y="11818"/>
                    <a:pt x="16301" y="11902"/>
                  </a:cubicBezTo>
                  <a:cubicBezTo>
                    <a:pt x="15548" y="11379"/>
                    <a:pt x="14878" y="10542"/>
                    <a:pt x="14732" y="9307"/>
                  </a:cubicBezTo>
                  <a:cubicBezTo>
                    <a:pt x="14334" y="6964"/>
                    <a:pt x="15234" y="4934"/>
                    <a:pt x="16050" y="4244"/>
                  </a:cubicBezTo>
                  <a:lnTo>
                    <a:pt x="16113" y="4160"/>
                  </a:lnTo>
                  <a:lnTo>
                    <a:pt x="16113" y="4160"/>
                  </a:lnTo>
                  <a:cubicBezTo>
                    <a:pt x="15548" y="5039"/>
                    <a:pt x="14858" y="6985"/>
                    <a:pt x="15213" y="9203"/>
                  </a:cubicBezTo>
                  <a:cubicBezTo>
                    <a:pt x="15443" y="10897"/>
                    <a:pt x="16552" y="11818"/>
                    <a:pt x="17536" y="12216"/>
                  </a:cubicBezTo>
                  <a:cubicBezTo>
                    <a:pt x="17630" y="12220"/>
                    <a:pt x="17722" y="12223"/>
                    <a:pt x="17812" y="12223"/>
                  </a:cubicBezTo>
                  <a:cubicBezTo>
                    <a:pt x="18121" y="12223"/>
                    <a:pt x="18406" y="12192"/>
                    <a:pt x="18666" y="12111"/>
                  </a:cubicBezTo>
                  <a:cubicBezTo>
                    <a:pt x="16824" y="12069"/>
                    <a:pt x="14690" y="9747"/>
                    <a:pt x="15736" y="6713"/>
                  </a:cubicBezTo>
                  <a:cubicBezTo>
                    <a:pt x="16000" y="4185"/>
                    <a:pt x="18666" y="2278"/>
                    <a:pt x="21519" y="2278"/>
                  </a:cubicBezTo>
                  <a:cubicBezTo>
                    <a:pt x="22516" y="2278"/>
                    <a:pt x="23535" y="2510"/>
                    <a:pt x="24482" y="3030"/>
                  </a:cubicBezTo>
                  <a:cubicBezTo>
                    <a:pt x="31722" y="7445"/>
                    <a:pt x="28918" y="16233"/>
                    <a:pt x="26512" y="18555"/>
                  </a:cubicBezTo>
                  <a:cubicBezTo>
                    <a:pt x="28667" y="15856"/>
                    <a:pt x="31031" y="7570"/>
                    <a:pt x="24273" y="3469"/>
                  </a:cubicBezTo>
                  <a:cubicBezTo>
                    <a:pt x="23358" y="2987"/>
                    <a:pt x="22384" y="2769"/>
                    <a:pt x="21438" y="2769"/>
                  </a:cubicBezTo>
                  <a:cubicBezTo>
                    <a:pt x="18816" y="2769"/>
                    <a:pt x="16409" y="4444"/>
                    <a:pt x="16071" y="6796"/>
                  </a:cubicBezTo>
                  <a:cubicBezTo>
                    <a:pt x="15025" y="9684"/>
                    <a:pt x="16908" y="11944"/>
                    <a:pt x="18749" y="12069"/>
                  </a:cubicBezTo>
                  <a:lnTo>
                    <a:pt x="18979" y="11860"/>
                  </a:lnTo>
                  <a:lnTo>
                    <a:pt x="18979" y="11860"/>
                  </a:lnTo>
                  <a:cubicBezTo>
                    <a:pt x="18950" y="11862"/>
                    <a:pt x="18920" y="11862"/>
                    <a:pt x="18890" y="11862"/>
                  </a:cubicBezTo>
                  <a:cubicBezTo>
                    <a:pt x="18184" y="11862"/>
                    <a:pt x="17223" y="11395"/>
                    <a:pt x="16762" y="10332"/>
                  </a:cubicBezTo>
                  <a:cubicBezTo>
                    <a:pt x="16238" y="8826"/>
                    <a:pt x="17075" y="7738"/>
                    <a:pt x="17557" y="7319"/>
                  </a:cubicBezTo>
                  <a:lnTo>
                    <a:pt x="17578" y="7278"/>
                  </a:lnTo>
                  <a:lnTo>
                    <a:pt x="17578" y="7278"/>
                  </a:lnTo>
                  <a:cubicBezTo>
                    <a:pt x="17327" y="7926"/>
                    <a:pt x="16782" y="8868"/>
                    <a:pt x="17222" y="10165"/>
                  </a:cubicBezTo>
                  <a:cubicBezTo>
                    <a:pt x="17682" y="11128"/>
                    <a:pt x="18498" y="11609"/>
                    <a:pt x="19147" y="11651"/>
                  </a:cubicBezTo>
                  <a:cubicBezTo>
                    <a:pt x="19147" y="11651"/>
                    <a:pt x="19168" y="11630"/>
                    <a:pt x="19168" y="11609"/>
                  </a:cubicBezTo>
                  <a:cubicBezTo>
                    <a:pt x="19168" y="11588"/>
                    <a:pt x="19168" y="11588"/>
                    <a:pt x="19168" y="11567"/>
                  </a:cubicBezTo>
                  <a:cubicBezTo>
                    <a:pt x="18184" y="11379"/>
                    <a:pt x="17159" y="10207"/>
                    <a:pt x="17578" y="8575"/>
                  </a:cubicBezTo>
                  <a:cubicBezTo>
                    <a:pt x="18012" y="7110"/>
                    <a:pt x="19697" y="6302"/>
                    <a:pt x="21423" y="6302"/>
                  </a:cubicBezTo>
                  <a:cubicBezTo>
                    <a:pt x="21941" y="6302"/>
                    <a:pt x="22462" y="6375"/>
                    <a:pt x="22955" y="6524"/>
                  </a:cubicBezTo>
                  <a:cubicBezTo>
                    <a:pt x="27868" y="8009"/>
                    <a:pt x="27412" y="13504"/>
                    <a:pt x="26660" y="15057"/>
                  </a:cubicBezTo>
                  <a:lnTo>
                    <a:pt x="26660" y="15057"/>
                  </a:lnTo>
                  <a:cubicBezTo>
                    <a:pt x="27104" y="13280"/>
                    <a:pt x="27253" y="8302"/>
                    <a:pt x="22850" y="7006"/>
                  </a:cubicBezTo>
                  <a:cubicBezTo>
                    <a:pt x="22378" y="6863"/>
                    <a:pt x="21884" y="6795"/>
                    <a:pt x="21398" y="6795"/>
                  </a:cubicBezTo>
                  <a:cubicBezTo>
                    <a:pt x="19816" y="6795"/>
                    <a:pt x="18317" y="7511"/>
                    <a:pt x="17933" y="8679"/>
                  </a:cubicBezTo>
                  <a:cubicBezTo>
                    <a:pt x="17494" y="10081"/>
                    <a:pt x="18268" y="11190"/>
                    <a:pt x="19168" y="11483"/>
                  </a:cubicBezTo>
                  <a:cubicBezTo>
                    <a:pt x="19168" y="11483"/>
                    <a:pt x="19168" y="11483"/>
                    <a:pt x="19168" y="11462"/>
                  </a:cubicBezTo>
                  <a:cubicBezTo>
                    <a:pt x="19126" y="11400"/>
                    <a:pt x="19105" y="11316"/>
                    <a:pt x="19105" y="11232"/>
                  </a:cubicBezTo>
                  <a:cubicBezTo>
                    <a:pt x="18143" y="10583"/>
                    <a:pt x="18917" y="8052"/>
                    <a:pt x="21135" y="7696"/>
                  </a:cubicBezTo>
                  <a:cubicBezTo>
                    <a:pt x="21201" y="7693"/>
                    <a:pt x="21266" y="7692"/>
                    <a:pt x="21330" y="7692"/>
                  </a:cubicBezTo>
                  <a:cubicBezTo>
                    <a:pt x="23531" y="7692"/>
                    <a:pt x="24788" y="9392"/>
                    <a:pt x="25215" y="10144"/>
                  </a:cubicBezTo>
                  <a:lnTo>
                    <a:pt x="25277" y="10207"/>
                  </a:lnTo>
                  <a:cubicBezTo>
                    <a:pt x="24610" y="9640"/>
                    <a:pt x="23316" y="8193"/>
                    <a:pt x="21377" y="8193"/>
                  </a:cubicBezTo>
                  <a:cubicBezTo>
                    <a:pt x="21311" y="8193"/>
                    <a:pt x="21244" y="8195"/>
                    <a:pt x="21176" y="8198"/>
                  </a:cubicBezTo>
                  <a:cubicBezTo>
                    <a:pt x="19503" y="8554"/>
                    <a:pt x="18519" y="10291"/>
                    <a:pt x="19084" y="11107"/>
                  </a:cubicBezTo>
                  <a:cubicBezTo>
                    <a:pt x="19042" y="11023"/>
                    <a:pt x="19063" y="10918"/>
                    <a:pt x="19105" y="10793"/>
                  </a:cubicBezTo>
                  <a:lnTo>
                    <a:pt x="19105" y="10793"/>
                  </a:lnTo>
                  <a:cubicBezTo>
                    <a:pt x="19084" y="10814"/>
                    <a:pt x="19084" y="10835"/>
                    <a:pt x="19063" y="10855"/>
                  </a:cubicBezTo>
                  <a:cubicBezTo>
                    <a:pt x="19084" y="10688"/>
                    <a:pt x="19189" y="10542"/>
                    <a:pt x="19335" y="10395"/>
                  </a:cubicBezTo>
                  <a:cubicBezTo>
                    <a:pt x="19657" y="9853"/>
                    <a:pt x="20322" y="9393"/>
                    <a:pt x="21163" y="9393"/>
                  </a:cubicBezTo>
                  <a:cubicBezTo>
                    <a:pt x="21361" y="9393"/>
                    <a:pt x="21568" y="9419"/>
                    <a:pt x="21783" y="9475"/>
                  </a:cubicBezTo>
                  <a:cubicBezTo>
                    <a:pt x="22327" y="9516"/>
                    <a:pt x="22788" y="9684"/>
                    <a:pt x="23185" y="9914"/>
                  </a:cubicBezTo>
                  <a:cubicBezTo>
                    <a:pt x="23248" y="9935"/>
                    <a:pt x="23311" y="9956"/>
                    <a:pt x="23353" y="9998"/>
                  </a:cubicBezTo>
                  <a:cubicBezTo>
                    <a:pt x="23457" y="10019"/>
                    <a:pt x="23562" y="10039"/>
                    <a:pt x="23666" y="10102"/>
                  </a:cubicBezTo>
                  <a:cubicBezTo>
                    <a:pt x="23666" y="10123"/>
                    <a:pt x="23687" y="10165"/>
                    <a:pt x="23687" y="10207"/>
                  </a:cubicBezTo>
                  <a:cubicBezTo>
                    <a:pt x="23729" y="10228"/>
                    <a:pt x="23771" y="10249"/>
                    <a:pt x="23813" y="10270"/>
                  </a:cubicBezTo>
                  <a:cubicBezTo>
                    <a:pt x="24943" y="11107"/>
                    <a:pt x="25403" y="12341"/>
                    <a:pt x="25403" y="13073"/>
                  </a:cubicBezTo>
                  <a:cubicBezTo>
                    <a:pt x="25591" y="13555"/>
                    <a:pt x="25717" y="14078"/>
                    <a:pt x="25738" y="14622"/>
                  </a:cubicBezTo>
                  <a:cubicBezTo>
                    <a:pt x="26073" y="18493"/>
                    <a:pt x="23332" y="22510"/>
                    <a:pt x="19210" y="24456"/>
                  </a:cubicBezTo>
                  <a:cubicBezTo>
                    <a:pt x="19691" y="24288"/>
                    <a:pt x="20193" y="24121"/>
                    <a:pt x="20737" y="23954"/>
                  </a:cubicBezTo>
                  <a:cubicBezTo>
                    <a:pt x="22139" y="23452"/>
                    <a:pt x="23143" y="22761"/>
                    <a:pt x="23750" y="22322"/>
                  </a:cubicBezTo>
                  <a:lnTo>
                    <a:pt x="23792" y="22280"/>
                  </a:lnTo>
                  <a:lnTo>
                    <a:pt x="23792" y="22280"/>
                  </a:lnTo>
                  <a:cubicBezTo>
                    <a:pt x="23436" y="22866"/>
                    <a:pt x="22411" y="23891"/>
                    <a:pt x="20904" y="24414"/>
                  </a:cubicBezTo>
                  <a:cubicBezTo>
                    <a:pt x="19419" y="24895"/>
                    <a:pt x="18122" y="25146"/>
                    <a:pt x="17410" y="25167"/>
                  </a:cubicBezTo>
                  <a:cubicBezTo>
                    <a:pt x="17422" y="25156"/>
                    <a:pt x="17440" y="25144"/>
                    <a:pt x="17457" y="25136"/>
                  </a:cubicBezTo>
                  <a:lnTo>
                    <a:pt x="17457" y="25136"/>
                  </a:lnTo>
                  <a:cubicBezTo>
                    <a:pt x="17326" y="25174"/>
                    <a:pt x="17209" y="25213"/>
                    <a:pt x="17075" y="25251"/>
                  </a:cubicBezTo>
                  <a:cubicBezTo>
                    <a:pt x="15289" y="25800"/>
                    <a:pt x="13485" y="26050"/>
                    <a:pt x="11673" y="26050"/>
                  </a:cubicBezTo>
                  <a:cubicBezTo>
                    <a:pt x="7965" y="26050"/>
                    <a:pt x="4221" y="25005"/>
                    <a:pt x="525" y="23347"/>
                  </a:cubicBezTo>
                  <a:cubicBezTo>
                    <a:pt x="481" y="23327"/>
                    <a:pt x="439" y="23318"/>
                    <a:pt x="399" y="23318"/>
                  </a:cubicBezTo>
                  <a:cubicBezTo>
                    <a:pt x="152" y="23318"/>
                    <a:pt x="1" y="23666"/>
                    <a:pt x="253" y="23828"/>
                  </a:cubicBezTo>
                  <a:cubicBezTo>
                    <a:pt x="901" y="24268"/>
                    <a:pt x="1571" y="24707"/>
                    <a:pt x="2261" y="25104"/>
                  </a:cubicBezTo>
                  <a:cubicBezTo>
                    <a:pt x="4145" y="26234"/>
                    <a:pt x="6718" y="28117"/>
                    <a:pt x="8936" y="28306"/>
                  </a:cubicBezTo>
                  <a:cubicBezTo>
                    <a:pt x="9171" y="28325"/>
                    <a:pt x="9411" y="28335"/>
                    <a:pt x="9650" y="28335"/>
                  </a:cubicBezTo>
                  <a:cubicBezTo>
                    <a:pt x="9944" y="28335"/>
                    <a:pt x="10238" y="28319"/>
                    <a:pt x="10526" y="28285"/>
                  </a:cubicBezTo>
                  <a:cubicBezTo>
                    <a:pt x="10590" y="28280"/>
                    <a:pt x="10649" y="28277"/>
                    <a:pt x="10702" y="28277"/>
                  </a:cubicBezTo>
                  <a:cubicBezTo>
                    <a:pt x="11087" y="28277"/>
                    <a:pt x="11194" y="28397"/>
                    <a:pt x="10882" y="28452"/>
                  </a:cubicBezTo>
                  <a:cubicBezTo>
                    <a:pt x="10482" y="28516"/>
                    <a:pt x="10083" y="28544"/>
                    <a:pt x="9683" y="28544"/>
                  </a:cubicBezTo>
                  <a:cubicBezTo>
                    <a:pt x="9560" y="28544"/>
                    <a:pt x="9436" y="28541"/>
                    <a:pt x="9313" y="28536"/>
                  </a:cubicBezTo>
                  <a:cubicBezTo>
                    <a:pt x="8308" y="28515"/>
                    <a:pt x="7325" y="28327"/>
                    <a:pt x="6363" y="28034"/>
                  </a:cubicBezTo>
                  <a:cubicBezTo>
                    <a:pt x="5526" y="27762"/>
                    <a:pt x="4710" y="27427"/>
                    <a:pt x="3935" y="27009"/>
                  </a:cubicBezTo>
                  <a:lnTo>
                    <a:pt x="3935" y="27009"/>
                  </a:lnTo>
                  <a:cubicBezTo>
                    <a:pt x="5149" y="27825"/>
                    <a:pt x="6446" y="28306"/>
                    <a:pt x="7639" y="28829"/>
                  </a:cubicBezTo>
                  <a:cubicBezTo>
                    <a:pt x="7723" y="28871"/>
                    <a:pt x="7953" y="28975"/>
                    <a:pt x="8308" y="29059"/>
                  </a:cubicBezTo>
                  <a:cubicBezTo>
                    <a:pt x="8429" y="29061"/>
                    <a:pt x="8551" y="29062"/>
                    <a:pt x="8672" y="29062"/>
                  </a:cubicBezTo>
                  <a:cubicBezTo>
                    <a:pt x="9785" y="29062"/>
                    <a:pt x="10896" y="28974"/>
                    <a:pt x="11991" y="28766"/>
                  </a:cubicBezTo>
                  <a:cubicBezTo>
                    <a:pt x="12033" y="28766"/>
                    <a:pt x="12075" y="28745"/>
                    <a:pt x="12117" y="28745"/>
                  </a:cubicBezTo>
                  <a:cubicBezTo>
                    <a:pt x="12786" y="28494"/>
                    <a:pt x="13497" y="28180"/>
                    <a:pt x="14125" y="27971"/>
                  </a:cubicBezTo>
                  <a:cubicBezTo>
                    <a:pt x="15109" y="27636"/>
                    <a:pt x="16008" y="27197"/>
                    <a:pt x="16615" y="26695"/>
                  </a:cubicBezTo>
                  <a:cubicBezTo>
                    <a:pt x="18519" y="26590"/>
                    <a:pt x="21302" y="26841"/>
                    <a:pt x="23604" y="25146"/>
                  </a:cubicBezTo>
                  <a:cubicBezTo>
                    <a:pt x="25361" y="23619"/>
                    <a:pt x="27454" y="22071"/>
                    <a:pt x="29190" y="21610"/>
                  </a:cubicBezTo>
                  <a:cubicBezTo>
                    <a:pt x="28960" y="21589"/>
                    <a:pt x="28709" y="21589"/>
                    <a:pt x="28479" y="21589"/>
                  </a:cubicBezTo>
                  <a:cubicBezTo>
                    <a:pt x="27391" y="21966"/>
                    <a:pt x="26093" y="22656"/>
                    <a:pt x="24817" y="23661"/>
                  </a:cubicBezTo>
                  <a:cubicBezTo>
                    <a:pt x="23091" y="25013"/>
                    <a:pt x="21153" y="25760"/>
                    <a:pt x="19852" y="25760"/>
                  </a:cubicBezTo>
                  <a:cubicBezTo>
                    <a:pt x="19624" y="25760"/>
                    <a:pt x="19415" y="25737"/>
                    <a:pt x="19231" y="25690"/>
                  </a:cubicBezTo>
                  <a:lnTo>
                    <a:pt x="19126" y="25690"/>
                  </a:lnTo>
                  <a:cubicBezTo>
                    <a:pt x="20360" y="25669"/>
                    <a:pt x="22432" y="24895"/>
                    <a:pt x="24524" y="23263"/>
                  </a:cubicBezTo>
                  <a:cubicBezTo>
                    <a:pt x="25466" y="22510"/>
                    <a:pt x="26470" y="21966"/>
                    <a:pt x="27412" y="21610"/>
                  </a:cubicBezTo>
                  <a:lnTo>
                    <a:pt x="27412" y="21610"/>
                  </a:lnTo>
                  <a:cubicBezTo>
                    <a:pt x="25989" y="21652"/>
                    <a:pt x="24922" y="22531"/>
                    <a:pt x="24043" y="22615"/>
                  </a:cubicBezTo>
                  <a:lnTo>
                    <a:pt x="23980" y="22635"/>
                  </a:lnTo>
                  <a:cubicBezTo>
                    <a:pt x="24294" y="22322"/>
                    <a:pt x="24796" y="21673"/>
                    <a:pt x="25591" y="21192"/>
                  </a:cubicBezTo>
                  <a:cubicBezTo>
                    <a:pt x="25612" y="21150"/>
                    <a:pt x="25654" y="21108"/>
                    <a:pt x="25675" y="21066"/>
                  </a:cubicBezTo>
                  <a:cubicBezTo>
                    <a:pt x="25633" y="21066"/>
                    <a:pt x="25591" y="21087"/>
                    <a:pt x="25529" y="21087"/>
                  </a:cubicBezTo>
                  <a:cubicBezTo>
                    <a:pt x="25591" y="21066"/>
                    <a:pt x="25654" y="21045"/>
                    <a:pt x="25696" y="21024"/>
                  </a:cubicBezTo>
                  <a:cubicBezTo>
                    <a:pt x="26512" y="19957"/>
                    <a:pt x="28018" y="18346"/>
                    <a:pt x="28834" y="15877"/>
                  </a:cubicBezTo>
                  <a:cubicBezTo>
                    <a:pt x="29776" y="13324"/>
                    <a:pt x="29985" y="10918"/>
                    <a:pt x="29755" y="9684"/>
                  </a:cubicBezTo>
                  <a:lnTo>
                    <a:pt x="29755" y="9684"/>
                  </a:lnTo>
                  <a:cubicBezTo>
                    <a:pt x="30278" y="10835"/>
                    <a:pt x="30278" y="13429"/>
                    <a:pt x="29295" y="16045"/>
                  </a:cubicBezTo>
                  <a:cubicBezTo>
                    <a:pt x="28479" y="18534"/>
                    <a:pt x="26826" y="20125"/>
                    <a:pt x="25821" y="21003"/>
                  </a:cubicBezTo>
                  <a:cubicBezTo>
                    <a:pt x="30739" y="19371"/>
                    <a:pt x="33689" y="4997"/>
                    <a:pt x="23206" y="415"/>
                  </a:cubicBezTo>
                  <a:cubicBezTo>
                    <a:pt x="22336" y="132"/>
                    <a:pt x="21449" y="1"/>
                    <a:pt x="205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7"/>
            <p:cNvSpPr/>
            <p:nvPr/>
          </p:nvSpPr>
          <p:spPr>
            <a:xfrm>
              <a:off x="522625" y="3365150"/>
              <a:ext cx="6825" cy="3150"/>
            </a:xfrm>
            <a:custGeom>
              <a:avLst/>
              <a:gdLst/>
              <a:ahLst/>
              <a:cxnLst/>
              <a:rect l="l" t="t" r="r" b="b"/>
              <a:pathLst>
                <a:path w="273" h="126" extrusionOk="0">
                  <a:moveTo>
                    <a:pt x="272" y="0"/>
                  </a:moveTo>
                  <a:cubicBezTo>
                    <a:pt x="230" y="0"/>
                    <a:pt x="188" y="0"/>
                    <a:pt x="147" y="21"/>
                  </a:cubicBezTo>
                  <a:cubicBezTo>
                    <a:pt x="105" y="63"/>
                    <a:pt x="42" y="105"/>
                    <a:pt x="0" y="126"/>
                  </a:cubicBezTo>
                  <a:cubicBezTo>
                    <a:pt x="84" y="84"/>
                    <a:pt x="188" y="42"/>
                    <a:pt x="2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7"/>
            <p:cNvSpPr/>
            <p:nvPr/>
          </p:nvSpPr>
          <p:spPr>
            <a:xfrm>
              <a:off x="-330550" y="4183250"/>
              <a:ext cx="23050" cy="59150"/>
            </a:xfrm>
            <a:custGeom>
              <a:avLst/>
              <a:gdLst/>
              <a:ahLst/>
              <a:cxnLst/>
              <a:rect l="l" t="t" r="r" b="b"/>
              <a:pathLst>
                <a:path w="922" h="2366" extrusionOk="0">
                  <a:moveTo>
                    <a:pt x="921" y="1"/>
                  </a:moveTo>
                  <a:cubicBezTo>
                    <a:pt x="817" y="106"/>
                    <a:pt x="712" y="168"/>
                    <a:pt x="587" y="189"/>
                  </a:cubicBezTo>
                  <a:cubicBezTo>
                    <a:pt x="587" y="294"/>
                    <a:pt x="587" y="419"/>
                    <a:pt x="587" y="566"/>
                  </a:cubicBezTo>
                  <a:cubicBezTo>
                    <a:pt x="587" y="629"/>
                    <a:pt x="587" y="691"/>
                    <a:pt x="587" y="754"/>
                  </a:cubicBezTo>
                  <a:cubicBezTo>
                    <a:pt x="587" y="775"/>
                    <a:pt x="566" y="796"/>
                    <a:pt x="566" y="838"/>
                  </a:cubicBezTo>
                  <a:cubicBezTo>
                    <a:pt x="482" y="1277"/>
                    <a:pt x="315" y="1821"/>
                    <a:pt x="1" y="2365"/>
                  </a:cubicBezTo>
                  <a:cubicBezTo>
                    <a:pt x="545" y="1528"/>
                    <a:pt x="796" y="650"/>
                    <a:pt x="9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7"/>
            <p:cNvSpPr/>
            <p:nvPr/>
          </p:nvSpPr>
          <p:spPr>
            <a:xfrm>
              <a:off x="-1047700" y="3444125"/>
              <a:ext cx="5250" cy="55475"/>
            </a:xfrm>
            <a:custGeom>
              <a:avLst/>
              <a:gdLst/>
              <a:ahLst/>
              <a:cxnLst/>
              <a:rect l="l" t="t" r="r" b="b"/>
              <a:pathLst>
                <a:path w="210" h="2219" extrusionOk="0">
                  <a:moveTo>
                    <a:pt x="210" y="1"/>
                  </a:moveTo>
                  <a:lnTo>
                    <a:pt x="210" y="1"/>
                  </a:lnTo>
                  <a:cubicBezTo>
                    <a:pt x="147" y="252"/>
                    <a:pt x="105" y="524"/>
                    <a:pt x="63" y="796"/>
                  </a:cubicBezTo>
                  <a:cubicBezTo>
                    <a:pt x="0" y="1277"/>
                    <a:pt x="21" y="1758"/>
                    <a:pt x="63" y="2219"/>
                  </a:cubicBezTo>
                  <a:cubicBezTo>
                    <a:pt x="63" y="2010"/>
                    <a:pt x="42" y="1800"/>
                    <a:pt x="63" y="1591"/>
                  </a:cubicBezTo>
                  <a:cubicBezTo>
                    <a:pt x="63" y="1026"/>
                    <a:pt x="105" y="503"/>
                    <a:pt x="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7"/>
            <p:cNvSpPr/>
            <p:nvPr/>
          </p:nvSpPr>
          <p:spPr>
            <a:xfrm>
              <a:off x="-1063400" y="3419550"/>
              <a:ext cx="63325" cy="161650"/>
            </a:xfrm>
            <a:custGeom>
              <a:avLst/>
              <a:gdLst/>
              <a:ahLst/>
              <a:cxnLst/>
              <a:rect l="l" t="t" r="r" b="b"/>
              <a:pathLst>
                <a:path w="2533" h="6466" extrusionOk="0">
                  <a:moveTo>
                    <a:pt x="880" y="0"/>
                  </a:moveTo>
                  <a:lnTo>
                    <a:pt x="880" y="0"/>
                  </a:lnTo>
                  <a:cubicBezTo>
                    <a:pt x="754" y="398"/>
                    <a:pt x="649" y="816"/>
                    <a:pt x="545" y="1256"/>
                  </a:cubicBezTo>
                  <a:cubicBezTo>
                    <a:pt x="1" y="3683"/>
                    <a:pt x="1172" y="6236"/>
                    <a:pt x="2533" y="6466"/>
                  </a:cubicBezTo>
                  <a:cubicBezTo>
                    <a:pt x="1340" y="6047"/>
                    <a:pt x="168" y="3997"/>
                    <a:pt x="503" y="1758"/>
                  </a:cubicBezTo>
                  <a:cubicBezTo>
                    <a:pt x="587" y="1130"/>
                    <a:pt x="733" y="544"/>
                    <a:pt x="8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7"/>
            <p:cNvSpPr/>
            <p:nvPr/>
          </p:nvSpPr>
          <p:spPr>
            <a:xfrm>
              <a:off x="-1014225" y="3570200"/>
              <a:ext cx="9450" cy="6825"/>
            </a:xfrm>
            <a:custGeom>
              <a:avLst/>
              <a:gdLst/>
              <a:ahLst/>
              <a:cxnLst/>
              <a:rect l="l" t="t" r="r" b="b"/>
              <a:pathLst>
                <a:path w="378" h="273" extrusionOk="0">
                  <a:moveTo>
                    <a:pt x="1" y="0"/>
                  </a:moveTo>
                  <a:lnTo>
                    <a:pt x="1" y="0"/>
                  </a:lnTo>
                  <a:cubicBezTo>
                    <a:pt x="126" y="105"/>
                    <a:pt x="252" y="189"/>
                    <a:pt x="377" y="272"/>
                  </a:cubicBezTo>
                  <a:cubicBezTo>
                    <a:pt x="356" y="252"/>
                    <a:pt x="356" y="252"/>
                    <a:pt x="335" y="231"/>
                  </a:cubicBezTo>
                  <a:cubicBezTo>
                    <a:pt x="273" y="189"/>
                    <a:pt x="231" y="147"/>
                    <a:pt x="168" y="105"/>
                  </a:cubicBezTo>
                  <a:cubicBezTo>
                    <a:pt x="105" y="63"/>
                    <a:pt x="63" y="42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7"/>
            <p:cNvSpPr/>
            <p:nvPr/>
          </p:nvSpPr>
          <p:spPr>
            <a:xfrm>
              <a:off x="-890250" y="3688900"/>
              <a:ext cx="14675" cy="14200"/>
            </a:xfrm>
            <a:custGeom>
              <a:avLst/>
              <a:gdLst/>
              <a:ahLst/>
              <a:cxnLst/>
              <a:rect l="l" t="t" r="r" b="b"/>
              <a:pathLst>
                <a:path w="587" h="568" extrusionOk="0">
                  <a:moveTo>
                    <a:pt x="23" y="0"/>
                  </a:moveTo>
                  <a:cubicBezTo>
                    <a:pt x="15" y="0"/>
                    <a:pt x="8" y="1"/>
                    <a:pt x="0" y="2"/>
                  </a:cubicBezTo>
                  <a:cubicBezTo>
                    <a:pt x="0" y="65"/>
                    <a:pt x="21" y="107"/>
                    <a:pt x="42" y="149"/>
                  </a:cubicBezTo>
                  <a:cubicBezTo>
                    <a:pt x="126" y="274"/>
                    <a:pt x="335" y="421"/>
                    <a:pt x="586" y="567"/>
                  </a:cubicBezTo>
                  <a:cubicBezTo>
                    <a:pt x="586" y="504"/>
                    <a:pt x="586" y="441"/>
                    <a:pt x="565" y="358"/>
                  </a:cubicBezTo>
                  <a:cubicBezTo>
                    <a:pt x="348" y="160"/>
                    <a:pt x="150" y="0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7"/>
            <p:cNvSpPr/>
            <p:nvPr/>
          </p:nvSpPr>
          <p:spPr>
            <a:xfrm>
              <a:off x="-1079075" y="3442050"/>
              <a:ext cx="403850" cy="341075"/>
            </a:xfrm>
            <a:custGeom>
              <a:avLst/>
              <a:gdLst/>
              <a:ahLst/>
              <a:cxnLst/>
              <a:rect l="l" t="t" r="r" b="b"/>
              <a:pathLst>
                <a:path w="16154" h="13643" extrusionOk="0">
                  <a:moveTo>
                    <a:pt x="13684" y="5357"/>
                  </a:moveTo>
                  <a:lnTo>
                    <a:pt x="13684" y="5357"/>
                  </a:lnTo>
                  <a:cubicBezTo>
                    <a:pt x="13664" y="5372"/>
                    <a:pt x="13644" y="5388"/>
                    <a:pt x="13625" y="5404"/>
                  </a:cubicBezTo>
                  <a:lnTo>
                    <a:pt x="13625" y="5404"/>
                  </a:lnTo>
                  <a:cubicBezTo>
                    <a:pt x="13645" y="5391"/>
                    <a:pt x="13664" y="5376"/>
                    <a:pt x="13684" y="5357"/>
                  </a:cubicBezTo>
                  <a:close/>
                  <a:moveTo>
                    <a:pt x="3452" y="7909"/>
                  </a:moveTo>
                  <a:lnTo>
                    <a:pt x="3452" y="7909"/>
                  </a:lnTo>
                  <a:cubicBezTo>
                    <a:pt x="3457" y="7912"/>
                    <a:pt x="3461" y="7914"/>
                    <a:pt x="3466" y="7915"/>
                  </a:cubicBezTo>
                  <a:lnTo>
                    <a:pt x="3466" y="7915"/>
                  </a:lnTo>
                  <a:cubicBezTo>
                    <a:pt x="3461" y="7913"/>
                    <a:pt x="3457" y="7911"/>
                    <a:pt x="3452" y="7909"/>
                  </a:cubicBezTo>
                  <a:close/>
                  <a:moveTo>
                    <a:pt x="3850" y="7909"/>
                  </a:moveTo>
                  <a:lnTo>
                    <a:pt x="3850" y="7909"/>
                  </a:lnTo>
                  <a:cubicBezTo>
                    <a:pt x="3863" y="7923"/>
                    <a:pt x="3877" y="7928"/>
                    <a:pt x="3896" y="7929"/>
                  </a:cubicBezTo>
                  <a:lnTo>
                    <a:pt x="3896" y="7929"/>
                  </a:lnTo>
                  <a:cubicBezTo>
                    <a:pt x="3880" y="7923"/>
                    <a:pt x="3865" y="7916"/>
                    <a:pt x="3850" y="7909"/>
                  </a:cubicBezTo>
                  <a:close/>
                  <a:moveTo>
                    <a:pt x="5880" y="0"/>
                  </a:moveTo>
                  <a:cubicBezTo>
                    <a:pt x="5921" y="147"/>
                    <a:pt x="5963" y="293"/>
                    <a:pt x="5921" y="460"/>
                  </a:cubicBezTo>
                  <a:cubicBezTo>
                    <a:pt x="5859" y="984"/>
                    <a:pt x="5901" y="1109"/>
                    <a:pt x="6131" y="1318"/>
                  </a:cubicBezTo>
                  <a:cubicBezTo>
                    <a:pt x="6110" y="1318"/>
                    <a:pt x="6068" y="1318"/>
                    <a:pt x="6026" y="1297"/>
                  </a:cubicBezTo>
                  <a:lnTo>
                    <a:pt x="6026" y="1297"/>
                  </a:lnTo>
                  <a:cubicBezTo>
                    <a:pt x="6047" y="1339"/>
                    <a:pt x="6089" y="1381"/>
                    <a:pt x="6110" y="1402"/>
                  </a:cubicBezTo>
                  <a:lnTo>
                    <a:pt x="6068" y="1381"/>
                  </a:lnTo>
                  <a:cubicBezTo>
                    <a:pt x="6026" y="1360"/>
                    <a:pt x="5984" y="1318"/>
                    <a:pt x="5921" y="1297"/>
                  </a:cubicBezTo>
                  <a:cubicBezTo>
                    <a:pt x="5901" y="1276"/>
                    <a:pt x="5859" y="1256"/>
                    <a:pt x="5838" y="1235"/>
                  </a:cubicBezTo>
                  <a:cubicBezTo>
                    <a:pt x="5489" y="1060"/>
                    <a:pt x="4979" y="892"/>
                    <a:pt x="4436" y="892"/>
                  </a:cubicBezTo>
                  <a:cubicBezTo>
                    <a:pt x="4002" y="892"/>
                    <a:pt x="3548" y="1000"/>
                    <a:pt x="3139" y="1297"/>
                  </a:cubicBezTo>
                  <a:cubicBezTo>
                    <a:pt x="2469" y="1779"/>
                    <a:pt x="2532" y="2448"/>
                    <a:pt x="2762" y="2846"/>
                  </a:cubicBezTo>
                  <a:cubicBezTo>
                    <a:pt x="2720" y="2678"/>
                    <a:pt x="2720" y="2490"/>
                    <a:pt x="2804" y="2323"/>
                  </a:cubicBezTo>
                  <a:cubicBezTo>
                    <a:pt x="3118" y="1674"/>
                    <a:pt x="3704" y="1716"/>
                    <a:pt x="3934" y="1695"/>
                  </a:cubicBezTo>
                  <a:lnTo>
                    <a:pt x="3934" y="1695"/>
                  </a:lnTo>
                  <a:lnTo>
                    <a:pt x="3913" y="1716"/>
                  </a:lnTo>
                  <a:cubicBezTo>
                    <a:pt x="3662" y="1821"/>
                    <a:pt x="3201" y="1904"/>
                    <a:pt x="2992" y="2385"/>
                  </a:cubicBezTo>
                  <a:cubicBezTo>
                    <a:pt x="2867" y="2657"/>
                    <a:pt x="2929" y="2971"/>
                    <a:pt x="3055" y="3139"/>
                  </a:cubicBezTo>
                  <a:cubicBezTo>
                    <a:pt x="3098" y="3158"/>
                    <a:pt x="3140" y="3168"/>
                    <a:pt x="3180" y="3168"/>
                  </a:cubicBezTo>
                  <a:cubicBezTo>
                    <a:pt x="3313" y="3168"/>
                    <a:pt x="3415" y="3052"/>
                    <a:pt x="3432" y="2762"/>
                  </a:cubicBezTo>
                  <a:cubicBezTo>
                    <a:pt x="3310" y="2435"/>
                    <a:pt x="3564" y="2271"/>
                    <a:pt x="3902" y="2271"/>
                  </a:cubicBezTo>
                  <a:cubicBezTo>
                    <a:pt x="4322" y="2271"/>
                    <a:pt x="4873" y="2524"/>
                    <a:pt x="5001" y="3034"/>
                  </a:cubicBezTo>
                  <a:cubicBezTo>
                    <a:pt x="5336" y="3913"/>
                    <a:pt x="4854" y="5147"/>
                    <a:pt x="3913" y="5796"/>
                  </a:cubicBezTo>
                  <a:cubicBezTo>
                    <a:pt x="3398" y="6073"/>
                    <a:pt x="2909" y="6185"/>
                    <a:pt x="2455" y="6185"/>
                  </a:cubicBezTo>
                  <a:cubicBezTo>
                    <a:pt x="1430" y="6185"/>
                    <a:pt x="580" y="5614"/>
                    <a:pt x="0" y="5064"/>
                  </a:cubicBezTo>
                  <a:lnTo>
                    <a:pt x="0" y="5064"/>
                  </a:lnTo>
                  <a:cubicBezTo>
                    <a:pt x="105" y="5273"/>
                    <a:pt x="251" y="5503"/>
                    <a:pt x="419" y="5733"/>
                  </a:cubicBezTo>
                  <a:cubicBezTo>
                    <a:pt x="607" y="5838"/>
                    <a:pt x="837" y="5963"/>
                    <a:pt x="1025" y="5984"/>
                  </a:cubicBezTo>
                  <a:lnTo>
                    <a:pt x="1088" y="6005"/>
                  </a:lnTo>
                  <a:lnTo>
                    <a:pt x="963" y="5984"/>
                  </a:lnTo>
                  <a:cubicBezTo>
                    <a:pt x="947" y="5990"/>
                    <a:pt x="925" y="5992"/>
                    <a:pt x="897" y="5992"/>
                  </a:cubicBezTo>
                  <a:cubicBezTo>
                    <a:pt x="816" y="5992"/>
                    <a:pt x="691" y="5969"/>
                    <a:pt x="565" y="5922"/>
                  </a:cubicBezTo>
                  <a:lnTo>
                    <a:pt x="565" y="5922"/>
                  </a:lnTo>
                  <a:cubicBezTo>
                    <a:pt x="565" y="5942"/>
                    <a:pt x="586" y="5963"/>
                    <a:pt x="586" y="5963"/>
                  </a:cubicBezTo>
                  <a:cubicBezTo>
                    <a:pt x="816" y="6047"/>
                    <a:pt x="1067" y="6173"/>
                    <a:pt x="1297" y="6173"/>
                  </a:cubicBezTo>
                  <a:lnTo>
                    <a:pt x="1360" y="6194"/>
                  </a:lnTo>
                  <a:lnTo>
                    <a:pt x="1235" y="6173"/>
                  </a:lnTo>
                  <a:cubicBezTo>
                    <a:pt x="1203" y="6189"/>
                    <a:pt x="1149" y="6195"/>
                    <a:pt x="1085" y="6195"/>
                  </a:cubicBezTo>
                  <a:cubicBezTo>
                    <a:pt x="981" y="6195"/>
                    <a:pt x="849" y="6178"/>
                    <a:pt x="732" y="6152"/>
                  </a:cubicBezTo>
                  <a:cubicBezTo>
                    <a:pt x="732" y="6152"/>
                    <a:pt x="732" y="6152"/>
                    <a:pt x="732" y="6173"/>
                  </a:cubicBezTo>
                  <a:cubicBezTo>
                    <a:pt x="753" y="6173"/>
                    <a:pt x="753" y="6194"/>
                    <a:pt x="774" y="6194"/>
                  </a:cubicBezTo>
                  <a:cubicBezTo>
                    <a:pt x="1043" y="6232"/>
                    <a:pt x="1365" y="6358"/>
                    <a:pt x="1626" y="6363"/>
                  </a:cubicBezTo>
                  <a:lnTo>
                    <a:pt x="1626" y="6363"/>
                  </a:lnTo>
                  <a:cubicBezTo>
                    <a:pt x="1563" y="6382"/>
                    <a:pt x="1461" y="6392"/>
                    <a:pt x="1342" y="6392"/>
                  </a:cubicBezTo>
                  <a:cubicBezTo>
                    <a:pt x="1219" y="6392"/>
                    <a:pt x="1078" y="6382"/>
                    <a:pt x="942" y="6361"/>
                  </a:cubicBezTo>
                  <a:lnTo>
                    <a:pt x="942" y="6361"/>
                  </a:lnTo>
                  <a:cubicBezTo>
                    <a:pt x="983" y="6382"/>
                    <a:pt x="1004" y="6403"/>
                    <a:pt x="1025" y="6424"/>
                  </a:cubicBezTo>
                  <a:cubicBezTo>
                    <a:pt x="1423" y="6443"/>
                    <a:pt x="1957" y="6530"/>
                    <a:pt x="2350" y="6531"/>
                  </a:cubicBezTo>
                  <a:lnTo>
                    <a:pt x="2350" y="6531"/>
                  </a:lnTo>
                  <a:cubicBezTo>
                    <a:pt x="2191" y="6560"/>
                    <a:pt x="1857" y="6578"/>
                    <a:pt x="1530" y="6578"/>
                  </a:cubicBezTo>
                  <a:cubicBezTo>
                    <a:pt x="1407" y="6578"/>
                    <a:pt x="1284" y="6576"/>
                    <a:pt x="1172" y="6570"/>
                  </a:cubicBezTo>
                  <a:lnTo>
                    <a:pt x="1172" y="6570"/>
                  </a:lnTo>
                  <a:cubicBezTo>
                    <a:pt x="1235" y="6633"/>
                    <a:pt x="1318" y="6675"/>
                    <a:pt x="1381" y="6738"/>
                  </a:cubicBezTo>
                  <a:cubicBezTo>
                    <a:pt x="2134" y="6696"/>
                    <a:pt x="3285" y="6612"/>
                    <a:pt x="4520" y="6110"/>
                  </a:cubicBezTo>
                  <a:cubicBezTo>
                    <a:pt x="5942" y="5503"/>
                    <a:pt x="7009" y="4666"/>
                    <a:pt x="7407" y="4080"/>
                  </a:cubicBezTo>
                  <a:lnTo>
                    <a:pt x="7407" y="4080"/>
                  </a:lnTo>
                  <a:lnTo>
                    <a:pt x="7386" y="4122"/>
                  </a:lnTo>
                  <a:cubicBezTo>
                    <a:pt x="7072" y="4792"/>
                    <a:pt x="6005" y="5670"/>
                    <a:pt x="4582" y="6277"/>
                  </a:cubicBezTo>
                  <a:cubicBezTo>
                    <a:pt x="3515" y="6719"/>
                    <a:pt x="2496" y="6804"/>
                    <a:pt x="1740" y="6804"/>
                  </a:cubicBezTo>
                  <a:cubicBezTo>
                    <a:pt x="1636" y="6804"/>
                    <a:pt x="1537" y="6803"/>
                    <a:pt x="1444" y="6800"/>
                  </a:cubicBezTo>
                  <a:lnTo>
                    <a:pt x="1444" y="6800"/>
                  </a:lnTo>
                  <a:cubicBezTo>
                    <a:pt x="1486" y="6821"/>
                    <a:pt x="1507" y="6842"/>
                    <a:pt x="1548" y="6863"/>
                  </a:cubicBezTo>
                  <a:cubicBezTo>
                    <a:pt x="1569" y="6863"/>
                    <a:pt x="1611" y="6884"/>
                    <a:pt x="1632" y="6884"/>
                  </a:cubicBezTo>
                  <a:cubicBezTo>
                    <a:pt x="1793" y="6908"/>
                    <a:pt x="1966" y="6919"/>
                    <a:pt x="2150" y="6919"/>
                  </a:cubicBezTo>
                  <a:cubicBezTo>
                    <a:pt x="2945" y="6919"/>
                    <a:pt x="3931" y="6698"/>
                    <a:pt x="4917" y="6256"/>
                  </a:cubicBezTo>
                  <a:cubicBezTo>
                    <a:pt x="6493" y="5598"/>
                    <a:pt x="7669" y="4636"/>
                    <a:pt x="8247" y="4004"/>
                  </a:cubicBezTo>
                  <a:lnTo>
                    <a:pt x="8247" y="4004"/>
                  </a:lnTo>
                  <a:cubicBezTo>
                    <a:pt x="7793" y="4695"/>
                    <a:pt x="6611" y="5743"/>
                    <a:pt x="4980" y="6424"/>
                  </a:cubicBezTo>
                  <a:cubicBezTo>
                    <a:pt x="4081" y="6845"/>
                    <a:pt x="3167" y="7042"/>
                    <a:pt x="2405" y="7042"/>
                  </a:cubicBezTo>
                  <a:cubicBezTo>
                    <a:pt x="2298" y="7042"/>
                    <a:pt x="2193" y="7038"/>
                    <a:pt x="2092" y="7030"/>
                  </a:cubicBezTo>
                  <a:lnTo>
                    <a:pt x="2092" y="7030"/>
                  </a:lnTo>
                  <a:cubicBezTo>
                    <a:pt x="2218" y="7072"/>
                    <a:pt x="2385" y="7093"/>
                    <a:pt x="2532" y="7114"/>
                  </a:cubicBezTo>
                  <a:cubicBezTo>
                    <a:pt x="2667" y="7123"/>
                    <a:pt x="2806" y="7129"/>
                    <a:pt x="2949" y="7129"/>
                  </a:cubicBezTo>
                  <a:cubicBezTo>
                    <a:pt x="3782" y="7129"/>
                    <a:pt x="4742" y="6953"/>
                    <a:pt x="5670" y="6382"/>
                  </a:cubicBezTo>
                  <a:cubicBezTo>
                    <a:pt x="7470" y="5440"/>
                    <a:pt x="8788" y="4248"/>
                    <a:pt x="9206" y="3369"/>
                  </a:cubicBezTo>
                  <a:lnTo>
                    <a:pt x="9206" y="3369"/>
                  </a:lnTo>
                  <a:cubicBezTo>
                    <a:pt x="8934" y="4331"/>
                    <a:pt x="7553" y="5608"/>
                    <a:pt x="5775" y="6549"/>
                  </a:cubicBezTo>
                  <a:cubicBezTo>
                    <a:pt x="5273" y="6863"/>
                    <a:pt x="4771" y="7030"/>
                    <a:pt x="4268" y="7135"/>
                  </a:cubicBezTo>
                  <a:cubicBezTo>
                    <a:pt x="4708" y="7093"/>
                    <a:pt x="5126" y="7010"/>
                    <a:pt x="5566" y="6863"/>
                  </a:cubicBezTo>
                  <a:cubicBezTo>
                    <a:pt x="7842" y="5916"/>
                    <a:pt x="9265" y="4174"/>
                    <a:pt x="9947" y="3224"/>
                  </a:cubicBezTo>
                  <a:lnTo>
                    <a:pt x="9947" y="3224"/>
                  </a:lnTo>
                  <a:cubicBezTo>
                    <a:pt x="9374" y="4233"/>
                    <a:pt x="7975" y="6054"/>
                    <a:pt x="5629" y="7030"/>
                  </a:cubicBezTo>
                  <a:cubicBezTo>
                    <a:pt x="4960" y="7279"/>
                    <a:pt x="4281" y="7378"/>
                    <a:pt x="3641" y="7378"/>
                  </a:cubicBezTo>
                  <a:cubicBezTo>
                    <a:pt x="3419" y="7378"/>
                    <a:pt x="3202" y="7366"/>
                    <a:pt x="2992" y="7344"/>
                  </a:cubicBezTo>
                  <a:lnTo>
                    <a:pt x="2992" y="7344"/>
                  </a:lnTo>
                  <a:cubicBezTo>
                    <a:pt x="3366" y="7420"/>
                    <a:pt x="3759" y="7462"/>
                    <a:pt x="4161" y="7462"/>
                  </a:cubicBezTo>
                  <a:cubicBezTo>
                    <a:pt x="5087" y="7462"/>
                    <a:pt x="6063" y="7242"/>
                    <a:pt x="6968" y="6717"/>
                  </a:cubicBezTo>
                  <a:cubicBezTo>
                    <a:pt x="9096" y="4704"/>
                    <a:pt x="10908" y="2023"/>
                    <a:pt x="12661" y="2023"/>
                  </a:cubicBezTo>
                  <a:cubicBezTo>
                    <a:pt x="12821" y="2023"/>
                    <a:pt x="12981" y="2045"/>
                    <a:pt x="13140" y="2093"/>
                  </a:cubicBezTo>
                  <a:lnTo>
                    <a:pt x="12994" y="2113"/>
                  </a:lnTo>
                  <a:cubicBezTo>
                    <a:pt x="12938" y="2109"/>
                    <a:pt x="12883" y="2106"/>
                    <a:pt x="12829" y="2106"/>
                  </a:cubicBezTo>
                  <a:cubicBezTo>
                    <a:pt x="11010" y="2106"/>
                    <a:pt x="9657" y="4774"/>
                    <a:pt x="7240" y="6968"/>
                  </a:cubicBezTo>
                  <a:cubicBezTo>
                    <a:pt x="7679" y="6758"/>
                    <a:pt x="8160" y="6486"/>
                    <a:pt x="8704" y="6194"/>
                  </a:cubicBezTo>
                  <a:cubicBezTo>
                    <a:pt x="9761" y="5805"/>
                    <a:pt x="10737" y="5705"/>
                    <a:pt x="11435" y="5705"/>
                  </a:cubicBezTo>
                  <a:cubicBezTo>
                    <a:pt x="11677" y="5705"/>
                    <a:pt x="11885" y="5717"/>
                    <a:pt x="12052" y="5733"/>
                  </a:cubicBezTo>
                  <a:lnTo>
                    <a:pt x="11989" y="5733"/>
                  </a:lnTo>
                  <a:cubicBezTo>
                    <a:pt x="11341" y="5901"/>
                    <a:pt x="10148" y="6068"/>
                    <a:pt x="8872" y="6549"/>
                  </a:cubicBezTo>
                  <a:cubicBezTo>
                    <a:pt x="7848" y="7102"/>
                    <a:pt x="6765" y="7554"/>
                    <a:pt x="6053" y="7554"/>
                  </a:cubicBezTo>
                  <a:cubicBezTo>
                    <a:pt x="6037" y="7554"/>
                    <a:pt x="6021" y="7554"/>
                    <a:pt x="6005" y="7554"/>
                  </a:cubicBezTo>
                  <a:cubicBezTo>
                    <a:pt x="5775" y="7616"/>
                    <a:pt x="5545" y="7679"/>
                    <a:pt x="5315" y="7721"/>
                  </a:cubicBezTo>
                  <a:cubicBezTo>
                    <a:pt x="5401" y="7717"/>
                    <a:pt x="5490" y="7716"/>
                    <a:pt x="5582" y="7716"/>
                  </a:cubicBezTo>
                  <a:cubicBezTo>
                    <a:pt x="6026" y="7716"/>
                    <a:pt x="6531" y="7756"/>
                    <a:pt x="7051" y="7826"/>
                  </a:cubicBezTo>
                  <a:cubicBezTo>
                    <a:pt x="8349" y="7972"/>
                    <a:pt x="9771" y="8704"/>
                    <a:pt x="9499" y="9520"/>
                  </a:cubicBezTo>
                  <a:lnTo>
                    <a:pt x="9478" y="9458"/>
                  </a:lnTo>
                  <a:cubicBezTo>
                    <a:pt x="9458" y="8976"/>
                    <a:pt x="8934" y="8683"/>
                    <a:pt x="8223" y="8474"/>
                  </a:cubicBezTo>
                  <a:lnTo>
                    <a:pt x="8223" y="8474"/>
                  </a:lnTo>
                  <a:cubicBezTo>
                    <a:pt x="8537" y="8788"/>
                    <a:pt x="8809" y="9207"/>
                    <a:pt x="9018" y="9416"/>
                  </a:cubicBezTo>
                  <a:lnTo>
                    <a:pt x="9144" y="9541"/>
                  </a:lnTo>
                  <a:lnTo>
                    <a:pt x="8914" y="9353"/>
                  </a:lnTo>
                  <a:cubicBezTo>
                    <a:pt x="8746" y="9081"/>
                    <a:pt x="8265" y="8663"/>
                    <a:pt x="7825" y="8370"/>
                  </a:cubicBezTo>
                  <a:cubicBezTo>
                    <a:pt x="7742" y="8349"/>
                    <a:pt x="7658" y="8328"/>
                    <a:pt x="7574" y="8307"/>
                  </a:cubicBezTo>
                  <a:lnTo>
                    <a:pt x="7574" y="8307"/>
                  </a:lnTo>
                  <a:cubicBezTo>
                    <a:pt x="8244" y="8893"/>
                    <a:pt x="8809" y="9939"/>
                    <a:pt x="9478" y="10106"/>
                  </a:cubicBezTo>
                  <a:lnTo>
                    <a:pt x="9730" y="10190"/>
                  </a:lnTo>
                  <a:lnTo>
                    <a:pt x="9730" y="10190"/>
                  </a:lnTo>
                  <a:lnTo>
                    <a:pt x="9269" y="10064"/>
                  </a:lnTo>
                  <a:cubicBezTo>
                    <a:pt x="8809" y="9855"/>
                    <a:pt x="7930" y="8767"/>
                    <a:pt x="7219" y="8244"/>
                  </a:cubicBezTo>
                  <a:cubicBezTo>
                    <a:pt x="7156" y="8223"/>
                    <a:pt x="7114" y="8223"/>
                    <a:pt x="7051" y="8223"/>
                  </a:cubicBezTo>
                  <a:cubicBezTo>
                    <a:pt x="7386" y="8453"/>
                    <a:pt x="7679" y="8809"/>
                    <a:pt x="7825" y="9081"/>
                  </a:cubicBezTo>
                  <a:lnTo>
                    <a:pt x="7909" y="9207"/>
                  </a:lnTo>
                  <a:lnTo>
                    <a:pt x="7909" y="9207"/>
                  </a:lnTo>
                  <a:lnTo>
                    <a:pt x="7742" y="9018"/>
                  </a:lnTo>
                  <a:cubicBezTo>
                    <a:pt x="7616" y="8704"/>
                    <a:pt x="7072" y="8370"/>
                    <a:pt x="6675" y="8160"/>
                  </a:cubicBezTo>
                  <a:cubicBezTo>
                    <a:pt x="6570" y="8139"/>
                    <a:pt x="6445" y="8139"/>
                    <a:pt x="6340" y="8119"/>
                  </a:cubicBezTo>
                  <a:lnTo>
                    <a:pt x="6340" y="8119"/>
                  </a:lnTo>
                  <a:cubicBezTo>
                    <a:pt x="6654" y="8307"/>
                    <a:pt x="6905" y="8495"/>
                    <a:pt x="7030" y="8642"/>
                  </a:cubicBezTo>
                  <a:lnTo>
                    <a:pt x="7009" y="8621"/>
                  </a:lnTo>
                  <a:cubicBezTo>
                    <a:pt x="6737" y="8474"/>
                    <a:pt x="6298" y="8223"/>
                    <a:pt x="5733" y="8035"/>
                  </a:cubicBezTo>
                  <a:cubicBezTo>
                    <a:pt x="5315" y="7993"/>
                    <a:pt x="4917" y="7951"/>
                    <a:pt x="4603" y="7930"/>
                  </a:cubicBezTo>
                  <a:lnTo>
                    <a:pt x="4603" y="7930"/>
                  </a:lnTo>
                  <a:cubicBezTo>
                    <a:pt x="5377" y="8181"/>
                    <a:pt x="6005" y="8558"/>
                    <a:pt x="6026" y="9039"/>
                  </a:cubicBezTo>
                  <a:lnTo>
                    <a:pt x="6005" y="8997"/>
                  </a:lnTo>
                  <a:cubicBezTo>
                    <a:pt x="5838" y="8474"/>
                    <a:pt x="4917" y="8181"/>
                    <a:pt x="3934" y="7930"/>
                  </a:cubicBezTo>
                  <a:cubicBezTo>
                    <a:pt x="3919" y="7930"/>
                    <a:pt x="3906" y="7930"/>
                    <a:pt x="3896" y="7929"/>
                  </a:cubicBezTo>
                  <a:lnTo>
                    <a:pt x="3896" y="7929"/>
                  </a:lnTo>
                  <a:cubicBezTo>
                    <a:pt x="4217" y="8069"/>
                    <a:pt x="4554" y="8205"/>
                    <a:pt x="4833" y="8265"/>
                  </a:cubicBezTo>
                  <a:lnTo>
                    <a:pt x="4959" y="8307"/>
                  </a:lnTo>
                  <a:lnTo>
                    <a:pt x="4729" y="8244"/>
                  </a:lnTo>
                  <a:cubicBezTo>
                    <a:pt x="4520" y="8244"/>
                    <a:pt x="3976" y="8098"/>
                    <a:pt x="3578" y="7951"/>
                  </a:cubicBezTo>
                  <a:cubicBezTo>
                    <a:pt x="3541" y="7932"/>
                    <a:pt x="3503" y="7930"/>
                    <a:pt x="3466" y="7915"/>
                  </a:cubicBezTo>
                  <a:lnTo>
                    <a:pt x="3466" y="7915"/>
                  </a:lnTo>
                  <a:cubicBezTo>
                    <a:pt x="3880" y="8102"/>
                    <a:pt x="4293" y="8287"/>
                    <a:pt x="4645" y="8349"/>
                  </a:cubicBezTo>
                  <a:lnTo>
                    <a:pt x="4812" y="8391"/>
                  </a:lnTo>
                  <a:lnTo>
                    <a:pt x="4540" y="8328"/>
                  </a:lnTo>
                  <a:cubicBezTo>
                    <a:pt x="4415" y="8328"/>
                    <a:pt x="4248" y="8307"/>
                    <a:pt x="4038" y="8244"/>
                  </a:cubicBezTo>
                  <a:lnTo>
                    <a:pt x="4038" y="8244"/>
                  </a:lnTo>
                  <a:cubicBezTo>
                    <a:pt x="4352" y="8349"/>
                    <a:pt x="4666" y="8453"/>
                    <a:pt x="4917" y="8516"/>
                  </a:cubicBezTo>
                  <a:lnTo>
                    <a:pt x="5105" y="8600"/>
                  </a:lnTo>
                  <a:lnTo>
                    <a:pt x="4750" y="8474"/>
                  </a:lnTo>
                  <a:cubicBezTo>
                    <a:pt x="4268" y="8432"/>
                    <a:pt x="2741" y="7909"/>
                    <a:pt x="2176" y="7554"/>
                  </a:cubicBezTo>
                  <a:cubicBezTo>
                    <a:pt x="2134" y="7554"/>
                    <a:pt x="2113" y="7533"/>
                    <a:pt x="2072" y="7533"/>
                  </a:cubicBezTo>
                  <a:cubicBezTo>
                    <a:pt x="2867" y="8098"/>
                    <a:pt x="3892" y="8579"/>
                    <a:pt x="5168" y="8788"/>
                  </a:cubicBezTo>
                  <a:cubicBezTo>
                    <a:pt x="6675" y="9248"/>
                    <a:pt x="6403" y="11069"/>
                    <a:pt x="6989" y="11592"/>
                  </a:cubicBezTo>
                  <a:cubicBezTo>
                    <a:pt x="6821" y="11320"/>
                    <a:pt x="6737" y="10901"/>
                    <a:pt x="6758" y="10650"/>
                  </a:cubicBezTo>
                  <a:lnTo>
                    <a:pt x="6758" y="10567"/>
                  </a:lnTo>
                  <a:lnTo>
                    <a:pt x="6779" y="10713"/>
                  </a:lnTo>
                  <a:cubicBezTo>
                    <a:pt x="6758" y="10880"/>
                    <a:pt x="6947" y="11194"/>
                    <a:pt x="7051" y="11445"/>
                  </a:cubicBezTo>
                  <a:cubicBezTo>
                    <a:pt x="7051" y="11424"/>
                    <a:pt x="7051" y="11404"/>
                    <a:pt x="7051" y="11404"/>
                  </a:cubicBezTo>
                  <a:lnTo>
                    <a:pt x="7051" y="11404"/>
                  </a:lnTo>
                  <a:lnTo>
                    <a:pt x="7072" y="11424"/>
                  </a:lnTo>
                  <a:cubicBezTo>
                    <a:pt x="7072" y="11424"/>
                    <a:pt x="7093" y="11445"/>
                    <a:pt x="7093" y="11445"/>
                  </a:cubicBezTo>
                  <a:cubicBezTo>
                    <a:pt x="6968" y="11111"/>
                    <a:pt x="6989" y="10567"/>
                    <a:pt x="6968" y="10399"/>
                  </a:cubicBezTo>
                  <a:lnTo>
                    <a:pt x="6947" y="10274"/>
                  </a:lnTo>
                  <a:lnTo>
                    <a:pt x="6989" y="10483"/>
                  </a:lnTo>
                  <a:cubicBezTo>
                    <a:pt x="7009" y="10797"/>
                    <a:pt x="7240" y="11550"/>
                    <a:pt x="7512" y="11696"/>
                  </a:cubicBezTo>
                  <a:cubicBezTo>
                    <a:pt x="7616" y="11634"/>
                    <a:pt x="7721" y="11571"/>
                    <a:pt x="7805" y="11508"/>
                  </a:cubicBezTo>
                  <a:cubicBezTo>
                    <a:pt x="7470" y="11424"/>
                    <a:pt x="7344" y="10734"/>
                    <a:pt x="7407" y="10525"/>
                  </a:cubicBezTo>
                  <a:lnTo>
                    <a:pt x="7407" y="10420"/>
                  </a:lnTo>
                  <a:lnTo>
                    <a:pt x="7428" y="10587"/>
                  </a:lnTo>
                  <a:cubicBezTo>
                    <a:pt x="7407" y="10880"/>
                    <a:pt x="7658" y="11257"/>
                    <a:pt x="7888" y="11404"/>
                  </a:cubicBezTo>
                  <a:cubicBezTo>
                    <a:pt x="7951" y="11299"/>
                    <a:pt x="8014" y="11215"/>
                    <a:pt x="8056" y="11111"/>
                  </a:cubicBezTo>
                  <a:lnTo>
                    <a:pt x="8056" y="11111"/>
                  </a:lnTo>
                  <a:cubicBezTo>
                    <a:pt x="8032" y="11118"/>
                    <a:pt x="8009" y="11122"/>
                    <a:pt x="7987" y="11122"/>
                  </a:cubicBezTo>
                  <a:cubicBezTo>
                    <a:pt x="7768" y="11122"/>
                    <a:pt x="7601" y="10779"/>
                    <a:pt x="7658" y="10608"/>
                  </a:cubicBezTo>
                  <a:lnTo>
                    <a:pt x="7658" y="10567"/>
                  </a:lnTo>
                  <a:lnTo>
                    <a:pt x="7679" y="10629"/>
                  </a:lnTo>
                  <a:cubicBezTo>
                    <a:pt x="7700" y="10860"/>
                    <a:pt x="7972" y="10964"/>
                    <a:pt x="8056" y="11090"/>
                  </a:cubicBezTo>
                  <a:cubicBezTo>
                    <a:pt x="8098" y="11006"/>
                    <a:pt x="8118" y="10901"/>
                    <a:pt x="8139" y="10797"/>
                  </a:cubicBezTo>
                  <a:cubicBezTo>
                    <a:pt x="8056" y="10755"/>
                    <a:pt x="7993" y="10692"/>
                    <a:pt x="7930" y="10629"/>
                  </a:cubicBezTo>
                  <a:cubicBezTo>
                    <a:pt x="7763" y="10546"/>
                    <a:pt x="7553" y="10399"/>
                    <a:pt x="7428" y="10190"/>
                  </a:cubicBezTo>
                  <a:cubicBezTo>
                    <a:pt x="7386" y="10148"/>
                    <a:pt x="7365" y="10085"/>
                    <a:pt x="7365" y="10043"/>
                  </a:cubicBezTo>
                  <a:cubicBezTo>
                    <a:pt x="7344" y="9939"/>
                    <a:pt x="7344" y="9855"/>
                    <a:pt x="7386" y="9730"/>
                  </a:cubicBezTo>
                  <a:cubicBezTo>
                    <a:pt x="7407" y="9688"/>
                    <a:pt x="7407" y="9646"/>
                    <a:pt x="7449" y="9625"/>
                  </a:cubicBezTo>
                  <a:cubicBezTo>
                    <a:pt x="7449" y="9604"/>
                    <a:pt x="7449" y="9604"/>
                    <a:pt x="7470" y="9583"/>
                  </a:cubicBezTo>
                  <a:lnTo>
                    <a:pt x="7512" y="9583"/>
                  </a:lnTo>
                  <a:cubicBezTo>
                    <a:pt x="7540" y="9572"/>
                    <a:pt x="7571" y="9567"/>
                    <a:pt x="7603" y="9567"/>
                  </a:cubicBezTo>
                  <a:cubicBezTo>
                    <a:pt x="7692" y="9567"/>
                    <a:pt x="7791" y="9606"/>
                    <a:pt x="7867" y="9667"/>
                  </a:cubicBezTo>
                  <a:cubicBezTo>
                    <a:pt x="7951" y="9730"/>
                    <a:pt x="8014" y="9792"/>
                    <a:pt x="8077" y="9897"/>
                  </a:cubicBezTo>
                  <a:cubicBezTo>
                    <a:pt x="8202" y="10064"/>
                    <a:pt x="8265" y="10274"/>
                    <a:pt x="8328" y="10483"/>
                  </a:cubicBezTo>
                  <a:cubicBezTo>
                    <a:pt x="8370" y="10525"/>
                    <a:pt x="8390" y="10546"/>
                    <a:pt x="8411" y="10587"/>
                  </a:cubicBezTo>
                  <a:cubicBezTo>
                    <a:pt x="8809" y="10797"/>
                    <a:pt x="9311" y="11027"/>
                    <a:pt x="9730" y="11194"/>
                  </a:cubicBezTo>
                  <a:cubicBezTo>
                    <a:pt x="11152" y="11550"/>
                    <a:pt x="11299" y="13139"/>
                    <a:pt x="10776" y="13642"/>
                  </a:cubicBezTo>
                  <a:lnTo>
                    <a:pt x="10776" y="13642"/>
                  </a:lnTo>
                  <a:cubicBezTo>
                    <a:pt x="10780" y="13638"/>
                    <a:pt x="10799" y="13621"/>
                    <a:pt x="10818" y="13621"/>
                  </a:cubicBezTo>
                  <a:cubicBezTo>
                    <a:pt x="11320" y="13098"/>
                    <a:pt x="11152" y="12010"/>
                    <a:pt x="10755" y="11383"/>
                  </a:cubicBezTo>
                  <a:lnTo>
                    <a:pt x="10755" y="11383"/>
                  </a:lnTo>
                  <a:cubicBezTo>
                    <a:pt x="11236" y="11655"/>
                    <a:pt x="11320" y="12910"/>
                    <a:pt x="11048" y="13496"/>
                  </a:cubicBezTo>
                  <a:cubicBezTo>
                    <a:pt x="11111" y="13412"/>
                    <a:pt x="11173" y="13328"/>
                    <a:pt x="11257" y="13224"/>
                  </a:cubicBezTo>
                  <a:cubicBezTo>
                    <a:pt x="11383" y="12764"/>
                    <a:pt x="11215" y="12073"/>
                    <a:pt x="11111" y="11655"/>
                  </a:cubicBezTo>
                  <a:lnTo>
                    <a:pt x="11090" y="11508"/>
                  </a:lnTo>
                  <a:lnTo>
                    <a:pt x="11152" y="11759"/>
                  </a:lnTo>
                  <a:cubicBezTo>
                    <a:pt x="11299" y="11927"/>
                    <a:pt x="11403" y="12533"/>
                    <a:pt x="11383" y="12994"/>
                  </a:cubicBezTo>
                  <a:cubicBezTo>
                    <a:pt x="11487" y="12764"/>
                    <a:pt x="11550" y="12512"/>
                    <a:pt x="11529" y="12178"/>
                  </a:cubicBezTo>
                  <a:cubicBezTo>
                    <a:pt x="11362" y="11404"/>
                    <a:pt x="10964" y="10880"/>
                    <a:pt x="10734" y="10587"/>
                  </a:cubicBezTo>
                  <a:lnTo>
                    <a:pt x="10734" y="10587"/>
                  </a:lnTo>
                  <a:lnTo>
                    <a:pt x="10755" y="10608"/>
                  </a:lnTo>
                  <a:cubicBezTo>
                    <a:pt x="11069" y="10818"/>
                    <a:pt x="11550" y="11341"/>
                    <a:pt x="11717" y="12136"/>
                  </a:cubicBezTo>
                  <a:cubicBezTo>
                    <a:pt x="11759" y="12617"/>
                    <a:pt x="11613" y="12973"/>
                    <a:pt x="11403" y="13245"/>
                  </a:cubicBezTo>
                  <a:cubicBezTo>
                    <a:pt x="11529" y="13119"/>
                    <a:pt x="11634" y="12973"/>
                    <a:pt x="11717" y="12805"/>
                  </a:cubicBezTo>
                  <a:cubicBezTo>
                    <a:pt x="11801" y="12492"/>
                    <a:pt x="11885" y="12115"/>
                    <a:pt x="11780" y="11634"/>
                  </a:cubicBezTo>
                  <a:cubicBezTo>
                    <a:pt x="11508" y="10943"/>
                    <a:pt x="11048" y="10483"/>
                    <a:pt x="10818" y="10190"/>
                  </a:cubicBezTo>
                  <a:lnTo>
                    <a:pt x="10818" y="10190"/>
                  </a:lnTo>
                  <a:lnTo>
                    <a:pt x="10838" y="10211"/>
                  </a:lnTo>
                  <a:cubicBezTo>
                    <a:pt x="11131" y="10399"/>
                    <a:pt x="11634" y="10818"/>
                    <a:pt x="11927" y="11508"/>
                  </a:cubicBezTo>
                  <a:cubicBezTo>
                    <a:pt x="11866" y="10464"/>
                    <a:pt x="11151" y="9825"/>
                    <a:pt x="10613" y="9645"/>
                  </a:cubicBezTo>
                  <a:lnTo>
                    <a:pt x="10613" y="9645"/>
                  </a:lnTo>
                  <a:cubicBezTo>
                    <a:pt x="10643" y="9640"/>
                    <a:pt x="10675" y="9638"/>
                    <a:pt x="10710" y="9638"/>
                  </a:cubicBezTo>
                  <a:cubicBezTo>
                    <a:pt x="10818" y="9638"/>
                    <a:pt x="10943" y="9662"/>
                    <a:pt x="11069" y="9709"/>
                  </a:cubicBezTo>
                  <a:cubicBezTo>
                    <a:pt x="11048" y="9688"/>
                    <a:pt x="11006" y="9646"/>
                    <a:pt x="11006" y="9625"/>
                  </a:cubicBezTo>
                  <a:cubicBezTo>
                    <a:pt x="11236" y="9625"/>
                    <a:pt x="11571" y="9667"/>
                    <a:pt x="11906" y="9813"/>
                  </a:cubicBezTo>
                  <a:cubicBezTo>
                    <a:pt x="12094" y="9855"/>
                    <a:pt x="12261" y="9897"/>
                    <a:pt x="12408" y="9960"/>
                  </a:cubicBezTo>
                  <a:cubicBezTo>
                    <a:pt x="12178" y="9855"/>
                    <a:pt x="11843" y="9646"/>
                    <a:pt x="11487" y="9374"/>
                  </a:cubicBezTo>
                  <a:cubicBezTo>
                    <a:pt x="11006" y="9248"/>
                    <a:pt x="10608" y="9081"/>
                    <a:pt x="10399" y="8976"/>
                  </a:cubicBezTo>
                  <a:lnTo>
                    <a:pt x="10420" y="8976"/>
                  </a:lnTo>
                  <a:cubicBezTo>
                    <a:pt x="10650" y="8976"/>
                    <a:pt x="11090" y="9060"/>
                    <a:pt x="11571" y="9207"/>
                  </a:cubicBezTo>
                  <a:cubicBezTo>
                    <a:pt x="11906" y="9458"/>
                    <a:pt x="12199" y="9709"/>
                    <a:pt x="12366" y="9876"/>
                  </a:cubicBezTo>
                  <a:cubicBezTo>
                    <a:pt x="12261" y="9751"/>
                    <a:pt x="12157" y="9583"/>
                    <a:pt x="12052" y="9437"/>
                  </a:cubicBezTo>
                  <a:cubicBezTo>
                    <a:pt x="11885" y="9248"/>
                    <a:pt x="11655" y="9039"/>
                    <a:pt x="11299" y="8914"/>
                  </a:cubicBezTo>
                  <a:cubicBezTo>
                    <a:pt x="10797" y="8767"/>
                    <a:pt x="10357" y="8704"/>
                    <a:pt x="10127" y="8642"/>
                  </a:cubicBezTo>
                  <a:lnTo>
                    <a:pt x="10148" y="8642"/>
                  </a:lnTo>
                  <a:cubicBezTo>
                    <a:pt x="10228" y="8627"/>
                    <a:pt x="10336" y="8618"/>
                    <a:pt x="10465" y="8618"/>
                  </a:cubicBezTo>
                  <a:cubicBezTo>
                    <a:pt x="10706" y="8618"/>
                    <a:pt x="11021" y="8651"/>
                    <a:pt x="11362" y="8746"/>
                  </a:cubicBezTo>
                  <a:cubicBezTo>
                    <a:pt x="11487" y="8788"/>
                    <a:pt x="11592" y="8851"/>
                    <a:pt x="11675" y="8914"/>
                  </a:cubicBezTo>
                  <a:cubicBezTo>
                    <a:pt x="11634" y="8830"/>
                    <a:pt x="11571" y="8767"/>
                    <a:pt x="11529" y="8704"/>
                  </a:cubicBezTo>
                  <a:cubicBezTo>
                    <a:pt x="11320" y="8621"/>
                    <a:pt x="11069" y="8474"/>
                    <a:pt x="10797" y="8349"/>
                  </a:cubicBezTo>
                  <a:cubicBezTo>
                    <a:pt x="10399" y="8244"/>
                    <a:pt x="10002" y="8223"/>
                    <a:pt x="9813" y="8181"/>
                  </a:cubicBezTo>
                  <a:lnTo>
                    <a:pt x="9834" y="8181"/>
                  </a:lnTo>
                  <a:cubicBezTo>
                    <a:pt x="9962" y="8143"/>
                    <a:pt x="10145" y="8104"/>
                    <a:pt x="10374" y="8104"/>
                  </a:cubicBezTo>
                  <a:cubicBezTo>
                    <a:pt x="10518" y="8104"/>
                    <a:pt x="10681" y="8120"/>
                    <a:pt x="10859" y="8160"/>
                  </a:cubicBezTo>
                  <a:cubicBezTo>
                    <a:pt x="11027" y="8244"/>
                    <a:pt x="11173" y="8349"/>
                    <a:pt x="11299" y="8432"/>
                  </a:cubicBezTo>
                  <a:cubicBezTo>
                    <a:pt x="11194" y="8286"/>
                    <a:pt x="11069" y="8160"/>
                    <a:pt x="10943" y="8035"/>
                  </a:cubicBezTo>
                  <a:cubicBezTo>
                    <a:pt x="10797" y="8035"/>
                    <a:pt x="10608" y="8014"/>
                    <a:pt x="10399" y="7951"/>
                  </a:cubicBezTo>
                  <a:cubicBezTo>
                    <a:pt x="10331" y="7956"/>
                    <a:pt x="10264" y="7959"/>
                    <a:pt x="10200" y="7959"/>
                  </a:cubicBezTo>
                  <a:cubicBezTo>
                    <a:pt x="10008" y="7959"/>
                    <a:pt x="9839" y="7935"/>
                    <a:pt x="9730" y="7888"/>
                  </a:cubicBezTo>
                  <a:lnTo>
                    <a:pt x="9750" y="7888"/>
                  </a:lnTo>
                  <a:cubicBezTo>
                    <a:pt x="9876" y="7826"/>
                    <a:pt x="10127" y="7763"/>
                    <a:pt x="10420" y="7763"/>
                  </a:cubicBezTo>
                  <a:cubicBezTo>
                    <a:pt x="10462" y="7784"/>
                    <a:pt x="10504" y="7805"/>
                    <a:pt x="10566" y="7805"/>
                  </a:cubicBezTo>
                  <a:cubicBezTo>
                    <a:pt x="10483" y="7784"/>
                    <a:pt x="10399" y="7742"/>
                    <a:pt x="10336" y="7721"/>
                  </a:cubicBezTo>
                  <a:cubicBezTo>
                    <a:pt x="10284" y="7712"/>
                    <a:pt x="10229" y="7707"/>
                    <a:pt x="10170" y="7707"/>
                  </a:cubicBezTo>
                  <a:cubicBezTo>
                    <a:pt x="10086" y="7707"/>
                    <a:pt x="9995" y="7717"/>
                    <a:pt x="9897" y="7742"/>
                  </a:cubicBezTo>
                  <a:cubicBezTo>
                    <a:pt x="9780" y="7764"/>
                    <a:pt x="9666" y="7773"/>
                    <a:pt x="9561" y="7773"/>
                  </a:cubicBezTo>
                  <a:cubicBezTo>
                    <a:pt x="9364" y="7773"/>
                    <a:pt x="9197" y="7741"/>
                    <a:pt x="9102" y="7700"/>
                  </a:cubicBezTo>
                  <a:lnTo>
                    <a:pt x="9123" y="7700"/>
                  </a:lnTo>
                  <a:cubicBezTo>
                    <a:pt x="9269" y="7658"/>
                    <a:pt x="9520" y="7616"/>
                    <a:pt x="9834" y="7554"/>
                  </a:cubicBezTo>
                  <a:cubicBezTo>
                    <a:pt x="9646" y="7512"/>
                    <a:pt x="9478" y="7470"/>
                    <a:pt x="9311" y="7449"/>
                  </a:cubicBezTo>
                  <a:cubicBezTo>
                    <a:pt x="9102" y="7449"/>
                    <a:pt x="8914" y="7407"/>
                    <a:pt x="8767" y="7386"/>
                  </a:cubicBezTo>
                  <a:cubicBezTo>
                    <a:pt x="8495" y="7365"/>
                    <a:pt x="8244" y="7365"/>
                    <a:pt x="8056" y="7344"/>
                  </a:cubicBezTo>
                  <a:lnTo>
                    <a:pt x="8118" y="7323"/>
                  </a:lnTo>
                  <a:cubicBezTo>
                    <a:pt x="8391" y="7259"/>
                    <a:pt x="8800" y="7170"/>
                    <a:pt x="9278" y="7170"/>
                  </a:cubicBezTo>
                  <a:cubicBezTo>
                    <a:pt x="9423" y="7170"/>
                    <a:pt x="9574" y="7178"/>
                    <a:pt x="9730" y="7198"/>
                  </a:cubicBezTo>
                  <a:cubicBezTo>
                    <a:pt x="9855" y="7177"/>
                    <a:pt x="9981" y="7156"/>
                    <a:pt x="10127" y="7135"/>
                  </a:cubicBezTo>
                  <a:lnTo>
                    <a:pt x="10043" y="7135"/>
                  </a:lnTo>
                  <a:cubicBezTo>
                    <a:pt x="9750" y="6968"/>
                    <a:pt x="9520" y="6800"/>
                    <a:pt x="9437" y="6696"/>
                  </a:cubicBezTo>
                  <a:lnTo>
                    <a:pt x="9458" y="6696"/>
                  </a:lnTo>
                  <a:cubicBezTo>
                    <a:pt x="9604" y="6717"/>
                    <a:pt x="9855" y="6800"/>
                    <a:pt x="10085" y="6947"/>
                  </a:cubicBezTo>
                  <a:cubicBezTo>
                    <a:pt x="10274" y="6968"/>
                    <a:pt x="10420" y="6989"/>
                    <a:pt x="10566" y="7030"/>
                  </a:cubicBezTo>
                  <a:cubicBezTo>
                    <a:pt x="10671" y="7010"/>
                    <a:pt x="10776" y="6968"/>
                    <a:pt x="10880" y="6947"/>
                  </a:cubicBezTo>
                  <a:cubicBezTo>
                    <a:pt x="10504" y="6905"/>
                    <a:pt x="10232" y="6696"/>
                    <a:pt x="10148" y="6570"/>
                  </a:cubicBezTo>
                  <a:lnTo>
                    <a:pt x="10148" y="6570"/>
                  </a:lnTo>
                  <a:cubicBezTo>
                    <a:pt x="10357" y="6633"/>
                    <a:pt x="10650" y="6779"/>
                    <a:pt x="11027" y="6779"/>
                  </a:cubicBezTo>
                  <a:cubicBezTo>
                    <a:pt x="11236" y="6738"/>
                    <a:pt x="11424" y="6717"/>
                    <a:pt x="11592" y="6696"/>
                  </a:cubicBezTo>
                  <a:cubicBezTo>
                    <a:pt x="11613" y="6696"/>
                    <a:pt x="11634" y="6696"/>
                    <a:pt x="11655" y="6675"/>
                  </a:cubicBezTo>
                  <a:cubicBezTo>
                    <a:pt x="11696" y="6654"/>
                    <a:pt x="11717" y="6633"/>
                    <a:pt x="11759" y="6612"/>
                  </a:cubicBezTo>
                  <a:cubicBezTo>
                    <a:pt x="11387" y="6534"/>
                    <a:pt x="11051" y="6419"/>
                    <a:pt x="10890" y="6318"/>
                  </a:cubicBezTo>
                  <a:lnTo>
                    <a:pt x="10890" y="6318"/>
                  </a:lnTo>
                  <a:cubicBezTo>
                    <a:pt x="10917" y="6316"/>
                    <a:pt x="10947" y="6315"/>
                    <a:pt x="10977" y="6315"/>
                  </a:cubicBezTo>
                  <a:cubicBezTo>
                    <a:pt x="11205" y="6315"/>
                    <a:pt x="11521" y="6372"/>
                    <a:pt x="11885" y="6445"/>
                  </a:cubicBezTo>
                  <a:cubicBezTo>
                    <a:pt x="12010" y="6403"/>
                    <a:pt x="12136" y="6382"/>
                    <a:pt x="12240" y="6361"/>
                  </a:cubicBezTo>
                  <a:cubicBezTo>
                    <a:pt x="12408" y="6277"/>
                    <a:pt x="12575" y="6173"/>
                    <a:pt x="12722" y="6089"/>
                  </a:cubicBezTo>
                  <a:cubicBezTo>
                    <a:pt x="12303" y="6089"/>
                    <a:pt x="11947" y="6068"/>
                    <a:pt x="11780" y="6026"/>
                  </a:cubicBezTo>
                  <a:lnTo>
                    <a:pt x="11801" y="6026"/>
                  </a:lnTo>
                  <a:cubicBezTo>
                    <a:pt x="12052" y="5963"/>
                    <a:pt x="12450" y="5901"/>
                    <a:pt x="12910" y="5901"/>
                  </a:cubicBezTo>
                  <a:cubicBezTo>
                    <a:pt x="13077" y="5796"/>
                    <a:pt x="13245" y="5691"/>
                    <a:pt x="13412" y="5587"/>
                  </a:cubicBezTo>
                  <a:cubicBezTo>
                    <a:pt x="13463" y="5536"/>
                    <a:pt x="13541" y="5471"/>
                    <a:pt x="13625" y="5404"/>
                  </a:cubicBezTo>
                  <a:lnTo>
                    <a:pt x="13625" y="5404"/>
                  </a:lnTo>
                  <a:cubicBezTo>
                    <a:pt x="13603" y="5418"/>
                    <a:pt x="13581" y="5429"/>
                    <a:pt x="13559" y="5440"/>
                  </a:cubicBezTo>
                  <a:cubicBezTo>
                    <a:pt x="13140" y="5440"/>
                    <a:pt x="12763" y="5378"/>
                    <a:pt x="12596" y="5315"/>
                  </a:cubicBezTo>
                  <a:lnTo>
                    <a:pt x="12617" y="5315"/>
                  </a:lnTo>
                  <a:cubicBezTo>
                    <a:pt x="12805" y="5252"/>
                    <a:pt x="13140" y="5252"/>
                    <a:pt x="13517" y="5252"/>
                  </a:cubicBezTo>
                  <a:cubicBezTo>
                    <a:pt x="13789" y="5106"/>
                    <a:pt x="14061" y="5022"/>
                    <a:pt x="14249" y="4959"/>
                  </a:cubicBezTo>
                  <a:lnTo>
                    <a:pt x="14270" y="4959"/>
                  </a:lnTo>
                  <a:cubicBezTo>
                    <a:pt x="13872" y="4959"/>
                    <a:pt x="13287" y="4896"/>
                    <a:pt x="12680" y="4834"/>
                  </a:cubicBezTo>
                  <a:cubicBezTo>
                    <a:pt x="11963" y="4874"/>
                    <a:pt x="11387" y="5176"/>
                    <a:pt x="11009" y="5228"/>
                  </a:cubicBezTo>
                  <a:lnTo>
                    <a:pt x="11009" y="5228"/>
                  </a:lnTo>
                  <a:cubicBezTo>
                    <a:pt x="11198" y="5060"/>
                    <a:pt x="11511" y="4791"/>
                    <a:pt x="11947" y="4624"/>
                  </a:cubicBezTo>
                  <a:cubicBezTo>
                    <a:pt x="12450" y="4164"/>
                    <a:pt x="13015" y="3432"/>
                    <a:pt x="13893" y="2720"/>
                  </a:cubicBezTo>
                  <a:cubicBezTo>
                    <a:pt x="14437" y="2365"/>
                    <a:pt x="15086" y="2093"/>
                    <a:pt x="15651" y="1988"/>
                  </a:cubicBezTo>
                  <a:cubicBezTo>
                    <a:pt x="15575" y="1983"/>
                    <a:pt x="15501" y="1981"/>
                    <a:pt x="15428" y="1981"/>
                  </a:cubicBezTo>
                  <a:cubicBezTo>
                    <a:pt x="14821" y="1981"/>
                    <a:pt x="14337" y="2127"/>
                    <a:pt x="14019" y="2239"/>
                  </a:cubicBezTo>
                  <a:lnTo>
                    <a:pt x="14061" y="2218"/>
                  </a:lnTo>
                  <a:cubicBezTo>
                    <a:pt x="14310" y="2018"/>
                    <a:pt x="14825" y="1792"/>
                    <a:pt x="15477" y="1792"/>
                  </a:cubicBezTo>
                  <a:cubicBezTo>
                    <a:pt x="15645" y="1792"/>
                    <a:pt x="15822" y="1807"/>
                    <a:pt x="16007" y="1841"/>
                  </a:cubicBezTo>
                  <a:cubicBezTo>
                    <a:pt x="16028" y="1841"/>
                    <a:pt x="16069" y="1862"/>
                    <a:pt x="16132" y="1883"/>
                  </a:cubicBezTo>
                  <a:cubicBezTo>
                    <a:pt x="16132" y="1841"/>
                    <a:pt x="16132" y="1800"/>
                    <a:pt x="16132" y="1758"/>
                  </a:cubicBezTo>
                  <a:cubicBezTo>
                    <a:pt x="15253" y="1569"/>
                    <a:pt x="14458" y="1528"/>
                    <a:pt x="14040" y="1507"/>
                  </a:cubicBezTo>
                  <a:lnTo>
                    <a:pt x="14082" y="1507"/>
                  </a:lnTo>
                  <a:cubicBezTo>
                    <a:pt x="14273" y="1466"/>
                    <a:pt x="14555" y="1436"/>
                    <a:pt x="14895" y="1436"/>
                  </a:cubicBezTo>
                  <a:cubicBezTo>
                    <a:pt x="15263" y="1436"/>
                    <a:pt x="15697" y="1472"/>
                    <a:pt x="16153" y="1569"/>
                  </a:cubicBezTo>
                  <a:cubicBezTo>
                    <a:pt x="16153" y="1548"/>
                    <a:pt x="16153" y="1528"/>
                    <a:pt x="16153" y="1507"/>
                  </a:cubicBezTo>
                  <a:cubicBezTo>
                    <a:pt x="16007" y="1423"/>
                    <a:pt x="15735" y="1276"/>
                    <a:pt x="15400" y="1193"/>
                  </a:cubicBezTo>
                  <a:cubicBezTo>
                    <a:pt x="15164" y="1138"/>
                    <a:pt x="14866" y="1084"/>
                    <a:pt x="14518" y="1084"/>
                  </a:cubicBezTo>
                  <a:cubicBezTo>
                    <a:pt x="14465" y="1084"/>
                    <a:pt x="14410" y="1085"/>
                    <a:pt x="14354" y="1088"/>
                  </a:cubicBezTo>
                  <a:cubicBezTo>
                    <a:pt x="13663" y="1151"/>
                    <a:pt x="13119" y="1381"/>
                    <a:pt x="12805" y="1486"/>
                  </a:cubicBezTo>
                  <a:lnTo>
                    <a:pt x="12847" y="1465"/>
                  </a:lnTo>
                  <a:cubicBezTo>
                    <a:pt x="13035" y="1318"/>
                    <a:pt x="13412" y="1088"/>
                    <a:pt x="13914" y="963"/>
                  </a:cubicBezTo>
                  <a:cubicBezTo>
                    <a:pt x="13684" y="963"/>
                    <a:pt x="13454" y="984"/>
                    <a:pt x="13203" y="1004"/>
                  </a:cubicBezTo>
                  <a:cubicBezTo>
                    <a:pt x="13203" y="1025"/>
                    <a:pt x="13203" y="1025"/>
                    <a:pt x="13182" y="1025"/>
                  </a:cubicBezTo>
                  <a:cubicBezTo>
                    <a:pt x="12387" y="1235"/>
                    <a:pt x="11717" y="1590"/>
                    <a:pt x="11341" y="1716"/>
                  </a:cubicBezTo>
                  <a:lnTo>
                    <a:pt x="11362" y="1695"/>
                  </a:lnTo>
                  <a:cubicBezTo>
                    <a:pt x="11613" y="1528"/>
                    <a:pt x="12010" y="1297"/>
                    <a:pt x="12491" y="1067"/>
                  </a:cubicBezTo>
                  <a:lnTo>
                    <a:pt x="12491" y="1067"/>
                  </a:lnTo>
                  <a:cubicBezTo>
                    <a:pt x="12345" y="1088"/>
                    <a:pt x="12199" y="1109"/>
                    <a:pt x="12052" y="1151"/>
                  </a:cubicBezTo>
                  <a:cubicBezTo>
                    <a:pt x="11278" y="1444"/>
                    <a:pt x="10483" y="2072"/>
                    <a:pt x="10064" y="2595"/>
                  </a:cubicBezTo>
                  <a:lnTo>
                    <a:pt x="9897" y="2783"/>
                  </a:lnTo>
                  <a:lnTo>
                    <a:pt x="9897" y="2783"/>
                  </a:lnTo>
                  <a:lnTo>
                    <a:pt x="10169" y="2448"/>
                  </a:lnTo>
                  <a:cubicBezTo>
                    <a:pt x="10315" y="2093"/>
                    <a:pt x="10943" y="1590"/>
                    <a:pt x="11613" y="1256"/>
                  </a:cubicBezTo>
                  <a:lnTo>
                    <a:pt x="11613" y="1256"/>
                  </a:lnTo>
                  <a:cubicBezTo>
                    <a:pt x="11508" y="1276"/>
                    <a:pt x="11424" y="1297"/>
                    <a:pt x="11341" y="1318"/>
                  </a:cubicBezTo>
                  <a:cubicBezTo>
                    <a:pt x="10797" y="1632"/>
                    <a:pt x="10064" y="2030"/>
                    <a:pt x="9646" y="2469"/>
                  </a:cubicBezTo>
                  <a:cubicBezTo>
                    <a:pt x="9771" y="2239"/>
                    <a:pt x="10232" y="1862"/>
                    <a:pt x="10692" y="1569"/>
                  </a:cubicBezTo>
                  <a:lnTo>
                    <a:pt x="10692" y="1569"/>
                  </a:lnTo>
                  <a:cubicBezTo>
                    <a:pt x="10274" y="1737"/>
                    <a:pt x="9771" y="1946"/>
                    <a:pt x="9478" y="2260"/>
                  </a:cubicBezTo>
                  <a:cubicBezTo>
                    <a:pt x="9541" y="2113"/>
                    <a:pt x="9771" y="1904"/>
                    <a:pt x="10064" y="1737"/>
                  </a:cubicBezTo>
                  <a:lnTo>
                    <a:pt x="10064" y="1737"/>
                  </a:lnTo>
                  <a:cubicBezTo>
                    <a:pt x="9939" y="1779"/>
                    <a:pt x="9813" y="1800"/>
                    <a:pt x="9709" y="1841"/>
                  </a:cubicBezTo>
                  <a:cubicBezTo>
                    <a:pt x="9597" y="2017"/>
                    <a:pt x="9440" y="2077"/>
                    <a:pt x="9283" y="2077"/>
                  </a:cubicBezTo>
                  <a:cubicBezTo>
                    <a:pt x="9029" y="2077"/>
                    <a:pt x="8777" y="1919"/>
                    <a:pt x="8725" y="1841"/>
                  </a:cubicBezTo>
                  <a:lnTo>
                    <a:pt x="8746" y="1841"/>
                  </a:lnTo>
                  <a:cubicBezTo>
                    <a:pt x="8813" y="1833"/>
                    <a:pt x="8878" y="1832"/>
                    <a:pt x="8941" y="1832"/>
                  </a:cubicBezTo>
                  <a:cubicBezTo>
                    <a:pt x="8956" y="1832"/>
                    <a:pt x="8972" y="1832"/>
                    <a:pt x="8987" y="1832"/>
                  </a:cubicBezTo>
                  <a:cubicBezTo>
                    <a:pt x="9214" y="1832"/>
                    <a:pt x="9395" y="1821"/>
                    <a:pt x="9458" y="1444"/>
                  </a:cubicBezTo>
                  <a:cubicBezTo>
                    <a:pt x="9458" y="1339"/>
                    <a:pt x="9478" y="1214"/>
                    <a:pt x="9499" y="1109"/>
                  </a:cubicBezTo>
                  <a:lnTo>
                    <a:pt x="9499" y="1109"/>
                  </a:lnTo>
                  <a:cubicBezTo>
                    <a:pt x="9332" y="1297"/>
                    <a:pt x="9123" y="1444"/>
                    <a:pt x="8976" y="1528"/>
                  </a:cubicBezTo>
                  <a:lnTo>
                    <a:pt x="8893" y="1590"/>
                  </a:lnTo>
                  <a:lnTo>
                    <a:pt x="8893" y="1590"/>
                  </a:lnTo>
                  <a:lnTo>
                    <a:pt x="9039" y="1465"/>
                  </a:lnTo>
                  <a:cubicBezTo>
                    <a:pt x="9206" y="1381"/>
                    <a:pt x="9395" y="1109"/>
                    <a:pt x="9541" y="858"/>
                  </a:cubicBezTo>
                  <a:lnTo>
                    <a:pt x="9541" y="858"/>
                  </a:lnTo>
                  <a:cubicBezTo>
                    <a:pt x="9311" y="1130"/>
                    <a:pt x="8851" y="1360"/>
                    <a:pt x="8642" y="1465"/>
                  </a:cubicBezTo>
                  <a:lnTo>
                    <a:pt x="8537" y="1507"/>
                  </a:lnTo>
                  <a:lnTo>
                    <a:pt x="8704" y="1423"/>
                  </a:lnTo>
                  <a:cubicBezTo>
                    <a:pt x="8872" y="1339"/>
                    <a:pt x="9144" y="1067"/>
                    <a:pt x="9353" y="816"/>
                  </a:cubicBezTo>
                  <a:lnTo>
                    <a:pt x="9353" y="816"/>
                  </a:lnTo>
                  <a:cubicBezTo>
                    <a:pt x="9311" y="837"/>
                    <a:pt x="9248" y="858"/>
                    <a:pt x="9186" y="879"/>
                  </a:cubicBezTo>
                  <a:cubicBezTo>
                    <a:pt x="8851" y="1130"/>
                    <a:pt x="8432" y="1360"/>
                    <a:pt x="8265" y="1695"/>
                  </a:cubicBezTo>
                  <a:cubicBezTo>
                    <a:pt x="8307" y="1507"/>
                    <a:pt x="8558" y="1235"/>
                    <a:pt x="8809" y="1004"/>
                  </a:cubicBezTo>
                  <a:cubicBezTo>
                    <a:pt x="8788" y="1004"/>
                    <a:pt x="8746" y="1025"/>
                    <a:pt x="8704" y="1025"/>
                  </a:cubicBezTo>
                  <a:cubicBezTo>
                    <a:pt x="8453" y="1297"/>
                    <a:pt x="8118" y="1590"/>
                    <a:pt x="8014" y="1904"/>
                  </a:cubicBezTo>
                  <a:lnTo>
                    <a:pt x="7951" y="1988"/>
                  </a:lnTo>
                  <a:lnTo>
                    <a:pt x="8035" y="1821"/>
                  </a:lnTo>
                  <a:cubicBezTo>
                    <a:pt x="8035" y="1737"/>
                    <a:pt x="8098" y="1590"/>
                    <a:pt x="8202" y="1465"/>
                  </a:cubicBezTo>
                  <a:lnTo>
                    <a:pt x="8202" y="1465"/>
                  </a:lnTo>
                  <a:cubicBezTo>
                    <a:pt x="8056" y="1590"/>
                    <a:pt x="7930" y="1737"/>
                    <a:pt x="7846" y="1883"/>
                  </a:cubicBezTo>
                  <a:cubicBezTo>
                    <a:pt x="7805" y="1967"/>
                    <a:pt x="7784" y="2030"/>
                    <a:pt x="7742" y="2113"/>
                  </a:cubicBezTo>
                  <a:cubicBezTo>
                    <a:pt x="7742" y="2197"/>
                    <a:pt x="7742" y="2281"/>
                    <a:pt x="7721" y="2365"/>
                  </a:cubicBezTo>
                  <a:cubicBezTo>
                    <a:pt x="7721" y="2490"/>
                    <a:pt x="7700" y="2657"/>
                    <a:pt x="7679" y="2783"/>
                  </a:cubicBezTo>
                  <a:cubicBezTo>
                    <a:pt x="7721" y="2909"/>
                    <a:pt x="7742" y="3055"/>
                    <a:pt x="7721" y="3201"/>
                  </a:cubicBezTo>
                  <a:cubicBezTo>
                    <a:pt x="7635" y="3345"/>
                    <a:pt x="7545" y="3396"/>
                    <a:pt x="7464" y="3396"/>
                  </a:cubicBezTo>
                  <a:cubicBezTo>
                    <a:pt x="7368" y="3396"/>
                    <a:pt x="7285" y="3323"/>
                    <a:pt x="7240" y="3243"/>
                  </a:cubicBezTo>
                  <a:cubicBezTo>
                    <a:pt x="7219" y="3243"/>
                    <a:pt x="7219" y="3222"/>
                    <a:pt x="7198" y="3222"/>
                  </a:cubicBezTo>
                  <a:lnTo>
                    <a:pt x="7177" y="3222"/>
                  </a:lnTo>
                  <a:cubicBezTo>
                    <a:pt x="7177" y="3222"/>
                    <a:pt x="7177" y="3222"/>
                    <a:pt x="7198" y="3201"/>
                  </a:cubicBezTo>
                  <a:cubicBezTo>
                    <a:pt x="7135" y="3160"/>
                    <a:pt x="7114" y="3076"/>
                    <a:pt x="7114" y="2909"/>
                  </a:cubicBezTo>
                  <a:cubicBezTo>
                    <a:pt x="7177" y="2741"/>
                    <a:pt x="7240" y="2574"/>
                    <a:pt x="7323" y="2427"/>
                  </a:cubicBezTo>
                  <a:cubicBezTo>
                    <a:pt x="7344" y="2281"/>
                    <a:pt x="7386" y="2155"/>
                    <a:pt x="7428" y="2009"/>
                  </a:cubicBezTo>
                  <a:cubicBezTo>
                    <a:pt x="7365" y="1737"/>
                    <a:pt x="7261" y="1423"/>
                    <a:pt x="7135" y="1172"/>
                  </a:cubicBezTo>
                  <a:cubicBezTo>
                    <a:pt x="6696" y="732"/>
                    <a:pt x="6214" y="314"/>
                    <a:pt x="5880" y="0"/>
                  </a:cubicBezTo>
                  <a:close/>
                  <a:moveTo>
                    <a:pt x="10776" y="13642"/>
                  </a:moveTo>
                  <a:cubicBezTo>
                    <a:pt x="10776" y="13642"/>
                    <a:pt x="10776" y="13642"/>
                    <a:pt x="10776" y="13642"/>
                  </a:cubicBezTo>
                  <a:cubicBezTo>
                    <a:pt x="10776" y="13642"/>
                    <a:pt x="10776" y="13642"/>
                    <a:pt x="10776" y="136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7"/>
            <p:cNvSpPr/>
            <p:nvPr/>
          </p:nvSpPr>
          <p:spPr>
            <a:xfrm>
              <a:off x="-990150" y="3397050"/>
              <a:ext cx="11000" cy="25650"/>
            </a:xfrm>
            <a:custGeom>
              <a:avLst/>
              <a:gdLst/>
              <a:ahLst/>
              <a:cxnLst/>
              <a:rect l="l" t="t" r="r" b="b"/>
              <a:pathLst>
                <a:path w="440" h="1026" extrusionOk="0">
                  <a:moveTo>
                    <a:pt x="251" y="1"/>
                  </a:moveTo>
                  <a:lnTo>
                    <a:pt x="230" y="63"/>
                  </a:lnTo>
                  <a:cubicBezTo>
                    <a:pt x="84" y="252"/>
                    <a:pt x="21" y="628"/>
                    <a:pt x="0" y="1026"/>
                  </a:cubicBezTo>
                  <a:cubicBezTo>
                    <a:pt x="126" y="691"/>
                    <a:pt x="293" y="461"/>
                    <a:pt x="439" y="294"/>
                  </a:cubicBezTo>
                  <a:cubicBezTo>
                    <a:pt x="377" y="210"/>
                    <a:pt x="314" y="105"/>
                    <a:pt x="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7"/>
            <p:cNvSpPr/>
            <p:nvPr/>
          </p:nvSpPr>
          <p:spPr>
            <a:xfrm>
              <a:off x="-1463025" y="3101225"/>
              <a:ext cx="114050" cy="51050"/>
            </a:xfrm>
            <a:custGeom>
              <a:avLst/>
              <a:gdLst/>
              <a:ahLst/>
              <a:cxnLst/>
              <a:rect l="l" t="t" r="r" b="b"/>
              <a:pathLst>
                <a:path w="4562" h="2042" extrusionOk="0">
                  <a:moveTo>
                    <a:pt x="1858" y="0"/>
                  </a:moveTo>
                  <a:cubicBezTo>
                    <a:pt x="1584" y="0"/>
                    <a:pt x="1304" y="55"/>
                    <a:pt x="1025" y="179"/>
                  </a:cubicBezTo>
                  <a:cubicBezTo>
                    <a:pt x="440" y="451"/>
                    <a:pt x="0" y="1142"/>
                    <a:pt x="21" y="1811"/>
                  </a:cubicBezTo>
                  <a:cubicBezTo>
                    <a:pt x="151" y="862"/>
                    <a:pt x="1126" y="211"/>
                    <a:pt x="2090" y="211"/>
                  </a:cubicBezTo>
                  <a:cubicBezTo>
                    <a:pt x="2210" y="211"/>
                    <a:pt x="2330" y="221"/>
                    <a:pt x="2448" y="242"/>
                  </a:cubicBezTo>
                  <a:cubicBezTo>
                    <a:pt x="3432" y="430"/>
                    <a:pt x="4185" y="1163"/>
                    <a:pt x="4561" y="2041"/>
                  </a:cubicBezTo>
                  <a:cubicBezTo>
                    <a:pt x="4394" y="1414"/>
                    <a:pt x="3955" y="828"/>
                    <a:pt x="3201" y="409"/>
                  </a:cubicBezTo>
                  <a:cubicBezTo>
                    <a:pt x="2780" y="159"/>
                    <a:pt x="2325" y="0"/>
                    <a:pt x="18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7"/>
            <p:cNvSpPr/>
            <p:nvPr/>
          </p:nvSpPr>
          <p:spPr>
            <a:xfrm>
              <a:off x="-1538925" y="3012050"/>
              <a:ext cx="118800" cy="180650"/>
            </a:xfrm>
            <a:custGeom>
              <a:avLst/>
              <a:gdLst/>
              <a:ahLst/>
              <a:cxnLst/>
              <a:rect l="l" t="t" r="r" b="b"/>
              <a:pathLst>
                <a:path w="4752" h="7226" extrusionOk="0">
                  <a:moveTo>
                    <a:pt x="1111" y="1466"/>
                  </a:moveTo>
                  <a:lnTo>
                    <a:pt x="1111" y="1466"/>
                  </a:lnTo>
                  <a:cubicBezTo>
                    <a:pt x="1105" y="1478"/>
                    <a:pt x="1101" y="1492"/>
                    <a:pt x="1098" y="1507"/>
                  </a:cubicBezTo>
                  <a:lnTo>
                    <a:pt x="1098" y="1507"/>
                  </a:lnTo>
                  <a:cubicBezTo>
                    <a:pt x="1102" y="1493"/>
                    <a:pt x="1107" y="1479"/>
                    <a:pt x="1111" y="1466"/>
                  </a:cubicBezTo>
                  <a:close/>
                  <a:moveTo>
                    <a:pt x="1802" y="1"/>
                  </a:moveTo>
                  <a:cubicBezTo>
                    <a:pt x="1781" y="22"/>
                    <a:pt x="1760" y="64"/>
                    <a:pt x="1739" y="85"/>
                  </a:cubicBezTo>
                  <a:cubicBezTo>
                    <a:pt x="1676" y="545"/>
                    <a:pt x="1613" y="1068"/>
                    <a:pt x="1592" y="1654"/>
                  </a:cubicBezTo>
                  <a:cubicBezTo>
                    <a:pt x="1551" y="3035"/>
                    <a:pt x="1739" y="4311"/>
                    <a:pt x="2325" y="4730"/>
                  </a:cubicBezTo>
                  <a:lnTo>
                    <a:pt x="2367" y="4772"/>
                  </a:lnTo>
                  <a:cubicBezTo>
                    <a:pt x="1592" y="4625"/>
                    <a:pt x="986" y="3119"/>
                    <a:pt x="1090" y="1633"/>
                  </a:cubicBezTo>
                  <a:cubicBezTo>
                    <a:pt x="1090" y="1588"/>
                    <a:pt x="1090" y="1544"/>
                    <a:pt x="1098" y="1507"/>
                  </a:cubicBezTo>
                  <a:lnTo>
                    <a:pt x="1098" y="1507"/>
                  </a:lnTo>
                  <a:cubicBezTo>
                    <a:pt x="1082" y="1557"/>
                    <a:pt x="1069" y="1609"/>
                    <a:pt x="1069" y="1675"/>
                  </a:cubicBezTo>
                  <a:cubicBezTo>
                    <a:pt x="0" y="4707"/>
                    <a:pt x="2660" y="7225"/>
                    <a:pt x="4093" y="7225"/>
                  </a:cubicBezTo>
                  <a:cubicBezTo>
                    <a:pt x="4371" y="7225"/>
                    <a:pt x="4602" y="7130"/>
                    <a:pt x="4752" y="6927"/>
                  </a:cubicBezTo>
                  <a:lnTo>
                    <a:pt x="4752" y="6927"/>
                  </a:lnTo>
                  <a:cubicBezTo>
                    <a:pt x="4595" y="7014"/>
                    <a:pt x="4409" y="7057"/>
                    <a:pt x="4230" y="7057"/>
                  </a:cubicBezTo>
                  <a:cubicBezTo>
                    <a:pt x="4194" y="7057"/>
                    <a:pt x="4159" y="7056"/>
                    <a:pt x="4124" y="7052"/>
                  </a:cubicBezTo>
                  <a:cubicBezTo>
                    <a:pt x="3580" y="6989"/>
                    <a:pt x="3204" y="6529"/>
                    <a:pt x="3078" y="6027"/>
                  </a:cubicBezTo>
                  <a:cubicBezTo>
                    <a:pt x="2722" y="5357"/>
                    <a:pt x="2827" y="4479"/>
                    <a:pt x="3392" y="3914"/>
                  </a:cubicBezTo>
                  <a:cubicBezTo>
                    <a:pt x="2408" y="3746"/>
                    <a:pt x="1760" y="2282"/>
                    <a:pt x="1843" y="629"/>
                  </a:cubicBezTo>
                  <a:cubicBezTo>
                    <a:pt x="1823" y="440"/>
                    <a:pt x="1802" y="252"/>
                    <a:pt x="18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7"/>
            <p:cNvSpPr/>
            <p:nvPr/>
          </p:nvSpPr>
          <p:spPr>
            <a:xfrm>
              <a:off x="-1252225" y="3113025"/>
              <a:ext cx="109350" cy="164800"/>
            </a:xfrm>
            <a:custGeom>
              <a:avLst/>
              <a:gdLst/>
              <a:ahLst/>
              <a:cxnLst/>
              <a:rect l="l" t="t" r="r" b="b"/>
              <a:pathLst>
                <a:path w="4374" h="6592" extrusionOk="0">
                  <a:moveTo>
                    <a:pt x="1821" y="0"/>
                  </a:moveTo>
                  <a:lnTo>
                    <a:pt x="1821" y="0"/>
                  </a:lnTo>
                  <a:cubicBezTo>
                    <a:pt x="544" y="774"/>
                    <a:pt x="1256" y="2490"/>
                    <a:pt x="2155" y="2532"/>
                  </a:cubicBezTo>
                  <a:cubicBezTo>
                    <a:pt x="2720" y="1988"/>
                    <a:pt x="3369" y="1674"/>
                    <a:pt x="3599" y="1297"/>
                  </a:cubicBezTo>
                  <a:lnTo>
                    <a:pt x="3599" y="1297"/>
                  </a:lnTo>
                  <a:cubicBezTo>
                    <a:pt x="3390" y="2134"/>
                    <a:pt x="1800" y="2678"/>
                    <a:pt x="1611" y="4269"/>
                  </a:cubicBezTo>
                  <a:cubicBezTo>
                    <a:pt x="1570" y="5398"/>
                    <a:pt x="712" y="6424"/>
                    <a:pt x="0" y="6591"/>
                  </a:cubicBezTo>
                  <a:lnTo>
                    <a:pt x="84" y="6591"/>
                  </a:lnTo>
                  <a:cubicBezTo>
                    <a:pt x="607" y="6570"/>
                    <a:pt x="1109" y="6131"/>
                    <a:pt x="1381" y="5650"/>
                  </a:cubicBezTo>
                  <a:cubicBezTo>
                    <a:pt x="1695" y="5106"/>
                    <a:pt x="1821" y="4499"/>
                    <a:pt x="2072" y="3913"/>
                  </a:cubicBezTo>
                  <a:cubicBezTo>
                    <a:pt x="2469" y="2971"/>
                    <a:pt x="3244" y="2302"/>
                    <a:pt x="4039" y="1695"/>
                  </a:cubicBezTo>
                  <a:cubicBezTo>
                    <a:pt x="4373" y="1046"/>
                    <a:pt x="3955" y="377"/>
                    <a:pt x="3306" y="168"/>
                  </a:cubicBezTo>
                  <a:cubicBezTo>
                    <a:pt x="3153" y="117"/>
                    <a:pt x="2994" y="93"/>
                    <a:pt x="2833" y="93"/>
                  </a:cubicBezTo>
                  <a:cubicBezTo>
                    <a:pt x="2597" y="93"/>
                    <a:pt x="2358" y="143"/>
                    <a:pt x="2135" y="230"/>
                  </a:cubicBezTo>
                  <a:lnTo>
                    <a:pt x="2281" y="230"/>
                  </a:lnTo>
                  <a:cubicBezTo>
                    <a:pt x="3241" y="370"/>
                    <a:pt x="3016" y="1809"/>
                    <a:pt x="2100" y="1809"/>
                  </a:cubicBezTo>
                  <a:cubicBezTo>
                    <a:pt x="2057" y="1809"/>
                    <a:pt x="2013" y="1806"/>
                    <a:pt x="1967" y="1800"/>
                  </a:cubicBezTo>
                  <a:cubicBezTo>
                    <a:pt x="1507" y="1737"/>
                    <a:pt x="1214" y="1277"/>
                    <a:pt x="1235" y="837"/>
                  </a:cubicBezTo>
                  <a:cubicBezTo>
                    <a:pt x="1277" y="481"/>
                    <a:pt x="1528" y="209"/>
                    <a:pt x="1800" y="21"/>
                  </a:cubicBezTo>
                  <a:lnTo>
                    <a:pt x="18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7"/>
            <p:cNvSpPr/>
            <p:nvPr/>
          </p:nvSpPr>
          <p:spPr>
            <a:xfrm>
              <a:off x="-1438975" y="3063850"/>
              <a:ext cx="3700" cy="9425"/>
            </a:xfrm>
            <a:custGeom>
              <a:avLst/>
              <a:gdLst/>
              <a:ahLst/>
              <a:cxnLst/>
              <a:rect l="l" t="t" r="r" b="b"/>
              <a:pathLst>
                <a:path w="148" h="377" extrusionOk="0">
                  <a:moveTo>
                    <a:pt x="1" y="0"/>
                  </a:move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2" y="26"/>
                    <a:pt x="3" y="28"/>
                  </a:cubicBezTo>
                  <a:lnTo>
                    <a:pt x="3" y="28"/>
                  </a:lnTo>
                  <a:cubicBezTo>
                    <a:pt x="1" y="20"/>
                    <a:pt x="1" y="10"/>
                    <a:pt x="1" y="0"/>
                  </a:cubicBezTo>
                  <a:close/>
                  <a:moveTo>
                    <a:pt x="3" y="28"/>
                  </a:moveTo>
                  <a:cubicBezTo>
                    <a:pt x="3" y="29"/>
                    <a:pt x="3" y="30"/>
                    <a:pt x="4" y="30"/>
                  </a:cubicBezTo>
                  <a:lnTo>
                    <a:pt x="4" y="30"/>
                  </a:lnTo>
                  <a:cubicBezTo>
                    <a:pt x="3" y="30"/>
                    <a:pt x="3" y="29"/>
                    <a:pt x="3" y="28"/>
                  </a:cubicBezTo>
                  <a:close/>
                  <a:moveTo>
                    <a:pt x="4" y="30"/>
                  </a:moveTo>
                  <a:cubicBezTo>
                    <a:pt x="18" y="73"/>
                    <a:pt x="35" y="115"/>
                    <a:pt x="52" y="157"/>
                  </a:cubicBezTo>
                  <a:lnTo>
                    <a:pt x="52" y="157"/>
                  </a:lnTo>
                  <a:cubicBezTo>
                    <a:pt x="39" y="120"/>
                    <a:pt x="28" y="82"/>
                    <a:pt x="22" y="42"/>
                  </a:cubicBezTo>
                  <a:cubicBezTo>
                    <a:pt x="12" y="42"/>
                    <a:pt x="6" y="38"/>
                    <a:pt x="4" y="30"/>
                  </a:cubicBezTo>
                  <a:close/>
                  <a:moveTo>
                    <a:pt x="52" y="157"/>
                  </a:moveTo>
                  <a:lnTo>
                    <a:pt x="52" y="157"/>
                  </a:lnTo>
                  <a:cubicBezTo>
                    <a:pt x="80" y="234"/>
                    <a:pt x="119" y="306"/>
                    <a:pt x="147" y="377"/>
                  </a:cubicBezTo>
                  <a:cubicBezTo>
                    <a:pt x="120" y="310"/>
                    <a:pt x="85" y="235"/>
                    <a:pt x="52" y="1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7"/>
            <p:cNvSpPr/>
            <p:nvPr/>
          </p:nvSpPr>
          <p:spPr>
            <a:xfrm>
              <a:off x="-984925" y="3530975"/>
              <a:ext cx="25125" cy="14650"/>
            </a:xfrm>
            <a:custGeom>
              <a:avLst/>
              <a:gdLst/>
              <a:ahLst/>
              <a:cxnLst/>
              <a:rect l="l" t="t" r="r" b="b"/>
              <a:pathLst>
                <a:path w="1005" h="586" extrusionOk="0">
                  <a:moveTo>
                    <a:pt x="984" y="0"/>
                  </a:moveTo>
                  <a:cubicBezTo>
                    <a:pt x="833" y="134"/>
                    <a:pt x="575" y="255"/>
                    <a:pt x="253" y="255"/>
                  </a:cubicBezTo>
                  <a:cubicBezTo>
                    <a:pt x="173" y="255"/>
                    <a:pt x="88" y="247"/>
                    <a:pt x="0" y="230"/>
                  </a:cubicBezTo>
                  <a:lnTo>
                    <a:pt x="0" y="230"/>
                  </a:lnTo>
                  <a:cubicBezTo>
                    <a:pt x="188" y="308"/>
                    <a:pt x="359" y="333"/>
                    <a:pt x="512" y="333"/>
                  </a:cubicBezTo>
                  <a:cubicBezTo>
                    <a:pt x="648" y="333"/>
                    <a:pt x="771" y="313"/>
                    <a:pt x="879" y="293"/>
                  </a:cubicBezTo>
                  <a:lnTo>
                    <a:pt x="879" y="293"/>
                  </a:lnTo>
                  <a:lnTo>
                    <a:pt x="858" y="314"/>
                  </a:lnTo>
                  <a:cubicBezTo>
                    <a:pt x="759" y="397"/>
                    <a:pt x="542" y="479"/>
                    <a:pt x="290" y="479"/>
                  </a:cubicBezTo>
                  <a:cubicBezTo>
                    <a:pt x="223" y="479"/>
                    <a:pt x="154" y="474"/>
                    <a:pt x="84" y="460"/>
                  </a:cubicBezTo>
                  <a:cubicBezTo>
                    <a:pt x="84" y="460"/>
                    <a:pt x="84" y="481"/>
                    <a:pt x="84" y="481"/>
                  </a:cubicBezTo>
                  <a:cubicBezTo>
                    <a:pt x="268" y="555"/>
                    <a:pt x="437" y="585"/>
                    <a:pt x="588" y="585"/>
                  </a:cubicBezTo>
                  <a:cubicBezTo>
                    <a:pt x="695" y="585"/>
                    <a:pt x="792" y="570"/>
                    <a:pt x="879" y="544"/>
                  </a:cubicBezTo>
                  <a:cubicBezTo>
                    <a:pt x="942" y="481"/>
                    <a:pt x="984" y="419"/>
                    <a:pt x="1005" y="314"/>
                  </a:cubicBezTo>
                  <a:lnTo>
                    <a:pt x="1005" y="314"/>
                  </a:lnTo>
                  <a:cubicBezTo>
                    <a:pt x="1005" y="321"/>
                    <a:pt x="1005" y="328"/>
                    <a:pt x="1005" y="335"/>
                  </a:cubicBezTo>
                  <a:cubicBezTo>
                    <a:pt x="1005" y="335"/>
                    <a:pt x="1005" y="335"/>
                    <a:pt x="1005" y="314"/>
                  </a:cubicBezTo>
                  <a:cubicBezTo>
                    <a:pt x="1005" y="314"/>
                    <a:pt x="1005" y="314"/>
                    <a:pt x="1005" y="314"/>
                  </a:cubicBezTo>
                  <a:lnTo>
                    <a:pt x="1005" y="314"/>
                  </a:lnTo>
                  <a:cubicBezTo>
                    <a:pt x="1005" y="198"/>
                    <a:pt x="1003" y="99"/>
                    <a:pt x="9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7"/>
            <p:cNvSpPr/>
            <p:nvPr/>
          </p:nvSpPr>
          <p:spPr>
            <a:xfrm>
              <a:off x="-1432700" y="2905875"/>
              <a:ext cx="651800" cy="681600"/>
            </a:xfrm>
            <a:custGeom>
              <a:avLst/>
              <a:gdLst/>
              <a:ahLst/>
              <a:cxnLst/>
              <a:rect l="l" t="t" r="r" b="b"/>
              <a:pathLst>
                <a:path w="26072" h="27264" extrusionOk="0">
                  <a:moveTo>
                    <a:pt x="16133" y="1758"/>
                  </a:moveTo>
                  <a:lnTo>
                    <a:pt x="16133" y="1758"/>
                  </a:lnTo>
                  <a:cubicBezTo>
                    <a:pt x="16761" y="2209"/>
                    <a:pt x="17315" y="2569"/>
                    <a:pt x="17658" y="2819"/>
                  </a:cubicBezTo>
                  <a:lnTo>
                    <a:pt x="17658" y="2819"/>
                  </a:lnTo>
                  <a:cubicBezTo>
                    <a:pt x="17141" y="2421"/>
                    <a:pt x="16633" y="2066"/>
                    <a:pt x="16133" y="1758"/>
                  </a:cubicBezTo>
                  <a:close/>
                  <a:moveTo>
                    <a:pt x="23506" y="5041"/>
                  </a:moveTo>
                  <a:cubicBezTo>
                    <a:pt x="23510" y="5042"/>
                    <a:pt x="23515" y="5043"/>
                    <a:pt x="23519" y="5043"/>
                  </a:cubicBezTo>
                  <a:cubicBezTo>
                    <a:pt x="23515" y="5042"/>
                    <a:pt x="23510" y="5041"/>
                    <a:pt x="23506" y="5041"/>
                  </a:cubicBezTo>
                  <a:close/>
                  <a:moveTo>
                    <a:pt x="19025" y="7209"/>
                  </a:moveTo>
                  <a:cubicBezTo>
                    <a:pt x="19040" y="7247"/>
                    <a:pt x="19057" y="7285"/>
                    <a:pt x="19083" y="7324"/>
                  </a:cubicBezTo>
                  <a:cubicBezTo>
                    <a:pt x="19063" y="7285"/>
                    <a:pt x="19044" y="7247"/>
                    <a:pt x="19025" y="7209"/>
                  </a:cubicBezTo>
                  <a:close/>
                  <a:moveTo>
                    <a:pt x="22447" y="13356"/>
                  </a:moveTo>
                  <a:lnTo>
                    <a:pt x="22447" y="13356"/>
                  </a:lnTo>
                  <a:cubicBezTo>
                    <a:pt x="22448" y="13361"/>
                    <a:pt x="22450" y="13366"/>
                    <a:pt x="22452" y="13371"/>
                  </a:cubicBezTo>
                  <a:cubicBezTo>
                    <a:pt x="22452" y="13364"/>
                    <a:pt x="22450" y="13360"/>
                    <a:pt x="22447" y="13356"/>
                  </a:cubicBezTo>
                  <a:close/>
                  <a:moveTo>
                    <a:pt x="16387" y="22529"/>
                  </a:moveTo>
                  <a:lnTo>
                    <a:pt x="16387" y="22529"/>
                  </a:lnTo>
                  <a:cubicBezTo>
                    <a:pt x="16385" y="22545"/>
                    <a:pt x="16384" y="22561"/>
                    <a:pt x="16384" y="22577"/>
                  </a:cubicBezTo>
                  <a:cubicBezTo>
                    <a:pt x="16385" y="22561"/>
                    <a:pt x="16386" y="22545"/>
                    <a:pt x="16387" y="22529"/>
                  </a:cubicBezTo>
                  <a:close/>
                  <a:moveTo>
                    <a:pt x="14183" y="25305"/>
                  </a:moveTo>
                  <a:lnTo>
                    <a:pt x="14183" y="25305"/>
                  </a:lnTo>
                  <a:cubicBezTo>
                    <a:pt x="14201" y="25337"/>
                    <a:pt x="14220" y="25366"/>
                    <a:pt x="14238" y="25395"/>
                  </a:cubicBezTo>
                  <a:lnTo>
                    <a:pt x="14238" y="25395"/>
                  </a:lnTo>
                  <a:cubicBezTo>
                    <a:pt x="14219" y="25365"/>
                    <a:pt x="14201" y="25335"/>
                    <a:pt x="14183" y="25305"/>
                  </a:cubicBezTo>
                  <a:close/>
                  <a:moveTo>
                    <a:pt x="14238" y="25395"/>
                  </a:moveTo>
                  <a:lnTo>
                    <a:pt x="14238" y="25395"/>
                  </a:lnTo>
                  <a:cubicBezTo>
                    <a:pt x="14256" y="25423"/>
                    <a:pt x="14274" y="25450"/>
                    <a:pt x="14293" y="25478"/>
                  </a:cubicBezTo>
                  <a:lnTo>
                    <a:pt x="14293" y="25478"/>
                  </a:lnTo>
                  <a:cubicBezTo>
                    <a:pt x="14287" y="25467"/>
                    <a:pt x="14282" y="25455"/>
                    <a:pt x="14271" y="25444"/>
                  </a:cubicBezTo>
                  <a:cubicBezTo>
                    <a:pt x="14260" y="25427"/>
                    <a:pt x="14249" y="25411"/>
                    <a:pt x="14238" y="25395"/>
                  </a:cubicBezTo>
                  <a:close/>
                  <a:moveTo>
                    <a:pt x="14293" y="25478"/>
                  </a:moveTo>
                  <a:cubicBezTo>
                    <a:pt x="14298" y="25488"/>
                    <a:pt x="14303" y="25497"/>
                    <a:pt x="14312" y="25506"/>
                  </a:cubicBezTo>
                  <a:cubicBezTo>
                    <a:pt x="14306" y="25497"/>
                    <a:pt x="14300" y="25488"/>
                    <a:pt x="14293" y="25478"/>
                  </a:cubicBezTo>
                  <a:close/>
                  <a:moveTo>
                    <a:pt x="9061" y="0"/>
                  </a:moveTo>
                  <a:cubicBezTo>
                    <a:pt x="10337" y="147"/>
                    <a:pt x="11404" y="524"/>
                    <a:pt x="12199" y="1088"/>
                  </a:cubicBezTo>
                  <a:cubicBezTo>
                    <a:pt x="13434" y="1402"/>
                    <a:pt x="15735" y="2093"/>
                    <a:pt x="17828" y="3934"/>
                  </a:cubicBezTo>
                  <a:cubicBezTo>
                    <a:pt x="19753" y="5775"/>
                    <a:pt x="21113" y="7805"/>
                    <a:pt x="22452" y="8035"/>
                  </a:cubicBezTo>
                  <a:cubicBezTo>
                    <a:pt x="21029" y="7951"/>
                    <a:pt x="19585" y="5859"/>
                    <a:pt x="17702" y="4081"/>
                  </a:cubicBezTo>
                  <a:cubicBezTo>
                    <a:pt x="15652" y="2281"/>
                    <a:pt x="13434" y="1528"/>
                    <a:pt x="12220" y="1109"/>
                  </a:cubicBezTo>
                  <a:lnTo>
                    <a:pt x="12220" y="1109"/>
                  </a:lnTo>
                  <a:cubicBezTo>
                    <a:pt x="12346" y="1193"/>
                    <a:pt x="12471" y="1256"/>
                    <a:pt x="12576" y="1360"/>
                  </a:cubicBezTo>
                  <a:lnTo>
                    <a:pt x="12220" y="1130"/>
                  </a:lnTo>
                  <a:cubicBezTo>
                    <a:pt x="11383" y="565"/>
                    <a:pt x="10232" y="231"/>
                    <a:pt x="8914" y="105"/>
                  </a:cubicBezTo>
                  <a:lnTo>
                    <a:pt x="8914" y="105"/>
                  </a:lnTo>
                  <a:cubicBezTo>
                    <a:pt x="9605" y="314"/>
                    <a:pt x="10253" y="607"/>
                    <a:pt x="10672" y="879"/>
                  </a:cubicBezTo>
                  <a:lnTo>
                    <a:pt x="10944" y="1026"/>
                  </a:lnTo>
                  <a:lnTo>
                    <a:pt x="10944" y="1026"/>
                  </a:lnTo>
                  <a:lnTo>
                    <a:pt x="10463" y="775"/>
                  </a:lnTo>
                  <a:cubicBezTo>
                    <a:pt x="10107" y="503"/>
                    <a:pt x="9082" y="252"/>
                    <a:pt x="8182" y="63"/>
                  </a:cubicBezTo>
                  <a:lnTo>
                    <a:pt x="7889" y="63"/>
                  </a:lnTo>
                  <a:cubicBezTo>
                    <a:pt x="8035" y="105"/>
                    <a:pt x="8161" y="147"/>
                    <a:pt x="8286" y="168"/>
                  </a:cubicBezTo>
                  <a:lnTo>
                    <a:pt x="8370" y="210"/>
                  </a:lnTo>
                  <a:lnTo>
                    <a:pt x="8203" y="168"/>
                  </a:lnTo>
                  <a:cubicBezTo>
                    <a:pt x="8056" y="126"/>
                    <a:pt x="7722" y="105"/>
                    <a:pt x="7429" y="84"/>
                  </a:cubicBezTo>
                  <a:cubicBezTo>
                    <a:pt x="7157" y="84"/>
                    <a:pt x="6905" y="84"/>
                    <a:pt x="6654" y="126"/>
                  </a:cubicBezTo>
                  <a:cubicBezTo>
                    <a:pt x="7910" y="168"/>
                    <a:pt x="9416" y="628"/>
                    <a:pt x="10232" y="1193"/>
                  </a:cubicBezTo>
                  <a:lnTo>
                    <a:pt x="9981" y="1068"/>
                  </a:lnTo>
                  <a:cubicBezTo>
                    <a:pt x="9359" y="523"/>
                    <a:pt x="7148" y="268"/>
                    <a:pt x="5948" y="268"/>
                  </a:cubicBezTo>
                  <a:cubicBezTo>
                    <a:pt x="5857" y="268"/>
                    <a:pt x="5771" y="269"/>
                    <a:pt x="5692" y="272"/>
                  </a:cubicBezTo>
                  <a:cubicBezTo>
                    <a:pt x="4625" y="482"/>
                    <a:pt x="3516" y="796"/>
                    <a:pt x="2428" y="1298"/>
                  </a:cubicBezTo>
                  <a:cubicBezTo>
                    <a:pt x="2428" y="1298"/>
                    <a:pt x="2240" y="1381"/>
                    <a:pt x="1968" y="1549"/>
                  </a:cubicBezTo>
                  <a:cubicBezTo>
                    <a:pt x="900" y="2407"/>
                    <a:pt x="252" y="3537"/>
                    <a:pt x="1" y="4583"/>
                  </a:cubicBezTo>
                  <a:cubicBezTo>
                    <a:pt x="963" y="2030"/>
                    <a:pt x="4165" y="670"/>
                    <a:pt x="6801" y="586"/>
                  </a:cubicBezTo>
                  <a:cubicBezTo>
                    <a:pt x="6886" y="583"/>
                    <a:pt x="6971" y="582"/>
                    <a:pt x="7057" y="582"/>
                  </a:cubicBezTo>
                  <a:cubicBezTo>
                    <a:pt x="10128" y="582"/>
                    <a:pt x="13121" y="2409"/>
                    <a:pt x="13936" y="5503"/>
                  </a:cubicBezTo>
                  <a:cubicBezTo>
                    <a:pt x="13974" y="5668"/>
                    <a:pt x="13997" y="5772"/>
                    <a:pt x="13990" y="5772"/>
                  </a:cubicBezTo>
                  <a:cubicBezTo>
                    <a:pt x="13986" y="5772"/>
                    <a:pt x="13969" y="5728"/>
                    <a:pt x="13936" y="5629"/>
                  </a:cubicBezTo>
                  <a:cubicBezTo>
                    <a:pt x="13187" y="2717"/>
                    <a:pt x="9937" y="1005"/>
                    <a:pt x="7021" y="1005"/>
                  </a:cubicBezTo>
                  <a:cubicBezTo>
                    <a:pt x="7004" y="1005"/>
                    <a:pt x="6986" y="1005"/>
                    <a:pt x="6968" y="1005"/>
                  </a:cubicBezTo>
                  <a:cubicBezTo>
                    <a:pt x="6173" y="1026"/>
                    <a:pt x="5315" y="1151"/>
                    <a:pt x="4478" y="1402"/>
                  </a:cubicBezTo>
                  <a:cubicBezTo>
                    <a:pt x="5161" y="1219"/>
                    <a:pt x="5872" y="1122"/>
                    <a:pt x="6582" y="1122"/>
                  </a:cubicBezTo>
                  <a:cubicBezTo>
                    <a:pt x="7092" y="1122"/>
                    <a:pt x="7600" y="1172"/>
                    <a:pt x="8098" y="1277"/>
                  </a:cubicBezTo>
                  <a:cubicBezTo>
                    <a:pt x="8956" y="1465"/>
                    <a:pt x="9772" y="1821"/>
                    <a:pt x="10483" y="2302"/>
                  </a:cubicBezTo>
                  <a:cubicBezTo>
                    <a:pt x="11153" y="2762"/>
                    <a:pt x="11760" y="3327"/>
                    <a:pt x="12241" y="3955"/>
                  </a:cubicBezTo>
                  <a:cubicBezTo>
                    <a:pt x="12722" y="4562"/>
                    <a:pt x="13099" y="5231"/>
                    <a:pt x="13371" y="5943"/>
                  </a:cubicBezTo>
                  <a:cubicBezTo>
                    <a:pt x="13601" y="6550"/>
                    <a:pt x="13768" y="7219"/>
                    <a:pt x="13810" y="7868"/>
                  </a:cubicBezTo>
                  <a:cubicBezTo>
                    <a:pt x="13852" y="8412"/>
                    <a:pt x="13810" y="8956"/>
                    <a:pt x="13580" y="9458"/>
                  </a:cubicBezTo>
                  <a:cubicBezTo>
                    <a:pt x="13496" y="9604"/>
                    <a:pt x="13392" y="9772"/>
                    <a:pt x="13287" y="9897"/>
                  </a:cubicBezTo>
                  <a:lnTo>
                    <a:pt x="13413" y="9688"/>
                  </a:lnTo>
                  <a:cubicBezTo>
                    <a:pt x="14103" y="8412"/>
                    <a:pt x="13517" y="5859"/>
                    <a:pt x="11843" y="3934"/>
                  </a:cubicBezTo>
                  <a:cubicBezTo>
                    <a:pt x="10543" y="2468"/>
                    <a:pt x="8684" y="1690"/>
                    <a:pt x="6769" y="1690"/>
                  </a:cubicBezTo>
                  <a:cubicBezTo>
                    <a:pt x="6250" y="1690"/>
                    <a:pt x="5728" y="1747"/>
                    <a:pt x="5211" y="1863"/>
                  </a:cubicBezTo>
                  <a:cubicBezTo>
                    <a:pt x="4855" y="1946"/>
                    <a:pt x="4478" y="2051"/>
                    <a:pt x="4102" y="2176"/>
                  </a:cubicBezTo>
                  <a:cubicBezTo>
                    <a:pt x="4102" y="2176"/>
                    <a:pt x="2742" y="2595"/>
                    <a:pt x="1947" y="3495"/>
                  </a:cubicBezTo>
                  <a:cubicBezTo>
                    <a:pt x="3551" y="2316"/>
                    <a:pt x="5361" y="1957"/>
                    <a:pt x="6594" y="1957"/>
                  </a:cubicBezTo>
                  <a:cubicBezTo>
                    <a:pt x="6936" y="1957"/>
                    <a:pt x="7234" y="1985"/>
                    <a:pt x="7470" y="2030"/>
                  </a:cubicBezTo>
                  <a:lnTo>
                    <a:pt x="7345" y="2009"/>
                  </a:lnTo>
                  <a:cubicBezTo>
                    <a:pt x="7243" y="2002"/>
                    <a:pt x="7132" y="1999"/>
                    <a:pt x="7013" y="1999"/>
                  </a:cubicBezTo>
                  <a:cubicBezTo>
                    <a:pt x="5999" y="1999"/>
                    <a:pt x="4381" y="2257"/>
                    <a:pt x="2846" y="3118"/>
                  </a:cubicBezTo>
                  <a:cubicBezTo>
                    <a:pt x="1737" y="3746"/>
                    <a:pt x="1026" y="4917"/>
                    <a:pt x="1005" y="6152"/>
                  </a:cubicBezTo>
                  <a:cubicBezTo>
                    <a:pt x="1570" y="3829"/>
                    <a:pt x="4081" y="2574"/>
                    <a:pt x="6445" y="2553"/>
                  </a:cubicBezTo>
                  <a:cubicBezTo>
                    <a:pt x="6633" y="2553"/>
                    <a:pt x="6654" y="2574"/>
                    <a:pt x="6445" y="2595"/>
                  </a:cubicBezTo>
                  <a:cubicBezTo>
                    <a:pt x="4206" y="2616"/>
                    <a:pt x="1758" y="4101"/>
                    <a:pt x="1298" y="6361"/>
                  </a:cubicBezTo>
                  <a:cubicBezTo>
                    <a:pt x="1570" y="5608"/>
                    <a:pt x="2156" y="4394"/>
                    <a:pt x="3411" y="3809"/>
                  </a:cubicBezTo>
                  <a:cubicBezTo>
                    <a:pt x="4596" y="3259"/>
                    <a:pt x="5666" y="3108"/>
                    <a:pt x="6480" y="3108"/>
                  </a:cubicBezTo>
                  <a:cubicBezTo>
                    <a:pt x="7261" y="3108"/>
                    <a:pt x="7808" y="3246"/>
                    <a:pt x="8001" y="3303"/>
                  </a:cubicBezTo>
                  <a:lnTo>
                    <a:pt x="8001" y="3303"/>
                  </a:lnTo>
                  <a:cubicBezTo>
                    <a:pt x="7926" y="3286"/>
                    <a:pt x="7840" y="3282"/>
                    <a:pt x="7755" y="3282"/>
                  </a:cubicBezTo>
                  <a:cubicBezTo>
                    <a:pt x="7677" y="3282"/>
                    <a:pt x="7600" y="3285"/>
                    <a:pt x="7533" y="3285"/>
                  </a:cubicBezTo>
                  <a:cubicBezTo>
                    <a:pt x="7366" y="3265"/>
                    <a:pt x="7178" y="3244"/>
                    <a:pt x="6989" y="3244"/>
                  </a:cubicBezTo>
                  <a:cubicBezTo>
                    <a:pt x="6894" y="3238"/>
                    <a:pt x="6799" y="3235"/>
                    <a:pt x="6703" y="3235"/>
                  </a:cubicBezTo>
                  <a:cubicBezTo>
                    <a:pt x="6443" y="3235"/>
                    <a:pt x="6182" y="3255"/>
                    <a:pt x="5922" y="3285"/>
                  </a:cubicBezTo>
                  <a:cubicBezTo>
                    <a:pt x="4939" y="3411"/>
                    <a:pt x="3913" y="3746"/>
                    <a:pt x="3160" y="4436"/>
                  </a:cubicBezTo>
                  <a:cubicBezTo>
                    <a:pt x="2972" y="4604"/>
                    <a:pt x="2846" y="4813"/>
                    <a:pt x="2679" y="5001"/>
                  </a:cubicBezTo>
                  <a:cubicBezTo>
                    <a:pt x="2804" y="4917"/>
                    <a:pt x="2930" y="4834"/>
                    <a:pt x="3056" y="4771"/>
                  </a:cubicBezTo>
                  <a:cubicBezTo>
                    <a:pt x="3265" y="4604"/>
                    <a:pt x="3474" y="4457"/>
                    <a:pt x="3704" y="4311"/>
                  </a:cubicBezTo>
                  <a:cubicBezTo>
                    <a:pt x="4227" y="4039"/>
                    <a:pt x="4750" y="3871"/>
                    <a:pt x="5253" y="3809"/>
                  </a:cubicBezTo>
                  <a:cubicBezTo>
                    <a:pt x="5852" y="3656"/>
                    <a:pt x="6472" y="3575"/>
                    <a:pt x="7093" y="3575"/>
                  </a:cubicBezTo>
                  <a:cubicBezTo>
                    <a:pt x="7577" y="3575"/>
                    <a:pt x="8061" y="3624"/>
                    <a:pt x="8538" y="3725"/>
                  </a:cubicBezTo>
                  <a:cubicBezTo>
                    <a:pt x="11174" y="4290"/>
                    <a:pt x="13287" y="6466"/>
                    <a:pt x="12827" y="9311"/>
                  </a:cubicBezTo>
                  <a:cubicBezTo>
                    <a:pt x="12806" y="9445"/>
                    <a:pt x="12771" y="9508"/>
                    <a:pt x="12745" y="9508"/>
                  </a:cubicBezTo>
                  <a:cubicBezTo>
                    <a:pt x="12718" y="9508"/>
                    <a:pt x="12701" y="9439"/>
                    <a:pt x="12722" y="9311"/>
                  </a:cubicBezTo>
                  <a:cubicBezTo>
                    <a:pt x="13183" y="6550"/>
                    <a:pt x="10588" y="4457"/>
                    <a:pt x="8077" y="4081"/>
                  </a:cubicBezTo>
                  <a:cubicBezTo>
                    <a:pt x="7744" y="4026"/>
                    <a:pt x="7407" y="4001"/>
                    <a:pt x="7071" y="4001"/>
                  </a:cubicBezTo>
                  <a:cubicBezTo>
                    <a:pt x="6501" y="4001"/>
                    <a:pt x="5931" y="4074"/>
                    <a:pt x="5378" y="4206"/>
                  </a:cubicBezTo>
                  <a:cubicBezTo>
                    <a:pt x="5480" y="4203"/>
                    <a:pt x="5581" y="4202"/>
                    <a:pt x="5681" y="4202"/>
                  </a:cubicBezTo>
                  <a:cubicBezTo>
                    <a:pt x="6956" y="4202"/>
                    <a:pt x="8027" y="4429"/>
                    <a:pt x="8629" y="4602"/>
                  </a:cubicBezTo>
                  <a:lnTo>
                    <a:pt x="8629" y="4602"/>
                  </a:lnTo>
                  <a:cubicBezTo>
                    <a:pt x="8253" y="4560"/>
                    <a:pt x="7735" y="4498"/>
                    <a:pt x="7094" y="4436"/>
                  </a:cubicBezTo>
                  <a:lnTo>
                    <a:pt x="7094" y="4436"/>
                  </a:lnTo>
                  <a:cubicBezTo>
                    <a:pt x="7261" y="4478"/>
                    <a:pt x="7429" y="4499"/>
                    <a:pt x="7575" y="4541"/>
                  </a:cubicBezTo>
                  <a:cubicBezTo>
                    <a:pt x="7931" y="4604"/>
                    <a:pt x="8307" y="4708"/>
                    <a:pt x="8705" y="4876"/>
                  </a:cubicBezTo>
                  <a:cubicBezTo>
                    <a:pt x="10065" y="5608"/>
                    <a:pt x="10714" y="7282"/>
                    <a:pt x="9960" y="7742"/>
                  </a:cubicBezTo>
                  <a:lnTo>
                    <a:pt x="9981" y="7700"/>
                  </a:lnTo>
                  <a:cubicBezTo>
                    <a:pt x="10588" y="7114"/>
                    <a:pt x="9835" y="5754"/>
                    <a:pt x="8600" y="5022"/>
                  </a:cubicBezTo>
                  <a:cubicBezTo>
                    <a:pt x="8592" y="5019"/>
                    <a:pt x="8586" y="5017"/>
                    <a:pt x="8582" y="5017"/>
                  </a:cubicBezTo>
                  <a:cubicBezTo>
                    <a:pt x="8530" y="5017"/>
                    <a:pt x="8734" y="5238"/>
                    <a:pt x="8830" y="5315"/>
                  </a:cubicBezTo>
                  <a:lnTo>
                    <a:pt x="8810" y="5315"/>
                  </a:lnTo>
                  <a:cubicBezTo>
                    <a:pt x="8642" y="5273"/>
                    <a:pt x="8391" y="5210"/>
                    <a:pt x="8098" y="5085"/>
                  </a:cubicBezTo>
                  <a:lnTo>
                    <a:pt x="8098" y="5085"/>
                  </a:lnTo>
                  <a:cubicBezTo>
                    <a:pt x="9500" y="5734"/>
                    <a:pt x="10588" y="6947"/>
                    <a:pt x="9291" y="8161"/>
                  </a:cubicBezTo>
                  <a:cubicBezTo>
                    <a:pt x="9374" y="8119"/>
                    <a:pt x="9458" y="8077"/>
                    <a:pt x="9542" y="8056"/>
                  </a:cubicBezTo>
                  <a:cubicBezTo>
                    <a:pt x="9757" y="7979"/>
                    <a:pt x="9967" y="7943"/>
                    <a:pt x="10167" y="7943"/>
                  </a:cubicBezTo>
                  <a:cubicBezTo>
                    <a:pt x="11212" y="7943"/>
                    <a:pt x="11975" y="8920"/>
                    <a:pt x="11676" y="10044"/>
                  </a:cubicBezTo>
                  <a:cubicBezTo>
                    <a:pt x="11676" y="10044"/>
                    <a:pt x="10274" y="10985"/>
                    <a:pt x="9793" y="11697"/>
                  </a:cubicBezTo>
                  <a:cubicBezTo>
                    <a:pt x="9374" y="12345"/>
                    <a:pt x="9249" y="13120"/>
                    <a:pt x="8914" y="13810"/>
                  </a:cubicBezTo>
                  <a:cubicBezTo>
                    <a:pt x="8705" y="14249"/>
                    <a:pt x="8349" y="14668"/>
                    <a:pt x="7952" y="14898"/>
                  </a:cubicBezTo>
                  <a:cubicBezTo>
                    <a:pt x="8307" y="14856"/>
                    <a:pt x="8684" y="14752"/>
                    <a:pt x="9019" y="14542"/>
                  </a:cubicBezTo>
                  <a:cubicBezTo>
                    <a:pt x="9646" y="14166"/>
                    <a:pt x="10023" y="13496"/>
                    <a:pt x="10379" y="12868"/>
                  </a:cubicBezTo>
                  <a:cubicBezTo>
                    <a:pt x="10944" y="11906"/>
                    <a:pt x="11509" y="10902"/>
                    <a:pt x="12618" y="10504"/>
                  </a:cubicBezTo>
                  <a:cubicBezTo>
                    <a:pt x="12770" y="10457"/>
                    <a:pt x="12870" y="10430"/>
                    <a:pt x="12884" y="10430"/>
                  </a:cubicBezTo>
                  <a:cubicBezTo>
                    <a:pt x="12895" y="10430"/>
                    <a:pt x="12853" y="10446"/>
                    <a:pt x="12743" y="10483"/>
                  </a:cubicBezTo>
                  <a:cubicBezTo>
                    <a:pt x="11320" y="10985"/>
                    <a:pt x="10923" y="13078"/>
                    <a:pt x="10065" y="14145"/>
                  </a:cubicBezTo>
                  <a:cubicBezTo>
                    <a:pt x="9472" y="14901"/>
                    <a:pt x="8599" y="15338"/>
                    <a:pt x="7681" y="15338"/>
                  </a:cubicBezTo>
                  <a:cubicBezTo>
                    <a:pt x="7660" y="15338"/>
                    <a:pt x="7638" y="15338"/>
                    <a:pt x="7617" y="15337"/>
                  </a:cubicBezTo>
                  <a:lnTo>
                    <a:pt x="7617" y="15337"/>
                  </a:lnTo>
                  <a:cubicBezTo>
                    <a:pt x="7802" y="15374"/>
                    <a:pt x="7998" y="15396"/>
                    <a:pt x="8196" y="15396"/>
                  </a:cubicBezTo>
                  <a:cubicBezTo>
                    <a:pt x="8556" y="15396"/>
                    <a:pt x="8925" y="15325"/>
                    <a:pt x="9249" y="15149"/>
                  </a:cubicBezTo>
                  <a:cubicBezTo>
                    <a:pt x="10735" y="14542"/>
                    <a:pt x="11592" y="13329"/>
                    <a:pt x="12074" y="12806"/>
                  </a:cubicBezTo>
                  <a:lnTo>
                    <a:pt x="12074" y="12806"/>
                  </a:lnTo>
                  <a:lnTo>
                    <a:pt x="12053" y="12848"/>
                  </a:lnTo>
                  <a:cubicBezTo>
                    <a:pt x="12178" y="12701"/>
                    <a:pt x="12304" y="12576"/>
                    <a:pt x="12408" y="12513"/>
                  </a:cubicBezTo>
                  <a:lnTo>
                    <a:pt x="12408" y="12513"/>
                  </a:lnTo>
                  <a:lnTo>
                    <a:pt x="12387" y="12534"/>
                  </a:lnTo>
                  <a:cubicBezTo>
                    <a:pt x="12304" y="12743"/>
                    <a:pt x="12178" y="13036"/>
                    <a:pt x="12053" y="13371"/>
                  </a:cubicBezTo>
                  <a:cubicBezTo>
                    <a:pt x="12115" y="13329"/>
                    <a:pt x="12157" y="13308"/>
                    <a:pt x="12199" y="13308"/>
                  </a:cubicBezTo>
                  <a:lnTo>
                    <a:pt x="12011" y="13643"/>
                  </a:lnTo>
                  <a:cubicBezTo>
                    <a:pt x="11990" y="13684"/>
                    <a:pt x="11969" y="13684"/>
                    <a:pt x="11927" y="13705"/>
                  </a:cubicBezTo>
                  <a:cubicBezTo>
                    <a:pt x="11927" y="13768"/>
                    <a:pt x="11906" y="13810"/>
                    <a:pt x="11906" y="13852"/>
                  </a:cubicBezTo>
                  <a:cubicBezTo>
                    <a:pt x="12074" y="13705"/>
                    <a:pt x="12241" y="13580"/>
                    <a:pt x="12346" y="13538"/>
                  </a:cubicBezTo>
                  <a:lnTo>
                    <a:pt x="12346" y="13559"/>
                  </a:lnTo>
                  <a:cubicBezTo>
                    <a:pt x="12283" y="13684"/>
                    <a:pt x="12136" y="13894"/>
                    <a:pt x="11927" y="14082"/>
                  </a:cubicBezTo>
                  <a:cubicBezTo>
                    <a:pt x="11885" y="14166"/>
                    <a:pt x="11843" y="14249"/>
                    <a:pt x="11802" y="14333"/>
                  </a:cubicBezTo>
                  <a:cubicBezTo>
                    <a:pt x="11802" y="14417"/>
                    <a:pt x="11781" y="14480"/>
                    <a:pt x="11781" y="14563"/>
                  </a:cubicBezTo>
                  <a:cubicBezTo>
                    <a:pt x="11802" y="14521"/>
                    <a:pt x="11823" y="14459"/>
                    <a:pt x="11864" y="14417"/>
                  </a:cubicBezTo>
                  <a:cubicBezTo>
                    <a:pt x="12053" y="14228"/>
                    <a:pt x="12241" y="14082"/>
                    <a:pt x="12387" y="14019"/>
                  </a:cubicBezTo>
                  <a:lnTo>
                    <a:pt x="12387" y="14019"/>
                  </a:lnTo>
                  <a:cubicBezTo>
                    <a:pt x="12346" y="14145"/>
                    <a:pt x="12199" y="14354"/>
                    <a:pt x="11990" y="14563"/>
                  </a:cubicBezTo>
                  <a:cubicBezTo>
                    <a:pt x="11906" y="14689"/>
                    <a:pt x="11843" y="14793"/>
                    <a:pt x="11760" y="14877"/>
                  </a:cubicBezTo>
                  <a:cubicBezTo>
                    <a:pt x="11760" y="15045"/>
                    <a:pt x="11781" y="15170"/>
                    <a:pt x="11823" y="15233"/>
                  </a:cubicBezTo>
                  <a:cubicBezTo>
                    <a:pt x="12639" y="14710"/>
                    <a:pt x="13183" y="14145"/>
                    <a:pt x="13413" y="13601"/>
                  </a:cubicBezTo>
                  <a:lnTo>
                    <a:pt x="13413" y="13601"/>
                  </a:lnTo>
                  <a:cubicBezTo>
                    <a:pt x="13308" y="14647"/>
                    <a:pt x="11781" y="15902"/>
                    <a:pt x="9918" y="16572"/>
                  </a:cubicBezTo>
                  <a:cubicBezTo>
                    <a:pt x="9479" y="16781"/>
                    <a:pt x="9144" y="17053"/>
                    <a:pt x="8851" y="17367"/>
                  </a:cubicBezTo>
                  <a:cubicBezTo>
                    <a:pt x="9061" y="17242"/>
                    <a:pt x="9270" y="17137"/>
                    <a:pt x="9437" y="17074"/>
                  </a:cubicBezTo>
                  <a:lnTo>
                    <a:pt x="9542" y="17032"/>
                  </a:lnTo>
                  <a:lnTo>
                    <a:pt x="9542" y="17032"/>
                  </a:lnTo>
                  <a:lnTo>
                    <a:pt x="9374" y="17137"/>
                  </a:lnTo>
                  <a:cubicBezTo>
                    <a:pt x="9102" y="17200"/>
                    <a:pt x="8621" y="17744"/>
                    <a:pt x="8370" y="17953"/>
                  </a:cubicBezTo>
                  <a:cubicBezTo>
                    <a:pt x="8496" y="17869"/>
                    <a:pt x="8642" y="17806"/>
                    <a:pt x="8747" y="17765"/>
                  </a:cubicBezTo>
                  <a:lnTo>
                    <a:pt x="8810" y="17744"/>
                  </a:lnTo>
                  <a:lnTo>
                    <a:pt x="8810" y="17744"/>
                  </a:lnTo>
                  <a:lnTo>
                    <a:pt x="8705" y="17806"/>
                  </a:lnTo>
                  <a:cubicBezTo>
                    <a:pt x="8558" y="17848"/>
                    <a:pt x="8307" y="18162"/>
                    <a:pt x="8119" y="18330"/>
                  </a:cubicBezTo>
                  <a:cubicBezTo>
                    <a:pt x="8035" y="18434"/>
                    <a:pt x="7973" y="18560"/>
                    <a:pt x="7889" y="18664"/>
                  </a:cubicBezTo>
                  <a:cubicBezTo>
                    <a:pt x="8098" y="18518"/>
                    <a:pt x="8286" y="18413"/>
                    <a:pt x="8454" y="18309"/>
                  </a:cubicBezTo>
                  <a:lnTo>
                    <a:pt x="8517" y="18267"/>
                  </a:lnTo>
                  <a:lnTo>
                    <a:pt x="8391" y="18371"/>
                  </a:lnTo>
                  <a:cubicBezTo>
                    <a:pt x="8245" y="18455"/>
                    <a:pt x="7931" y="18790"/>
                    <a:pt x="7680" y="18999"/>
                  </a:cubicBezTo>
                  <a:cubicBezTo>
                    <a:pt x="7659" y="19041"/>
                    <a:pt x="7617" y="19083"/>
                    <a:pt x="7596" y="19125"/>
                  </a:cubicBezTo>
                  <a:cubicBezTo>
                    <a:pt x="7763" y="19020"/>
                    <a:pt x="7931" y="18915"/>
                    <a:pt x="8056" y="18874"/>
                  </a:cubicBezTo>
                  <a:lnTo>
                    <a:pt x="8161" y="18811"/>
                  </a:lnTo>
                  <a:lnTo>
                    <a:pt x="7994" y="18915"/>
                  </a:lnTo>
                  <a:cubicBezTo>
                    <a:pt x="7784" y="18999"/>
                    <a:pt x="7470" y="19376"/>
                    <a:pt x="7219" y="19627"/>
                  </a:cubicBezTo>
                  <a:cubicBezTo>
                    <a:pt x="7157" y="19690"/>
                    <a:pt x="7094" y="19752"/>
                    <a:pt x="7031" y="19815"/>
                  </a:cubicBezTo>
                  <a:cubicBezTo>
                    <a:pt x="7177" y="19779"/>
                    <a:pt x="7365" y="19756"/>
                    <a:pt x="7567" y="19756"/>
                  </a:cubicBezTo>
                  <a:cubicBezTo>
                    <a:pt x="7713" y="19756"/>
                    <a:pt x="7865" y="19768"/>
                    <a:pt x="8014" y="19794"/>
                  </a:cubicBezTo>
                  <a:cubicBezTo>
                    <a:pt x="8065" y="19800"/>
                    <a:pt x="8112" y="19802"/>
                    <a:pt x="8158" y="19802"/>
                  </a:cubicBezTo>
                  <a:cubicBezTo>
                    <a:pt x="8281" y="19802"/>
                    <a:pt x="8388" y="19783"/>
                    <a:pt x="8496" y="19752"/>
                  </a:cubicBezTo>
                  <a:cubicBezTo>
                    <a:pt x="8714" y="19577"/>
                    <a:pt x="9055" y="19423"/>
                    <a:pt x="9291" y="19423"/>
                  </a:cubicBezTo>
                  <a:cubicBezTo>
                    <a:pt x="9393" y="19423"/>
                    <a:pt x="9476" y="19452"/>
                    <a:pt x="9521" y="19522"/>
                  </a:cubicBezTo>
                  <a:cubicBezTo>
                    <a:pt x="9521" y="19543"/>
                    <a:pt x="9521" y="19543"/>
                    <a:pt x="9521" y="19543"/>
                  </a:cubicBezTo>
                  <a:lnTo>
                    <a:pt x="9563" y="19543"/>
                  </a:lnTo>
                  <a:lnTo>
                    <a:pt x="9542" y="19564"/>
                  </a:lnTo>
                  <a:cubicBezTo>
                    <a:pt x="9542" y="19564"/>
                    <a:pt x="9542" y="19564"/>
                    <a:pt x="9542" y="19585"/>
                  </a:cubicBezTo>
                  <a:cubicBezTo>
                    <a:pt x="9521" y="19585"/>
                    <a:pt x="9479" y="19606"/>
                    <a:pt x="9458" y="19606"/>
                  </a:cubicBezTo>
                  <a:cubicBezTo>
                    <a:pt x="8621" y="19962"/>
                    <a:pt x="8014" y="20987"/>
                    <a:pt x="7261" y="22577"/>
                  </a:cubicBezTo>
                  <a:cubicBezTo>
                    <a:pt x="7240" y="22661"/>
                    <a:pt x="7198" y="22744"/>
                    <a:pt x="7178" y="22828"/>
                  </a:cubicBezTo>
                  <a:cubicBezTo>
                    <a:pt x="6995" y="23176"/>
                    <a:pt x="7272" y="23537"/>
                    <a:pt x="7603" y="23537"/>
                  </a:cubicBezTo>
                  <a:cubicBezTo>
                    <a:pt x="7690" y="23537"/>
                    <a:pt x="7781" y="23512"/>
                    <a:pt x="7868" y="23456"/>
                  </a:cubicBezTo>
                  <a:cubicBezTo>
                    <a:pt x="8161" y="23268"/>
                    <a:pt x="8433" y="23037"/>
                    <a:pt x="8684" y="22786"/>
                  </a:cubicBezTo>
                  <a:cubicBezTo>
                    <a:pt x="9626" y="21803"/>
                    <a:pt x="10107" y="20485"/>
                    <a:pt x="10630" y="19250"/>
                  </a:cubicBezTo>
                  <a:cubicBezTo>
                    <a:pt x="11132" y="18078"/>
                    <a:pt x="11697" y="17032"/>
                    <a:pt x="12513" y="16049"/>
                  </a:cubicBezTo>
                  <a:cubicBezTo>
                    <a:pt x="13434" y="14940"/>
                    <a:pt x="14898" y="13768"/>
                    <a:pt x="14773" y="12241"/>
                  </a:cubicBezTo>
                  <a:cubicBezTo>
                    <a:pt x="14762" y="12105"/>
                    <a:pt x="14768" y="12037"/>
                    <a:pt x="14778" y="12037"/>
                  </a:cubicBezTo>
                  <a:cubicBezTo>
                    <a:pt x="14788" y="12037"/>
                    <a:pt x="14804" y="12105"/>
                    <a:pt x="14815" y="12241"/>
                  </a:cubicBezTo>
                  <a:cubicBezTo>
                    <a:pt x="14919" y="13684"/>
                    <a:pt x="14061" y="14877"/>
                    <a:pt x="13183" y="15923"/>
                  </a:cubicBezTo>
                  <a:cubicBezTo>
                    <a:pt x="12639" y="16572"/>
                    <a:pt x="12115" y="17200"/>
                    <a:pt x="11718" y="17953"/>
                  </a:cubicBezTo>
                  <a:cubicBezTo>
                    <a:pt x="11299" y="18685"/>
                    <a:pt x="11007" y="19480"/>
                    <a:pt x="10672" y="20255"/>
                  </a:cubicBezTo>
                  <a:cubicBezTo>
                    <a:pt x="10295" y="21112"/>
                    <a:pt x="9877" y="22012"/>
                    <a:pt x="9270" y="22744"/>
                  </a:cubicBezTo>
                  <a:cubicBezTo>
                    <a:pt x="9939" y="22054"/>
                    <a:pt x="10400" y="21133"/>
                    <a:pt x="10776" y="20275"/>
                  </a:cubicBezTo>
                  <a:cubicBezTo>
                    <a:pt x="11404" y="18832"/>
                    <a:pt x="11969" y="17346"/>
                    <a:pt x="13204" y="16321"/>
                  </a:cubicBezTo>
                  <a:cubicBezTo>
                    <a:pt x="13286" y="16247"/>
                    <a:pt x="13333" y="16215"/>
                    <a:pt x="13346" y="16215"/>
                  </a:cubicBezTo>
                  <a:cubicBezTo>
                    <a:pt x="13367" y="16215"/>
                    <a:pt x="13309" y="16290"/>
                    <a:pt x="13183" y="16405"/>
                  </a:cubicBezTo>
                  <a:cubicBezTo>
                    <a:pt x="10986" y="18246"/>
                    <a:pt x="11174" y="22326"/>
                    <a:pt x="8684" y="23812"/>
                  </a:cubicBezTo>
                  <a:cubicBezTo>
                    <a:pt x="9333" y="23477"/>
                    <a:pt x="9898" y="23100"/>
                    <a:pt x="10337" y="22723"/>
                  </a:cubicBezTo>
                  <a:cubicBezTo>
                    <a:pt x="10400" y="22159"/>
                    <a:pt x="10881" y="21866"/>
                    <a:pt x="11007" y="21719"/>
                  </a:cubicBezTo>
                  <a:lnTo>
                    <a:pt x="11007" y="21740"/>
                  </a:lnTo>
                  <a:cubicBezTo>
                    <a:pt x="10986" y="21866"/>
                    <a:pt x="10421" y="22389"/>
                    <a:pt x="10714" y="23037"/>
                  </a:cubicBezTo>
                  <a:cubicBezTo>
                    <a:pt x="10923" y="23498"/>
                    <a:pt x="11007" y="24104"/>
                    <a:pt x="10860" y="24418"/>
                  </a:cubicBezTo>
                  <a:cubicBezTo>
                    <a:pt x="11990" y="23519"/>
                    <a:pt x="12597" y="21405"/>
                    <a:pt x="13057" y="18581"/>
                  </a:cubicBezTo>
                  <a:cubicBezTo>
                    <a:pt x="13580" y="15840"/>
                    <a:pt x="15128" y="13810"/>
                    <a:pt x="15045" y="12513"/>
                  </a:cubicBezTo>
                  <a:lnTo>
                    <a:pt x="15045" y="12513"/>
                  </a:lnTo>
                  <a:cubicBezTo>
                    <a:pt x="15296" y="13601"/>
                    <a:pt x="14459" y="15128"/>
                    <a:pt x="13852" y="16990"/>
                  </a:cubicBezTo>
                  <a:cubicBezTo>
                    <a:pt x="14061" y="16488"/>
                    <a:pt x="14292" y="16070"/>
                    <a:pt x="14522" y="15798"/>
                  </a:cubicBezTo>
                  <a:lnTo>
                    <a:pt x="14522" y="15798"/>
                  </a:lnTo>
                  <a:lnTo>
                    <a:pt x="14459" y="15881"/>
                  </a:lnTo>
                  <a:cubicBezTo>
                    <a:pt x="13873" y="17011"/>
                    <a:pt x="13371" y="19501"/>
                    <a:pt x="13099" y="22200"/>
                  </a:cubicBezTo>
                  <a:cubicBezTo>
                    <a:pt x="12911" y="24251"/>
                    <a:pt x="13748" y="25862"/>
                    <a:pt x="14752" y="26720"/>
                  </a:cubicBezTo>
                  <a:cubicBezTo>
                    <a:pt x="15191" y="26971"/>
                    <a:pt x="15693" y="27201"/>
                    <a:pt x="16237" y="27264"/>
                  </a:cubicBezTo>
                  <a:cubicBezTo>
                    <a:pt x="16154" y="27222"/>
                    <a:pt x="16070" y="27159"/>
                    <a:pt x="15944" y="27097"/>
                  </a:cubicBezTo>
                  <a:cubicBezTo>
                    <a:pt x="15924" y="27076"/>
                    <a:pt x="15903" y="27055"/>
                    <a:pt x="15903" y="27055"/>
                  </a:cubicBezTo>
                  <a:cubicBezTo>
                    <a:pt x="15882" y="27034"/>
                    <a:pt x="15861" y="27034"/>
                    <a:pt x="15840" y="27013"/>
                  </a:cubicBezTo>
                  <a:cubicBezTo>
                    <a:pt x="14982" y="26615"/>
                    <a:pt x="14124" y="25799"/>
                    <a:pt x="13748" y="24669"/>
                  </a:cubicBezTo>
                  <a:cubicBezTo>
                    <a:pt x="12994" y="22535"/>
                    <a:pt x="13978" y="20003"/>
                    <a:pt x="14710" y="17472"/>
                  </a:cubicBezTo>
                  <a:cubicBezTo>
                    <a:pt x="16405" y="12659"/>
                    <a:pt x="15819" y="8035"/>
                    <a:pt x="14605" y="5796"/>
                  </a:cubicBezTo>
                  <a:lnTo>
                    <a:pt x="14605" y="5796"/>
                  </a:lnTo>
                  <a:cubicBezTo>
                    <a:pt x="16007" y="7951"/>
                    <a:pt x="16572" y="12722"/>
                    <a:pt x="14898" y="17534"/>
                  </a:cubicBezTo>
                  <a:cubicBezTo>
                    <a:pt x="14145" y="20066"/>
                    <a:pt x="13183" y="22556"/>
                    <a:pt x="13873" y="24628"/>
                  </a:cubicBezTo>
                  <a:cubicBezTo>
                    <a:pt x="13952" y="24865"/>
                    <a:pt x="14056" y="25091"/>
                    <a:pt x="14183" y="25305"/>
                  </a:cubicBezTo>
                  <a:lnTo>
                    <a:pt x="14183" y="25305"/>
                  </a:lnTo>
                  <a:cubicBezTo>
                    <a:pt x="14170" y="25283"/>
                    <a:pt x="14158" y="25259"/>
                    <a:pt x="14145" y="25234"/>
                  </a:cubicBezTo>
                  <a:cubicBezTo>
                    <a:pt x="14145" y="25234"/>
                    <a:pt x="14145" y="25213"/>
                    <a:pt x="14145" y="25192"/>
                  </a:cubicBezTo>
                  <a:cubicBezTo>
                    <a:pt x="14020" y="24900"/>
                    <a:pt x="13915" y="24586"/>
                    <a:pt x="13873" y="24230"/>
                  </a:cubicBezTo>
                  <a:cubicBezTo>
                    <a:pt x="13601" y="21761"/>
                    <a:pt x="15003" y="19166"/>
                    <a:pt x="15631" y="16258"/>
                  </a:cubicBezTo>
                  <a:cubicBezTo>
                    <a:pt x="17681" y="10624"/>
                    <a:pt x="15938" y="4826"/>
                    <a:pt x="13508" y="3452"/>
                  </a:cubicBezTo>
                  <a:lnTo>
                    <a:pt x="13508" y="3452"/>
                  </a:lnTo>
                  <a:lnTo>
                    <a:pt x="13664" y="3537"/>
                  </a:lnTo>
                  <a:cubicBezTo>
                    <a:pt x="16112" y="4980"/>
                    <a:pt x="17849" y="10713"/>
                    <a:pt x="15819" y="16300"/>
                  </a:cubicBezTo>
                  <a:cubicBezTo>
                    <a:pt x="15610" y="17262"/>
                    <a:pt x="15317" y="18204"/>
                    <a:pt x="15024" y="19104"/>
                  </a:cubicBezTo>
                  <a:cubicBezTo>
                    <a:pt x="15359" y="18204"/>
                    <a:pt x="15714" y="17283"/>
                    <a:pt x="16028" y="16363"/>
                  </a:cubicBezTo>
                  <a:cubicBezTo>
                    <a:pt x="18037" y="11383"/>
                    <a:pt x="17012" y="6529"/>
                    <a:pt x="15505" y="4269"/>
                  </a:cubicBezTo>
                  <a:lnTo>
                    <a:pt x="15505" y="4269"/>
                  </a:lnTo>
                  <a:cubicBezTo>
                    <a:pt x="17158" y="6424"/>
                    <a:pt x="18225" y="11425"/>
                    <a:pt x="16217" y="16425"/>
                  </a:cubicBezTo>
                  <a:cubicBezTo>
                    <a:pt x="15547" y="18392"/>
                    <a:pt x="14647" y="20255"/>
                    <a:pt x="14354" y="22012"/>
                  </a:cubicBezTo>
                  <a:cubicBezTo>
                    <a:pt x="14354" y="22117"/>
                    <a:pt x="14354" y="22221"/>
                    <a:pt x="14333" y="22368"/>
                  </a:cubicBezTo>
                  <a:cubicBezTo>
                    <a:pt x="14333" y="22431"/>
                    <a:pt x="14312" y="22493"/>
                    <a:pt x="14292" y="22556"/>
                  </a:cubicBezTo>
                  <a:cubicBezTo>
                    <a:pt x="14292" y="22598"/>
                    <a:pt x="14292" y="22661"/>
                    <a:pt x="14271" y="22723"/>
                  </a:cubicBezTo>
                  <a:cubicBezTo>
                    <a:pt x="14292" y="22807"/>
                    <a:pt x="14292" y="22891"/>
                    <a:pt x="14292" y="22975"/>
                  </a:cubicBezTo>
                  <a:cubicBezTo>
                    <a:pt x="14375" y="23623"/>
                    <a:pt x="14459" y="24502"/>
                    <a:pt x="14731" y="25381"/>
                  </a:cubicBezTo>
                  <a:cubicBezTo>
                    <a:pt x="14815" y="25506"/>
                    <a:pt x="14898" y="25632"/>
                    <a:pt x="15003" y="25757"/>
                  </a:cubicBezTo>
                  <a:cubicBezTo>
                    <a:pt x="14919" y="25653"/>
                    <a:pt x="14856" y="25548"/>
                    <a:pt x="14794" y="25423"/>
                  </a:cubicBezTo>
                  <a:cubicBezTo>
                    <a:pt x="14229" y="23874"/>
                    <a:pt x="14271" y="21845"/>
                    <a:pt x="14982" y="19920"/>
                  </a:cubicBezTo>
                  <a:cubicBezTo>
                    <a:pt x="16468" y="16405"/>
                    <a:pt x="17618" y="13392"/>
                    <a:pt x="17597" y="11404"/>
                  </a:cubicBezTo>
                  <a:lnTo>
                    <a:pt x="17597" y="11404"/>
                  </a:lnTo>
                  <a:cubicBezTo>
                    <a:pt x="17828" y="13392"/>
                    <a:pt x="16551" y="16530"/>
                    <a:pt x="15170" y="19982"/>
                  </a:cubicBezTo>
                  <a:cubicBezTo>
                    <a:pt x="14187" y="22033"/>
                    <a:pt x="14396" y="24146"/>
                    <a:pt x="15149" y="25548"/>
                  </a:cubicBezTo>
                  <a:cubicBezTo>
                    <a:pt x="15045" y="25339"/>
                    <a:pt x="14982" y="25151"/>
                    <a:pt x="14961" y="25004"/>
                  </a:cubicBezTo>
                  <a:lnTo>
                    <a:pt x="14961" y="25025"/>
                  </a:lnTo>
                  <a:cubicBezTo>
                    <a:pt x="14543" y="23937"/>
                    <a:pt x="14417" y="22556"/>
                    <a:pt x="14877" y="21154"/>
                  </a:cubicBezTo>
                  <a:cubicBezTo>
                    <a:pt x="15924" y="18120"/>
                    <a:pt x="17074" y="15672"/>
                    <a:pt x="17577" y="14166"/>
                  </a:cubicBezTo>
                  <a:lnTo>
                    <a:pt x="17577" y="14166"/>
                  </a:lnTo>
                  <a:cubicBezTo>
                    <a:pt x="17284" y="15693"/>
                    <a:pt x="16007" y="18246"/>
                    <a:pt x="15066" y="21196"/>
                  </a:cubicBezTo>
                  <a:cubicBezTo>
                    <a:pt x="14605" y="22619"/>
                    <a:pt x="14731" y="24021"/>
                    <a:pt x="15149" y="25109"/>
                  </a:cubicBezTo>
                  <a:cubicBezTo>
                    <a:pt x="14940" y="24481"/>
                    <a:pt x="14898" y="23916"/>
                    <a:pt x="14898" y="23581"/>
                  </a:cubicBezTo>
                  <a:lnTo>
                    <a:pt x="14898" y="23581"/>
                  </a:lnTo>
                  <a:lnTo>
                    <a:pt x="14919" y="23623"/>
                  </a:lnTo>
                  <a:cubicBezTo>
                    <a:pt x="15003" y="24104"/>
                    <a:pt x="15170" y="24941"/>
                    <a:pt x="15652" y="25799"/>
                  </a:cubicBezTo>
                  <a:cubicBezTo>
                    <a:pt x="15819" y="26029"/>
                    <a:pt x="15986" y="26218"/>
                    <a:pt x="16154" y="26385"/>
                  </a:cubicBezTo>
                  <a:cubicBezTo>
                    <a:pt x="15275" y="25402"/>
                    <a:pt x="14710" y="23560"/>
                    <a:pt x="15128" y="21761"/>
                  </a:cubicBezTo>
                  <a:cubicBezTo>
                    <a:pt x="15795" y="18935"/>
                    <a:pt x="17084" y="16751"/>
                    <a:pt x="17588" y="15473"/>
                  </a:cubicBezTo>
                  <a:lnTo>
                    <a:pt x="17588" y="15473"/>
                  </a:lnTo>
                  <a:cubicBezTo>
                    <a:pt x="17246" y="16542"/>
                    <a:pt x="16399" y="18203"/>
                    <a:pt x="15756" y="20255"/>
                  </a:cubicBezTo>
                  <a:cubicBezTo>
                    <a:pt x="16279" y="18622"/>
                    <a:pt x="17074" y="17367"/>
                    <a:pt x="17493" y="16656"/>
                  </a:cubicBezTo>
                  <a:lnTo>
                    <a:pt x="17493" y="16656"/>
                  </a:lnTo>
                  <a:lnTo>
                    <a:pt x="17451" y="16739"/>
                  </a:lnTo>
                  <a:cubicBezTo>
                    <a:pt x="17116" y="17472"/>
                    <a:pt x="16468" y="18643"/>
                    <a:pt x="15986" y="20087"/>
                  </a:cubicBezTo>
                  <a:cubicBezTo>
                    <a:pt x="16279" y="19308"/>
                    <a:pt x="16643" y="18692"/>
                    <a:pt x="16980" y="18323"/>
                  </a:cubicBezTo>
                  <a:lnTo>
                    <a:pt x="16980" y="18323"/>
                  </a:lnTo>
                  <a:cubicBezTo>
                    <a:pt x="16648" y="18764"/>
                    <a:pt x="16297" y="19469"/>
                    <a:pt x="16049" y="20359"/>
                  </a:cubicBezTo>
                  <a:cubicBezTo>
                    <a:pt x="16306" y="19649"/>
                    <a:pt x="16618" y="19069"/>
                    <a:pt x="16863" y="18689"/>
                  </a:cubicBezTo>
                  <a:lnTo>
                    <a:pt x="16863" y="18689"/>
                  </a:lnTo>
                  <a:cubicBezTo>
                    <a:pt x="16445" y="19568"/>
                    <a:pt x="15735" y="21136"/>
                    <a:pt x="15735" y="23142"/>
                  </a:cubicBezTo>
                  <a:cubicBezTo>
                    <a:pt x="15735" y="23184"/>
                    <a:pt x="15756" y="23205"/>
                    <a:pt x="15756" y="23247"/>
                  </a:cubicBezTo>
                  <a:cubicBezTo>
                    <a:pt x="15777" y="21196"/>
                    <a:pt x="16384" y="19397"/>
                    <a:pt x="17137" y="18790"/>
                  </a:cubicBezTo>
                  <a:lnTo>
                    <a:pt x="17137" y="18790"/>
                  </a:lnTo>
                  <a:lnTo>
                    <a:pt x="17095" y="18874"/>
                  </a:lnTo>
                  <a:cubicBezTo>
                    <a:pt x="16635" y="19334"/>
                    <a:pt x="16300" y="20234"/>
                    <a:pt x="16112" y="21363"/>
                  </a:cubicBezTo>
                  <a:cubicBezTo>
                    <a:pt x="16321" y="20401"/>
                    <a:pt x="16635" y="19627"/>
                    <a:pt x="16991" y="19229"/>
                  </a:cubicBezTo>
                  <a:lnTo>
                    <a:pt x="16991" y="19229"/>
                  </a:lnTo>
                  <a:lnTo>
                    <a:pt x="16949" y="19313"/>
                  </a:lnTo>
                  <a:cubicBezTo>
                    <a:pt x="16551" y="19920"/>
                    <a:pt x="16217" y="21071"/>
                    <a:pt x="16112" y="22472"/>
                  </a:cubicBezTo>
                  <a:cubicBezTo>
                    <a:pt x="16133" y="22389"/>
                    <a:pt x="16154" y="22305"/>
                    <a:pt x="16175" y="22221"/>
                  </a:cubicBezTo>
                  <a:lnTo>
                    <a:pt x="16175" y="22263"/>
                  </a:lnTo>
                  <a:cubicBezTo>
                    <a:pt x="16196" y="22410"/>
                    <a:pt x="16196" y="22619"/>
                    <a:pt x="16175" y="22849"/>
                  </a:cubicBezTo>
                  <a:lnTo>
                    <a:pt x="16196" y="22849"/>
                  </a:lnTo>
                  <a:cubicBezTo>
                    <a:pt x="16258" y="21740"/>
                    <a:pt x="16593" y="20840"/>
                    <a:pt x="16823" y="20338"/>
                  </a:cubicBezTo>
                  <a:lnTo>
                    <a:pt x="16823" y="20338"/>
                  </a:lnTo>
                  <a:lnTo>
                    <a:pt x="16802" y="20401"/>
                  </a:lnTo>
                  <a:cubicBezTo>
                    <a:pt x="16658" y="20894"/>
                    <a:pt x="16454" y="21630"/>
                    <a:pt x="16387" y="22529"/>
                  </a:cubicBezTo>
                  <a:lnTo>
                    <a:pt x="16387" y="22529"/>
                  </a:lnTo>
                  <a:cubicBezTo>
                    <a:pt x="16393" y="22484"/>
                    <a:pt x="16405" y="22441"/>
                    <a:pt x="16405" y="22410"/>
                  </a:cubicBezTo>
                  <a:lnTo>
                    <a:pt x="16405" y="22451"/>
                  </a:lnTo>
                  <a:cubicBezTo>
                    <a:pt x="16405" y="22472"/>
                    <a:pt x="16405" y="22493"/>
                    <a:pt x="16405" y="22514"/>
                  </a:cubicBezTo>
                  <a:cubicBezTo>
                    <a:pt x="16426" y="22493"/>
                    <a:pt x="16426" y="22472"/>
                    <a:pt x="16447" y="22431"/>
                  </a:cubicBezTo>
                  <a:cubicBezTo>
                    <a:pt x="16551" y="21635"/>
                    <a:pt x="16865" y="20757"/>
                    <a:pt x="17263" y="20275"/>
                  </a:cubicBezTo>
                  <a:lnTo>
                    <a:pt x="17388" y="20087"/>
                  </a:lnTo>
                  <a:lnTo>
                    <a:pt x="17179" y="20443"/>
                  </a:lnTo>
                  <a:cubicBezTo>
                    <a:pt x="16949" y="20694"/>
                    <a:pt x="16781" y="21343"/>
                    <a:pt x="16656" y="22012"/>
                  </a:cubicBezTo>
                  <a:cubicBezTo>
                    <a:pt x="16802" y="21573"/>
                    <a:pt x="16991" y="21154"/>
                    <a:pt x="17179" y="20882"/>
                  </a:cubicBezTo>
                  <a:lnTo>
                    <a:pt x="17263" y="20736"/>
                  </a:lnTo>
                  <a:lnTo>
                    <a:pt x="17137" y="21008"/>
                  </a:lnTo>
                  <a:cubicBezTo>
                    <a:pt x="16991" y="21175"/>
                    <a:pt x="16865" y="21615"/>
                    <a:pt x="16781" y="22075"/>
                  </a:cubicBezTo>
                  <a:cubicBezTo>
                    <a:pt x="16886" y="21761"/>
                    <a:pt x="17012" y="21489"/>
                    <a:pt x="17116" y="21280"/>
                  </a:cubicBezTo>
                  <a:lnTo>
                    <a:pt x="17179" y="21154"/>
                  </a:lnTo>
                  <a:lnTo>
                    <a:pt x="17095" y="21384"/>
                  </a:lnTo>
                  <a:cubicBezTo>
                    <a:pt x="16991" y="21573"/>
                    <a:pt x="16886" y="22075"/>
                    <a:pt x="16781" y="22493"/>
                  </a:cubicBezTo>
                  <a:cubicBezTo>
                    <a:pt x="16781" y="22535"/>
                    <a:pt x="16781" y="22577"/>
                    <a:pt x="16781" y="22598"/>
                  </a:cubicBezTo>
                  <a:cubicBezTo>
                    <a:pt x="16844" y="22263"/>
                    <a:pt x="17033" y="21866"/>
                    <a:pt x="17179" y="21656"/>
                  </a:cubicBezTo>
                  <a:lnTo>
                    <a:pt x="17221" y="21573"/>
                  </a:lnTo>
                  <a:lnTo>
                    <a:pt x="17158" y="21719"/>
                  </a:lnTo>
                  <a:cubicBezTo>
                    <a:pt x="17074" y="21866"/>
                    <a:pt x="17012" y="22242"/>
                    <a:pt x="16928" y="22556"/>
                  </a:cubicBezTo>
                  <a:cubicBezTo>
                    <a:pt x="16970" y="22535"/>
                    <a:pt x="16991" y="22493"/>
                    <a:pt x="17033" y="22472"/>
                  </a:cubicBezTo>
                  <a:cubicBezTo>
                    <a:pt x="17305" y="22263"/>
                    <a:pt x="17597" y="22159"/>
                    <a:pt x="17890" y="22096"/>
                  </a:cubicBezTo>
                  <a:cubicBezTo>
                    <a:pt x="17723" y="21949"/>
                    <a:pt x="17597" y="21740"/>
                    <a:pt x="17556" y="21468"/>
                  </a:cubicBezTo>
                  <a:cubicBezTo>
                    <a:pt x="17430" y="20903"/>
                    <a:pt x="17681" y="20066"/>
                    <a:pt x="17953" y="19648"/>
                  </a:cubicBezTo>
                  <a:cubicBezTo>
                    <a:pt x="17849" y="19459"/>
                    <a:pt x="17744" y="19271"/>
                    <a:pt x="17660" y="19041"/>
                  </a:cubicBezTo>
                  <a:cubicBezTo>
                    <a:pt x="17263" y="17660"/>
                    <a:pt x="17953" y="16551"/>
                    <a:pt x="18225" y="16091"/>
                  </a:cubicBezTo>
                  <a:lnTo>
                    <a:pt x="18225" y="16091"/>
                  </a:lnTo>
                  <a:lnTo>
                    <a:pt x="18204" y="16133"/>
                  </a:lnTo>
                  <a:cubicBezTo>
                    <a:pt x="18183" y="16237"/>
                    <a:pt x="18162" y="16363"/>
                    <a:pt x="18121" y="16509"/>
                  </a:cubicBezTo>
                  <a:cubicBezTo>
                    <a:pt x="18162" y="16467"/>
                    <a:pt x="18204" y="16425"/>
                    <a:pt x="18225" y="16405"/>
                  </a:cubicBezTo>
                  <a:lnTo>
                    <a:pt x="18267" y="16363"/>
                  </a:lnTo>
                  <a:lnTo>
                    <a:pt x="18204" y="16446"/>
                  </a:lnTo>
                  <a:cubicBezTo>
                    <a:pt x="18162" y="16488"/>
                    <a:pt x="18121" y="16593"/>
                    <a:pt x="18079" y="16697"/>
                  </a:cubicBezTo>
                  <a:cubicBezTo>
                    <a:pt x="18058" y="16781"/>
                    <a:pt x="18037" y="16865"/>
                    <a:pt x="18016" y="16969"/>
                  </a:cubicBezTo>
                  <a:cubicBezTo>
                    <a:pt x="18100" y="16844"/>
                    <a:pt x="18183" y="16718"/>
                    <a:pt x="18267" y="16635"/>
                  </a:cubicBezTo>
                  <a:lnTo>
                    <a:pt x="18267" y="16635"/>
                  </a:lnTo>
                  <a:lnTo>
                    <a:pt x="18225" y="16718"/>
                  </a:lnTo>
                  <a:cubicBezTo>
                    <a:pt x="18100" y="16844"/>
                    <a:pt x="18016" y="17179"/>
                    <a:pt x="17932" y="17472"/>
                  </a:cubicBezTo>
                  <a:cubicBezTo>
                    <a:pt x="17932" y="17514"/>
                    <a:pt x="17911" y="17534"/>
                    <a:pt x="17911" y="17576"/>
                  </a:cubicBezTo>
                  <a:cubicBezTo>
                    <a:pt x="17995" y="17367"/>
                    <a:pt x="18100" y="17158"/>
                    <a:pt x="18204" y="17032"/>
                  </a:cubicBezTo>
                  <a:lnTo>
                    <a:pt x="18309" y="16865"/>
                  </a:lnTo>
                  <a:lnTo>
                    <a:pt x="18141" y="17158"/>
                  </a:lnTo>
                  <a:cubicBezTo>
                    <a:pt x="18016" y="17304"/>
                    <a:pt x="17932" y="17576"/>
                    <a:pt x="17890" y="17869"/>
                  </a:cubicBezTo>
                  <a:cubicBezTo>
                    <a:pt x="17890" y="18037"/>
                    <a:pt x="17890" y="18204"/>
                    <a:pt x="17911" y="18392"/>
                  </a:cubicBezTo>
                  <a:cubicBezTo>
                    <a:pt x="17932" y="18120"/>
                    <a:pt x="17995" y="17848"/>
                    <a:pt x="18079" y="17660"/>
                  </a:cubicBezTo>
                  <a:lnTo>
                    <a:pt x="18121" y="17555"/>
                  </a:lnTo>
                  <a:lnTo>
                    <a:pt x="18079" y="17765"/>
                  </a:lnTo>
                  <a:cubicBezTo>
                    <a:pt x="17953" y="17974"/>
                    <a:pt x="18016" y="18560"/>
                    <a:pt x="18037" y="18978"/>
                  </a:cubicBezTo>
                  <a:cubicBezTo>
                    <a:pt x="18079" y="19062"/>
                    <a:pt x="18100" y="19166"/>
                    <a:pt x="18141" y="19250"/>
                  </a:cubicBezTo>
                  <a:cubicBezTo>
                    <a:pt x="18037" y="18685"/>
                    <a:pt x="18079" y="18099"/>
                    <a:pt x="18351" y="17765"/>
                  </a:cubicBezTo>
                  <a:lnTo>
                    <a:pt x="18434" y="17555"/>
                  </a:lnTo>
                  <a:lnTo>
                    <a:pt x="18309" y="17911"/>
                  </a:lnTo>
                  <a:cubicBezTo>
                    <a:pt x="17932" y="18350"/>
                    <a:pt x="18267" y="19376"/>
                    <a:pt x="18623" y="20024"/>
                  </a:cubicBezTo>
                  <a:cubicBezTo>
                    <a:pt x="18644" y="20045"/>
                    <a:pt x="18665" y="20066"/>
                    <a:pt x="18685" y="20087"/>
                  </a:cubicBezTo>
                  <a:cubicBezTo>
                    <a:pt x="18413" y="19522"/>
                    <a:pt x="18288" y="18832"/>
                    <a:pt x="18455" y="18330"/>
                  </a:cubicBezTo>
                  <a:lnTo>
                    <a:pt x="18455" y="18330"/>
                  </a:lnTo>
                  <a:lnTo>
                    <a:pt x="18455" y="18476"/>
                  </a:lnTo>
                  <a:cubicBezTo>
                    <a:pt x="18267" y="18936"/>
                    <a:pt x="18706" y="19815"/>
                    <a:pt x="19020" y="20401"/>
                  </a:cubicBezTo>
                  <a:cubicBezTo>
                    <a:pt x="19041" y="19836"/>
                    <a:pt x="19230" y="19104"/>
                    <a:pt x="19209" y="18434"/>
                  </a:cubicBezTo>
                  <a:cubicBezTo>
                    <a:pt x="19146" y="17848"/>
                    <a:pt x="19083" y="17283"/>
                    <a:pt x="18999" y="16802"/>
                  </a:cubicBezTo>
                  <a:cubicBezTo>
                    <a:pt x="18748" y="15986"/>
                    <a:pt x="18602" y="15065"/>
                    <a:pt x="18560" y="14166"/>
                  </a:cubicBezTo>
                  <a:cubicBezTo>
                    <a:pt x="18372" y="11488"/>
                    <a:pt x="18141" y="9249"/>
                    <a:pt x="17577" y="8077"/>
                  </a:cubicBezTo>
                  <a:lnTo>
                    <a:pt x="17577" y="8077"/>
                  </a:lnTo>
                  <a:cubicBezTo>
                    <a:pt x="18393" y="9102"/>
                    <a:pt x="18748" y="11508"/>
                    <a:pt x="18937" y="14124"/>
                  </a:cubicBezTo>
                  <a:cubicBezTo>
                    <a:pt x="19041" y="16091"/>
                    <a:pt x="19502" y="17890"/>
                    <a:pt x="20318" y="18832"/>
                  </a:cubicBezTo>
                  <a:cubicBezTo>
                    <a:pt x="19878" y="18204"/>
                    <a:pt x="19585" y="17242"/>
                    <a:pt x="19627" y="16279"/>
                  </a:cubicBezTo>
                  <a:cubicBezTo>
                    <a:pt x="19753" y="14584"/>
                    <a:pt x="19543" y="13140"/>
                    <a:pt x="19146" y="12408"/>
                  </a:cubicBezTo>
                  <a:lnTo>
                    <a:pt x="19146" y="12408"/>
                  </a:lnTo>
                  <a:cubicBezTo>
                    <a:pt x="19690" y="13057"/>
                    <a:pt x="19920" y="14605"/>
                    <a:pt x="19836" y="16300"/>
                  </a:cubicBezTo>
                  <a:cubicBezTo>
                    <a:pt x="19794" y="17325"/>
                    <a:pt x="20087" y="18330"/>
                    <a:pt x="20527" y="18936"/>
                  </a:cubicBezTo>
                  <a:cubicBezTo>
                    <a:pt x="20569" y="18957"/>
                    <a:pt x="20631" y="18999"/>
                    <a:pt x="20673" y="19041"/>
                  </a:cubicBezTo>
                  <a:lnTo>
                    <a:pt x="20652" y="18999"/>
                  </a:lnTo>
                  <a:lnTo>
                    <a:pt x="20736" y="19062"/>
                  </a:lnTo>
                  <a:cubicBezTo>
                    <a:pt x="20359" y="18706"/>
                    <a:pt x="20213" y="17932"/>
                    <a:pt x="20213" y="17555"/>
                  </a:cubicBezTo>
                  <a:lnTo>
                    <a:pt x="20213" y="17409"/>
                  </a:lnTo>
                  <a:lnTo>
                    <a:pt x="20234" y="17660"/>
                  </a:lnTo>
                  <a:cubicBezTo>
                    <a:pt x="20213" y="17932"/>
                    <a:pt x="20443" y="18371"/>
                    <a:pt x="20694" y="18727"/>
                  </a:cubicBezTo>
                  <a:cubicBezTo>
                    <a:pt x="20673" y="18664"/>
                    <a:pt x="20673" y="18602"/>
                    <a:pt x="20673" y="18518"/>
                  </a:cubicBezTo>
                  <a:cubicBezTo>
                    <a:pt x="20464" y="18141"/>
                    <a:pt x="20359" y="17576"/>
                    <a:pt x="20318" y="17221"/>
                  </a:cubicBezTo>
                  <a:lnTo>
                    <a:pt x="20297" y="17116"/>
                  </a:lnTo>
                  <a:lnTo>
                    <a:pt x="20359" y="17304"/>
                  </a:lnTo>
                  <a:cubicBezTo>
                    <a:pt x="20380" y="17493"/>
                    <a:pt x="20548" y="17890"/>
                    <a:pt x="20673" y="18204"/>
                  </a:cubicBezTo>
                  <a:cubicBezTo>
                    <a:pt x="20673" y="18183"/>
                    <a:pt x="20694" y="18141"/>
                    <a:pt x="20694" y="18099"/>
                  </a:cubicBezTo>
                  <a:cubicBezTo>
                    <a:pt x="20527" y="17744"/>
                    <a:pt x="20443" y="17179"/>
                    <a:pt x="20359" y="16823"/>
                  </a:cubicBezTo>
                  <a:lnTo>
                    <a:pt x="20338" y="16718"/>
                  </a:lnTo>
                  <a:lnTo>
                    <a:pt x="20338" y="16718"/>
                  </a:lnTo>
                  <a:lnTo>
                    <a:pt x="20401" y="16886"/>
                  </a:lnTo>
                  <a:cubicBezTo>
                    <a:pt x="20443" y="17053"/>
                    <a:pt x="20652" y="17555"/>
                    <a:pt x="20736" y="17890"/>
                  </a:cubicBezTo>
                  <a:cubicBezTo>
                    <a:pt x="20757" y="17827"/>
                    <a:pt x="20778" y="17786"/>
                    <a:pt x="20820" y="17723"/>
                  </a:cubicBezTo>
                  <a:cubicBezTo>
                    <a:pt x="20673" y="17451"/>
                    <a:pt x="20631" y="17011"/>
                    <a:pt x="20464" y="16760"/>
                  </a:cubicBezTo>
                  <a:lnTo>
                    <a:pt x="20422" y="16697"/>
                  </a:lnTo>
                  <a:lnTo>
                    <a:pt x="20506" y="16802"/>
                  </a:lnTo>
                  <a:cubicBezTo>
                    <a:pt x="20590" y="16907"/>
                    <a:pt x="20757" y="17200"/>
                    <a:pt x="20841" y="17451"/>
                  </a:cubicBezTo>
                  <a:cubicBezTo>
                    <a:pt x="20841" y="17388"/>
                    <a:pt x="20841" y="17346"/>
                    <a:pt x="20841" y="17283"/>
                  </a:cubicBezTo>
                  <a:cubicBezTo>
                    <a:pt x="20652" y="16739"/>
                    <a:pt x="20464" y="15944"/>
                    <a:pt x="20652" y="15400"/>
                  </a:cubicBezTo>
                  <a:cubicBezTo>
                    <a:pt x="20694" y="15296"/>
                    <a:pt x="20736" y="15212"/>
                    <a:pt x="20799" y="15128"/>
                  </a:cubicBezTo>
                  <a:lnTo>
                    <a:pt x="20882" y="14961"/>
                  </a:lnTo>
                  <a:lnTo>
                    <a:pt x="20757" y="15254"/>
                  </a:lnTo>
                  <a:cubicBezTo>
                    <a:pt x="20736" y="15275"/>
                    <a:pt x="20715" y="15337"/>
                    <a:pt x="20715" y="15379"/>
                  </a:cubicBezTo>
                  <a:lnTo>
                    <a:pt x="20715" y="15400"/>
                  </a:lnTo>
                  <a:cubicBezTo>
                    <a:pt x="20736" y="16342"/>
                    <a:pt x="21615" y="17723"/>
                    <a:pt x="23163" y="18790"/>
                  </a:cubicBezTo>
                  <a:cubicBezTo>
                    <a:pt x="23979" y="19376"/>
                    <a:pt x="24816" y="19627"/>
                    <a:pt x="25569" y="19773"/>
                  </a:cubicBezTo>
                  <a:cubicBezTo>
                    <a:pt x="24356" y="19418"/>
                    <a:pt x="22933" y="18560"/>
                    <a:pt x="22159" y="16886"/>
                  </a:cubicBezTo>
                  <a:cubicBezTo>
                    <a:pt x="21217" y="14501"/>
                    <a:pt x="20882" y="12304"/>
                    <a:pt x="19962" y="11362"/>
                  </a:cubicBezTo>
                  <a:lnTo>
                    <a:pt x="19962" y="11362"/>
                  </a:lnTo>
                  <a:cubicBezTo>
                    <a:pt x="21029" y="12220"/>
                    <a:pt x="21385" y="14521"/>
                    <a:pt x="22326" y="16802"/>
                  </a:cubicBezTo>
                  <a:cubicBezTo>
                    <a:pt x="23142" y="18539"/>
                    <a:pt x="24607" y="19397"/>
                    <a:pt x="25820" y="19731"/>
                  </a:cubicBezTo>
                  <a:lnTo>
                    <a:pt x="25841" y="19731"/>
                  </a:lnTo>
                  <a:cubicBezTo>
                    <a:pt x="25779" y="19710"/>
                    <a:pt x="25716" y="19690"/>
                    <a:pt x="25653" y="19669"/>
                  </a:cubicBezTo>
                  <a:lnTo>
                    <a:pt x="25569" y="19648"/>
                  </a:lnTo>
                  <a:cubicBezTo>
                    <a:pt x="25235" y="19522"/>
                    <a:pt x="24879" y="19292"/>
                    <a:pt x="24586" y="19020"/>
                  </a:cubicBezTo>
                  <a:cubicBezTo>
                    <a:pt x="23603" y="18706"/>
                    <a:pt x="22598" y="17283"/>
                    <a:pt x="22556" y="16321"/>
                  </a:cubicBezTo>
                  <a:lnTo>
                    <a:pt x="22494" y="16070"/>
                  </a:lnTo>
                  <a:lnTo>
                    <a:pt x="22640" y="16509"/>
                  </a:lnTo>
                  <a:cubicBezTo>
                    <a:pt x="22577" y="17158"/>
                    <a:pt x="23540" y="18162"/>
                    <a:pt x="24272" y="18706"/>
                  </a:cubicBezTo>
                  <a:cubicBezTo>
                    <a:pt x="24042" y="18434"/>
                    <a:pt x="23854" y="18099"/>
                    <a:pt x="23728" y="17723"/>
                  </a:cubicBezTo>
                  <a:cubicBezTo>
                    <a:pt x="23351" y="17179"/>
                    <a:pt x="23017" y="16509"/>
                    <a:pt x="22849" y="16007"/>
                  </a:cubicBezTo>
                  <a:lnTo>
                    <a:pt x="22766" y="15819"/>
                  </a:lnTo>
                  <a:lnTo>
                    <a:pt x="22766" y="15819"/>
                  </a:lnTo>
                  <a:lnTo>
                    <a:pt x="22933" y="16153"/>
                  </a:lnTo>
                  <a:cubicBezTo>
                    <a:pt x="22996" y="16425"/>
                    <a:pt x="23289" y="16865"/>
                    <a:pt x="23603" y="17325"/>
                  </a:cubicBezTo>
                  <a:cubicBezTo>
                    <a:pt x="23603" y="17158"/>
                    <a:pt x="23582" y="17011"/>
                    <a:pt x="23582" y="16865"/>
                  </a:cubicBezTo>
                  <a:cubicBezTo>
                    <a:pt x="23331" y="16321"/>
                    <a:pt x="23079" y="15463"/>
                    <a:pt x="22619" y="15065"/>
                  </a:cubicBezTo>
                  <a:lnTo>
                    <a:pt x="22619" y="15065"/>
                  </a:lnTo>
                  <a:cubicBezTo>
                    <a:pt x="22912" y="15191"/>
                    <a:pt x="23268" y="15798"/>
                    <a:pt x="23498" y="16321"/>
                  </a:cubicBezTo>
                  <a:cubicBezTo>
                    <a:pt x="23393" y="15798"/>
                    <a:pt x="23226" y="15337"/>
                    <a:pt x="23038" y="14919"/>
                  </a:cubicBezTo>
                  <a:cubicBezTo>
                    <a:pt x="22787" y="14542"/>
                    <a:pt x="22452" y="14208"/>
                    <a:pt x="22117" y="13998"/>
                  </a:cubicBezTo>
                  <a:lnTo>
                    <a:pt x="22117" y="13998"/>
                  </a:lnTo>
                  <a:cubicBezTo>
                    <a:pt x="22347" y="14040"/>
                    <a:pt x="22598" y="14270"/>
                    <a:pt x="22870" y="14563"/>
                  </a:cubicBezTo>
                  <a:cubicBezTo>
                    <a:pt x="22787" y="14396"/>
                    <a:pt x="22682" y="14228"/>
                    <a:pt x="22598" y="14082"/>
                  </a:cubicBezTo>
                  <a:cubicBezTo>
                    <a:pt x="22284" y="13747"/>
                    <a:pt x="22033" y="13392"/>
                    <a:pt x="21866" y="13057"/>
                  </a:cubicBezTo>
                  <a:cubicBezTo>
                    <a:pt x="21845" y="13015"/>
                    <a:pt x="21824" y="12994"/>
                    <a:pt x="21803" y="12952"/>
                  </a:cubicBezTo>
                  <a:lnTo>
                    <a:pt x="21803" y="12952"/>
                  </a:lnTo>
                  <a:cubicBezTo>
                    <a:pt x="21824" y="12973"/>
                    <a:pt x="21845" y="12994"/>
                    <a:pt x="21845" y="12994"/>
                  </a:cubicBezTo>
                  <a:cubicBezTo>
                    <a:pt x="21719" y="12659"/>
                    <a:pt x="21678" y="12366"/>
                    <a:pt x="21782" y="12136"/>
                  </a:cubicBezTo>
                  <a:lnTo>
                    <a:pt x="21782" y="12136"/>
                  </a:lnTo>
                  <a:lnTo>
                    <a:pt x="21782" y="12178"/>
                  </a:lnTo>
                  <a:cubicBezTo>
                    <a:pt x="21803" y="12429"/>
                    <a:pt x="21950" y="12722"/>
                    <a:pt x="22201" y="13057"/>
                  </a:cubicBezTo>
                  <a:cubicBezTo>
                    <a:pt x="22138" y="12848"/>
                    <a:pt x="22096" y="12638"/>
                    <a:pt x="22096" y="12492"/>
                  </a:cubicBezTo>
                  <a:lnTo>
                    <a:pt x="22075" y="12366"/>
                  </a:lnTo>
                  <a:lnTo>
                    <a:pt x="22117" y="12576"/>
                  </a:lnTo>
                  <a:cubicBezTo>
                    <a:pt x="22117" y="12722"/>
                    <a:pt x="22263" y="13036"/>
                    <a:pt x="22431" y="13329"/>
                  </a:cubicBezTo>
                  <a:cubicBezTo>
                    <a:pt x="22431" y="13343"/>
                    <a:pt x="22441" y="13348"/>
                    <a:pt x="22447" y="13356"/>
                  </a:cubicBezTo>
                  <a:lnTo>
                    <a:pt x="22447" y="13356"/>
                  </a:lnTo>
                  <a:cubicBezTo>
                    <a:pt x="22387" y="13172"/>
                    <a:pt x="22348" y="12990"/>
                    <a:pt x="22368" y="12848"/>
                  </a:cubicBezTo>
                  <a:lnTo>
                    <a:pt x="22347" y="12701"/>
                  </a:lnTo>
                  <a:lnTo>
                    <a:pt x="22389" y="12952"/>
                  </a:lnTo>
                  <a:cubicBezTo>
                    <a:pt x="22368" y="13140"/>
                    <a:pt x="22535" y="13412"/>
                    <a:pt x="22745" y="13684"/>
                  </a:cubicBezTo>
                  <a:cubicBezTo>
                    <a:pt x="22828" y="13789"/>
                    <a:pt x="22912" y="13873"/>
                    <a:pt x="22996" y="13956"/>
                  </a:cubicBezTo>
                  <a:cubicBezTo>
                    <a:pt x="22996" y="13956"/>
                    <a:pt x="22996" y="13956"/>
                    <a:pt x="23017" y="13977"/>
                  </a:cubicBezTo>
                  <a:cubicBezTo>
                    <a:pt x="22828" y="13580"/>
                    <a:pt x="22724" y="13182"/>
                    <a:pt x="22703" y="12910"/>
                  </a:cubicBezTo>
                  <a:lnTo>
                    <a:pt x="22661" y="12722"/>
                  </a:lnTo>
                  <a:lnTo>
                    <a:pt x="22745" y="13078"/>
                  </a:lnTo>
                  <a:cubicBezTo>
                    <a:pt x="22745" y="13392"/>
                    <a:pt x="23059" y="13915"/>
                    <a:pt x="23414" y="14354"/>
                  </a:cubicBezTo>
                  <a:cubicBezTo>
                    <a:pt x="23582" y="14501"/>
                    <a:pt x="23728" y="14626"/>
                    <a:pt x="23875" y="14752"/>
                  </a:cubicBezTo>
                  <a:cubicBezTo>
                    <a:pt x="23498" y="14208"/>
                    <a:pt x="23184" y="13392"/>
                    <a:pt x="22828" y="12638"/>
                  </a:cubicBezTo>
                  <a:cubicBezTo>
                    <a:pt x="22201" y="11215"/>
                    <a:pt x="20841" y="10881"/>
                    <a:pt x="20276" y="10567"/>
                  </a:cubicBezTo>
                  <a:lnTo>
                    <a:pt x="20318" y="10567"/>
                  </a:lnTo>
                  <a:cubicBezTo>
                    <a:pt x="20924" y="10776"/>
                    <a:pt x="22368" y="11132"/>
                    <a:pt x="22996" y="12534"/>
                  </a:cubicBezTo>
                  <a:cubicBezTo>
                    <a:pt x="23456" y="13538"/>
                    <a:pt x="23749" y="14501"/>
                    <a:pt x="24188" y="15003"/>
                  </a:cubicBezTo>
                  <a:cubicBezTo>
                    <a:pt x="24209" y="15003"/>
                    <a:pt x="24230" y="15024"/>
                    <a:pt x="24251" y="15045"/>
                  </a:cubicBezTo>
                  <a:cubicBezTo>
                    <a:pt x="24209" y="15003"/>
                    <a:pt x="24188" y="14940"/>
                    <a:pt x="24167" y="14877"/>
                  </a:cubicBezTo>
                  <a:cubicBezTo>
                    <a:pt x="23791" y="14438"/>
                    <a:pt x="23937" y="13538"/>
                    <a:pt x="23623" y="12994"/>
                  </a:cubicBezTo>
                  <a:lnTo>
                    <a:pt x="23623" y="12994"/>
                  </a:lnTo>
                  <a:cubicBezTo>
                    <a:pt x="23833" y="13287"/>
                    <a:pt x="23979" y="13831"/>
                    <a:pt x="24084" y="14291"/>
                  </a:cubicBezTo>
                  <a:cubicBezTo>
                    <a:pt x="24084" y="14172"/>
                    <a:pt x="24065" y="14053"/>
                    <a:pt x="24063" y="13934"/>
                  </a:cubicBezTo>
                  <a:lnTo>
                    <a:pt x="24063" y="13934"/>
                  </a:lnTo>
                  <a:cubicBezTo>
                    <a:pt x="24125" y="13390"/>
                    <a:pt x="23728" y="12429"/>
                    <a:pt x="23289" y="11990"/>
                  </a:cubicBezTo>
                  <a:lnTo>
                    <a:pt x="23184" y="11864"/>
                  </a:lnTo>
                  <a:lnTo>
                    <a:pt x="23372" y="12073"/>
                  </a:lnTo>
                  <a:cubicBezTo>
                    <a:pt x="23582" y="12157"/>
                    <a:pt x="23854" y="12596"/>
                    <a:pt x="24021" y="13036"/>
                  </a:cubicBezTo>
                  <a:cubicBezTo>
                    <a:pt x="23958" y="12680"/>
                    <a:pt x="23833" y="12345"/>
                    <a:pt x="23582" y="12073"/>
                  </a:cubicBezTo>
                  <a:cubicBezTo>
                    <a:pt x="22598" y="10985"/>
                    <a:pt x="21552" y="10295"/>
                    <a:pt x="20882" y="9835"/>
                  </a:cubicBezTo>
                  <a:cubicBezTo>
                    <a:pt x="20213" y="9479"/>
                    <a:pt x="19502" y="8893"/>
                    <a:pt x="18937" y="8056"/>
                  </a:cubicBezTo>
                  <a:cubicBezTo>
                    <a:pt x="17995" y="6654"/>
                    <a:pt x="17556" y="4813"/>
                    <a:pt x="17095" y="4750"/>
                  </a:cubicBezTo>
                  <a:cubicBezTo>
                    <a:pt x="17109" y="4748"/>
                    <a:pt x="17124" y="4747"/>
                    <a:pt x="17138" y="4747"/>
                  </a:cubicBezTo>
                  <a:cubicBezTo>
                    <a:pt x="17417" y="4747"/>
                    <a:pt x="17696" y="5132"/>
                    <a:pt x="17995" y="5650"/>
                  </a:cubicBezTo>
                  <a:cubicBezTo>
                    <a:pt x="17935" y="5411"/>
                    <a:pt x="17894" y="5210"/>
                    <a:pt x="17891" y="5064"/>
                  </a:cubicBezTo>
                  <a:lnTo>
                    <a:pt x="17891" y="5064"/>
                  </a:lnTo>
                  <a:cubicBezTo>
                    <a:pt x="18037" y="5337"/>
                    <a:pt x="18204" y="5818"/>
                    <a:pt x="18497" y="6361"/>
                  </a:cubicBezTo>
                  <a:cubicBezTo>
                    <a:pt x="18560" y="6570"/>
                    <a:pt x="18644" y="6759"/>
                    <a:pt x="18727" y="6926"/>
                  </a:cubicBezTo>
                  <a:cubicBezTo>
                    <a:pt x="18566" y="6462"/>
                    <a:pt x="18502" y="6057"/>
                    <a:pt x="18479" y="5803"/>
                  </a:cubicBezTo>
                  <a:lnTo>
                    <a:pt x="18479" y="5803"/>
                  </a:lnTo>
                  <a:cubicBezTo>
                    <a:pt x="18596" y="6137"/>
                    <a:pt x="18750" y="6650"/>
                    <a:pt x="19025" y="7209"/>
                  </a:cubicBezTo>
                  <a:lnTo>
                    <a:pt x="19025" y="7209"/>
                  </a:lnTo>
                  <a:cubicBezTo>
                    <a:pt x="19016" y="7184"/>
                    <a:pt x="19007" y="7160"/>
                    <a:pt x="18999" y="7135"/>
                  </a:cubicBezTo>
                  <a:cubicBezTo>
                    <a:pt x="18978" y="6738"/>
                    <a:pt x="18999" y="6382"/>
                    <a:pt x="19062" y="6215"/>
                  </a:cubicBezTo>
                  <a:lnTo>
                    <a:pt x="19062" y="6236"/>
                  </a:lnTo>
                  <a:cubicBezTo>
                    <a:pt x="19125" y="6424"/>
                    <a:pt x="19167" y="6738"/>
                    <a:pt x="19188" y="7094"/>
                  </a:cubicBezTo>
                  <a:cubicBezTo>
                    <a:pt x="19250" y="7261"/>
                    <a:pt x="19271" y="7407"/>
                    <a:pt x="19313" y="7533"/>
                  </a:cubicBezTo>
                  <a:cubicBezTo>
                    <a:pt x="19313" y="7554"/>
                    <a:pt x="19334" y="7575"/>
                    <a:pt x="19334" y="7575"/>
                  </a:cubicBezTo>
                  <a:cubicBezTo>
                    <a:pt x="19209" y="7156"/>
                    <a:pt x="19188" y="6759"/>
                    <a:pt x="19188" y="6508"/>
                  </a:cubicBezTo>
                  <a:lnTo>
                    <a:pt x="19188" y="6508"/>
                  </a:lnTo>
                  <a:lnTo>
                    <a:pt x="19209" y="6570"/>
                  </a:lnTo>
                  <a:cubicBezTo>
                    <a:pt x="19292" y="7073"/>
                    <a:pt x="19481" y="7910"/>
                    <a:pt x="20150" y="8726"/>
                  </a:cubicBezTo>
                  <a:cubicBezTo>
                    <a:pt x="20234" y="8809"/>
                    <a:pt x="20318" y="8893"/>
                    <a:pt x="20401" y="8977"/>
                  </a:cubicBezTo>
                  <a:cubicBezTo>
                    <a:pt x="20102" y="8418"/>
                    <a:pt x="19955" y="7897"/>
                    <a:pt x="19942" y="7577"/>
                  </a:cubicBezTo>
                  <a:lnTo>
                    <a:pt x="19942" y="7577"/>
                  </a:lnTo>
                  <a:cubicBezTo>
                    <a:pt x="20068" y="7933"/>
                    <a:pt x="20298" y="8518"/>
                    <a:pt x="20736" y="9144"/>
                  </a:cubicBezTo>
                  <a:cubicBezTo>
                    <a:pt x="20862" y="9311"/>
                    <a:pt x="20987" y="9437"/>
                    <a:pt x="21092" y="9542"/>
                  </a:cubicBezTo>
                  <a:cubicBezTo>
                    <a:pt x="21217" y="9625"/>
                    <a:pt x="21301" y="9688"/>
                    <a:pt x="21406" y="9751"/>
                  </a:cubicBezTo>
                  <a:cubicBezTo>
                    <a:pt x="21364" y="9688"/>
                    <a:pt x="21301" y="9646"/>
                    <a:pt x="21259" y="9563"/>
                  </a:cubicBezTo>
                  <a:cubicBezTo>
                    <a:pt x="21058" y="9220"/>
                    <a:pt x="20992" y="8897"/>
                    <a:pt x="20987" y="8705"/>
                  </a:cubicBezTo>
                  <a:lnTo>
                    <a:pt x="20987" y="8705"/>
                  </a:lnTo>
                  <a:cubicBezTo>
                    <a:pt x="21092" y="8852"/>
                    <a:pt x="21238" y="9144"/>
                    <a:pt x="21426" y="9458"/>
                  </a:cubicBezTo>
                  <a:cubicBezTo>
                    <a:pt x="21489" y="9583"/>
                    <a:pt x="21573" y="9667"/>
                    <a:pt x="21657" y="9751"/>
                  </a:cubicBezTo>
                  <a:cubicBezTo>
                    <a:pt x="21594" y="9646"/>
                    <a:pt x="21573" y="9542"/>
                    <a:pt x="21552" y="9416"/>
                  </a:cubicBezTo>
                  <a:cubicBezTo>
                    <a:pt x="21468" y="9019"/>
                    <a:pt x="21301" y="8872"/>
                    <a:pt x="21113" y="8705"/>
                  </a:cubicBezTo>
                  <a:cubicBezTo>
                    <a:pt x="21050" y="8684"/>
                    <a:pt x="21008" y="8663"/>
                    <a:pt x="20966" y="8621"/>
                  </a:cubicBezTo>
                  <a:cubicBezTo>
                    <a:pt x="20945" y="8621"/>
                    <a:pt x="20924" y="8621"/>
                    <a:pt x="20924" y="8600"/>
                  </a:cubicBezTo>
                  <a:lnTo>
                    <a:pt x="20945" y="8600"/>
                  </a:lnTo>
                  <a:cubicBezTo>
                    <a:pt x="20924" y="8600"/>
                    <a:pt x="20924" y="8600"/>
                    <a:pt x="20924" y="8579"/>
                  </a:cubicBezTo>
                  <a:cubicBezTo>
                    <a:pt x="20903" y="8579"/>
                    <a:pt x="20882" y="8579"/>
                    <a:pt x="20882" y="8600"/>
                  </a:cubicBezTo>
                  <a:cubicBezTo>
                    <a:pt x="20882" y="8579"/>
                    <a:pt x="20903" y="8579"/>
                    <a:pt x="20903" y="8579"/>
                  </a:cubicBezTo>
                  <a:cubicBezTo>
                    <a:pt x="20903" y="8558"/>
                    <a:pt x="20882" y="8558"/>
                    <a:pt x="20882" y="8558"/>
                  </a:cubicBezTo>
                  <a:lnTo>
                    <a:pt x="20945" y="8558"/>
                  </a:lnTo>
                  <a:cubicBezTo>
                    <a:pt x="21065" y="8473"/>
                    <a:pt x="21200" y="8437"/>
                    <a:pt x="21344" y="8437"/>
                  </a:cubicBezTo>
                  <a:cubicBezTo>
                    <a:pt x="21728" y="8437"/>
                    <a:pt x="22170" y="8691"/>
                    <a:pt x="22535" y="8935"/>
                  </a:cubicBezTo>
                  <a:cubicBezTo>
                    <a:pt x="22975" y="9102"/>
                    <a:pt x="23477" y="9249"/>
                    <a:pt x="24021" y="9270"/>
                  </a:cubicBezTo>
                  <a:cubicBezTo>
                    <a:pt x="23561" y="9081"/>
                    <a:pt x="23226" y="8851"/>
                    <a:pt x="23059" y="8684"/>
                  </a:cubicBezTo>
                  <a:lnTo>
                    <a:pt x="23079" y="8684"/>
                  </a:lnTo>
                  <a:cubicBezTo>
                    <a:pt x="23331" y="8809"/>
                    <a:pt x="23770" y="8998"/>
                    <a:pt x="24293" y="9186"/>
                  </a:cubicBezTo>
                  <a:cubicBezTo>
                    <a:pt x="24439" y="9228"/>
                    <a:pt x="24544" y="9249"/>
                    <a:pt x="24670" y="9249"/>
                  </a:cubicBezTo>
                  <a:cubicBezTo>
                    <a:pt x="24921" y="9207"/>
                    <a:pt x="25172" y="9165"/>
                    <a:pt x="25381" y="9081"/>
                  </a:cubicBezTo>
                  <a:lnTo>
                    <a:pt x="25381" y="9081"/>
                  </a:lnTo>
                  <a:cubicBezTo>
                    <a:pt x="25245" y="9114"/>
                    <a:pt x="25115" y="9128"/>
                    <a:pt x="24992" y="9128"/>
                  </a:cubicBezTo>
                  <a:cubicBezTo>
                    <a:pt x="24589" y="9128"/>
                    <a:pt x="24265" y="8979"/>
                    <a:pt x="24093" y="8853"/>
                  </a:cubicBezTo>
                  <a:lnTo>
                    <a:pt x="24093" y="8853"/>
                  </a:lnTo>
                  <a:cubicBezTo>
                    <a:pt x="24285" y="8894"/>
                    <a:pt x="24538" y="8952"/>
                    <a:pt x="24841" y="8952"/>
                  </a:cubicBezTo>
                  <a:cubicBezTo>
                    <a:pt x="25001" y="8952"/>
                    <a:pt x="25174" y="8936"/>
                    <a:pt x="25360" y="8893"/>
                  </a:cubicBezTo>
                  <a:cubicBezTo>
                    <a:pt x="25632" y="8809"/>
                    <a:pt x="25862" y="8705"/>
                    <a:pt x="26072" y="8600"/>
                  </a:cubicBezTo>
                  <a:lnTo>
                    <a:pt x="26072" y="8600"/>
                  </a:lnTo>
                  <a:cubicBezTo>
                    <a:pt x="25963" y="8620"/>
                    <a:pt x="25855" y="8632"/>
                    <a:pt x="25747" y="8632"/>
                  </a:cubicBezTo>
                  <a:cubicBezTo>
                    <a:pt x="25521" y="8632"/>
                    <a:pt x="25294" y="8581"/>
                    <a:pt x="25067" y="8454"/>
                  </a:cubicBezTo>
                  <a:cubicBezTo>
                    <a:pt x="24879" y="8391"/>
                    <a:pt x="24691" y="8307"/>
                    <a:pt x="24523" y="8161"/>
                  </a:cubicBezTo>
                  <a:cubicBezTo>
                    <a:pt x="23958" y="7679"/>
                    <a:pt x="23414" y="7470"/>
                    <a:pt x="23121" y="7303"/>
                  </a:cubicBezTo>
                  <a:lnTo>
                    <a:pt x="23142" y="7303"/>
                  </a:lnTo>
                  <a:cubicBezTo>
                    <a:pt x="23456" y="7345"/>
                    <a:pt x="24021" y="7533"/>
                    <a:pt x="24544" y="7930"/>
                  </a:cubicBezTo>
                  <a:cubicBezTo>
                    <a:pt x="24523" y="7910"/>
                    <a:pt x="24502" y="7889"/>
                    <a:pt x="24481" y="7868"/>
                  </a:cubicBezTo>
                  <a:cubicBezTo>
                    <a:pt x="24377" y="7721"/>
                    <a:pt x="24272" y="7575"/>
                    <a:pt x="24167" y="7428"/>
                  </a:cubicBezTo>
                  <a:cubicBezTo>
                    <a:pt x="24063" y="7366"/>
                    <a:pt x="23958" y="7303"/>
                    <a:pt x="23833" y="7219"/>
                  </a:cubicBezTo>
                  <a:cubicBezTo>
                    <a:pt x="23393" y="7031"/>
                    <a:pt x="22933" y="6989"/>
                    <a:pt x="22682" y="6947"/>
                  </a:cubicBezTo>
                  <a:lnTo>
                    <a:pt x="22703" y="6947"/>
                  </a:lnTo>
                  <a:cubicBezTo>
                    <a:pt x="22808" y="6918"/>
                    <a:pt x="22952" y="6894"/>
                    <a:pt x="23126" y="6894"/>
                  </a:cubicBezTo>
                  <a:cubicBezTo>
                    <a:pt x="23333" y="6894"/>
                    <a:pt x="23581" y="6928"/>
                    <a:pt x="23854" y="7031"/>
                  </a:cubicBezTo>
                  <a:cubicBezTo>
                    <a:pt x="23478" y="6604"/>
                    <a:pt x="23130" y="6316"/>
                    <a:pt x="22775" y="6316"/>
                  </a:cubicBezTo>
                  <a:cubicBezTo>
                    <a:pt x="22696" y="6316"/>
                    <a:pt x="22616" y="6331"/>
                    <a:pt x="22535" y="6361"/>
                  </a:cubicBezTo>
                  <a:cubicBezTo>
                    <a:pt x="22671" y="6226"/>
                    <a:pt x="22815" y="6178"/>
                    <a:pt x="22967" y="6178"/>
                  </a:cubicBezTo>
                  <a:cubicBezTo>
                    <a:pt x="23051" y="6178"/>
                    <a:pt x="23137" y="6193"/>
                    <a:pt x="23226" y="6215"/>
                  </a:cubicBezTo>
                  <a:cubicBezTo>
                    <a:pt x="23205" y="6194"/>
                    <a:pt x="23163" y="6173"/>
                    <a:pt x="23142" y="6152"/>
                  </a:cubicBezTo>
                  <a:lnTo>
                    <a:pt x="23079" y="6131"/>
                  </a:lnTo>
                  <a:lnTo>
                    <a:pt x="23184" y="6152"/>
                  </a:lnTo>
                  <a:cubicBezTo>
                    <a:pt x="23230" y="6198"/>
                    <a:pt x="23302" y="6213"/>
                    <a:pt x="23382" y="6213"/>
                  </a:cubicBezTo>
                  <a:cubicBezTo>
                    <a:pt x="23446" y="6213"/>
                    <a:pt x="23516" y="6203"/>
                    <a:pt x="23582" y="6194"/>
                  </a:cubicBezTo>
                  <a:cubicBezTo>
                    <a:pt x="23644" y="6152"/>
                    <a:pt x="23728" y="6131"/>
                    <a:pt x="23791" y="6089"/>
                  </a:cubicBezTo>
                  <a:lnTo>
                    <a:pt x="23791" y="6089"/>
                  </a:lnTo>
                  <a:cubicBezTo>
                    <a:pt x="23759" y="6093"/>
                    <a:pt x="23726" y="6095"/>
                    <a:pt x="23693" y="6095"/>
                  </a:cubicBezTo>
                  <a:cubicBezTo>
                    <a:pt x="23533" y="6095"/>
                    <a:pt x="23372" y="6054"/>
                    <a:pt x="23268" y="5985"/>
                  </a:cubicBezTo>
                  <a:lnTo>
                    <a:pt x="23205" y="5964"/>
                  </a:lnTo>
                  <a:lnTo>
                    <a:pt x="23331" y="5985"/>
                  </a:lnTo>
                  <a:cubicBezTo>
                    <a:pt x="23387" y="6013"/>
                    <a:pt x="23450" y="6024"/>
                    <a:pt x="23516" y="6024"/>
                  </a:cubicBezTo>
                  <a:cubicBezTo>
                    <a:pt x="23694" y="6024"/>
                    <a:pt x="23895" y="5941"/>
                    <a:pt x="24063" y="5880"/>
                  </a:cubicBezTo>
                  <a:cubicBezTo>
                    <a:pt x="23854" y="5880"/>
                    <a:pt x="23644" y="5880"/>
                    <a:pt x="23498" y="5838"/>
                  </a:cubicBezTo>
                  <a:lnTo>
                    <a:pt x="23414" y="5817"/>
                  </a:lnTo>
                  <a:lnTo>
                    <a:pt x="23561" y="5817"/>
                  </a:lnTo>
                  <a:cubicBezTo>
                    <a:pt x="23593" y="5828"/>
                    <a:pt x="23631" y="5833"/>
                    <a:pt x="23674" y="5833"/>
                  </a:cubicBezTo>
                  <a:cubicBezTo>
                    <a:pt x="23881" y="5833"/>
                    <a:pt x="24196" y="5723"/>
                    <a:pt x="24439" y="5671"/>
                  </a:cubicBezTo>
                  <a:cubicBezTo>
                    <a:pt x="24439" y="5671"/>
                    <a:pt x="24439" y="5671"/>
                    <a:pt x="24439" y="5650"/>
                  </a:cubicBezTo>
                  <a:cubicBezTo>
                    <a:pt x="24402" y="5652"/>
                    <a:pt x="24363" y="5653"/>
                    <a:pt x="24323" y="5653"/>
                  </a:cubicBezTo>
                  <a:cubicBezTo>
                    <a:pt x="24047" y="5653"/>
                    <a:pt x="23725" y="5605"/>
                    <a:pt x="23462" y="5605"/>
                  </a:cubicBezTo>
                  <a:cubicBezTo>
                    <a:pt x="23458" y="5605"/>
                    <a:pt x="23453" y="5605"/>
                    <a:pt x="23449" y="5605"/>
                  </a:cubicBezTo>
                  <a:lnTo>
                    <a:pt x="23449" y="5605"/>
                  </a:lnTo>
                  <a:cubicBezTo>
                    <a:pt x="23542" y="5583"/>
                    <a:pt x="23761" y="5544"/>
                    <a:pt x="23979" y="5524"/>
                  </a:cubicBezTo>
                  <a:cubicBezTo>
                    <a:pt x="23780" y="5488"/>
                    <a:pt x="23582" y="5436"/>
                    <a:pt x="23410" y="5436"/>
                  </a:cubicBezTo>
                  <a:cubicBezTo>
                    <a:pt x="23408" y="5436"/>
                    <a:pt x="23406" y="5436"/>
                    <a:pt x="23404" y="5436"/>
                  </a:cubicBezTo>
                  <a:lnTo>
                    <a:pt x="23404" y="5436"/>
                  </a:lnTo>
                  <a:cubicBezTo>
                    <a:pt x="23467" y="5415"/>
                    <a:pt x="23566" y="5406"/>
                    <a:pt x="23677" y="5406"/>
                  </a:cubicBezTo>
                  <a:cubicBezTo>
                    <a:pt x="23760" y="5406"/>
                    <a:pt x="23851" y="5411"/>
                    <a:pt x="23937" y="5420"/>
                  </a:cubicBezTo>
                  <a:cubicBezTo>
                    <a:pt x="23665" y="5336"/>
                    <a:pt x="23393" y="5231"/>
                    <a:pt x="23163" y="5231"/>
                  </a:cubicBezTo>
                  <a:lnTo>
                    <a:pt x="23226" y="5231"/>
                  </a:lnTo>
                  <a:cubicBezTo>
                    <a:pt x="23270" y="5217"/>
                    <a:pt x="23333" y="5210"/>
                    <a:pt x="23407" y="5210"/>
                  </a:cubicBezTo>
                  <a:cubicBezTo>
                    <a:pt x="23542" y="5210"/>
                    <a:pt x="23712" y="5233"/>
                    <a:pt x="23875" y="5273"/>
                  </a:cubicBezTo>
                  <a:cubicBezTo>
                    <a:pt x="23854" y="5252"/>
                    <a:pt x="23833" y="5231"/>
                    <a:pt x="23812" y="5231"/>
                  </a:cubicBezTo>
                  <a:cubicBezTo>
                    <a:pt x="23575" y="5212"/>
                    <a:pt x="23265" y="5062"/>
                    <a:pt x="23002" y="5062"/>
                  </a:cubicBezTo>
                  <a:cubicBezTo>
                    <a:pt x="22986" y="5062"/>
                    <a:pt x="22970" y="5063"/>
                    <a:pt x="22954" y="5064"/>
                  </a:cubicBezTo>
                  <a:lnTo>
                    <a:pt x="22891" y="5043"/>
                  </a:lnTo>
                  <a:lnTo>
                    <a:pt x="22996" y="5043"/>
                  </a:lnTo>
                  <a:cubicBezTo>
                    <a:pt x="23038" y="5022"/>
                    <a:pt x="23116" y="5012"/>
                    <a:pt x="23210" y="5012"/>
                  </a:cubicBezTo>
                  <a:cubicBezTo>
                    <a:pt x="23301" y="5012"/>
                    <a:pt x="23405" y="5021"/>
                    <a:pt x="23506" y="5041"/>
                  </a:cubicBezTo>
                  <a:lnTo>
                    <a:pt x="23506" y="5041"/>
                  </a:lnTo>
                  <a:cubicBezTo>
                    <a:pt x="23490" y="5034"/>
                    <a:pt x="23477" y="5018"/>
                    <a:pt x="23477" y="5001"/>
                  </a:cubicBezTo>
                  <a:cubicBezTo>
                    <a:pt x="23238" y="4964"/>
                    <a:pt x="22984" y="4847"/>
                    <a:pt x="22741" y="4847"/>
                  </a:cubicBezTo>
                  <a:cubicBezTo>
                    <a:pt x="22707" y="4847"/>
                    <a:pt x="22673" y="4850"/>
                    <a:pt x="22640" y="4855"/>
                  </a:cubicBezTo>
                  <a:lnTo>
                    <a:pt x="22577" y="4855"/>
                  </a:lnTo>
                  <a:lnTo>
                    <a:pt x="22682" y="4834"/>
                  </a:lnTo>
                  <a:cubicBezTo>
                    <a:pt x="22719" y="4809"/>
                    <a:pt x="22784" y="4799"/>
                    <a:pt x="22866" y="4799"/>
                  </a:cubicBezTo>
                  <a:cubicBezTo>
                    <a:pt x="22923" y="4799"/>
                    <a:pt x="22989" y="4804"/>
                    <a:pt x="23059" y="4813"/>
                  </a:cubicBezTo>
                  <a:cubicBezTo>
                    <a:pt x="22912" y="4729"/>
                    <a:pt x="22745" y="4687"/>
                    <a:pt x="22577" y="4666"/>
                  </a:cubicBezTo>
                  <a:cubicBezTo>
                    <a:pt x="22329" y="4700"/>
                    <a:pt x="22048" y="4721"/>
                    <a:pt x="21749" y="4721"/>
                  </a:cubicBezTo>
                  <a:cubicBezTo>
                    <a:pt x="20737" y="4721"/>
                    <a:pt x="19516" y="4476"/>
                    <a:pt x="18644" y="3620"/>
                  </a:cubicBezTo>
                  <a:cubicBezTo>
                    <a:pt x="18331" y="3354"/>
                    <a:pt x="18022" y="3101"/>
                    <a:pt x="17715" y="2863"/>
                  </a:cubicBezTo>
                  <a:lnTo>
                    <a:pt x="17715" y="2863"/>
                  </a:lnTo>
                  <a:lnTo>
                    <a:pt x="17723" y="2867"/>
                  </a:lnTo>
                  <a:cubicBezTo>
                    <a:pt x="17702" y="2851"/>
                    <a:pt x="17680" y="2835"/>
                    <a:pt x="17658" y="2819"/>
                  </a:cubicBezTo>
                  <a:lnTo>
                    <a:pt x="17658" y="2819"/>
                  </a:lnTo>
                  <a:cubicBezTo>
                    <a:pt x="17677" y="2833"/>
                    <a:pt x="17696" y="2848"/>
                    <a:pt x="17715" y="2863"/>
                  </a:cubicBezTo>
                  <a:lnTo>
                    <a:pt x="17715" y="2863"/>
                  </a:lnTo>
                  <a:lnTo>
                    <a:pt x="17681" y="2846"/>
                  </a:lnTo>
                  <a:cubicBezTo>
                    <a:pt x="17535" y="2783"/>
                    <a:pt x="17367" y="2700"/>
                    <a:pt x="17158" y="2595"/>
                  </a:cubicBezTo>
                  <a:lnTo>
                    <a:pt x="17158" y="2595"/>
                  </a:lnTo>
                  <a:cubicBezTo>
                    <a:pt x="17388" y="2741"/>
                    <a:pt x="17597" y="2888"/>
                    <a:pt x="17807" y="3034"/>
                  </a:cubicBezTo>
                  <a:cubicBezTo>
                    <a:pt x="19522" y="4373"/>
                    <a:pt x="20778" y="5734"/>
                    <a:pt x="21740" y="6131"/>
                  </a:cubicBezTo>
                  <a:cubicBezTo>
                    <a:pt x="20694" y="5880"/>
                    <a:pt x="19376" y="4478"/>
                    <a:pt x="17681" y="3202"/>
                  </a:cubicBezTo>
                  <a:cubicBezTo>
                    <a:pt x="16551" y="2344"/>
                    <a:pt x="15421" y="1779"/>
                    <a:pt x="14501" y="1381"/>
                  </a:cubicBezTo>
                  <a:cubicBezTo>
                    <a:pt x="14061" y="1256"/>
                    <a:pt x="13476" y="1068"/>
                    <a:pt x="12806" y="816"/>
                  </a:cubicBezTo>
                  <a:lnTo>
                    <a:pt x="12764" y="816"/>
                  </a:lnTo>
                  <a:cubicBezTo>
                    <a:pt x="12848" y="837"/>
                    <a:pt x="12931" y="879"/>
                    <a:pt x="12994" y="921"/>
                  </a:cubicBezTo>
                  <a:lnTo>
                    <a:pt x="12952" y="900"/>
                  </a:lnTo>
                  <a:cubicBezTo>
                    <a:pt x="12890" y="879"/>
                    <a:pt x="12785" y="858"/>
                    <a:pt x="12701" y="837"/>
                  </a:cubicBezTo>
                  <a:cubicBezTo>
                    <a:pt x="12680" y="837"/>
                    <a:pt x="12639" y="837"/>
                    <a:pt x="12618" y="858"/>
                  </a:cubicBezTo>
                  <a:cubicBezTo>
                    <a:pt x="12639" y="837"/>
                    <a:pt x="12659" y="837"/>
                    <a:pt x="12680" y="816"/>
                  </a:cubicBezTo>
                  <a:cubicBezTo>
                    <a:pt x="12032" y="649"/>
                    <a:pt x="11027" y="356"/>
                    <a:pt x="9898" y="63"/>
                  </a:cubicBezTo>
                  <a:cubicBezTo>
                    <a:pt x="9814" y="63"/>
                    <a:pt x="9751" y="42"/>
                    <a:pt x="9688" y="42"/>
                  </a:cubicBezTo>
                  <a:lnTo>
                    <a:pt x="9772" y="42"/>
                  </a:lnTo>
                  <a:cubicBezTo>
                    <a:pt x="9751" y="42"/>
                    <a:pt x="9751" y="42"/>
                    <a:pt x="9751" y="21"/>
                  </a:cubicBezTo>
                  <a:cubicBezTo>
                    <a:pt x="9500" y="21"/>
                    <a:pt x="9291" y="0"/>
                    <a:pt x="90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7"/>
            <p:cNvSpPr/>
            <p:nvPr/>
          </p:nvSpPr>
          <p:spPr>
            <a:xfrm>
              <a:off x="-481725" y="3749625"/>
              <a:ext cx="6825" cy="3675"/>
            </a:xfrm>
            <a:custGeom>
              <a:avLst/>
              <a:gdLst/>
              <a:ahLst/>
              <a:cxnLst/>
              <a:rect l="l" t="t" r="r" b="b"/>
              <a:pathLst>
                <a:path w="273" h="147" extrusionOk="0">
                  <a:moveTo>
                    <a:pt x="1" y="0"/>
                  </a:moveTo>
                  <a:cubicBezTo>
                    <a:pt x="7" y="4"/>
                    <a:pt x="13" y="8"/>
                    <a:pt x="19" y="11"/>
                  </a:cubicBezTo>
                  <a:lnTo>
                    <a:pt x="19" y="11"/>
                  </a:lnTo>
                  <a:cubicBezTo>
                    <a:pt x="17" y="6"/>
                    <a:pt x="12" y="0"/>
                    <a:pt x="1" y="0"/>
                  </a:cubicBezTo>
                  <a:close/>
                  <a:moveTo>
                    <a:pt x="19" y="11"/>
                  </a:moveTo>
                  <a:cubicBezTo>
                    <a:pt x="22" y="16"/>
                    <a:pt x="22" y="21"/>
                    <a:pt x="22" y="21"/>
                  </a:cubicBezTo>
                  <a:cubicBezTo>
                    <a:pt x="32" y="24"/>
                    <a:pt x="41" y="26"/>
                    <a:pt x="50" y="29"/>
                  </a:cubicBezTo>
                  <a:lnTo>
                    <a:pt x="50" y="29"/>
                  </a:lnTo>
                  <a:cubicBezTo>
                    <a:pt x="40" y="24"/>
                    <a:pt x="30" y="18"/>
                    <a:pt x="19" y="11"/>
                  </a:cubicBezTo>
                  <a:close/>
                  <a:moveTo>
                    <a:pt x="50" y="29"/>
                  </a:moveTo>
                  <a:cubicBezTo>
                    <a:pt x="133" y="77"/>
                    <a:pt x="203" y="112"/>
                    <a:pt x="273" y="147"/>
                  </a:cubicBezTo>
                  <a:cubicBezTo>
                    <a:pt x="252" y="126"/>
                    <a:pt x="231" y="126"/>
                    <a:pt x="210" y="105"/>
                  </a:cubicBezTo>
                  <a:cubicBezTo>
                    <a:pt x="173" y="86"/>
                    <a:pt x="120" y="52"/>
                    <a:pt x="50" y="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7"/>
            <p:cNvSpPr/>
            <p:nvPr/>
          </p:nvSpPr>
          <p:spPr>
            <a:xfrm>
              <a:off x="-616150" y="3614650"/>
              <a:ext cx="432100" cy="251150"/>
            </a:xfrm>
            <a:custGeom>
              <a:avLst/>
              <a:gdLst/>
              <a:ahLst/>
              <a:cxnLst/>
              <a:rect l="l" t="t" r="r" b="b"/>
              <a:pathLst>
                <a:path w="17284" h="10046" extrusionOk="0">
                  <a:moveTo>
                    <a:pt x="4353" y="5818"/>
                  </a:moveTo>
                  <a:cubicBezTo>
                    <a:pt x="4370" y="5829"/>
                    <a:pt x="4387" y="5841"/>
                    <a:pt x="4405" y="5853"/>
                  </a:cubicBezTo>
                  <a:lnTo>
                    <a:pt x="4405" y="5853"/>
                  </a:lnTo>
                  <a:cubicBezTo>
                    <a:pt x="4387" y="5839"/>
                    <a:pt x="4370" y="5826"/>
                    <a:pt x="4353" y="5818"/>
                  </a:cubicBezTo>
                  <a:close/>
                  <a:moveTo>
                    <a:pt x="6801" y="6299"/>
                  </a:moveTo>
                  <a:lnTo>
                    <a:pt x="6801" y="6299"/>
                  </a:lnTo>
                  <a:cubicBezTo>
                    <a:pt x="6937" y="6360"/>
                    <a:pt x="7074" y="6420"/>
                    <a:pt x="7210" y="6473"/>
                  </a:cubicBezTo>
                  <a:lnTo>
                    <a:pt x="7210" y="6473"/>
                  </a:lnTo>
                  <a:cubicBezTo>
                    <a:pt x="7071" y="6416"/>
                    <a:pt x="6934" y="6357"/>
                    <a:pt x="6801" y="6299"/>
                  </a:cubicBezTo>
                  <a:close/>
                  <a:moveTo>
                    <a:pt x="13915" y="7052"/>
                  </a:moveTo>
                  <a:lnTo>
                    <a:pt x="13915" y="7052"/>
                  </a:lnTo>
                  <a:cubicBezTo>
                    <a:pt x="13873" y="7073"/>
                    <a:pt x="13831" y="7094"/>
                    <a:pt x="13789" y="7094"/>
                  </a:cubicBezTo>
                  <a:lnTo>
                    <a:pt x="13915" y="7052"/>
                  </a:lnTo>
                  <a:close/>
                  <a:moveTo>
                    <a:pt x="0" y="1"/>
                  </a:moveTo>
                  <a:cubicBezTo>
                    <a:pt x="440" y="859"/>
                    <a:pt x="1172" y="1863"/>
                    <a:pt x="2239" y="2784"/>
                  </a:cubicBezTo>
                  <a:cubicBezTo>
                    <a:pt x="3013" y="3432"/>
                    <a:pt x="3767" y="3997"/>
                    <a:pt x="4415" y="4500"/>
                  </a:cubicBezTo>
                  <a:cubicBezTo>
                    <a:pt x="4834" y="4751"/>
                    <a:pt x="5273" y="5002"/>
                    <a:pt x="5734" y="5232"/>
                  </a:cubicBezTo>
                  <a:cubicBezTo>
                    <a:pt x="7790" y="6329"/>
                    <a:pt x="9846" y="6765"/>
                    <a:pt x="11027" y="6765"/>
                  </a:cubicBezTo>
                  <a:cubicBezTo>
                    <a:pt x="11060" y="6765"/>
                    <a:pt x="11093" y="6765"/>
                    <a:pt x="11124" y="6764"/>
                  </a:cubicBezTo>
                  <a:lnTo>
                    <a:pt x="11124" y="6764"/>
                  </a:lnTo>
                  <a:cubicBezTo>
                    <a:pt x="10925" y="6798"/>
                    <a:pt x="10696" y="6816"/>
                    <a:pt x="10442" y="6816"/>
                  </a:cubicBezTo>
                  <a:cubicBezTo>
                    <a:pt x="9218" y="6816"/>
                    <a:pt x="7416" y="6407"/>
                    <a:pt x="5629" y="5462"/>
                  </a:cubicBezTo>
                  <a:lnTo>
                    <a:pt x="5629" y="5462"/>
                  </a:lnTo>
                  <a:cubicBezTo>
                    <a:pt x="5692" y="5525"/>
                    <a:pt x="5754" y="5567"/>
                    <a:pt x="5817" y="5629"/>
                  </a:cubicBezTo>
                  <a:cubicBezTo>
                    <a:pt x="6340" y="5880"/>
                    <a:pt x="6863" y="6111"/>
                    <a:pt x="7449" y="6299"/>
                  </a:cubicBezTo>
                  <a:cubicBezTo>
                    <a:pt x="9304" y="6922"/>
                    <a:pt x="11075" y="7282"/>
                    <a:pt x="12403" y="7282"/>
                  </a:cubicBezTo>
                  <a:cubicBezTo>
                    <a:pt x="12948" y="7282"/>
                    <a:pt x="13418" y="7222"/>
                    <a:pt x="13789" y="7094"/>
                  </a:cubicBezTo>
                  <a:lnTo>
                    <a:pt x="13789" y="7094"/>
                  </a:lnTo>
                  <a:cubicBezTo>
                    <a:pt x="13345" y="7312"/>
                    <a:pt x="12727" y="7414"/>
                    <a:pt x="11997" y="7414"/>
                  </a:cubicBezTo>
                  <a:cubicBezTo>
                    <a:pt x="10697" y="7414"/>
                    <a:pt x="9040" y="7092"/>
                    <a:pt x="7366" y="6529"/>
                  </a:cubicBezTo>
                  <a:cubicBezTo>
                    <a:pt x="7314" y="6512"/>
                    <a:pt x="7262" y="6493"/>
                    <a:pt x="7210" y="6473"/>
                  </a:cubicBezTo>
                  <a:lnTo>
                    <a:pt x="7210" y="6473"/>
                  </a:lnTo>
                  <a:cubicBezTo>
                    <a:pt x="7419" y="6559"/>
                    <a:pt x="7633" y="6642"/>
                    <a:pt x="7847" y="6717"/>
                  </a:cubicBezTo>
                  <a:cubicBezTo>
                    <a:pt x="9935" y="7475"/>
                    <a:pt x="11902" y="7745"/>
                    <a:pt x="13234" y="7745"/>
                  </a:cubicBezTo>
                  <a:cubicBezTo>
                    <a:pt x="13556" y="7745"/>
                    <a:pt x="13841" y="7729"/>
                    <a:pt x="14082" y="7701"/>
                  </a:cubicBezTo>
                  <a:lnTo>
                    <a:pt x="14082" y="7701"/>
                  </a:lnTo>
                  <a:lnTo>
                    <a:pt x="13977" y="7722"/>
                  </a:lnTo>
                  <a:cubicBezTo>
                    <a:pt x="13610" y="7808"/>
                    <a:pt x="13143" y="7854"/>
                    <a:pt x="12604" y="7854"/>
                  </a:cubicBezTo>
                  <a:cubicBezTo>
                    <a:pt x="11302" y="7854"/>
                    <a:pt x="9574" y="7584"/>
                    <a:pt x="7784" y="6948"/>
                  </a:cubicBezTo>
                  <a:cubicBezTo>
                    <a:pt x="7470" y="6843"/>
                    <a:pt x="7156" y="6717"/>
                    <a:pt x="6863" y="6592"/>
                  </a:cubicBezTo>
                  <a:lnTo>
                    <a:pt x="6863" y="6592"/>
                  </a:lnTo>
                  <a:cubicBezTo>
                    <a:pt x="7366" y="6822"/>
                    <a:pt x="7889" y="7010"/>
                    <a:pt x="8454" y="7178"/>
                  </a:cubicBezTo>
                  <a:cubicBezTo>
                    <a:pt x="10427" y="7733"/>
                    <a:pt x="12356" y="8220"/>
                    <a:pt x="13694" y="8220"/>
                  </a:cubicBezTo>
                  <a:cubicBezTo>
                    <a:pt x="14172" y="8220"/>
                    <a:pt x="14574" y="8158"/>
                    <a:pt x="14877" y="8015"/>
                  </a:cubicBezTo>
                  <a:lnTo>
                    <a:pt x="14877" y="8015"/>
                  </a:lnTo>
                  <a:lnTo>
                    <a:pt x="14793" y="8057"/>
                  </a:lnTo>
                  <a:cubicBezTo>
                    <a:pt x="14415" y="8243"/>
                    <a:pt x="13914" y="8323"/>
                    <a:pt x="13324" y="8323"/>
                  </a:cubicBezTo>
                  <a:cubicBezTo>
                    <a:pt x="11993" y="8323"/>
                    <a:pt x="10212" y="7915"/>
                    <a:pt x="8370" y="7408"/>
                  </a:cubicBezTo>
                  <a:cubicBezTo>
                    <a:pt x="6905" y="6989"/>
                    <a:pt x="5692" y="6299"/>
                    <a:pt x="4708" y="5671"/>
                  </a:cubicBezTo>
                  <a:cubicBezTo>
                    <a:pt x="4646" y="5650"/>
                    <a:pt x="4562" y="5629"/>
                    <a:pt x="4499" y="5588"/>
                  </a:cubicBezTo>
                  <a:lnTo>
                    <a:pt x="4499" y="5588"/>
                  </a:lnTo>
                  <a:cubicBezTo>
                    <a:pt x="4541" y="5629"/>
                    <a:pt x="4583" y="5671"/>
                    <a:pt x="4625" y="5713"/>
                  </a:cubicBezTo>
                  <a:lnTo>
                    <a:pt x="4604" y="5713"/>
                  </a:lnTo>
                  <a:cubicBezTo>
                    <a:pt x="4583" y="5713"/>
                    <a:pt x="4520" y="5692"/>
                    <a:pt x="4478" y="5671"/>
                  </a:cubicBezTo>
                  <a:lnTo>
                    <a:pt x="4478" y="5671"/>
                  </a:lnTo>
                  <a:cubicBezTo>
                    <a:pt x="5420" y="6257"/>
                    <a:pt x="6529" y="6843"/>
                    <a:pt x="7805" y="7303"/>
                  </a:cubicBezTo>
                  <a:cubicBezTo>
                    <a:pt x="10441" y="8412"/>
                    <a:pt x="12848" y="8935"/>
                    <a:pt x="14229" y="8935"/>
                  </a:cubicBezTo>
                  <a:cubicBezTo>
                    <a:pt x="14229" y="8914"/>
                    <a:pt x="14229" y="8914"/>
                    <a:pt x="14229" y="8914"/>
                  </a:cubicBezTo>
                  <a:lnTo>
                    <a:pt x="14354" y="8914"/>
                  </a:lnTo>
                  <a:cubicBezTo>
                    <a:pt x="14312" y="8914"/>
                    <a:pt x="14270" y="8935"/>
                    <a:pt x="14229" y="8935"/>
                  </a:cubicBezTo>
                  <a:cubicBezTo>
                    <a:pt x="14038" y="8961"/>
                    <a:pt x="13826" y="8974"/>
                    <a:pt x="13596" y="8974"/>
                  </a:cubicBezTo>
                  <a:cubicBezTo>
                    <a:pt x="12154" y="8974"/>
                    <a:pt x="9976" y="8472"/>
                    <a:pt x="7721" y="7533"/>
                  </a:cubicBezTo>
                  <a:cubicBezTo>
                    <a:pt x="6428" y="7061"/>
                    <a:pt x="5316" y="6468"/>
                    <a:pt x="4405" y="5853"/>
                  </a:cubicBezTo>
                  <a:lnTo>
                    <a:pt x="4405" y="5853"/>
                  </a:lnTo>
                  <a:cubicBezTo>
                    <a:pt x="4429" y="5873"/>
                    <a:pt x="4454" y="5898"/>
                    <a:pt x="4478" y="5922"/>
                  </a:cubicBezTo>
                  <a:cubicBezTo>
                    <a:pt x="5399" y="6550"/>
                    <a:pt x="6529" y="7324"/>
                    <a:pt x="7972" y="7805"/>
                  </a:cubicBezTo>
                  <a:cubicBezTo>
                    <a:pt x="8077" y="7847"/>
                    <a:pt x="8182" y="7889"/>
                    <a:pt x="8286" y="7931"/>
                  </a:cubicBezTo>
                  <a:cubicBezTo>
                    <a:pt x="8956" y="8161"/>
                    <a:pt x="9521" y="8349"/>
                    <a:pt x="9835" y="8496"/>
                  </a:cubicBezTo>
                  <a:lnTo>
                    <a:pt x="9793" y="8496"/>
                  </a:lnTo>
                  <a:cubicBezTo>
                    <a:pt x="9772" y="8496"/>
                    <a:pt x="9751" y="8475"/>
                    <a:pt x="9730" y="8475"/>
                  </a:cubicBezTo>
                  <a:cubicBezTo>
                    <a:pt x="11059" y="8985"/>
                    <a:pt x="12214" y="9336"/>
                    <a:pt x="13070" y="9336"/>
                  </a:cubicBezTo>
                  <a:cubicBezTo>
                    <a:pt x="13198" y="9336"/>
                    <a:pt x="13319" y="9328"/>
                    <a:pt x="13433" y="9312"/>
                  </a:cubicBezTo>
                  <a:lnTo>
                    <a:pt x="13433" y="9312"/>
                  </a:lnTo>
                  <a:cubicBezTo>
                    <a:pt x="13241" y="9376"/>
                    <a:pt x="13018" y="9401"/>
                    <a:pt x="12767" y="9401"/>
                  </a:cubicBezTo>
                  <a:cubicBezTo>
                    <a:pt x="12609" y="9401"/>
                    <a:pt x="12440" y="9391"/>
                    <a:pt x="12262" y="9375"/>
                  </a:cubicBezTo>
                  <a:lnTo>
                    <a:pt x="12262" y="9375"/>
                  </a:lnTo>
                  <a:cubicBezTo>
                    <a:pt x="12044" y="9869"/>
                    <a:pt x="12706" y="10046"/>
                    <a:pt x="13610" y="10046"/>
                  </a:cubicBezTo>
                  <a:cubicBezTo>
                    <a:pt x="13662" y="10046"/>
                    <a:pt x="13715" y="10045"/>
                    <a:pt x="13768" y="10044"/>
                  </a:cubicBezTo>
                  <a:cubicBezTo>
                    <a:pt x="13538" y="9919"/>
                    <a:pt x="13371" y="9772"/>
                    <a:pt x="13287" y="9668"/>
                  </a:cubicBezTo>
                  <a:lnTo>
                    <a:pt x="13287" y="9668"/>
                  </a:lnTo>
                  <a:cubicBezTo>
                    <a:pt x="13496" y="9709"/>
                    <a:pt x="13789" y="9835"/>
                    <a:pt x="14145" y="9940"/>
                  </a:cubicBezTo>
                  <a:cubicBezTo>
                    <a:pt x="14235" y="9954"/>
                    <a:pt x="14324" y="9958"/>
                    <a:pt x="14408" y="9958"/>
                  </a:cubicBezTo>
                  <a:cubicBezTo>
                    <a:pt x="14577" y="9958"/>
                    <a:pt x="14731" y="9940"/>
                    <a:pt x="14856" y="9940"/>
                  </a:cubicBezTo>
                  <a:cubicBezTo>
                    <a:pt x="14961" y="9919"/>
                    <a:pt x="15086" y="9898"/>
                    <a:pt x="15191" y="9856"/>
                  </a:cubicBezTo>
                  <a:cubicBezTo>
                    <a:pt x="14877" y="9814"/>
                    <a:pt x="14626" y="9730"/>
                    <a:pt x="14459" y="9668"/>
                  </a:cubicBezTo>
                  <a:lnTo>
                    <a:pt x="14501" y="9668"/>
                  </a:lnTo>
                  <a:cubicBezTo>
                    <a:pt x="14856" y="9542"/>
                    <a:pt x="15526" y="9563"/>
                    <a:pt x="16091" y="9312"/>
                  </a:cubicBezTo>
                  <a:cubicBezTo>
                    <a:pt x="16007" y="9312"/>
                    <a:pt x="15944" y="9291"/>
                    <a:pt x="15923" y="9291"/>
                  </a:cubicBezTo>
                  <a:lnTo>
                    <a:pt x="15923" y="9270"/>
                  </a:lnTo>
                  <a:cubicBezTo>
                    <a:pt x="15965" y="9249"/>
                    <a:pt x="16028" y="9207"/>
                    <a:pt x="16070" y="9186"/>
                  </a:cubicBezTo>
                  <a:cubicBezTo>
                    <a:pt x="16070" y="9186"/>
                    <a:pt x="16091" y="9165"/>
                    <a:pt x="16091" y="9165"/>
                  </a:cubicBezTo>
                  <a:cubicBezTo>
                    <a:pt x="16070" y="9165"/>
                    <a:pt x="16028" y="9186"/>
                    <a:pt x="16007" y="9186"/>
                  </a:cubicBezTo>
                  <a:cubicBezTo>
                    <a:pt x="15975" y="9189"/>
                    <a:pt x="15943" y="9191"/>
                    <a:pt x="15913" y="9191"/>
                  </a:cubicBezTo>
                  <a:cubicBezTo>
                    <a:pt x="15507" y="9191"/>
                    <a:pt x="15248" y="8946"/>
                    <a:pt x="15170" y="8810"/>
                  </a:cubicBezTo>
                  <a:lnTo>
                    <a:pt x="15191" y="8810"/>
                  </a:lnTo>
                  <a:cubicBezTo>
                    <a:pt x="15363" y="8867"/>
                    <a:pt x="15586" y="8959"/>
                    <a:pt x="15878" y="8959"/>
                  </a:cubicBezTo>
                  <a:cubicBezTo>
                    <a:pt x="15907" y="8959"/>
                    <a:pt x="15936" y="8958"/>
                    <a:pt x="15965" y="8956"/>
                  </a:cubicBezTo>
                  <a:cubicBezTo>
                    <a:pt x="16028" y="8935"/>
                    <a:pt x="16091" y="8935"/>
                    <a:pt x="16153" y="8914"/>
                  </a:cubicBezTo>
                  <a:cubicBezTo>
                    <a:pt x="16049" y="8873"/>
                    <a:pt x="15965" y="8810"/>
                    <a:pt x="15923" y="8768"/>
                  </a:cubicBezTo>
                  <a:lnTo>
                    <a:pt x="15944" y="8768"/>
                  </a:lnTo>
                  <a:cubicBezTo>
                    <a:pt x="16112" y="8747"/>
                    <a:pt x="16321" y="8789"/>
                    <a:pt x="16530" y="8684"/>
                  </a:cubicBezTo>
                  <a:cubicBezTo>
                    <a:pt x="16677" y="8601"/>
                    <a:pt x="16760" y="8517"/>
                    <a:pt x="16865" y="8433"/>
                  </a:cubicBezTo>
                  <a:cubicBezTo>
                    <a:pt x="16886" y="8308"/>
                    <a:pt x="16886" y="8224"/>
                    <a:pt x="16823" y="8161"/>
                  </a:cubicBezTo>
                  <a:cubicBezTo>
                    <a:pt x="16527" y="8326"/>
                    <a:pt x="16219" y="8415"/>
                    <a:pt x="15961" y="8415"/>
                  </a:cubicBezTo>
                  <a:cubicBezTo>
                    <a:pt x="15726" y="8415"/>
                    <a:pt x="15531" y="8341"/>
                    <a:pt x="15421" y="8182"/>
                  </a:cubicBezTo>
                  <a:lnTo>
                    <a:pt x="15463" y="8182"/>
                  </a:lnTo>
                  <a:cubicBezTo>
                    <a:pt x="15546" y="8207"/>
                    <a:pt x="15631" y="8219"/>
                    <a:pt x="15718" y="8219"/>
                  </a:cubicBezTo>
                  <a:cubicBezTo>
                    <a:pt x="15851" y="8219"/>
                    <a:pt x="15985" y="8191"/>
                    <a:pt x="16112" y="8140"/>
                  </a:cubicBezTo>
                  <a:cubicBezTo>
                    <a:pt x="16467" y="8036"/>
                    <a:pt x="16509" y="7680"/>
                    <a:pt x="16593" y="7178"/>
                  </a:cubicBezTo>
                  <a:lnTo>
                    <a:pt x="16572" y="7178"/>
                  </a:lnTo>
                  <a:cubicBezTo>
                    <a:pt x="16310" y="7489"/>
                    <a:pt x="15970" y="7570"/>
                    <a:pt x="15745" y="7570"/>
                  </a:cubicBezTo>
                  <a:cubicBezTo>
                    <a:pt x="15683" y="7570"/>
                    <a:pt x="15629" y="7563"/>
                    <a:pt x="15589" y="7554"/>
                  </a:cubicBezTo>
                  <a:cubicBezTo>
                    <a:pt x="15798" y="7450"/>
                    <a:pt x="16133" y="7345"/>
                    <a:pt x="16384" y="7031"/>
                  </a:cubicBezTo>
                  <a:cubicBezTo>
                    <a:pt x="16488" y="6885"/>
                    <a:pt x="16593" y="6738"/>
                    <a:pt x="16677" y="6592"/>
                  </a:cubicBezTo>
                  <a:cubicBezTo>
                    <a:pt x="16718" y="6445"/>
                    <a:pt x="16760" y="6278"/>
                    <a:pt x="16802" y="6111"/>
                  </a:cubicBezTo>
                  <a:cubicBezTo>
                    <a:pt x="16802" y="6111"/>
                    <a:pt x="16823" y="6090"/>
                    <a:pt x="16823" y="6090"/>
                  </a:cubicBezTo>
                  <a:lnTo>
                    <a:pt x="16802" y="6090"/>
                  </a:lnTo>
                  <a:cubicBezTo>
                    <a:pt x="16525" y="6453"/>
                    <a:pt x="16090" y="6760"/>
                    <a:pt x="15795" y="6760"/>
                  </a:cubicBezTo>
                  <a:cubicBezTo>
                    <a:pt x="15733" y="6760"/>
                    <a:pt x="15677" y="6746"/>
                    <a:pt x="15630" y="6717"/>
                  </a:cubicBezTo>
                  <a:lnTo>
                    <a:pt x="15651" y="6717"/>
                  </a:lnTo>
                  <a:cubicBezTo>
                    <a:pt x="15965" y="6696"/>
                    <a:pt x="16237" y="6383"/>
                    <a:pt x="16656" y="5922"/>
                  </a:cubicBezTo>
                  <a:cubicBezTo>
                    <a:pt x="16677" y="5901"/>
                    <a:pt x="16698" y="5880"/>
                    <a:pt x="16739" y="5860"/>
                  </a:cubicBezTo>
                  <a:cubicBezTo>
                    <a:pt x="16802" y="5797"/>
                    <a:pt x="16865" y="5734"/>
                    <a:pt x="16949" y="5671"/>
                  </a:cubicBezTo>
                  <a:cubicBezTo>
                    <a:pt x="16928" y="5671"/>
                    <a:pt x="16886" y="5692"/>
                    <a:pt x="16865" y="5713"/>
                  </a:cubicBezTo>
                  <a:cubicBezTo>
                    <a:pt x="16467" y="5985"/>
                    <a:pt x="16112" y="6194"/>
                    <a:pt x="15902" y="6257"/>
                  </a:cubicBezTo>
                  <a:lnTo>
                    <a:pt x="15902" y="6236"/>
                  </a:lnTo>
                  <a:cubicBezTo>
                    <a:pt x="16028" y="6090"/>
                    <a:pt x="16279" y="5839"/>
                    <a:pt x="16593" y="5608"/>
                  </a:cubicBezTo>
                  <a:cubicBezTo>
                    <a:pt x="16614" y="5588"/>
                    <a:pt x="16614" y="5588"/>
                    <a:pt x="16614" y="5567"/>
                  </a:cubicBezTo>
                  <a:lnTo>
                    <a:pt x="16614" y="5567"/>
                  </a:lnTo>
                  <a:cubicBezTo>
                    <a:pt x="16572" y="5608"/>
                    <a:pt x="16530" y="5629"/>
                    <a:pt x="16488" y="5650"/>
                  </a:cubicBezTo>
                  <a:cubicBezTo>
                    <a:pt x="16195" y="5818"/>
                    <a:pt x="15923" y="5922"/>
                    <a:pt x="15756" y="5943"/>
                  </a:cubicBezTo>
                  <a:lnTo>
                    <a:pt x="15777" y="5922"/>
                  </a:lnTo>
                  <a:cubicBezTo>
                    <a:pt x="15840" y="5839"/>
                    <a:pt x="15944" y="5734"/>
                    <a:pt x="16091" y="5629"/>
                  </a:cubicBezTo>
                  <a:lnTo>
                    <a:pt x="16091" y="5629"/>
                  </a:lnTo>
                  <a:cubicBezTo>
                    <a:pt x="16028" y="5650"/>
                    <a:pt x="15944" y="5650"/>
                    <a:pt x="15881" y="5671"/>
                  </a:cubicBezTo>
                  <a:lnTo>
                    <a:pt x="15902" y="5650"/>
                  </a:lnTo>
                  <a:cubicBezTo>
                    <a:pt x="16028" y="5546"/>
                    <a:pt x="16279" y="5378"/>
                    <a:pt x="16593" y="5274"/>
                  </a:cubicBezTo>
                  <a:lnTo>
                    <a:pt x="16593" y="5274"/>
                  </a:lnTo>
                  <a:cubicBezTo>
                    <a:pt x="15756" y="5483"/>
                    <a:pt x="15128" y="6027"/>
                    <a:pt x="14710" y="6257"/>
                  </a:cubicBezTo>
                  <a:cubicBezTo>
                    <a:pt x="15024" y="5839"/>
                    <a:pt x="15861" y="4709"/>
                    <a:pt x="17283" y="4709"/>
                  </a:cubicBezTo>
                  <a:cubicBezTo>
                    <a:pt x="17141" y="4677"/>
                    <a:pt x="16990" y="4662"/>
                    <a:pt x="16833" y="4662"/>
                  </a:cubicBezTo>
                  <a:cubicBezTo>
                    <a:pt x="15857" y="4662"/>
                    <a:pt x="14611" y="5224"/>
                    <a:pt x="13350" y="5692"/>
                  </a:cubicBezTo>
                  <a:cubicBezTo>
                    <a:pt x="12645" y="5853"/>
                    <a:pt x="11883" y="5936"/>
                    <a:pt x="11088" y="5936"/>
                  </a:cubicBezTo>
                  <a:cubicBezTo>
                    <a:pt x="9500" y="5936"/>
                    <a:pt x="7784" y="5601"/>
                    <a:pt x="6152" y="4876"/>
                  </a:cubicBezTo>
                  <a:cubicBezTo>
                    <a:pt x="5524" y="4646"/>
                    <a:pt x="4938" y="4353"/>
                    <a:pt x="4415" y="4039"/>
                  </a:cubicBezTo>
                  <a:cubicBezTo>
                    <a:pt x="2993" y="3328"/>
                    <a:pt x="1528" y="2219"/>
                    <a:pt x="461" y="524"/>
                  </a:cubicBezTo>
                  <a:cubicBezTo>
                    <a:pt x="314" y="378"/>
                    <a:pt x="147" y="21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7"/>
            <p:cNvSpPr/>
            <p:nvPr/>
          </p:nvSpPr>
          <p:spPr>
            <a:xfrm>
              <a:off x="-488000" y="37574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7"/>
            <p:cNvSpPr/>
            <p:nvPr/>
          </p:nvSpPr>
          <p:spPr>
            <a:xfrm>
              <a:off x="-401150" y="4125725"/>
              <a:ext cx="114050" cy="181525"/>
            </a:xfrm>
            <a:custGeom>
              <a:avLst/>
              <a:gdLst/>
              <a:ahLst/>
              <a:cxnLst/>
              <a:rect l="l" t="t" r="r" b="b"/>
              <a:pathLst>
                <a:path w="4562" h="7261" extrusionOk="0">
                  <a:moveTo>
                    <a:pt x="4352" y="0"/>
                  </a:moveTo>
                  <a:cubicBezTo>
                    <a:pt x="4352" y="21"/>
                    <a:pt x="4352" y="63"/>
                    <a:pt x="4352" y="105"/>
                  </a:cubicBezTo>
                  <a:cubicBezTo>
                    <a:pt x="4331" y="523"/>
                    <a:pt x="4268" y="921"/>
                    <a:pt x="4164" y="1277"/>
                  </a:cubicBezTo>
                  <a:cubicBezTo>
                    <a:pt x="4289" y="2176"/>
                    <a:pt x="4248" y="3662"/>
                    <a:pt x="3327" y="5001"/>
                  </a:cubicBezTo>
                  <a:cubicBezTo>
                    <a:pt x="2435" y="6272"/>
                    <a:pt x="1166" y="7164"/>
                    <a:pt x="266" y="7164"/>
                  </a:cubicBezTo>
                  <a:cubicBezTo>
                    <a:pt x="173" y="7164"/>
                    <a:pt x="84" y="7155"/>
                    <a:pt x="0" y="7135"/>
                  </a:cubicBezTo>
                  <a:lnTo>
                    <a:pt x="0" y="7135"/>
                  </a:lnTo>
                  <a:cubicBezTo>
                    <a:pt x="105" y="7177"/>
                    <a:pt x="209" y="7219"/>
                    <a:pt x="335" y="7261"/>
                  </a:cubicBezTo>
                  <a:cubicBezTo>
                    <a:pt x="1507" y="7114"/>
                    <a:pt x="3285" y="6047"/>
                    <a:pt x="4059" y="4039"/>
                  </a:cubicBezTo>
                  <a:cubicBezTo>
                    <a:pt x="4561" y="2553"/>
                    <a:pt x="4520" y="1109"/>
                    <a:pt x="43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7"/>
            <p:cNvSpPr/>
            <p:nvPr/>
          </p:nvSpPr>
          <p:spPr>
            <a:xfrm>
              <a:off x="-406925" y="4163375"/>
              <a:ext cx="108325" cy="140075"/>
            </a:xfrm>
            <a:custGeom>
              <a:avLst/>
              <a:gdLst/>
              <a:ahLst/>
              <a:cxnLst/>
              <a:rect l="l" t="t" r="r" b="b"/>
              <a:pathLst>
                <a:path w="4333" h="5603" extrusionOk="0">
                  <a:moveTo>
                    <a:pt x="4332" y="1"/>
                  </a:moveTo>
                  <a:cubicBezTo>
                    <a:pt x="4269" y="189"/>
                    <a:pt x="4186" y="398"/>
                    <a:pt x="4102" y="566"/>
                  </a:cubicBezTo>
                  <a:cubicBezTo>
                    <a:pt x="4081" y="587"/>
                    <a:pt x="4081" y="608"/>
                    <a:pt x="4060" y="629"/>
                  </a:cubicBezTo>
                  <a:cubicBezTo>
                    <a:pt x="4081" y="1403"/>
                    <a:pt x="3809" y="2595"/>
                    <a:pt x="2993" y="3662"/>
                  </a:cubicBezTo>
                  <a:cubicBezTo>
                    <a:pt x="2051" y="4918"/>
                    <a:pt x="712" y="5441"/>
                    <a:pt x="1" y="5504"/>
                  </a:cubicBezTo>
                  <a:cubicBezTo>
                    <a:pt x="43" y="5525"/>
                    <a:pt x="85" y="5566"/>
                    <a:pt x="147" y="5587"/>
                  </a:cubicBezTo>
                  <a:cubicBezTo>
                    <a:pt x="208" y="5597"/>
                    <a:pt x="270" y="5602"/>
                    <a:pt x="335" y="5602"/>
                  </a:cubicBezTo>
                  <a:cubicBezTo>
                    <a:pt x="1223" y="5602"/>
                    <a:pt x="2433" y="4676"/>
                    <a:pt x="3370" y="3349"/>
                  </a:cubicBezTo>
                  <a:cubicBezTo>
                    <a:pt x="4165" y="2177"/>
                    <a:pt x="4311" y="901"/>
                    <a:pt x="43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7"/>
            <p:cNvSpPr/>
            <p:nvPr/>
          </p:nvSpPr>
          <p:spPr>
            <a:xfrm>
              <a:off x="-626100" y="3380175"/>
              <a:ext cx="140225" cy="132500"/>
            </a:xfrm>
            <a:custGeom>
              <a:avLst/>
              <a:gdLst/>
              <a:ahLst/>
              <a:cxnLst/>
              <a:rect l="l" t="t" r="r" b="b"/>
              <a:pathLst>
                <a:path w="5609" h="5300" extrusionOk="0">
                  <a:moveTo>
                    <a:pt x="5595" y="417"/>
                  </a:moveTo>
                  <a:cubicBezTo>
                    <a:pt x="5599" y="420"/>
                    <a:pt x="5604" y="422"/>
                    <a:pt x="5608" y="425"/>
                  </a:cubicBezTo>
                  <a:cubicBezTo>
                    <a:pt x="5604" y="422"/>
                    <a:pt x="5599" y="419"/>
                    <a:pt x="5595" y="417"/>
                  </a:cubicBezTo>
                  <a:close/>
                  <a:moveTo>
                    <a:pt x="4415" y="1"/>
                  </a:moveTo>
                  <a:cubicBezTo>
                    <a:pt x="4360" y="1"/>
                    <a:pt x="4304" y="2"/>
                    <a:pt x="4248" y="6"/>
                  </a:cubicBezTo>
                  <a:cubicBezTo>
                    <a:pt x="2010" y="174"/>
                    <a:pt x="482" y="2350"/>
                    <a:pt x="1" y="4902"/>
                  </a:cubicBezTo>
                  <a:cubicBezTo>
                    <a:pt x="1" y="5028"/>
                    <a:pt x="22" y="5153"/>
                    <a:pt x="22" y="5300"/>
                  </a:cubicBezTo>
                  <a:cubicBezTo>
                    <a:pt x="43" y="5216"/>
                    <a:pt x="64" y="5132"/>
                    <a:pt x="85" y="5070"/>
                  </a:cubicBezTo>
                  <a:cubicBezTo>
                    <a:pt x="587" y="2789"/>
                    <a:pt x="1989" y="676"/>
                    <a:pt x="3872" y="132"/>
                  </a:cubicBezTo>
                  <a:cubicBezTo>
                    <a:pt x="4042" y="101"/>
                    <a:pt x="4207" y="86"/>
                    <a:pt x="4364" y="86"/>
                  </a:cubicBezTo>
                  <a:cubicBezTo>
                    <a:pt x="4838" y="86"/>
                    <a:pt x="5251" y="216"/>
                    <a:pt x="5595" y="417"/>
                  </a:cubicBezTo>
                  <a:lnTo>
                    <a:pt x="5595" y="417"/>
                  </a:lnTo>
                  <a:cubicBezTo>
                    <a:pt x="5562" y="394"/>
                    <a:pt x="5543" y="357"/>
                    <a:pt x="5525" y="320"/>
                  </a:cubicBezTo>
                  <a:cubicBezTo>
                    <a:pt x="5441" y="278"/>
                    <a:pt x="5399" y="215"/>
                    <a:pt x="5336" y="153"/>
                  </a:cubicBezTo>
                  <a:cubicBezTo>
                    <a:pt x="5295" y="132"/>
                    <a:pt x="5232" y="111"/>
                    <a:pt x="5190" y="90"/>
                  </a:cubicBezTo>
                  <a:cubicBezTo>
                    <a:pt x="4932" y="38"/>
                    <a:pt x="4673" y="1"/>
                    <a:pt x="44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7"/>
            <p:cNvSpPr/>
            <p:nvPr/>
          </p:nvSpPr>
          <p:spPr>
            <a:xfrm>
              <a:off x="-984400" y="3545625"/>
              <a:ext cx="24075" cy="8150"/>
            </a:xfrm>
            <a:custGeom>
              <a:avLst/>
              <a:gdLst/>
              <a:ahLst/>
              <a:cxnLst/>
              <a:rect l="l" t="t" r="r" b="b"/>
              <a:pathLst>
                <a:path w="963" h="326" extrusionOk="0">
                  <a:moveTo>
                    <a:pt x="963" y="0"/>
                  </a:moveTo>
                  <a:cubicBezTo>
                    <a:pt x="942" y="21"/>
                    <a:pt x="921" y="21"/>
                    <a:pt x="900" y="42"/>
                  </a:cubicBezTo>
                  <a:cubicBezTo>
                    <a:pt x="813" y="158"/>
                    <a:pt x="666" y="244"/>
                    <a:pt x="465" y="244"/>
                  </a:cubicBezTo>
                  <a:cubicBezTo>
                    <a:pt x="376" y="244"/>
                    <a:pt x="277" y="227"/>
                    <a:pt x="168" y="188"/>
                  </a:cubicBezTo>
                  <a:cubicBezTo>
                    <a:pt x="126" y="188"/>
                    <a:pt x="105" y="167"/>
                    <a:pt x="63" y="146"/>
                  </a:cubicBezTo>
                  <a:cubicBezTo>
                    <a:pt x="42" y="167"/>
                    <a:pt x="42" y="167"/>
                    <a:pt x="0" y="167"/>
                  </a:cubicBezTo>
                  <a:cubicBezTo>
                    <a:pt x="42" y="188"/>
                    <a:pt x="84" y="209"/>
                    <a:pt x="126" y="230"/>
                  </a:cubicBezTo>
                  <a:cubicBezTo>
                    <a:pt x="292" y="301"/>
                    <a:pt x="430" y="325"/>
                    <a:pt x="554" y="325"/>
                  </a:cubicBezTo>
                  <a:cubicBezTo>
                    <a:pt x="649" y="325"/>
                    <a:pt x="734" y="311"/>
                    <a:pt x="816" y="293"/>
                  </a:cubicBezTo>
                  <a:cubicBezTo>
                    <a:pt x="837" y="272"/>
                    <a:pt x="858" y="251"/>
                    <a:pt x="879" y="209"/>
                  </a:cubicBezTo>
                  <a:lnTo>
                    <a:pt x="879" y="209"/>
                  </a:lnTo>
                  <a:cubicBezTo>
                    <a:pt x="879" y="251"/>
                    <a:pt x="858" y="272"/>
                    <a:pt x="858" y="293"/>
                  </a:cubicBezTo>
                  <a:cubicBezTo>
                    <a:pt x="879" y="293"/>
                    <a:pt x="879" y="272"/>
                    <a:pt x="900" y="272"/>
                  </a:cubicBezTo>
                  <a:cubicBezTo>
                    <a:pt x="921" y="188"/>
                    <a:pt x="942" y="105"/>
                    <a:pt x="9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7"/>
            <p:cNvSpPr/>
            <p:nvPr/>
          </p:nvSpPr>
          <p:spPr>
            <a:xfrm>
              <a:off x="-978125" y="3523125"/>
              <a:ext cx="17275" cy="9950"/>
            </a:xfrm>
            <a:custGeom>
              <a:avLst/>
              <a:gdLst/>
              <a:ahLst/>
              <a:cxnLst/>
              <a:rect l="l" t="t" r="r" b="b"/>
              <a:pathLst>
                <a:path w="691" h="398" extrusionOk="0">
                  <a:moveTo>
                    <a:pt x="607" y="0"/>
                  </a:moveTo>
                  <a:cubicBezTo>
                    <a:pt x="586" y="42"/>
                    <a:pt x="565" y="84"/>
                    <a:pt x="523" y="105"/>
                  </a:cubicBezTo>
                  <a:cubicBezTo>
                    <a:pt x="440" y="251"/>
                    <a:pt x="293" y="314"/>
                    <a:pt x="230" y="314"/>
                  </a:cubicBezTo>
                  <a:cubicBezTo>
                    <a:pt x="168" y="356"/>
                    <a:pt x="84" y="377"/>
                    <a:pt x="0" y="398"/>
                  </a:cubicBezTo>
                  <a:cubicBezTo>
                    <a:pt x="293" y="398"/>
                    <a:pt x="523" y="335"/>
                    <a:pt x="691" y="251"/>
                  </a:cubicBezTo>
                  <a:cubicBezTo>
                    <a:pt x="670" y="168"/>
                    <a:pt x="649" y="84"/>
                    <a:pt x="6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7"/>
            <p:cNvSpPr/>
            <p:nvPr/>
          </p:nvSpPr>
          <p:spPr>
            <a:xfrm>
              <a:off x="-623475" y="3385450"/>
              <a:ext cx="158525" cy="210400"/>
            </a:xfrm>
            <a:custGeom>
              <a:avLst/>
              <a:gdLst/>
              <a:ahLst/>
              <a:cxnLst/>
              <a:rect l="l" t="t" r="r" b="b"/>
              <a:pathLst>
                <a:path w="6341" h="8416" extrusionOk="0">
                  <a:moveTo>
                    <a:pt x="4263" y="1"/>
                  </a:moveTo>
                  <a:cubicBezTo>
                    <a:pt x="4110" y="1"/>
                    <a:pt x="3951" y="15"/>
                    <a:pt x="3788" y="46"/>
                  </a:cubicBezTo>
                  <a:cubicBezTo>
                    <a:pt x="2051" y="611"/>
                    <a:pt x="670" y="2683"/>
                    <a:pt x="168" y="4901"/>
                  </a:cubicBezTo>
                  <a:cubicBezTo>
                    <a:pt x="105" y="5173"/>
                    <a:pt x="42" y="5465"/>
                    <a:pt x="1" y="5737"/>
                  </a:cubicBezTo>
                  <a:cubicBezTo>
                    <a:pt x="105" y="6281"/>
                    <a:pt x="252" y="6846"/>
                    <a:pt x="419" y="7390"/>
                  </a:cubicBezTo>
                  <a:cubicBezTo>
                    <a:pt x="541" y="7716"/>
                    <a:pt x="663" y="8041"/>
                    <a:pt x="823" y="8366"/>
                  </a:cubicBezTo>
                  <a:lnTo>
                    <a:pt x="823" y="8366"/>
                  </a:lnTo>
                  <a:cubicBezTo>
                    <a:pt x="727" y="8023"/>
                    <a:pt x="667" y="7644"/>
                    <a:pt x="607" y="7265"/>
                  </a:cubicBezTo>
                  <a:cubicBezTo>
                    <a:pt x="398" y="5717"/>
                    <a:pt x="1005" y="4482"/>
                    <a:pt x="1361" y="3812"/>
                  </a:cubicBezTo>
                  <a:cubicBezTo>
                    <a:pt x="1381" y="3624"/>
                    <a:pt x="1402" y="3436"/>
                    <a:pt x="1444" y="3248"/>
                  </a:cubicBezTo>
                  <a:cubicBezTo>
                    <a:pt x="1637" y="1598"/>
                    <a:pt x="3082" y="316"/>
                    <a:pt x="4456" y="316"/>
                  </a:cubicBezTo>
                  <a:cubicBezTo>
                    <a:pt x="4720" y="316"/>
                    <a:pt x="4982" y="364"/>
                    <a:pt x="5231" y="465"/>
                  </a:cubicBezTo>
                  <a:cubicBezTo>
                    <a:pt x="5775" y="611"/>
                    <a:pt x="6152" y="988"/>
                    <a:pt x="6340" y="1406"/>
                  </a:cubicBezTo>
                  <a:cubicBezTo>
                    <a:pt x="6319" y="1281"/>
                    <a:pt x="6278" y="1176"/>
                    <a:pt x="6236" y="1072"/>
                  </a:cubicBezTo>
                  <a:cubicBezTo>
                    <a:pt x="5843" y="483"/>
                    <a:pt x="5147" y="1"/>
                    <a:pt x="4263" y="1"/>
                  </a:cubicBezTo>
                  <a:close/>
                  <a:moveTo>
                    <a:pt x="823" y="8366"/>
                  </a:moveTo>
                  <a:cubicBezTo>
                    <a:pt x="828" y="8383"/>
                    <a:pt x="833" y="8399"/>
                    <a:pt x="837" y="8416"/>
                  </a:cubicBezTo>
                  <a:cubicBezTo>
                    <a:pt x="837" y="8416"/>
                    <a:pt x="837" y="8395"/>
                    <a:pt x="837" y="8395"/>
                  </a:cubicBezTo>
                  <a:cubicBezTo>
                    <a:pt x="833" y="8385"/>
                    <a:pt x="828" y="8376"/>
                    <a:pt x="823" y="83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7"/>
            <p:cNvSpPr/>
            <p:nvPr/>
          </p:nvSpPr>
          <p:spPr>
            <a:xfrm>
              <a:off x="-670025" y="3336300"/>
              <a:ext cx="227575" cy="251175"/>
            </a:xfrm>
            <a:custGeom>
              <a:avLst/>
              <a:gdLst/>
              <a:ahLst/>
              <a:cxnLst/>
              <a:rect l="l" t="t" r="r" b="b"/>
              <a:pathLst>
                <a:path w="9103" h="10047" extrusionOk="0">
                  <a:moveTo>
                    <a:pt x="5366" y="0"/>
                  </a:moveTo>
                  <a:cubicBezTo>
                    <a:pt x="4194" y="0"/>
                    <a:pt x="3082" y="499"/>
                    <a:pt x="2239" y="1154"/>
                  </a:cubicBezTo>
                  <a:cubicBezTo>
                    <a:pt x="1632" y="1761"/>
                    <a:pt x="1109" y="2535"/>
                    <a:pt x="754" y="3435"/>
                  </a:cubicBezTo>
                  <a:cubicBezTo>
                    <a:pt x="754" y="3477"/>
                    <a:pt x="754" y="3498"/>
                    <a:pt x="754" y="3519"/>
                  </a:cubicBezTo>
                  <a:cubicBezTo>
                    <a:pt x="754" y="3519"/>
                    <a:pt x="754" y="3498"/>
                    <a:pt x="733" y="3477"/>
                  </a:cubicBezTo>
                  <a:cubicBezTo>
                    <a:pt x="168" y="4962"/>
                    <a:pt x="0" y="6783"/>
                    <a:pt x="544" y="8687"/>
                  </a:cubicBezTo>
                  <a:cubicBezTo>
                    <a:pt x="670" y="9126"/>
                    <a:pt x="900" y="9628"/>
                    <a:pt x="1151" y="10047"/>
                  </a:cubicBezTo>
                  <a:cubicBezTo>
                    <a:pt x="1109" y="9880"/>
                    <a:pt x="1067" y="9691"/>
                    <a:pt x="1026" y="9503"/>
                  </a:cubicBezTo>
                  <a:cubicBezTo>
                    <a:pt x="1005" y="9294"/>
                    <a:pt x="963" y="9084"/>
                    <a:pt x="942" y="8896"/>
                  </a:cubicBezTo>
                  <a:cubicBezTo>
                    <a:pt x="670" y="8059"/>
                    <a:pt x="586" y="7264"/>
                    <a:pt x="628" y="6595"/>
                  </a:cubicBezTo>
                  <a:cubicBezTo>
                    <a:pt x="607" y="6323"/>
                    <a:pt x="607" y="6051"/>
                    <a:pt x="628" y="5758"/>
                  </a:cubicBezTo>
                  <a:cubicBezTo>
                    <a:pt x="670" y="5318"/>
                    <a:pt x="795" y="4921"/>
                    <a:pt x="963" y="4565"/>
                  </a:cubicBezTo>
                  <a:cubicBezTo>
                    <a:pt x="1005" y="4272"/>
                    <a:pt x="1109" y="3979"/>
                    <a:pt x="1277" y="3707"/>
                  </a:cubicBezTo>
                  <a:cubicBezTo>
                    <a:pt x="1698" y="2845"/>
                    <a:pt x="2523" y="2334"/>
                    <a:pt x="3028" y="2334"/>
                  </a:cubicBezTo>
                  <a:cubicBezTo>
                    <a:pt x="3075" y="2334"/>
                    <a:pt x="3119" y="2338"/>
                    <a:pt x="3160" y="2347"/>
                  </a:cubicBezTo>
                  <a:cubicBezTo>
                    <a:pt x="3160" y="2347"/>
                    <a:pt x="3536" y="2012"/>
                    <a:pt x="3934" y="1970"/>
                  </a:cubicBezTo>
                  <a:cubicBezTo>
                    <a:pt x="4227" y="1782"/>
                    <a:pt x="4541" y="1636"/>
                    <a:pt x="4855" y="1531"/>
                  </a:cubicBezTo>
                  <a:cubicBezTo>
                    <a:pt x="5231" y="1385"/>
                    <a:pt x="5608" y="1322"/>
                    <a:pt x="5984" y="1322"/>
                  </a:cubicBezTo>
                  <a:cubicBezTo>
                    <a:pt x="6037" y="1319"/>
                    <a:pt x="6089" y="1318"/>
                    <a:pt x="6142" y="1318"/>
                  </a:cubicBezTo>
                  <a:cubicBezTo>
                    <a:pt x="6512" y="1318"/>
                    <a:pt x="6895" y="1382"/>
                    <a:pt x="7261" y="1510"/>
                  </a:cubicBezTo>
                  <a:cubicBezTo>
                    <a:pt x="7763" y="1677"/>
                    <a:pt x="8223" y="1970"/>
                    <a:pt x="8579" y="2368"/>
                  </a:cubicBezTo>
                  <a:cubicBezTo>
                    <a:pt x="8725" y="2556"/>
                    <a:pt x="8851" y="2765"/>
                    <a:pt x="8956" y="2975"/>
                  </a:cubicBezTo>
                  <a:cubicBezTo>
                    <a:pt x="9060" y="2682"/>
                    <a:pt x="9102" y="2054"/>
                    <a:pt x="8140" y="1092"/>
                  </a:cubicBezTo>
                  <a:cubicBezTo>
                    <a:pt x="7246" y="309"/>
                    <a:pt x="6287" y="0"/>
                    <a:pt x="5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7"/>
            <p:cNvSpPr/>
            <p:nvPr/>
          </p:nvSpPr>
          <p:spPr>
            <a:xfrm>
              <a:off x="-460800" y="3442050"/>
              <a:ext cx="550" cy="2625"/>
            </a:xfrm>
            <a:custGeom>
              <a:avLst/>
              <a:gdLst/>
              <a:ahLst/>
              <a:cxnLst/>
              <a:rect l="l" t="t" r="r" b="b"/>
              <a:pathLst>
                <a:path w="22" h="105" extrusionOk="0">
                  <a:moveTo>
                    <a:pt x="22" y="0"/>
                  </a:moveTo>
                  <a:cubicBezTo>
                    <a:pt x="22" y="21"/>
                    <a:pt x="22" y="63"/>
                    <a:pt x="1" y="84"/>
                  </a:cubicBezTo>
                  <a:cubicBezTo>
                    <a:pt x="22" y="84"/>
                    <a:pt x="1" y="84"/>
                    <a:pt x="22" y="105"/>
                  </a:cubicBezTo>
                  <a:cubicBezTo>
                    <a:pt x="22" y="63"/>
                    <a:pt x="22" y="42"/>
                    <a:pt x="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7"/>
            <p:cNvSpPr/>
            <p:nvPr/>
          </p:nvSpPr>
          <p:spPr>
            <a:xfrm>
              <a:off x="-1493375" y="2917375"/>
              <a:ext cx="105175" cy="189925"/>
            </a:xfrm>
            <a:custGeom>
              <a:avLst/>
              <a:gdLst/>
              <a:ahLst/>
              <a:cxnLst/>
              <a:rect l="l" t="t" r="r" b="b"/>
              <a:pathLst>
                <a:path w="4207" h="7597" extrusionOk="0">
                  <a:moveTo>
                    <a:pt x="4206" y="1"/>
                  </a:moveTo>
                  <a:lnTo>
                    <a:pt x="4206" y="1"/>
                  </a:lnTo>
                  <a:cubicBezTo>
                    <a:pt x="3746" y="252"/>
                    <a:pt x="3286" y="587"/>
                    <a:pt x="2825" y="984"/>
                  </a:cubicBezTo>
                  <a:cubicBezTo>
                    <a:pt x="1130" y="2533"/>
                    <a:pt x="879" y="4625"/>
                    <a:pt x="1089" y="5713"/>
                  </a:cubicBezTo>
                  <a:lnTo>
                    <a:pt x="1089" y="5797"/>
                  </a:lnTo>
                  <a:cubicBezTo>
                    <a:pt x="712" y="5064"/>
                    <a:pt x="607" y="3349"/>
                    <a:pt x="1528" y="1821"/>
                  </a:cubicBezTo>
                  <a:lnTo>
                    <a:pt x="1528" y="1821"/>
                  </a:lnTo>
                  <a:cubicBezTo>
                    <a:pt x="1402" y="1968"/>
                    <a:pt x="1256" y="2114"/>
                    <a:pt x="1151" y="2281"/>
                  </a:cubicBezTo>
                  <a:cubicBezTo>
                    <a:pt x="1" y="4353"/>
                    <a:pt x="293" y="7240"/>
                    <a:pt x="1654" y="7596"/>
                  </a:cubicBezTo>
                  <a:cubicBezTo>
                    <a:pt x="1967" y="7324"/>
                    <a:pt x="2407" y="7136"/>
                    <a:pt x="2867" y="7073"/>
                  </a:cubicBezTo>
                  <a:cubicBezTo>
                    <a:pt x="2783" y="6968"/>
                    <a:pt x="2679" y="6843"/>
                    <a:pt x="2595" y="6717"/>
                  </a:cubicBezTo>
                  <a:cubicBezTo>
                    <a:pt x="1967" y="5943"/>
                    <a:pt x="1863" y="4897"/>
                    <a:pt x="2072" y="3893"/>
                  </a:cubicBezTo>
                  <a:cubicBezTo>
                    <a:pt x="2114" y="3369"/>
                    <a:pt x="2239" y="2784"/>
                    <a:pt x="2511" y="2177"/>
                  </a:cubicBezTo>
                  <a:cubicBezTo>
                    <a:pt x="2595" y="2009"/>
                    <a:pt x="2700" y="1884"/>
                    <a:pt x="2783" y="1758"/>
                  </a:cubicBezTo>
                  <a:cubicBezTo>
                    <a:pt x="2972" y="1298"/>
                    <a:pt x="3411" y="712"/>
                    <a:pt x="4039" y="168"/>
                  </a:cubicBezTo>
                  <a:cubicBezTo>
                    <a:pt x="4081" y="105"/>
                    <a:pt x="4143" y="43"/>
                    <a:pt x="42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7"/>
            <p:cNvSpPr/>
            <p:nvPr/>
          </p:nvSpPr>
          <p:spPr>
            <a:xfrm>
              <a:off x="-276675" y="4329525"/>
              <a:ext cx="141800" cy="42600"/>
            </a:xfrm>
            <a:custGeom>
              <a:avLst/>
              <a:gdLst/>
              <a:ahLst/>
              <a:cxnLst/>
              <a:rect l="l" t="t" r="r" b="b"/>
              <a:pathLst>
                <a:path w="5672" h="1704" extrusionOk="0">
                  <a:moveTo>
                    <a:pt x="2591" y="1"/>
                  </a:moveTo>
                  <a:cubicBezTo>
                    <a:pt x="2235" y="1"/>
                    <a:pt x="1860" y="49"/>
                    <a:pt x="1466" y="155"/>
                  </a:cubicBezTo>
                  <a:cubicBezTo>
                    <a:pt x="1005" y="155"/>
                    <a:pt x="587" y="239"/>
                    <a:pt x="189" y="364"/>
                  </a:cubicBezTo>
                  <a:cubicBezTo>
                    <a:pt x="64" y="657"/>
                    <a:pt x="1" y="971"/>
                    <a:pt x="22" y="1264"/>
                  </a:cubicBezTo>
                  <a:cubicBezTo>
                    <a:pt x="440" y="1055"/>
                    <a:pt x="901" y="887"/>
                    <a:pt x="1424" y="804"/>
                  </a:cubicBezTo>
                  <a:cubicBezTo>
                    <a:pt x="1735" y="755"/>
                    <a:pt x="2047" y="732"/>
                    <a:pt x="2355" y="732"/>
                  </a:cubicBezTo>
                  <a:cubicBezTo>
                    <a:pt x="3642" y="732"/>
                    <a:pt x="4861" y="1129"/>
                    <a:pt x="5671" y="1703"/>
                  </a:cubicBezTo>
                  <a:cubicBezTo>
                    <a:pt x="5546" y="1515"/>
                    <a:pt x="5441" y="1348"/>
                    <a:pt x="5357" y="1201"/>
                  </a:cubicBezTo>
                  <a:lnTo>
                    <a:pt x="5357" y="1201"/>
                  </a:lnTo>
                  <a:lnTo>
                    <a:pt x="5399" y="1243"/>
                  </a:lnTo>
                  <a:cubicBezTo>
                    <a:pt x="5399" y="1264"/>
                    <a:pt x="5441" y="1285"/>
                    <a:pt x="5441" y="1285"/>
                  </a:cubicBezTo>
                  <a:cubicBezTo>
                    <a:pt x="4748" y="544"/>
                    <a:pt x="3782" y="1"/>
                    <a:pt x="25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7"/>
            <p:cNvSpPr/>
            <p:nvPr/>
          </p:nvSpPr>
          <p:spPr>
            <a:xfrm>
              <a:off x="-196100" y="3770025"/>
              <a:ext cx="123900" cy="82150"/>
            </a:xfrm>
            <a:custGeom>
              <a:avLst/>
              <a:gdLst/>
              <a:ahLst/>
              <a:cxnLst/>
              <a:rect l="l" t="t" r="r" b="b"/>
              <a:pathLst>
                <a:path w="4956" h="3286" extrusionOk="0">
                  <a:moveTo>
                    <a:pt x="0" y="3160"/>
                  </a:moveTo>
                  <a:lnTo>
                    <a:pt x="0" y="3160"/>
                  </a:lnTo>
                  <a:cubicBezTo>
                    <a:pt x="2" y="3160"/>
                    <a:pt x="5" y="3161"/>
                    <a:pt x="7" y="3161"/>
                  </a:cubicBezTo>
                  <a:lnTo>
                    <a:pt x="7" y="3161"/>
                  </a:lnTo>
                  <a:cubicBezTo>
                    <a:pt x="5" y="3161"/>
                    <a:pt x="3" y="3160"/>
                    <a:pt x="0" y="3160"/>
                  </a:cubicBezTo>
                  <a:close/>
                  <a:moveTo>
                    <a:pt x="2909" y="0"/>
                  </a:moveTo>
                  <a:cubicBezTo>
                    <a:pt x="2427" y="293"/>
                    <a:pt x="1716" y="251"/>
                    <a:pt x="1276" y="649"/>
                  </a:cubicBezTo>
                  <a:cubicBezTo>
                    <a:pt x="1067" y="837"/>
                    <a:pt x="1004" y="1151"/>
                    <a:pt x="837" y="1360"/>
                  </a:cubicBezTo>
                  <a:cubicBezTo>
                    <a:pt x="719" y="1518"/>
                    <a:pt x="508" y="1824"/>
                    <a:pt x="274" y="1824"/>
                  </a:cubicBezTo>
                  <a:cubicBezTo>
                    <a:pt x="259" y="1824"/>
                    <a:pt x="245" y="1823"/>
                    <a:pt x="230" y="1821"/>
                  </a:cubicBezTo>
                  <a:lnTo>
                    <a:pt x="230" y="1821"/>
                  </a:lnTo>
                  <a:cubicBezTo>
                    <a:pt x="586" y="1883"/>
                    <a:pt x="481" y="2699"/>
                    <a:pt x="314" y="2888"/>
                  </a:cubicBezTo>
                  <a:cubicBezTo>
                    <a:pt x="294" y="2948"/>
                    <a:pt x="82" y="3161"/>
                    <a:pt x="9" y="3161"/>
                  </a:cubicBezTo>
                  <a:cubicBezTo>
                    <a:pt x="9" y="3161"/>
                    <a:pt x="8" y="3161"/>
                    <a:pt x="7" y="3161"/>
                  </a:cubicBezTo>
                  <a:lnTo>
                    <a:pt x="7" y="3161"/>
                  </a:lnTo>
                  <a:cubicBezTo>
                    <a:pt x="37" y="3166"/>
                    <a:pt x="65" y="3168"/>
                    <a:pt x="93" y="3168"/>
                  </a:cubicBezTo>
                  <a:cubicBezTo>
                    <a:pt x="379" y="3168"/>
                    <a:pt x="593" y="2918"/>
                    <a:pt x="858" y="2804"/>
                  </a:cubicBezTo>
                  <a:cubicBezTo>
                    <a:pt x="1315" y="2625"/>
                    <a:pt x="1865" y="2447"/>
                    <a:pt x="2367" y="2447"/>
                  </a:cubicBezTo>
                  <a:cubicBezTo>
                    <a:pt x="2394" y="2447"/>
                    <a:pt x="2421" y="2447"/>
                    <a:pt x="2448" y="2448"/>
                  </a:cubicBezTo>
                  <a:cubicBezTo>
                    <a:pt x="2546" y="2456"/>
                    <a:pt x="2672" y="2474"/>
                    <a:pt x="2796" y="2474"/>
                  </a:cubicBezTo>
                  <a:cubicBezTo>
                    <a:pt x="2991" y="2474"/>
                    <a:pt x="3179" y="2431"/>
                    <a:pt x="3243" y="2239"/>
                  </a:cubicBezTo>
                  <a:lnTo>
                    <a:pt x="3243" y="2239"/>
                  </a:lnTo>
                  <a:cubicBezTo>
                    <a:pt x="3306" y="2448"/>
                    <a:pt x="3201" y="2678"/>
                    <a:pt x="3076" y="2846"/>
                  </a:cubicBezTo>
                  <a:cubicBezTo>
                    <a:pt x="3014" y="2928"/>
                    <a:pt x="2789" y="3255"/>
                    <a:pt x="2683" y="3284"/>
                  </a:cubicBezTo>
                  <a:lnTo>
                    <a:pt x="2683" y="3284"/>
                  </a:lnTo>
                  <a:cubicBezTo>
                    <a:pt x="2929" y="3226"/>
                    <a:pt x="3182" y="3201"/>
                    <a:pt x="3437" y="3201"/>
                  </a:cubicBezTo>
                  <a:cubicBezTo>
                    <a:pt x="3637" y="3201"/>
                    <a:pt x="3837" y="3216"/>
                    <a:pt x="4038" y="3243"/>
                  </a:cubicBezTo>
                  <a:cubicBezTo>
                    <a:pt x="3969" y="3091"/>
                    <a:pt x="3946" y="2994"/>
                    <a:pt x="3974" y="2994"/>
                  </a:cubicBezTo>
                  <a:cubicBezTo>
                    <a:pt x="3989" y="2994"/>
                    <a:pt x="4017" y="3019"/>
                    <a:pt x="4059" y="3076"/>
                  </a:cubicBezTo>
                  <a:cubicBezTo>
                    <a:pt x="4122" y="3139"/>
                    <a:pt x="4164" y="3202"/>
                    <a:pt x="4206" y="3243"/>
                  </a:cubicBezTo>
                  <a:cubicBezTo>
                    <a:pt x="4229" y="3245"/>
                    <a:pt x="4251" y="3245"/>
                    <a:pt x="4273" y="3245"/>
                  </a:cubicBezTo>
                  <a:cubicBezTo>
                    <a:pt x="4955" y="3245"/>
                    <a:pt x="4894" y="2617"/>
                    <a:pt x="4813" y="1988"/>
                  </a:cubicBezTo>
                  <a:cubicBezTo>
                    <a:pt x="4289" y="1423"/>
                    <a:pt x="3766" y="858"/>
                    <a:pt x="3243" y="314"/>
                  </a:cubicBezTo>
                  <a:cubicBezTo>
                    <a:pt x="3139" y="209"/>
                    <a:pt x="3034" y="105"/>
                    <a:pt x="2909" y="0"/>
                  </a:cubicBezTo>
                  <a:close/>
                  <a:moveTo>
                    <a:pt x="2683" y="3284"/>
                  </a:moveTo>
                  <a:cubicBezTo>
                    <a:pt x="2681" y="3285"/>
                    <a:pt x="2680" y="3285"/>
                    <a:pt x="2678" y="3285"/>
                  </a:cubicBezTo>
                  <a:cubicBezTo>
                    <a:pt x="2680" y="3285"/>
                    <a:pt x="2681" y="3285"/>
                    <a:pt x="2683" y="32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7"/>
            <p:cNvSpPr/>
            <p:nvPr/>
          </p:nvSpPr>
          <p:spPr>
            <a:xfrm>
              <a:off x="-190350" y="3757450"/>
              <a:ext cx="55475" cy="35075"/>
            </a:xfrm>
            <a:custGeom>
              <a:avLst/>
              <a:gdLst/>
              <a:ahLst/>
              <a:cxnLst/>
              <a:rect l="l" t="t" r="r" b="b"/>
              <a:pathLst>
                <a:path w="2219" h="1403" extrusionOk="0">
                  <a:moveTo>
                    <a:pt x="1231" y="1"/>
                  </a:moveTo>
                  <a:cubicBezTo>
                    <a:pt x="839" y="1"/>
                    <a:pt x="425" y="126"/>
                    <a:pt x="210" y="608"/>
                  </a:cubicBezTo>
                  <a:cubicBezTo>
                    <a:pt x="147" y="838"/>
                    <a:pt x="84" y="1131"/>
                    <a:pt x="0" y="1403"/>
                  </a:cubicBezTo>
                  <a:cubicBezTo>
                    <a:pt x="42" y="1298"/>
                    <a:pt x="63" y="1215"/>
                    <a:pt x="105" y="1089"/>
                  </a:cubicBezTo>
                  <a:cubicBezTo>
                    <a:pt x="314" y="503"/>
                    <a:pt x="879" y="357"/>
                    <a:pt x="1088" y="315"/>
                  </a:cubicBezTo>
                  <a:lnTo>
                    <a:pt x="1088" y="315"/>
                  </a:lnTo>
                  <a:cubicBezTo>
                    <a:pt x="879" y="524"/>
                    <a:pt x="502" y="692"/>
                    <a:pt x="335" y="1173"/>
                  </a:cubicBezTo>
                  <a:cubicBezTo>
                    <a:pt x="314" y="1236"/>
                    <a:pt x="293" y="1277"/>
                    <a:pt x="272" y="1319"/>
                  </a:cubicBezTo>
                  <a:cubicBezTo>
                    <a:pt x="314" y="1257"/>
                    <a:pt x="356" y="1215"/>
                    <a:pt x="398" y="1152"/>
                  </a:cubicBezTo>
                  <a:cubicBezTo>
                    <a:pt x="1005" y="461"/>
                    <a:pt x="1674" y="399"/>
                    <a:pt x="2218" y="378"/>
                  </a:cubicBezTo>
                  <a:cubicBezTo>
                    <a:pt x="1967" y="315"/>
                    <a:pt x="1737" y="168"/>
                    <a:pt x="1528" y="22"/>
                  </a:cubicBezTo>
                  <a:cubicBezTo>
                    <a:pt x="1433" y="9"/>
                    <a:pt x="1332" y="1"/>
                    <a:pt x="12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-80500" y="3861550"/>
              <a:ext cx="8775" cy="5275"/>
            </a:xfrm>
            <a:custGeom>
              <a:avLst/>
              <a:gdLst/>
              <a:ahLst/>
              <a:cxnLst/>
              <a:rect l="l" t="t" r="r" b="b"/>
              <a:pathLst>
                <a:path w="351" h="211" extrusionOk="0">
                  <a:moveTo>
                    <a:pt x="335" y="1"/>
                  </a:moveTo>
                  <a:cubicBezTo>
                    <a:pt x="336" y="5"/>
                    <a:pt x="336" y="8"/>
                    <a:pt x="337" y="12"/>
                  </a:cubicBezTo>
                  <a:lnTo>
                    <a:pt x="337" y="12"/>
                  </a:lnTo>
                  <a:cubicBezTo>
                    <a:pt x="337" y="8"/>
                    <a:pt x="336" y="5"/>
                    <a:pt x="335" y="1"/>
                  </a:cubicBezTo>
                  <a:close/>
                  <a:moveTo>
                    <a:pt x="337" y="12"/>
                  </a:moveTo>
                  <a:lnTo>
                    <a:pt x="337" y="12"/>
                  </a:lnTo>
                  <a:cubicBezTo>
                    <a:pt x="338" y="45"/>
                    <a:pt x="298" y="58"/>
                    <a:pt x="238" y="58"/>
                  </a:cubicBezTo>
                  <a:cubicBezTo>
                    <a:pt x="173" y="58"/>
                    <a:pt x="84" y="43"/>
                    <a:pt x="0" y="22"/>
                  </a:cubicBezTo>
                  <a:lnTo>
                    <a:pt x="0" y="22"/>
                  </a:lnTo>
                  <a:cubicBezTo>
                    <a:pt x="63" y="85"/>
                    <a:pt x="126" y="147"/>
                    <a:pt x="189" y="210"/>
                  </a:cubicBezTo>
                  <a:cubicBezTo>
                    <a:pt x="270" y="170"/>
                    <a:pt x="351" y="129"/>
                    <a:pt x="337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-107700" y="4546800"/>
              <a:ext cx="80050" cy="33500"/>
            </a:xfrm>
            <a:custGeom>
              <a:avLst/>
              <a:gdLst/>
              <a:ahLst/>
              <a:cxnLst/>
              <a:rect l="l" t="t" r="r" b="b"/>
              <a:pathLst>
                <a:path w="3202" h="1340" extrusionOk="0">
                  <a:moveTo>
                    <a:pt x="3202" y="1"/>
                  </a:moveTo>
                  <a:lnTo>
                    <a:pt x="3202" y="1"/>
                  </a:lnTo>
                  <a:cubicBezTo>
                    <a:pt x="2302" y="524"/>
                    <a:pt x="1381" y="796"/>
                    <a:pt x="586" y="901"/>
                  </a:cubicBezTo>
                  <a:cubicBezTo>
                    <a:pt x="586" y="921"/>
                    <a:pt x="565" y="921"/>
                    <a:pt x="565" y="921"/>
                  </a:cubicBezTo>
                  <a:cubicBezTo>
                    <a:pt x="356" y="942"/>
                    <a:pt x="168" y="963"/>
                    <a:pt x="0" y="963"/>
                  </a:cubicBezTo>
                  <a:cubicBezTo>
                    <a:pt x="126" y="1089"/>
                    <a:pt x="230" y="1214"/>
                    <a:pt x="293" y="1340"/>
                  </a:cubicBezTo>
                  <a:cubicBezTo>
                    <a:pt x="1067" y="1131"/>
                    <a:pt x="2114" y="712"/>
                    <a:pt x="32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-110850" y="4577150"/>
              <a:ext cx="8925" cy="4200"/>
            </a:xfrm>
            <a:custGeom>
              <a:avLst/>
              <a:gdLst/>
              <a:ahLst/>
              <a:cxnLst/>
              <a:rect l="l" t="t" r="r" b="b"/>
              <a:pathLst>
                <a:path w="357" h="168" extrusionOk="0">
                  <a:moveTo>
                    <a:pt x="1" y="0"/>
                  </a:moveTo>
                  <a:cubicBezTo>
                    <a:pt x="84" y="63"/>
                    <a:pt x="147" y="126"/>
                    <a:pt x="231" y="168"/>
                  </a:cubicBezTo>
                  <a:cubicBezTo>
                    <a:pt x="273" y="168"/>
                    <a:pt x="315" y="147"/>
                    <a:pt x="356" y="147"/>
                  </a:cubicBezTo>
                  <a:cubicBezTo>
                    <a:pt x="252" y="105"/>
                    <a:pt x="147" y="63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-94100" y="4261200"/>
              <a:ext cx="226000" cy="333225"/>
            </a:xfrm>
            <a:custGeom>
              <a:avLst/>
              <a:gdLst/>
              <a:ahLst/>
              <a:cxnLst/>
              <a:rect l="l" t="t" r="r" b="b"/>
              <a:pathLst>
                <a:path w="9040" h="13329" extrusionOk="0">
                  <a:moveTo>
                    <a:pt x="8809" y="1"/>
                  </a:moveTo>
                  <a:cubicBezTo>
                    <a:pt x="8809" y="63"/>
                    <a:pt x="8809" y="126"/>
                    <a:pt x="8809" y="210"/>
                  </a:cubicBezTo>
                  <a:cubicBezTo>
                    <a:pt x="8704" y="984"/>
                    <a:pt x="8558" y="1716"/>
                    <a:pt x="8349" y="2407"/>
                  </a:cubicBezTo>
                  <a:cubicBezTo>
                    <a:pt x="8495" y="4102"/>
                    <a:pt x="8307" y="6884"/>
                    <a:pt x="6466" y="9353"/>
                  </a:cubicBezTo>
                  <a:cubicBezTo>
                    <a:pt x="4728" y="11608"/>
                    <a:pt x="2338" y="13161"/>
                    <a:pt x="636" y="13161"/>
                  </a:cubicBezTo>
                  <a:cubicBezTo>
                    <a:pt x="411" y="13161"/>
                    <a:pt x="198" y="13134"/>
                    <a:pt x="0" y="13078"/>
                  </a:cubicBezTo>
                  <a:lnTo>
                    <a:pt x="0" y="13078"/>
                  </a:lnTo>
                  <a:cubicBezTo>
                    <a:pt x="209" y="13182"/>
                    <a:pt x="419" y="13266"/>
                    <a:pt x="628" y="13329"/>
                  </a:cubicBezTo>
                  <a:cubicBezTo>
                    <a:pt x="2867" y="13182"/>
                    <a:pt x="6298" y="11320"/>
                    <a:pt x="7930" y="7596"/>
                  </a:cubicBezTo>
                  <a:cubicBezTo>
                    <a:pt x="8997" y="4834"/>
                    <a:pt x="9039" y="2135"/>
                    <a:pt x="88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-113975" y="3851100"/>
              <a:ext cx="317000" cy="747025"/>
            </a:xfrm>
            <a:custGeom>
              <a:avLst/>
              <a:gdLst/>
              <a:ahLst/>
              <a:cxnLst/>
              <a:rect l="l" t="t" r="r" b="b"/>
              <a:pathLst>
                <a:path w="12680" h="29881" extrusionOk="0">
                  <a:moveTo>
                    <a:pt x="2637" y="0"/>
                  </a:moveTo>
                  <a:cubicBezTo>
                    <a:pt x="2637" y="524"/>
                    <a:pt x="2532" y="1047"/>
                    <a:pt x="2344" y="1507"/>
                  </a:cubicBezTo>
                  <a:cubicBezTo>
                    <a:pt x="2992" y="2197"/>
                    <a:pt x="3641" y="2909"/>
                    <a:pt x="4269" y="3641"/>
                  </a:cubicBezTo>
                  <a:cubicBezTo>
                    <a:pt x="6214" y="6236"/>
                    <a:pt x="7407" y="8830"/>
                    <a:pt x="7951" y="10190"/>
                  </a:cubicBezTo>
                  <a:cubicBezTo>
                    <a:pt x="7240" y="9039"/>
                    <a:pt x="6047" y="6884"/>
                    <a:pt x="4373" y="4583"/>
                  </a:cubicBezTo>
                  <a:lnTo>
                    <a:pt x="4373" y="4583"/>
                  </a:lnTo>
                  <a:cubicBezTo>
                    <a:pt x="4561" y="4855"/>
                    <a:pt x="4750" y="5148"/>
                    <a:pt x="4938" y="5441"/>
                  </a:cubicBezTo>
                  <a:cubicBezTo>
                    <a:pt x="7261" y="8809"/>
                    <a:pt x="7846" y="12492"/>
                    <a:pt x="7888" y="14291"/>
                  </a:cubicBezTo>
                  <a:cubicBezTo>
                    <a:pt x="7637" y="12931"/>
                    <a:pt x="7177" y="10651"/>
                    <a:pt x="5984" y="8161"/>
                  </a:cubicBezTo>
                  <a:lnTo>
                    <a:pt x="5984" y="8161"/>
                  </a:lnTo>
                  <a:cubicBezTo>
                    <a:pt x="6047" y="8328"/>
                    <a:pt x="6110" y="8474"/>
                    <a:pt x="6173" y="8642"/>
                  </a:cubicBezTo>
                  <a:cubicBezTo>
                    <a:pt x="7219" y="11906"/>
                    <a:pt x="7784" y="15065"/>
                    <a:pt x="7030" y="16572"/>
                  </a:cubicBezTo>
                  <a:cubicBezTo>
                    <a:pt x="7512" y="15003"/>
                    <a:pt x="6779" y="12073"/>
                    <a:pt x="5754" y="8767"/>
                  </a:cubicBezTo>
                  <a:cubicBezTo>
                    <a:pt x="5378" y="7805"/>
                    <a:pt x="4959" y="6926"/>
                    <a:pt x="4520" y="6089"/>
                  </a:cubicBezTo>
                  <a:lnTo>
                    <a:pt x="4520" y="6089"/>
                  </a:lnTo>
                  <a:cubicBezTo>
                    <a:pt x="4729" y="6550"/>
                    <a:pt x="4938" y="7031"/>
                    <a:pt x="5126" y="7533"/>
                  </a:cubicBezTo>
                  <a:cubicBezTo>
                    <a:pt x="6738" y="11529"/>
                    <a:pt x="6654" y="15442"/>
                    <a:pt x="6152" y="17304"/>
                  </a:cubicBezTo>
                  <a:cubicBezTo>
                    <a:pt x="6340" y="15693"/>
                    <a:pt x="6298" y="12848"/>
                    <a:pt x="5378" y="9667"/>
                  </a:cubicBezTo>
                  <a:lnTo>
                    <a:pt x="5378" y="9667"/>
                  </a:lnTo>
                  <a:cubicBezTo>
                    <a:pt x="5461" y="10546"/>
                    <a:pt x="5482" y="11550"/>
                    <a:pt x="5378" y="12617"/>
                  </a:cubicBezTo>
                  <a:cubicBezTo>
                    <a:pt x="5252" y="15170"/>
                    <a:pt x="3620" y="17221"/>
                    <a:pt x="2365" y="17221"/>
                  </a:cubicBezTo>
                  <a:cubicBezTo>
                    <a:pt x="3536" y="16907"/>
                    <a:pt x="4771" y="15044"/>
                    <a:pt x="4938" y="12576"/>
                  </a:cubicBezTo>
                  <a:cubicBezTo>
                    <a:pt x="4959" y="12366"/>
                    <a:pt x="4980" y="12136"/>
                    <a:pt x="4980" y="11927"/>
                  </a:cubicBezTo>
                  <a:lnTo>
                    <a:pt x="4980" y="11927"/>
                  </a:lnTo>
                  <a:cubicBezTo>
                    <a:pt x="4854" y="12366"/>
                    <a:pt x="4708" y="12722"/>
                    <a:pt x="4582" y="12952"/>
                  </a:cubicBezTo>
                  <a:lnTo>
                    <a:pt x="4582" y="12889"/>
                  </a:lnTo>
                  <a:cubicBezTo>
                    <a:pt x="4624" y="12596"/>
                    <a:pt x="4666" y="12178"/>
                    <a:pt x="4729" y="11697"/>
                  </a:cubicBezTo>
                  <a:lnTo>
                    <a:pt x="4729" y="11697"/>
                  </a:lnTo>
                  <a:cubicBezTo>
                    <a:pt x="4708" y="11718"/>
                    <a:pt x="4687" y="11759"/>
                    <a:pt x="4666" y="11780"/>
                  </a:cubicBezTo>
                  <a:cubicBezTo>
                    <a:pt x="4645" y="11613"/>
                    <a:pt x="4645" y="11467"/>
                    <a:pt x="4645" y="11299"/>
                  </a:cubicBezTo>
                  <a:cubicBezTo>
                    <a:pt x="4373" y="12722"/>
                    <a:pt x="3766" y="13873"/>
                    <a:pt x="3139" y="14249"/>
                  </a:cubicBezTo>
                  <a:lnTo>
                    <a:pt x="3181" y="14187"/>
                  </a:lnTo>
                  <a:cubicBezTo>
                    <a:pt x="3683" y="13622"/>
                    <a:pt x="4038" y="12534"/>
                    <a:pt x="4227" y="11153"/>
                  </a:cubicBezTo>
                  <a:lnTo>
                    <a:pt x="4227" y="11153"/>
                  </a:lnTo>
                  <a:cubicBezTo>
                    <a:pt x="3704" y="12617"/>
                    <a:pt x="2929" y="13684"/>
                    <a:pt x="2406" y="14208"/>
                  </a:cubicBezTo>
                  <a:lnTo>
                    <a:pt x="2448" y="14145"/>
                  </a:lnTo>
                  <a:cubicBezTo>
                    <a:pt x="2867" y="13392"/>
                    <a:pt x="3515" y="12115"/>
                    <a:pt x="3976" y="10504"/>
                  </a:cubicBezTo>
                  <a:lnTo>
                    <a:pt x="3976" y="10504"/>
                  </a:lnTo>
                  <a:cubicBezTo>
                    <a:pt x="3620" y="11383"/>
                    <a:pt x="3118" y="12052"/>
                    <a:pt x="2720" y="12303"/>
                  </a:cubicBezTo>
                  <a:lnTo>
                    <a:pt x="2762" y="12241"/>
                  </a:lnTo>
                  <a:cubicBezTo>
                    <a:pt x="3097" y="11718"/>
                    <a:pt x="3473" y="10839"/>
                    <a:pt x="3766" y="9625"/>
                  </a:cubicBezTo>
                  <a:cubicBezTo>
                    <a:pt x="3871" y="9165"/>
                    <a:pt x="3955" y="8746"/>
                    <a:pt x="4017" y="8349"/>
                  </a:cubicBezTo>
                  <a:lnTo>
                    <a:pt x="4017" y="8349"/>
                  </a:lnTo>
                  <a:cubicBezTo>
                    <a:pt x="3808" y="9458"/>
                    <a:pt x="3369" y="10651"/>
                    <a:pt x="2657" y="11718"/>
                  </a:cubicBezTo>
                  <a:cubicBezTo>
                    <a:pt x="649" y="14752"/>
                    <a:pt x="147" y="17493"/>
                    <a:pt x="0" y="19229"/>
                  </a:cubicBezTo>
                  <a:cubicBezTo>
                    <a:pt x="335" y="18790"/>
                    <a:pt x="1214" y="18204"/>
                    <a:pt x="2218" y="18016"/>
                  </a:cubicBezTo>
                  <a:cubicBezTo>
                    <a:pt x="3411" y="17827"/>
                    <a:pt x="5147" y="16593"/>
                    <a:pt x="5315" y="15337"/>
                  </a:cubicBezTo>
                  <a:lnTo>
                    <a:pt x="5315" y="15421"/>
                  </a:lnTo>
                  <a:cubicBezTo>
                    <a:pt x="5733" y="16635"/>
                    <a:pt x="4122" y="17995"/>
                    <a:pt x="3599" y="18936"/>
                  </a:cubicBezTo>
                  <a:cubicBezTo>
                    <a:pt x="3264" y="19522"/>
                    <a:pt x="3034" y="20108"/>
                    <a:pt x="2825" y="20757"/>
                  </a:cubicBezTo>
                  <a:cubicBezTo>
                    <a:pt x="2720" y="21133"/>
                    <a:pt x="2427" y="22305"/>
                    <a:pt x="2009" y="22451"/>
                  </a:cubicBezTo>
                  <a:cubicBezTo>
                    <a:pt x="2741" y="22200"/>
                    <a:pt x="3683" y="21803"/>
                    <a:pt x="4582" y="20987"/>
                  </a:cubicBezTo>
                  <a:cubicBezTo>
                    <a:pt x="5691" y="19794"/>
                    <a:pt x="6298" y="18560"/>
                    <a:pt x="6675" y="17869"/>
                  </a:cubicBezTo>
                  <a:lnTo>
                    <a:pt x="6675" y="17869"/>
                  </a:lnTo>
                  <a:lnTo>
                    <a:pt x="6654" y="17932"/>
                  </a:lnTo>
                  <a:cubicBezTo>
                    <a:pt x="6549" y="18706"/>
                    <a:pt x="6047" y="20087"/>
                    <a:pt x="4896" y="21301"/>
                  </a:cubicBezTo>
                  <a:cubicBezTo>
                    <a:pt x="3850" y="22284"/>
                    <a:pt x="2637" y="22598"/>
                    <a:pt x="1820" y="22661"/>
                  </a:cubicBezTo>
                  <a:cubicBezTo>
                    <a:pt x="1716" y="22744"/>
                    <a:pt x="1611" y="22828"/>
                    <a:pt x="1507" y="22891"/>
                  </a:cubicBezTo>
                  <a:cubicBezTo>
                    <a:pt x="2888" y="22765"/>
                    <a:pt x="4708" y="22284"/>
                    <a:pt x="5922" y="20506"/>
                  </a:cubicBezTo>
                  <a:cubicBezTo>
                    <a:pt x="7533" y="18183"/>
                    <a:pt x="7972" y="15798"/>
                    <a:pt x="7763" y="14459"/>
                  </a:cubicBezTo>
                  <a:lnTo>
                    <a:pt x="7763" y="14459"/>
                  </a:lnTo>
                  <a:lnTo>
                    <a:pt x="7784" y="14563"/>
                  </a:lnTo>
                  <a:cubicBezTo>
                    <a:pt x="8516" y="15693"/>
                    <a:pt x="8370" y="18288"/>
                    <a:pt x="6926" y="20589"/>
                  </a:cubicBezTo>
                  <a:cubicBezTo>
                    <a:pt x="6982" y="20651"/>
                    <a:pt x="7045" y="20681"/>
                    <a:pt x="7115" y="20681"/>
                  </a:cubicBezTo>
                  <a:cubicBezTo>
                    <a:pt x="7722" y="20681"/>
                    <a:pt x="8761" y="18443"/>
                    <a:pt x="8704" y="16509"/>
                  </a:cubicBezTo>
                  <a:cubicBezTo>
                    <a:pt x="8830" y="13894"/>
                    <a:pt x="8014" y="11780"/>
                    <a:pt x="7679" y="10525"/>
                  </a:cubicBezTo>
                  <a:lnTo>
                    <a:pt x="7679" y="10525"/>
                  </a:lnTo>
                  <a:lnTo>
                    <a:pt x="7721" y="10630"/>
                  </a:lnTo>
                  <a:cubicBezTo>
                    <a:pt x="8370" y="11362"/>
                    <a:pt x="9227" y="12848"/>
                    <a:pt x="9520" y="14814"/>
                  </a:cubicBezTo>
                  <a:cubicBezTo>
                    <a:pt x="10127" y="17032"/>
                    <a:pt x="10546" y="20526"/>
                    <a:pt x="9144" y="24188"/>
                  </a:cubicBezTo>
                  <a:cubicBezTo>
                    <a:pt x="7554" y="27871"/>
                    <a:pt x="4143" y="29691"/>
                    <a:pt x="1820" y="29837"/>
                  </a:cubicBezTo>
                  <a:cubicBezTo>
                    <a:pt x="1994" y="29865"/>
                    <a:pt x="2172" y="29880"/>
                    <a:pt x="2351" y="29880"/>
                  </a:cubicBezTo>
                  <a:cubicBezTo>
                    <a:pt x="2583" y="29880"/>
                    <a:pt x="2819" y="29855"/>
                    <a:pt x="3055" y="29796"/>
                  </a:cubicBezTo>
                  <a:cubicBezTo>
                    <a:pt x="6570" y="29524"/>
                    <a:pt x="9771" y="26573"/>
                    <a:pt x="10734" y="22493"/>
                  </a:cubicBezTo>
                  <a:cubicBezTo>
                    <a:pt x="12680" y="15170"/>
                    <a:pt x="8579" y="6947"/>
                    <a:pt x="26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-104575" y="4331825"/>
              <a:ext cx="215550" cy="255700"/>
            </a:xfrm>
            <a:custGeom>
              <a:avLst/>
              <a:gdLst/>
              <a:ahLst/>
              <a:cxnLst/>
              <a:rect l="l" t="t" r="r" b="b"/>
              <a:pathLst>
                <a:path w="8622" h="10228" extrusionOk="0">
                  <a:moveTo>
                    <a:pt x="8621" y="0"/>
                  </a:moveTo>
                  <a:lnTo>
                    <a:pt x="8621" y="0"/>
                  </a:lnTo>
                  <a:cubicBezTo>
                    <a:pt x="8496" y="377"/>
                    <a:pt x="8328" y="733"/>
                    <a:pt x="8140" y="1046"/>
                  </a:cubicBezTo>
                  <a:cubicBezTo>
                    <a:pt x="8119" y="1088"/>
                    <a:pt x="8098" y="1109"/>
                    <a:pt x="8077" y="1151"/>
                  </a:cubicBezTo>
                  <a:cubicBezTo>
                    <a:pt x="8035" y="2595"/>
                    <a:pt x="7408" y="4834"/>
                    <a:pt x="5797" y="6779"/>
                  </a:cubicBezTo>
                  <a:cubicBezTo>
                    <a:pt x="3934" y="9060"/>
                    <a:pt x="1361" y="9960"/>
                    <a:pt x="1" y="10002"/>
                  </a:cubicBezTo>
                  <a:cubicBezTo>
                    <a:pt x="84" y="10064"/>
                    <a:pt x="189" y="10127"/>
                    <a:pt x="294" y="10190"/>
                  </a:cubicBezTo>
                  <a:cubicBezTo>
                    <a:pt x="426" y="10215"/>
                    <a:pt x="564" y="10227"/>
                    <a:pt x="707" y="10227"/>
                  </a:cubicBezTo>
                  <a:cubicBezTo>
                    <a:pt x="2354" y="10227"/>
                    <a:pt x="4681" y="8603"/>
                    <a:pt x="6529" y="6235"/>
                  </a:cubicBezTo>
                  <a:cubicBezTo>
                    <a:pt x="8140" y="4101"/>
                    <a:pt x="8517" y="1695"/>
                    <a:pt x="86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-606450" y="3397350"/>
              <a:ext cx="372700" cy="335025"/>
            </a:xfrm>
            <a:custGeom>
              <a:avLst/>
              <a:gdLst/>
              <a:ahLst/>
              <a:cxnLst/>
              <a:rect l="l" t="t" r="r" b="b"/>
              <a:pathLst>
                <a:path w="14908" h="13401" extrusionOk="0">
                  <a:moveTo>
                    <a:pt x="4643" y="829"/>
                  </a:moveTo>
                  <a:cubicBezTo>
                    <a:pt x="4658" y="833"/>
                    <a:pt x="4665" y="835"/>
                    <a:pt x="4666" y="835"/>
                  </a:cubicBezTo>
                  <a:cubicBezTo>
                    <a:pt x="4668" y="835"/>
                    <a:pt x="4658" y="831"/>
                    <a:pt x="4643" y="829"/>
                  </a:cubicBezTo>
                  <a:close/>
                  <a:moveTo>
                    <a:pt x="6873" y="6161"/>
                  </a:moveTo>
                  <a:cubicBezTo>
                    <a:pt x="6863" y="6161"/>
                    <a:pt x="6853" y="6166"/>
                    <a:pt x="6843" y="6174"/>
                  </a:cubicBezTo>
                  <a:lnTo>
                    <a:pt x="6843" y="6174"/>
                  </a:lnTo>
                  <a:cubicBezTo>
                    <a:pt x="6853" y="6169"/>
                    <a:pt x="6863" y="6165"/>
                    <a:pt x="6873" y="6161"/>
                  </a:cubicBezTo>
                  <a:close/>
                  <a:moveTo>
                    <a:pt x="5325" y="6768"/>
                  </a:moveTo>
                  <a:cubicBezTo>
                    <a:pt x="5304" y="6768"/>
                    <a:pt x="5283" y="6768"/>
                    <a:pt x="5262" y="6789"/>
                  </a:cubicBezTo>
                  <a:cubicBezTo>
                    <a:pt x="5262" y="6768"/>
                    <a:pt x="5262" y="6768"/>
                    <a:pt x="5262" y="6768"/>
                  </a:cubicBezTo>
                  <a:close/>
                  <a:moveTo>
                    <a:pt x="3839" y="0"/>
                  </a:moveTo>
                  <a:cubicBezTo>
                    <a:pt x="2533" y="0"/>
                    <a:pt x="1169" y="1209"/>
                    <a:pt x="972" y="2813"/>
                  </a:cubicBezTo>
                  <a:cubicBezTo>
                    <a:pt x="177" y="6668"/>
                    <a:pt x="3994" y="8257"/>
                    <a:pt x="5738" y="8257"/>
                  </a:cubicBezTo>
                  <a:cubicBezTo>
                    <a:pt x="5783" y="8257"/>
                    <a:pt x="5826" y="8256"/>
                    <a:pt x="5869" y="8254"/>
                  </a:cubicBezTo>
                  <a:lnTo>
                    <a:pt x="5869" y="8254"/>
                  </a:lnTo>
                  <a:cubicBezTo>
                    <a:pt x="5757" y="8273"/>
                    <a:pt x="5631" y="8282"/>
                    <a:pt x="5494" y="8282"/>
                  </a:cubicBezTo>
                  <a:cubicBezTo>
                    <a:pt x="4268" y="8282"/>
                    <a:pt x="2139" y="7516"/>
                    <a:pt x="1161" y="5785"/>
                  </a:cubicBezTo>
                  <a:lnTo>
                    <a:pt x="1161" y="5785"/>
                  </a:lnTo>
                  <a:cubicBezTo>
                    <a:pt x="1558" y="6580"/>
                    <a:pt x="2081" y="7710"/>
                    <a:pt x="3065" y="8651"/>
                  </a:cubicBezTo>
                  <a:cubicBezTo>
                    <a:pt x="3253" y="8839"/>
                    <a:pt x="3441" y="8986"/>
                    <a:pt x="3630" y="9132"/>
                  </a:cubicBezTo>
                  <a:cubicBezTo>
                    <a:pt x="3593" y="8932"/>
                    <a:pt x="3731" y="8652"/>
                    <a:pt x="4071" y="8652"/>
                  </a:cubicBezTo>
                  <a:cubicBezTo>
                    <a:pt x="4122" y="8652"/>
                    <a:pt x="4177" y="8658"/>
                    <a:pt x="4237" y="8672"/>
                  </a:cubicBezTo>
                  <a:cubicBezTo>
                    <a:pt x="4760" y="8777"/>
                    <a:pt x="5136" y="9237"/>
                    <a:pt x="5513" y="9488"/>
                  </a:cubicBezTo>
                  <a:cubicBezTo>
                    <a:pt x="6434" y="9907"/>
                    <a:pt x="7626" y="10074"/>
                    <a:pt x="7689" y="10743"/>
                  </a:cubicBezTo>
                  <a:lnTo>
                    <a:pt x="7668" y="10723"/>
                  </a:lnTo>
                  <a:cubicBezTo>
                    <a:pt x="7375" y="10241"/>
                    <a:pt x="6371" y="10346"/>
                    <a:pt x="5346" y="9865"/>
                  </a:cubicBezTo>
                  <a:cubicBezTo>
                    <a:pt x="4842" y="9306"/>
                    <a:pt x="4196" y="8960"/>
                    <a:pt x="3910" y="8960"/>
                  </a:cubicBezTo>
                  <a:cubicBezTo>
                    <a:pt x="3757" y="8960"/>
                    <a:pt x="3708" y="9060"/>
                    <a:pt x="3839" y="9279"/>
                  </a:cubicBezTo>
                  <a:cubicBezTo>
                    <a:pt x="4948" y="10053"/>
                    <a:pt x="6120" y="10304"/>
                    <a:pt x="6768" y="10388"/>
                  </a:cubicBezTo>
                  <a:lnTo>
                    <a:pt x="6685" y="10388"/>
                  </a:lnTo>
                  <a:cubicBezTo>
                    <a:pt x="6661" y="10388"/>
                    <a:pt x="6636" y="10389"/>
                    <a:pt x="6610" y="10389"/>
                  </a:cubicBezTo>
                  <a:cubicBezTo>
                    <a:pt x="5788" y="10389"/>
                    <a:pt x="4177" y="10055"/>
                    <a:pt x="2939" y="8798"/>
                  </a:cubicBezTo>
                  <a:cubicBezTo>
                    <a:pt x="1600" y="7500"/>
                    <a:pt x="1161" y="5910"/>
                    <a:pt x="847" y="5178"/>
                  </a:cubicBezTo>
                  <a:lnTo>
                    <a:pt x="847" y="5178"/>
                  </a:lnTo>
                  <a:cubicBezTo>
                    <a:pt x="868" y="5429"/>
                    <a:pt x="910" y="5701"/>
                    <a:pt x="972" y="5973"/>
                  </a:cubicBezTo>
                  <a:cubicBezTo>
                    <a:pt x="1265" y="6852"/>
                    <a:pt x="1872" y="8086"/>
                    <a:pt x="3023" y="9132"/>
                  </a:cubicBezTo>
                  <a:cubicBezTo>
                    <a:pt x="4145" y="10166"/>
                    <a:pt x="5443" y="10819"/>
                    <a:pt x="6351" y="10819"/>
                  </a:cubicBezTo>
                  <a:cubicBezTo>
                    <a:pt x="6527" y="10819"/>
                    <a:pt x="6688" y="10794"/>
                    <a:pt x="6831" y="10743"/>
                  </a:cubicBezTo>
                  <a:lnTo>
                    <a:pt x="6831" y="10743"/>
                  </a:lnTo>
                  <a:cubicBezTo>
                    <a:pt x="6644" y="10848"/>
                    <a:pt x="6415" y="10897"/>
                    <a:pt x="6157" y="10897"/>
                  </a:cubicBezTo>
                  <a:cubicBezTo>
                    <a:pt x="5229" y="10897"/>
                    <a:pt x="3929" y="10261"/>
                    <a:pt x="2897" y="9279"/>
                  </a:cubicBezTo>
                  <a:cubicBezTo>
                    <a:pt x="2165" y="8630"/>
                    <a:pt x="1663" y="7898"/>
                    <a:pt x="1328" y="7207"/>
                  </a:cubicBezTo>
                  <a:lnTo>
                    <a:pt x="1328" y="7207"/>
                  </a:lnTo>
                  <a:cubicBezTo>
                    <a:pt x="1663" y="8044"/>
                    <a:pt x="2186" y="8881"/>
                    <a:pt x="3023" y="9572"/>
                  </a:cubicBezTo>
                  <a:cubicBezTo>
                    <a:pt x="4717" y="10904"/>
                    <a:pt x="6630" y="11331"/>
                    <a:pt x="8002" y="11331"/>
                  </a:cubicBezTo>
                  <a:cubicBezTo>
                    <a:pt x="8375" y="11331"/>
                    <a:pt x="8709" y="11299"/>
                    <a:pt x="8986" y="11246"/>
                  </a:cubicBezTo>
                  <a:lnTo>
                    <a:pt x="8986" y="11246"/>
                  </a:lnTo>
                  <a:cubicBezTo>
                    <a:pt x="8634" y="11366"/>
                    <a:pt x="8171" y="11436"/>
                    <a:pt x="7640" y="11436"/>
                  </a:cubicBezTo>
                  <a:cubicBezTo>
                    <a:pt x="6595" y="11436"/>
                    <a:pt x="5282" y="11165"/>
                    <a:pt x="4006" y="10471"/>
                  </a:cubicBezTo>
                  <a:lnTo>
                    <a:pt x="4006" y="10471"/>
                  </a:lnTo>
                  <a:cubicBezTo>
                    <a:pt x="5220" y="11267"/>
                    <a:pt x="6999" y="11790"/>
                    <a:pt x="6999" y="11790"/>
                  </a:cubicBezTo>
                  <a:cubicBezTo>
                    <a:pt x="5785" y="11706"/>
                    <a:pt x="4571" y="11141"/>
                    <a:pt x="3588" y="10430"/>
                  </a:cubicBezTo>
                  <a:cubicBezTo>
                    <a:pt x="2040" y="9300"/>
                    <a:pt x="910" y="7458"/>
                    <a:pt x="680" y="5554"/>
                  </a:cubicBezTo>
                  <a:cubicBezTo>
                    <a:pt x="662" y="5453"/>
                    <a:pt x="595" y="5394"/>
                    <a:pt x="512" y="5394"/>
                  </a:cubicBezTo>
                  <a:cubicBezTo>
                    <a:pt x="305" y="5394"/>
                    <a:pt x="1" y="5765"/>
                    <a:pt x="136" y="6768"/>
                  </a:cubicBezTo>
                  <a:cubicBezTo>
                    <a:pt x="219" y="7458"/>
                    <a:pt x="387" y="8128"/>
                    <a:pt x="554" y="8693"/>
                  </a:cubicBezTo>
                  <a:cubicBezTo>
                    <a:pt x="1349" y="10032"/>
                    <a:pt x="2479" y="11162"/>
                    <a:pt x="3797" y="12041"/>
                  </a:cubicBezTo>
                  <a:cubicBezTo>
                    <a:pt x="4446" y="12459"/>
                    <a:pt x="5136" y="12836"/>
                    <a:pt x="5827" y="13171"/>
                  </a:cubicBezTo>
                  <a:cubicBezTo>
                    <a:pt x="5890" y="13192"/>
                    <a:pt x="5931" y="13212"/>
                    <a:pt x="5973" y="13233"/>
                  </a:cubicBezTo>
                  <a:cubicBezTo>
                    <a:pt x="5931" y="13192"/>
                    <a:pt x="5890" y="13171"/>
                    <a:pt x="5848" y="13150"/>
                  </a:cubicBezTo>
                  <a:cubicBezTo>
                    <a:pt x="5597" y="13003"/>
                    <a:pt x="5387" y="12878"/>
                    <a:pt x="5178" y="12731"/>
                  </a:cubicBezTo>
                  <a:cubicBezTo>
                    <a:pt x="4760" y="12480"/>
                    <a:pt x="4404" y="12250"/>
                    <a:pt x="4299" y="11915"/>
                  </a:cubicBezTo>
                  <a:cubicBezTo>
                    <a:pt x="4299" y="11873"/>
                    <a:pt x="4278" y="11852"/>
                    <a:pt x="4258" y="11811"/>
                  </a:cubicBezTo>
                  <a:lnTo>
                    <a:pt x="4258" y="11811"/>
                  </a:lnTo>
                  <a:lnTo>
                    <a:pt x="4299" y="11852"/>
                  </a:lnTo>
                  <a:cubicBezTo>
                    <a:pt x="4320" y="11894"/>
                    <a:pt x="4341" y="11915"/>
                    <a:pt x="4362" y="11936"/>
                  </a:cubicBezTo>
                  <a:cubicBezTo>
                    <a:pt x="4530" y="12062"/>
                    <a:pt x="4760" y="12208"/>
                    <a:pt x="5011" y="12355"/>
                  </a:cubicBezTo>
                  <a:cubicBezTo>
                    <a:pt x="5366" y="12501"/>
                    <a:pt x="5806" y="12668"/>
                    <a:pt x="6224" y="12940"/>
                  </a:cubicBezTo>
                  <a:cubicBezTo>
                    <a:pt x="6245" y="12961"/>
                    <a:pt x="6266" y="12961"/>
                    <a:pt x="6287" y="12961"/>
                  </a:cubicBezTo>
                  <a:cubicBezTo>
                    <a:pt x="6162" y="12773"/>
                    <a:pt x="6099" y="12564"/>
                    <a:pt x="6099" y="12438"/>
                  </a:cubicBezTo>
                  <a:lnTo>
                    <a:pt x="6099" y="12438"/>
                  </a:lnTo>
                  <a:cubicBezTo>
                    <a:pt x="6224" y="12606"/>
                    <a:pt x="6392" y="12815"/>
                    <a:pt x="6622" y="13045"/>
                  </a:cubicBezTo>
                  <a:cubicBezTo>
                    <a:pt x="6643" y="13087"/>
                    <a:pt x="6685" y="13108"/>
                    <a:pt x="6706" y="13129"/>
                  </a:cubicBezTo>
                  <a:cubicBezTo>
                    <a:pt x="6831" y="13171"/>
                    <a:pt x="6957" y="13192"/>
                    <a:pt x="7082" y="13233"/>
                  </a:cubicBezTo>
                  <a:cubicBezTo>
                    <a:pt x="6915" y="13024"/>
                    <a:pt x="6810" y="12815"/>
                    <a:pt x="6768" y="12689"/>
                  </a:cubicBezTo>
                  <a:lnTo>
                    <a:pt x="6768" y="12689"/>
                  </a:lnTo>
                  <a:cubicBezTo>
                    <a:pt x="6936" y="12815"/>
                    <a:pt x="7145" y="13024"/>
                    <a:pt x="7375" y="13275"/>
                  </a:cubicBezTo>
                  <a:cubicBezTo>
                    <a:pt x="7417" y="13296"/>
                    <a:pt x="7438" y="13317"/>
                    <a:pt x="7459" y="13338"/>
                  </a:cubicBezTo>
                  <a:cubicBezTo>
                    <a:pt x="7563" y="13359"/>
                    <a:pt x="7668" y="13380"/>
                    <a:pt x="7773" y="13401"/>
                  </a:cubicBezTo>
                  <a:cubicBezTo>
                    <a:pt x="7856" y="13401"/>
                    <a:pt x="7940" y="13401"/>
                    <a:pt x="8003" y="13380"/>
                  </a:cubicBezTo>
                  <a:cubicBezTo>
                    <a:pt x="7982" y="13380"/>
                    <a:pt x="7961" y="13359"/>
                    <a:pt x="7919" y="13338"/>
                  </a:cubicBezTo>
                  <a:cubicBezTo>
                    <a:pt x="7626" y="13087"/>
                    <a:pt x="7480" y="12794"/>
                    <a:pt x="7438" y="12606"/>
                  </a:cubicBezTo>
                  <a:lnTo>
                    <a:pt x="7438" y="12606"/>
                  </a:lnTo>
                  <a:cubicBezTo>
                    <a:pt x="7605" y="12752"/>
                    <a:pt x="7794" y="12961"/>
                    <a:pt x="8045" y="13171"/>
                  </a:cubicBezTo>
                  <a:cubicBezTo>
                    <a:pt x="8170" y="13275"/>
                    <a:pt x="8296" y="13317"/>
                    <a:pt x="8400" y="13359"/>
                  </a:cubicBezTo>
                  <a:cubicBezTo>
                    <a:pt x="8547" y="13359"/>
                    <a:pt x="8693" y="13338"/>
                    <a:pt x="8861" y="13317"/>
                  </a:cubicBezTo>
                  <a:cubicBezTo>
                    <a:pt x="8484" y="13171"/>
                    <a:pt x="8254" y="12878"/>
                    <a:pt x="8191" y="12731"/>
                  </a:cubicBezTo>
                  <a:lnTo>
                    <a:pt x="8212" y="12731"/>
                  </a:lnTo>
                  <a:cubicBezTo>
                    <a:pt x="8400" y="12857"/>
                    <a:pt x="8651" y="13066"/>
                    <a:pt x="9028" y="13150"/>
                  </a:cubicBezTo>
                  <a:cubicBezTo>
                    <a:pt x="9154" y="13192"/>
                    <a:pt x="9279" y="13192"/>
                    <a:pt x="9405" y="13212"/>
                  </a:cubicBezTo>
                  <a:cubicBezTo>
                    <a:pt x="9195" y="13087"/>
                    <a:pt x="9049" y="12961"/>
                    <a:pt x="8986" y="12878"/>
                  </a:cubicBezTo>
                  <a:lnTo>
                    <a:pt x="8986" y="12878"/>
                  </a:lnTo>
                  <a:cubicBezTo>
                    <a:pt x="9175" y="12899"/>
                    <a:pt x="9384" y="12982"/>
                    <a:pt x="9614" y="13108"/>
                  </a:cubicBezTo>
                  <a:cubicBezTo>
                    <a:pt x="9657" y="13102"/>
                    <a:pt x="9700" y="13099"/>
                    <a:pt x="9742" y="13099"/>
                  </a:cubicBezTo>
                  <a:cubicBezTo>
                    <a:pt x="9844" y="13099"/>
                    <a:pt x="9944" y="13114"/>
                    <a:pt x="10032" y="13129"/>
                  </a:cubicBezTo>
                  <a:cubicBezTo>
                    <a:pt x="10339" y="13073"/>
                    <a:pt x="10618" y="13036"/>
                    <a:pt x="10869" y="13036"/>
                  </a:cubicBezTo>
                  <a:cubicBezTo>
                    <a:pt x="10995" y="13036"/>
                    <a:pt x="11113" y="13045"/>
                    <a:pt x="11225" y="13066"/>
                  </a:cubicBezTo>
                  <a:cubicBezTo>
                    <a:pt x="10953" y="12940"/>
                    <a:pt x="10660" y="12752"/>
                    <a:pt x="10367" y="12543"/>
                  </a:cubicBezTo>
                  <a:cubicBezTo>
                    <a:pt x="10311" y="12534"/>
                    <a:pt x="10256" y="12531"/>
                    <a:pt x="10203" y="12531"/>
                  </a:cubicBezTo>
                  <a:cubicBezTo>
                    <a:pt x="10025" y="12531"/>
                    <a:pt x="9864" y="12567"/>
                    <a:pt x="9737" y="12567"/>
                  </a:cubicBezTo>
                  <a:cubicBezTo>
                    <a:pt x="9716" y="12567"/>
                    <a:pt x="9696" y="12566"/>
                    <a:pt x="9677" y="12564"/>
                  </a:cubicBezTo>
                  <a:cubicBezTo>
                    <a:pt x="9781" y="12501"/>
                    <a:pt x="9907" y="12417"/>
                    <a:pt x="10095" y="12375"/>
                  </a:cubicBezTo>
                  <a:cubicBezTo>
                    <a:pt x="10074" y="12355"/>
                    <a:pt x="10053" y="12334"/>
                    <a:pt x="10032" y="12313"/>
                  </a:cubicBezTo>
                  <a:cubicBezTo>
                    <a:pt x="9949" y="12271"/>
                    <a:pt x="9886" y="12229"/>
                    <a:pt x="9802" y="12187"/>
                  </a:cubicBezTo>
                  <a:cubicBezTo>
                    <a:pt x="9739" y="12208"/>
                    <a:pt x="9656" y="12208"/>
                    <a:pt x="9593" y="12229"/>
                  </a:cubicBezTo>
                  <a:cubicBezTo>
                    <a:pt x="9363" y="12313"/>
                    <a:pt x="9175" y="12396"/>
                    <a:pt x="9049" y="12417"/>
                  </a:cubicBezTo>
                  <a:cubicBezTo>
                    <a:pt x="9091" y="12313"/>
                    <a:pt x="9237" y="12166"/>
                    <a:pt x="9447" y="12062"/>
                  </a:cubicBezTo>
                  <a:cubicBezTo>
                    <a:pt x="9289" y="12032"/>
                    <a:pt x="9136" y="12020"/>
                    <a:pt x="8993" y="12020"/>
                  </a:cubicBezTo>
                  <a:cubicBezTo>
                    <a:pt x="8737" y="12020"/>
                    <a:pt x="8512" y="12056"/>
                    <a:pt x="8338" y="12083"/>
                  </a:cubicBezTo>
                  <a:lnTo>
                    <a:pt x="8359" y="12062"/>
                  </a:lnTo>
                  <a:cubicBezTo>
                    <a:pt x="8502" y="11892"/>
                    <a:pt x="8898" y="11698"/>
                    <a:pt x="9364" y="11698"/>
                  </a:cubicBezTo>
                  <a:cubicBezTo>
                    <a:pt x="9645" y="11698"/>
                    <a:pt x="9951" y="11768"/>
                    <a:pt x="10242" y="11957"/>
                  </a:cubicBezTo>
                  <a:cubicBezTo>
                    <a:pt x="10325" y="12041"/>
                    <a:pt x="10409" y="12103"/>
                    <a:pt x="10493" y="12166"/>
                  </a:cubicBezTo>
                  <a:cubicBezTo>
                    <a:pt x="11079" y="12124"/>
                    <a:pt x="11790" y="11811"/>
                    <a:pt x="12460" y="11287"/>
                  </a:cubicBezTo>
                  <a:cubicBezTo>
                    <a:pt x="12883" y="11001"/>
                    <a:pt x="13307" y="10892"/>
                    <a:pt x="13701" y="10892"/>
                  </a:cubicBezTo>
                  <a:cubicBezTo>
                    <a:pt x="13911" y="10892"/>
                    <a:pt x="14112" y="10923"/>
                    <a:pt x="14301" y="10974"/>
                  </a:cubicBezTo>
                  <a:cubicBezTo>
                    <a:pt x="13861" y="10702"/>
                    <a:pt x="13359" y="10388"/>
                    <a:pt x="12711" y="10304"/>
                  </a:cubicBezTo>
                  <a:cubicBezTo>
                    <a:pt x="12494" y="10257"/>
                    <a:pt x="12288" y="10237"/>
                    <a:pt x="12091" y="10237"/>
                  </a:cubicBezTo>
                  <a:cubicBezTo>
                    <a:pt x="11242" y="10237"/>
                    <a:pt x="10583" y="10608"/>
                    <a:pt x="10158" y="10743"/>
                  </a:cubicBezTo>
                  <a:lnTo>
                    <a:pt x="10200" y="10723"/>
                  </a:lnTo>
                  <a:cubicBezTo>
                    <a:pt x="10570" y="10494"/>
                    <a:pt x="11280" y="10042"/>
                    <a:pt x="12195" y="10042"/>
                  </a:cubicBezTo>
                  <a:cubicBezTo>
                    <a:pt x="12367" y="10042"/>
                    <a:pt x="12546" y="10058"/>
                    <a:pt x="12732" y="10095"/>
                  </a:cubicBezTo>
                  <a:cubicBezTo>
                    <a:pt x="13631" y="10241"/>
                    <a:pt x="14238" y="10743"/>
                    <a:pt x="14677" y="11099"/>
                  </a:cubicBezTo>
                  <a:cubicBezTo>
                    <a:pt x="14761" y="11141"/>
                    <a:pt x="14824" y="11183"/>
                    <a:pt x="14908" y="11225"/>
                  </a:cubicBezTo>
                  <a:cubicBezTo>
                    <a:pt x="14489" y="10743"/>
                    <a:pt x="13987" y="10116"/>
                    <a:pt x="13171" y="9781"/>
                  </a:cubicBezTo>
                  <a:cubicBezTo>
                    <a:pt x="12688" y="9568"/>
                    <a:pt x="12221" y="9493"/>
                    <a:pt x="11796" y="9493"/>
                  </a:cubicBezTo>
                  <a:cubicBezTo>
                    <a:pt x="11135" y="9493"/>
                    <a:pt x="10577" y="9675"/>
                    <a:pt x="10221" y="9802"/>
                  </a:cubicBezTo>
                  <a:lnTo>
                    <a:pt x="10263" y="9781"/>
                  </a:lnTo>
                  <a:cubicBezTo>
                    <a:pt x="10493" y="9551"/>
                    <a:pt x="10953" y="9300"/>
                    <a:pt x="11560" y="9195"/>
                  </a:cubicBezTo>
                  <a:cubicBezTo>
                    <a:pt x="11727" y="9111"/>
                    <a:pt x="11874" y="9028"/>
                    <a:pt x="11978" y="8860"/>
                  </a:cubicBezTo>
                  <a:cubicBezTo>
                    <a:pt x="12258" y="8844"/>
                    <a:pt x="11569" y="8582"/>
                    <a:pt x="11027" y="8582"/>
                  </a:cubicBezTo>
                  <a:cubicBezTo>
                    <a:pt x="10879" y="8582"/>
                    <a:pt x="10742" y="8602"/>
                    <a:pt x="10639" y="8651"/>
                  </a:cubicBezTo>
                  <a:cubicBezTo>
                    <a:pt x="9551" y="8856"/>
                    <a:pt x="8664" y="9929"/>
                    <a:pt x="7939" y="9929"/>
                  </a:cubicBezTo>
                  <a:cubicBezTo>
                    <a:pt x="7925" y="9929"/>
                    <a:pt x="7912" y="9928"/>
                    <a:pt x="7898" y="9927"/>
                  </a:cubicBezTo>
                  <a:lnTo>
                    <a:pt x="7898" y="9927"/>
                  </a:lnTo>
                  <a:cubicBezTo>
                    <a:pt x="8003" y="10367"/>
                    <a:pt x="7856" y="10764"/>
                    <a:pt x="7773" y="10953"/>
                  </a:cubicBezTo>
                  <a:cubicBezTo>
                    <a:pt x="7668" y="10702"/>
                    <a:pt x="7647" y="10325"/>
                    <a:pt x="7501" y="9969"/>
                  </a:cubicBezTo>
                  <a:cubicBezTo>
                    <a:pt x="7438" y="9907"/>
                    <a:pt x="7354" y="9844"/>
                    <a:pt x="7271" y="9781"/>
                  </a:cubicBezTo>
                  <a:cubicBezTo>
                    <a:pt x="6999" y="9614"/>
                    <a:pt x="6726" y="9551"/>
                    <a:pt x="6559" y="9488"/>
                  </a:cubicBezTo>
                  <a:cubicBezTo>
                    <a:pt x="6628" y="9465"/>
                    <a:pt x="6722" y="9448"/>
                    <a:pt x="6831" y="9448"/>
                  </a:cubicBezTo>
                  <a:cubicBezTo>
                    <a:pt x="6921" y="9448"/>
                    <a:pt x="7020" y="9460"/>
                    <a:pt x="7124" y="9488"/>
                  </a:cubicBezTo>
                  <a:cubicBezTo>
                    <a:pt x="6789" y="9174"/>
                    <a:pt x="6454" y="8944"/>
                    <a:pt x="6287" y="8735"/>
                  </a:cubicBezTo>
                  <a:lnTo>
                    <a:pt x="6308" y="8735"/>
                  </a:lnTo>
                  <a:cubicBezTo>
                    <a:pt x="6454" y="8756"/>
                    <a:pt x="6685" y="8798"/>
                    <a:pt x="6915" y="8902"/>
                  </a:cubicBezTo>
                  <a:cubicBezTo>
                    <a:pt x="6996" y="8912"/>
                    <a:pt x="7080" y="8918"/>
                    <a:pt x="7165" y="8918"/>
                  </a:cubicBezTo>
                  <a:cubicBezTo>
                    <a:pt x="7432" y="8918"/>
                    <a:pt x="7718" y="8867"/>
                    <a:pt x="8003" y="8756"/>
                  </a:cubicBezTo>
                  <a:cubicBezTo>
                    <a:pt x="7982" y="8756"/>
                    <a:pt x="7961" y="8777"/>
                    <a:pt x="7940" y="8777"/>
                  </a:cubicBezTo>
                  <a:cubicBezTo>
                    <a:pt x="7438" y="8735"/>
                    <a:pt x="7061" y="8588"/>
                    <a:pt x="6894" y="8463"/>
                  </a:cubicBezTo>
                  <a:lnTo>
                    <a:pt x="6915" y="8463"/>
                  </a:lnTo>
                  <a:cubicBezTo>
                    <a:pt x="7124" y="8484"/>
                    <a:pt x="7501" y="8546"/>
                    <a:pt x="7919" y="8567"/>
                  </a:cubicBezTo>
                  <a:cubicBezTo>
                    <a:pt x="8317" y="8546"/>
                    <a:pt x="8568" y="8379"/>
                    <a:pt x="8777" y="8254"/>
                  </a:cubicBezTo>
                  <a:cubicBezTo>
                    <a:pt x="8798" y="8212"/>
                    <a:pt x="8840" y="8170"/>
                    <a:pt x="8882" y="8128"/>
                  </a:cubicBezTo>
                  <a:lnTo>
                    <a:pt x="8882" y="8128"/>
                  </a:lnTo>
                  <a:cubicBezTo>
                    <a:pt x="8635" y="8260"/>
                    <a:pt x="8380" y="8311"/>
                    <a:pt x="8153" y="8311"/>
                  </a:cubicBezTo>
                  <a:cubicBezTo>
                    <a:pt x="7841" y="8311"/>
                    <a:pt x="7580" y="8216"/>
                    <a:pt x="7459" y="8107"/>
                  </a:cubicBezTo>
                  <a:lnTo>
                    <a:pt x="7480" y="8107"/>
                  </a:lnTo>
                  <a:cubicBezTo>
                    <a:pt x="7601" y="8145"/>
                    <a:pt x="7755" y="8172"/>
                    <a:pt x="7930" y="8172"/>
                  </a:cubicBezTo>
                  <a:cubicBezTo>
                    <a:pt x="8236" y="8172"/>
                    <a:pt x="8605" y="8089"/>
                    <a:pt x="8965" y="7835"/>
                  </a:cubicBezTo>
                  <a:cubicBezTo>
                    <a:pt x="9049" y="7772"/>
                    <a:pt x="9133" y="7710"/>
                    <a:pt x="9216" y="7647"/>
                  </a:cubicBezTo>
                  <a:cubicBezTo>
                    <a:pt x="9237" y="7605"/>
                    <a:pt x="9258" y="7584"/>
                    <a:pt x="9279" y="7563"/>
                  </a:cubicBezTo>
                  <a:lnTo>
                    <a:pt x="9279" y="7563"/>
                  </a:lnTo>
                  <a:cubicBezTo>
                    <a:pt x="9237" y="7584"/>
                    <a:pt x="9195" y="7605"/>
                    <a:pt x="9154" y="7626"/>
                  </a:cubicBezTo>
                  <a:cubicBezTo>
                    <a:pt x="9004" y="7684"/>
                    <a:pt x="8855" y="7706"/>
                    <a:pt x="8719" y="7706"/>
                  </a:cubicBezTo>
                  <a:cubicBezTo>
                    <a:pt x="8514" y="7706"/>
                    <a:pt x="8342" y="7655"/>
                    <a:pt x="8254" y="7605"/>
                  </a:cubicBezTo>
                  <a:lnTo>
                    <a:pt x="8275" y="7605"/>
                  </a:lnTo>
                  <a:cubicBezTo>
                    <a:pt x="8463" y="7584"/>
                    <a:pt x="8756" y="7563"/>
                    <a:pt x="9070" y="7438"/>
                  </a:cubicBezTo>
                  <a:cubicBezTo>
                    <a:pt x="9195" y="7375"/>
                    <a:pt x="9279" y="7333"/>
                    <a:pt x="9384" y="7270"/>
                  </a:cubicBezTo>
                  <a:lnTo>
                    <a:pt x="9384" y="7270"/>
                  </a:lnTo>
                  <a:cubicBezTo>
                    <a:pt x="9321" y="7291"/>
                    <a:pt x="9279" y="7312"/>
                    <a:pt x="9237" y="7312"/>
                  </a:cubicBezTo>
                  <a:cubicBezTo>
                    <a:pt x="9300" y="7270"/>
                    <a:pt x="9363" y="7228"/>
                    <a:pt x="9447" y="7186"/>
                  </a:cubicBezTo>
                  <a:cubicBezTo>
                    <a:pt x="9405" y="7186"/>
                    <a:pt x="9363" y="7207"/>
                    <a:pt x="9342" y="7207"/>
                  </a:cubicBezTo>
                  <a:cubicBezTo>
                    <a:pt x="9426" y="7145"/>
                    <a:pt x="9551" y="7061"/>
                    <a:pt x="9719" y="6998"/>
                  </a:cubicBezTo>
                  <a:cubicBezTo>
                    <a:pt x="9823" y="6956"/>
                    <a:pt x="9928" y="6914"/>
                    <a:pt x="10012" y="6914"/>
                  </a:cubicBezTo>
                  <a:cubicBezTo>
                    <a:pt x="10221" y="6768"/>
                    <a:pt x="10451" y="6684"/>
                    <a:pt x="10660" y="6622"/>
                  </a:cubicBezTo>
                  <a:cubicBezTo>
                    <a:pt x="10430" y="6622"/>
                    <a:pt x="10200" y="6642"/>
                    <a:pt x="9949" y="6726"/>
                  </a:cubicBezTo>
                  <a:cubicBezTo>
                    <a:pt x="9490" y="6939"/>
                    <a:pt x="9006" y="7101"/>
                    <a:pt x="8667" y="7101"/>
                  </a:cubicBezTo>
                  <a:cubicBezTo>
                    <a:pt x="8573" y="7101"/>
                    <a:pt x="8490" y="7088"/>
                    <a:pt x="8421" y="7061"/>
                  </a:cubicBezTo>
                  <a:lnTo>
                    <a:pt x="8463" y="7061"/>
                  </a:lnTo>
                  <a:cubicBezTo>
                    <a:pt x="8798" y="7061"/>
                    <a:pt x="9258" y="6810"/>
                    <a:pt x="9886" y="6538"/>
                  </a:cubicBezTo>
                  <a:cubicBezTo>
                    <a:pt x="10087" y="6471"/>
                    <a:pt x="10278" y="6444"/>
                    <a:pt x="10453" y="6444"/>
                  </a:cubicBezTo>
                  <a:cubicBezTo>
                    <a:pt x="10716" y="6444"/>
                    <a:pt x="10945" y="6504"/>
                    <a:pt x="11120" y="6580"/>
                  </a:cubicBezTo>
                  <a:cubicBezTo>
                    <a:pt x="11267" y="6580"/>
                    <a:pt x="11413" y="6642"/>
                    <a:pt x="11518" y="6726"/>
                  </a:cubicBezTo>
                  <a:cubicBezTo>
                    <a:pt x="11288" y="6308"/>
                    <a:pt x="10765" y="5910"/>
                    <a:pt x="10053" y="5701"/>
                  </a:cubicBezTo>
                  <a:cubicBezTo>
                    <a:pt x="9964" y="5683"/>
                    <a:pt x="9863" y="5665"/>
                    <a:pt x="9756" y="5665"/>
                  </a:cubicBezTo>
                  <a:cubicBezTo>
                    <a:pt x="9612" y="5665"/>
                    <a:pt x="9456" y="5697"/>
                    <a:pt x="9300" y="5805"/>
                  </a:cubicBezTo>
                  <a:cubicBezTo>
                    <a:pt x="8958" y="6087"/>
                    <a:pt x="8557" y="6253"/>
                    <a:pt x="8341" y="6284"/>
                  </a:cubicBezTo>
                  <a:lnTo>
                    <a:pt x="8341" y="6284"/>
                  </a:lnTo>
                  <a:cubicBezTo>
                    <a:pt x="8529" y="6117"/>
                    <a:pt x="8821" y="5929"/>
                    <a:pt x="9175" y="5638"/>
                  </a:cubicBezTo>
                  <a:cubicBezTo>
                    <a:pt x="9237" y="5596"/>
                    <a:pt x="9300" y="5554"/>
                    <a:pt x="9363" y="5533"/>
                  </a:cubicBezTo>
                  <a:cubicBezTo>
                    <a:pt x="9216" y="5533"/>
                    <a:pt x="9091" y="5533"/>
                    <a:pt x="8965" y="5513"/>
                  </a:cubicBezTo>
                  <a:cubicBezTo>
                    <a:pt x="8777" y="5596"/>
                    <a:pt x="8589" y="5701"/>
                    <a:pt x="8400" y="5847"/>
                  </a:cubicBezTo>
                  <a:cubicBezTo>
                    <a:pt x="8003" y="6182"/>
                    <a:pt x="7668" y="6475"/>
                    <a:pt x="7459" y="6601"/>
                  </a:cubicBezTo>
                  <a:lnTo>
                    <a:pt x="7480" y="6580"/>
                  </a:lnTo>
                  <a:cubicBezTo>
                    <a:pt x="7605" y="6370"/>
                    <a:pt x="7877" y="6015"/>
                    <a:pt x="8275" y="5680"/>
                  </a:cubicBezTo>
                  <a:cubicBezTo>
                    <a:pt x="8338" y="5638"/>
                    <a:pt x="8400" y="5617"/>
                    <a:pt x="8463" y="5575"/>
                  </a:cubicBezTo>
                  <a:lnTo>
                    <a:pt x="8463" y="5575"/>
                  </a:lnTo>
                  <a:cubicBezTo>
                    <a:pt x="8317" y="5617"/>
                    <a:pt x="8170" y="5659"/>
                    <a:pt x="8024" y="5701"/>
                  </a:cubicBezTo>
                  <a:cubicBezTo>
                    <a:pt x="7877" y="5826"/>
                    <a:pt x="7731" y="5994"/>
                    <a:pt x="7563" y="6182"/>
                  </a:cubicBezTo>
                  <a:cubicBezTo>
                    <a:pt x="7291" y="6538"/>
                    <a:pt x="6894" y="6705"/>
                    <a:pt x="6706" y="6705"/>
                  </a:cubicBezTo>
                  <a:lnTo>
                    <a:pt x="6706" y="6684"/>
                  </a:lnTo>
                  <a:cubicBezTo>
                    <a:pt x="6894" y="6559"/>
                    <a:pt x="7145" y="6370"/>
                    <a:pt x="7417" y="6057"/>
                  </a:cubicBezTo>
                  <a:cubicBezTo>
                    <a:pt x="7480" y="5973"/>
                    <a:pt x="7543" y="5910"/>
                    <a:pt x="7605" y="5847"/>
                  </a:cubicBezTo>
                  <a:lnTo>
                    <a:pt x="7605" y="5847"/>
                  </a:lnTo>
                  <a:cubicBezTo>
                    <a:pt x="7501" y="5889"/>
                    <a:pt x="7396" y="5931"/>
                    <a:pt x="7291" y="5973"/>
                  </a:cubicBezTo>
                  <a:cubicBezTo>
                    <a:pt x="7229" y="6119"/>
                    <a:pt x="7103" y="6266"/>
                    <a:pt x="6915" y="6370"/>
                  </a:cubicBezTo>
                  <a:cubicBezTo>
                    <a:pt x="6648" y="6530"/>
                    <a:pt x="6382" y="6585"/>
                    <a:pt x="6205" y="6585"/>
                  </a:cubicBezTo>
                  <a:cubicBezTo>
                    <a:pt x="6174" y="6585"/>
                    <a:pt x="6145" y="6583"/>
                    <a:pt x="6120" y="6580"/>
                  </a:cubicBezTo>
                  <a:cubicBezTo>
                    <a:pt x="6266" y="6475"/>
                    <a:pt x="6538" y="6349"/>
                    <a:pt x="6810" y="6203"/>
                  </a:cubicBezTo>
                  <a:cubicBezTo>
                    <a:pt x="6821" y="6192"/>
                    <a:pt x="6832" y="6181"/>
                    <a:pt x="6843" y="6174"/>
                  </a:cubicBezTo>
                  <a:lnTo>
                    <a:pt x="6843" y="6174"/>
                  </a:lnTo>
                  <a:cubicBezTo>
                    <a:pt x="6499" y="6313"/>
                    <a:pt x="6186" y="6418"/>
                    <a:pt x="5915" y="6418"/>
                  </a:cubicBezTo>
                  <a:cubicBezTo>
                    <a:pt x="5751" y="6418"/>
                    <a:pt x="5603" y="6380"/>
                    <a:pt x="5471" y="6287"/>
                  </a:cubicBezTo>
                  <a:lnTo>
                    <a:pt x="5534" y="6287"/>
                  </a:lnTo>
                  <a:cubicBezTo>
                    <a:pt x="5586" y="6297"/>
                    <a:pt x="5644" y="6302"/>
                    <a:pt x="5704" y="6302"/>
                  </a:cubicBezTo>
                  <a:cubicBezTo>
                    <a:pt x="5764" y="6302"/>
                    <a:pt x="5827" y="6297"/>
                    <a:pt x="5890" y="6287"/>
                  </a:cubicBezTo>
                  <a:cubicBezTo>
                    <a:pt x="6120" y="6098"/>
                    <a:pt x="6475" y="5868"/>
                    <a:pt x="6454" y="5408"/>
                  </a:cubicBezTo>
                  <a:lnTo>
                    <a:pt x="6454" y="5408"/>
                  </a:lnTo>
                  <a:cubicBezTo>
                    <a:pt x="6380" y="5706"/>
                    <a:pt x="6124" y="5854"/>
                    <a:pt x="5965" y="5854"/>
                  </a:cubicBezTo>
                  <a:cubicBezTo>
                    <a:pt x="5945" y="5854"/>
                    <a:pt x="5927" y="5852"/>
                    <a:pt x="5910" y="5847"/>
                  </a:cubicBezTo>
                  <a:cubicBezTo>
                    <a:pt x="6099" y="5743"/>
                    <a:pt x="6224" y="5596"/>
                    <a:pt x="6266" y="5241"/>
                  </a:cubicBezTo>
                  <a:cubicBezTo>
                    <a:pt x="6287" y="4989"/>
                    <a:pt x="6245" y="4801"/>
                    <a:pt x="6203" y="4634"/>
                  </a:cubicBezTo>
                  <a:cubicBezTo>
                    <a:pt x="6099" y="4466"/>
                    <a:pt x="5973" y="4362"/>
                    <a:pt x="5827" y="4341"/>
                  </a:cubicBezTo>
                  <a:lnTo>
                    <a:pt x="5827" y="4341"/>
                  </a:lnTo>
                  <a:cubicBezTo>
                    <a:pt x="5915" y="4860"/>
                    <a:pt x="5499" y="5126"/>
                    <a:pt x="4963" y="5126"/>
                  </a:cubicBezTo>
                  <a:cubicBezTo>
                    <a:pt x="4096" y="5126"/>
                    <a:pt x="2915" y="4429"/>
                    <a:pt x="3044" y="2981"/>
                  </a:cubicBezTo>
                  <a:cubicBezTo>
                    <a:pt x="3063" y="2119"/>
                    <a:pt x="3702" y="1140"/>
                    <a:pt x="4497" y="1140"/>
                  </a:cubicBezTo>
                  <a:cubicBezTo>
                    <a:pt x="4590" y="1140"/>
                    <a:pt x="4684" y="1153"/>
                    <a:pt x="4781" y="1181"/>
                  </a:cubicBezTo>
                  <a:cubicBezTo>
                    <a:pt x="4843" y="1202"/>
                    <a:pt x="4885" y="1223"/>
                    <a:pt x="4927" y="1244"/>
                  </a:cubicBezTo>
                  <a:cubicBezTo>
                    <a:pt x="4927" y="1223"/>
                    <a:pt x="4927" y="1223"/>
                    <a:pt x="4906" y="1223"/>
                  </a:cubicBezTo>
                  <a:cubicBezTo>
                    <a:pt x="4843" y="1140"/>
                    <a:pt x="4760" y="1077"/>
                    <a:pt x="4655" y="1014"/>
                  </a:cubicBezTo>
                  <a:cubicBezTo>
                    <a:pt x="4580" y="992"/>
                    <a:pt x="4505" y="981"/>
                    <a:pt x="4428" y="981"/>
                  </a:cubicBezTo>
                  <a:cubicBezTo>
                    <a:pt x="3714" y="981"/>
                    <a:pt x="2969" y="1904"/>
                    <a:pt x="2856" y="2792"/>
                  </a:cubicBezTo>
                  <a:cubicBezTo>
                    <a:pt x="2793" y="3860"/>
                    <a:pt x="3337" y="4885"/>
                    <a:pt x="4069" y="5324"/>
                  </a:cubicBezTo>
                  <a:cubicBezTo>
                    <a:pt x="4282" y="5459"/>
                    <a:pt x="4488" y="5512"/>
                    <a:pt x="4681" y="5512"/>
                  </a:cubicBezTo>
                  <a:cubicBezTo>
                    <a:pt x="5209" y="5512"/>
                    <a:pt x="5645" y="5115"/>
                    <a:pt x="5890" y="4885"/>
                  </a:cubicBezTo>
                  <a:lnTo>
                    <a:pt x="5890" y="4885"/>
                  </a:lnTo>
                  <a:lnTo>
                    <a:pt x="5827" y="4948"/>
                  </a:lnTo>
                  <a:cubicBezTo>
                    <a:pt x="5615" y="5220"/>
                    <a:pt x="5164" y="5611"/>
                    <a:pt x="4606" y="5611"/>
                  </a:cubicBezTo>
                  <a:cubicBezTo>
                    <a:pt x="4392" y="5611"/>
                    <a:pt x="4161" y="5553"/>
                    <a:pt x="3923" y="5408"/>
                  </a:cubicBezTo>
                  <a:cubicBezTo>
                    <a:pt x="3149" y="4927"/>
                    <a:pt x="2584" y="3901"/>
                    <a:pt x="2646" y="2772"/>
                  </a:cubicBezTo>
                  <a:cubicBezTo>
                    <a:pt x="2779" y="1804"/>
                    <a:pt x="3532" y="836"/>
                    <a:pt x="4389" y="836"/>
                  </a:cubicBezTo>
                  <a:cubicBezTo>
                    <a:pt x="4477" y="836"/>
                    <a:pt x="4566" y="846"/>
                    <a:pt x="4655" y="868"/>
                  </a:cubicBezTo>
                  <a:cubicBezTo>
                    <a:pt x="4655" y="868"/>
                    <a:pt x="4613" y="847"/>
                    <a:pt x="4613" y="826"/>
                  </a:cubicBezTo>
                  <a:cubicBezTo>
                    <a:pt x="4624" y="826"/>
                    <a:pt x="4634" y="827"/>
                    <a:pt x="4643" y="829"/>
                  </a:cubicBezTo>
                  <a:lnTo>
                    <a:pt x="4643" y="829"/>
                  </a:lnTo>
                  <a:cubicBezTo>
                    <a:pt x="4641" y="828"/>
                    <a:pt x="4637" y="827"/>
                    <a:pt x="4634" y="826"/>
                  </a:cubicBezTo>
                  <a:cubicBezTo>
                    <a:pt x="4477" y="742"/>
                    <a:pt x="4317" y="704"/>
                    <a:pt x="4159" y="704"/>
                  </a:cubicBezTo>
                  <a:cubicBezTo>
                    <a:pt x="3331" y="704"/>
                    <a:pt x="2550" y="1752"/>
                    <a:pt x="2374" y="2772"/>
                  </a:cubicBezTo>
                  <a:cubicBezTo>
                    <a:pt x="2207" y="4069"/>
                    <a:pt x="2918" y="5303"/>
                    <a:pt x="3818" y="5805"/>
                  </a:cubicBezTo>
                  <a:cubicBezTo>
                    <a:pt x="4061" y="5945"/>
                    <a:pt x="4294" y="6002"/>
                    <a:pt x="4513" y="6002"/>
                  </a:cubicBezTo>
                  <a:cubicBezTo>
                    <a:pt x="5112" y="6002"/>
                    <a:pt x="5604" y="5576"/>
                    <a:pt x="5903" y="5272"/>
                  </a:cubicBezTo>
                  <a:lnTo>
                    <a:pt x="5903" y="5272"/>
                  </a:lnTo>
                  <a:cubicBezTo>
                    <a:pt x="5667" y="5613"/>
                    <a:pt x="5118" y="6103"/>
                    <a:pt x="4429" y="6103"/>
                  </a:cubicBezTo>
                  <a:cubicBezTo>
                    <a:pt x="4185" y="6103"/>
                    <a:pt x="3923" y="6041"/>
                    <a:pt x="3651" y="5889"/>
                  </a:cubicBezTo>
                  <a:cubicBezTo>
                    <a:pt x="2709" y="5366"/>
                    <a:pt x="1998" y="4090"/>
                    <a:pt x="2165" y="2730"/>
                  </a:cubicBezTo>
                  <a:cubicBezTo>
                    <a:pt x="2340" y="1682"/>
                    <a:pt x="3199" y="533"/>
                    <a:pt x="4147" y="533"/>
                  </a:cubicBezTo>
                  <a:cubicBezTo>
                    <a:pt x="4335" y="533"/>
                    <a:pt x="4527" y="579"/>
                    <a:pt x="4718" y="679"/>
                  </a:cubicBezTo>
                  <a:cubicBezTo>
                    <a:pt x="5283" y="972"/>
                    <a:pt x="5597" y="1600"/>
                    <a:pt x="5597" y="2060"/>
                  </a:cubicBezTo>
                  <a:cubicBezTo>
                    <a:pt x="5638" y="1914"/>
                    <a:pt x="5618" y="1725"/>
                    <a:pt x="5576" y="1558"/>
                  </a:cubicBezTo>
                  <a:cubicBezTo>
                    <a:pt x="5492" y="1328"/>
                    <a:pt x="5325" y="1098"/>
                    <a:pt x="5115" y="888"/>
                  </a:cubicBezTo>
                  <a:cubicBezTo>
                    <a:pt x="4808" y="614"/>
                    <a:pt x="4401" y="472"/>
                    <a:pt x="3973" y="472"/>
                  </a:cubicBezTo>
                  <a:cubicBezTo>
                    <a:pt x="3586" y="472"/>
                    <a:pt x="3181" y="587"/>
                    <a:pt x="2814" y="826"/>
                  </a:cubicBezTo>
                  <a:cubicBezTo>
                    <a:pt x="2228" y="1307"/>
                    <a:pt x="1809" y="2144"/>
                    <a:pt x="1663" y="3023"/>
                  </a:cubicBezTo>
                  <a:cubicBezTo>
                    <a:pt x="1705" y="3399"/>
                    <a:pt x="1789" y="3881"/>
                    <a:pt x="1977" y="4383"/>
                  </a:cubicBezTo>
                  <a:cubicBezTo>
                    <a:pt x="2249" y="5094"/>
                    <a:pt x="2709" y="5575"/>
                    <a:pt x="3023" y="5743"/>
                  </a:cubicBezTo>
                  <a:lnTo>
                    <a:pt x="3002" y="5743"/>
                  </a:lnTo>
                  <a:cubicBezTo>
                    <a:pt x="2856" y="5722"/>
                    <a:pt x="2667" y="5638"/>
                    <a:pt x="2500" y="5492"/>
                  </a:cubicBezTo>
                  <a:lnTo>
                    <a:pt x="2500" y="5492"/>
                  </a:lnTo>
                  <a:cubicBezTo>
                    <a:pt x="3012" y="6063"/>
                    <a:pt x="3672" y="6374"/>
                    <a:pt x="4079" y="6374"/>
                  </a:cubicBezTo>
                  <a:cubicBezTo>
                    <a:pt x="4087" y="6374"/>
                    <a:pt x="4094" y="6374"/>
                    <a:pt x="4101" y="6374"/>
                  </a:cubicBezTo>
                  <a:lnTo>
                    <a:pt x="4101" y="6374"/>
                  </a:lnTo>
                  <a:cubicBezTo>
                    <a:pt x="4031" y="6398"/>
                    <a:pt x="3946" y="6411"/>
                    <a:pt x="3853" y="6411"/>
                  </a:cubicBezTo>
                  <a:cubicBezTo>
                    <a:pt x="3642" y="6411"/>
                    <a:pt x="3385" y="6346"/>
                    <a:pt x="3128" y="6203"/>
                  </a:cubicBezTo>
                  <a:lnTo>
                    <a:pt x="3128" y="6203"/>
                  </a:lnTo>
                  <a:cubicBezTo>
                    <a:pt x="3725" y="6655"/>
                    <a:pt x="4385" y="6833"/>
                    <a:pt x="4876" y="6833"/>
                  </a:cubicBezTo>
                  <a:cubicBezTo>
                    <a:pt x="5021" y="6833"/>
                    <a:pt x="5152" y="6818"/>
                    <a:pt x="5262" y="6789"/>
                  </a:cubicBezTo>
                  <a:lnTo>
                    <a:pt x="5262" y="6789"/>
                  </a:lnTo>
                  <a:cubicBezTo>
                    <a:pt x="5101" y="6877"/>
                    <a:pt x="4876" y="6925"/>
                    <a:pt x="4616" y="6925"/>
                  </a:cubicBezTo>
                  <a:cubicBezTo>
                    <a:pt x="4198" y="6925"/>
                    <a:pt x="3689" y="6801"/>
                    <a:pt x="3211" y="6517"/>
                  </a:cubicBezTo>
                  <a:cubicBezTo>
                    <a:pt x="3169" y="6496"/>
                    <a:pt x="3149" y="6496"/>
                    <a:pt x="3107" y="6475"/>
                  </a:cubicBezTo>
                  <a:lnTo>
                    <a:pt x="3107" y="6475"/>
                  </a:lnTo>
                  <a:cubicBezTo>
                    <a:pt x="3895" y="6980"/>
                    <a:pt x="4850" y="7187"/>
                    <a:pt x="5711" y="7187"/>
                  </a:cubicBezTo>
                  <a:cubicBezTo>
                    <a:pt x="5993" y="7187"/>
                    <a:pt x="6265" y="7165"/>
                    <a:pt x="6517" y="7124"/>
                  </a:cubicBezTo>
                  <a:cubicBezTo>
                    <a:pt x="8038" y="6970"/>
                    <a:pt x="9098" y="5948"/>
                    <a:pt x="10056" y="5948"/>
                  </a:cubicBezTo>
                  <a:cubicBezTo>
                    <a:pt x="10139" y="5948"/>
                    <a:pt x="10222" y="5956"/>
                    <a:pt x="10304" y="5973"/>
                  </a:cubicBezTo>
                  <a:lnTo>
                    <a:pt x="10137" y="5973"/>
                  </a:lnTo>
                  <a:cubicBezTo>
                    <a:pt x="10104" y="5970"/>
                    <a:pt x="10072" y="5969"/>
                    <a:pt x="10039" y="5969"/>
                  </a:cubicBezTo>
                  <a:cubicBezTo>
                    <a:pt x="9029" y="5969"/>
                    <a:pt x="8054" y="7190"/>
                    <a:pt x="6392" y="7312"/>
                  </a:cubicBezTo>
                  <a:cubicBezTo>
                    <a:pt x="6170" y="7341"/>
                    <a:pt x="5934" y="7357"/>
                    <a:pt x="5689" y="7357"/>
                  </a:cubicBezTo>
                  <a:cubicBezTo>
                    <a:pt x="4176" y="7357"/>
                    <a:pt x="2333" y="6757"/>
                    <a:pt x="1558" y="5010"/>
                  </a:cubicBezTo>
                  <a:cubicBezTo>
                    <a:pt x="1433" y="4571"/>
                    <a:pt x="1391" y="4111"/>
                    <a:pt x="1412" y="3650"/>
                  </a:cubicBezTo>
                  <a:cubicBezTo>
                    <a:pt x="1412" y="3546"/>
                    <a:pt x="1412" y="3441"/>
                    <a:pt x="1433" y="3357"/>
                  </a:cubicBezTo>
                  <a:cubicBezTo>
                    <a:pt x="1433" y="3316"/>
                    <a:pt x="1433" y="3274"/>
                    <a:pt x="1433" y="3232"/>
                  </a:cubicBezTo>
                  <a:lnTo>
                    <a:pt x="1433" y="3232"/>
                  </a:lnTo>
                  <a:cubicBezTo>
                    <a:pt x="1161" y="4550"/>
                    <a:pt x="1433" y="5805"/>
                    <a:pt x="2019" y="6329"/>
                  </a:cubicBezTo>
                  <a:cubicBezTo>
                    <a:pt x="1014" y="5617"/>
                    <a:pt x="721" y="3085"/>
                    <a:pt x="2144" y="1140"/>
                  </a:cubicBezTo>
                  <a:cubicBezTo>
                    <a:pt x="2395" y="826"/>
                    <a:pt x="2709" y="616"/>
                    <a:pt x="3065" y="470"/>
                  </a:cubicBezTo>
                  <a:cubicBezTo>
                    <a:pt x="3274" y="344"/>
                    <a:pt x="3525" y="261"/>
                    <a:pt x="3776" y="219"/>
                  </a:cubicBezTo>
                  <a:cubicBezTo>
                    <a:pt x="3810" y="217"/>
                    <a:pt x="3843" y="216"/>
                    <a:pt x="3875" y="216"/>
                  </a:cubicBezTo>
                  <a:cubicBezTo>
                    <a:pt x="4233" y="216"/>
                    <a:pt x="4554" y="320"/>
                    <a:pt x="4822" y="512"/>
                  </a:cubicBezTo>
                  <a:cubicBezTo>
                    <a:pt x="4990" y="575"/>
                    <a:pt x="5136" y="679"/>
                    <a:pt x="5262" y="805"/>
                  </a:cubicBezTo>
                  <a:cubicBezTo>
                    <a:pt x="5597" y="1077"/>
                    <a:pt x="5722" y="1432"/>
                    <a:pt x="5722" y="1746"/>
                  </a:cubicBezTo>
                  <a:cubicBezTo>
                    <a:pt x="5743" y="1809"/>
                    <a:pt x="5764" y="1893"/>
                    <a:pt x="5764" y="1956"/>
                  </a:cubicBezTo>
                  <a:cubicBezTo>
                    <a:pt x="5869" y="1307"/>
                    <a:pt x="5429" y="344"/>
                    <a:pt x="4509" y="114"/>
                  </a:cubicBezTo>
                  <a:cubicBezTo>
                    <a:pt x="4291" y="37"/>
                    <a:pt x="4066" y="0"/>
                    <a:pt x="38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-803425" y="3183925"/>
              <a:ext cx="280400" cy="115275"/>
            </a:xfrm>
            <a:custGeom>
              <a:avLst/>
              <a:gdLst/>
              <a:ahLst/>
              <a:cxnLst/>
              <a:rect l="l" t="t" r="r" b="b"/>
              <a:pathLst>
                <a:path w="11216" h="4611" extrusionOk="0">
                  <a:moveTo>
                    <a:pt x="5139" y="0"/>
                  </a:moveTo>
                  <a:cubicBezTo>
                    <a:pt x="4316" y="0"/>
                    <a:pt x="3501" y="175"/>
                    <a:pt x="2763" y="575"/>
                  </a:cubicBezTo>
                  <a:cubicBezTo>
                    <a:pt x="1654" y="1182"/>
                    <a:pt x="1" y="2960"/>
                    <a:pt x="1235" y="4215"/>
                  </a:cubicBezTo>
                  <a:cubicBezTo>
                    <a:pt x="1482" y="4445"/>
                    <a:pt x="1805" y="4611"/>
                    <a:pt x="2135" y="4611"/>
                  </a:cubicBezTo>
                  <a:cubicBezTo>
                    <a:pt x="2226" y="4611"/>
                    <a:pt x="2317" y="4598"/>
                    <a:pt x="2407" y="4571"/>
                  </a:cubicBezTo>
                  <a:cubicBezTo>
                    <a:pt x="1779" y="3839"/>
                    <a:pt x="1926" y="2730"/>
                    <a:pt x="2491" y="1977"/>
                  </a:cubicBezTo>
                  <a:cubicBezTo>
                    <a:pt x="3091" y="1171"/>
                    <a:pt x="4096" y="926"/>
                    <a:pt x="5074" y="926"/>
                  </a:cubicBezTo>
                  <a:cubicBezTo>
                    <a:pt x="5392" y="926"/>
                    <a:pt x="5708" y="952"/>
                    <a:pt x="6006" y="993"/>
                  </a:cubicBezTo>
                  <a:cubicBezTo>
                    <a:pt x="7910" y="1244"/>
                    <a:pt x="9709" y="2039"/>
                    <a:pt x="11216" y="3232"/>
                  </a:cubicBezTo>
                  <a:cubicBezTo>
                    <a:pt x="10065" y="1893"/>
                    <a:pt x="8663" y="784"/>
                    <a:pt x="6927" y="261"/>
                  </a:cubicBezTo>
                  <a:cubicBezTo>
                    <a:pt x="6344" y="93"/>
                    <a:pt x="5740" y="0"/>
                    <a:pt x="51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-774125" y="3251075"/>
              <a:ext cx="101500" cy="84200"/>
            </a:xfrm>
            <a:custGeom>
              <a:avLst/>
              <a:gdLst/>
              <a:ahLst/>
              <a:cxnLst/>
              <a:rect l="l" t="t" r="r" b="b"/>
              <a:pathLst>
                <a:path w="4060" h="3368" extrusionOk="0">
                  <a:moveTo>
                    <a:pt x="2304" y="1"/>
                  </a:moveTo>
                  <a:cubicBezTo>
                    <a:pt x="2140" y="1"/>
                    <a:pt x="1976" y="28"/>
                    <a:pt x="1821" y="86"/>
                  </a:cubicBezTo>
                  <a:cubicBezTo>
                    <a:pt x="2281" y="337"/>
                    <a:pt x="2553" y="881"/>
                    <a:pt x="2407" y="1425"/>
                  </a:cubicBezTo>
                  <a:cubicBezTo>
                    <a:pt x="2233" y="2084"/>
                    <a:pt x="1584" y="2456"/>
                    <a:pt x="938" y="2456"/>
                  </a:cubicBezTo>
                  <a:cubicBezTo>
                    <a:pt x="806" y="2456"/>
                    <a:pt x="673" y="2440"/>
                    <a:pt x="545" y="2408"/>
                  </a:cubicBezTo>
                  <a:cubicBezTo>
                    <a:pt x="335" y="2345"/>
                    <a:pt x="168" y="2262"/>
                    <a:pt x="1" y="2157"/>
                  </a:cubicBezTo>
                  <a:lnTo>
                    <a:pt x="1" y="2157"/>
                  </a:lnTo>
                  <a:cubicBezTo>
                    <a:pt x="421" y="2886"/>
                    <a:pt x="1228" y="3367"/>
                    <a:pt x="2021" y="3367"/>
                  </a:cubicBezTo>
                  <a:cubicBezTo>
                    <a:pt x="2570" y="3367"/>
                    <a:pt x="3113" y="3136"/>
                    <a:pt x="3516" y="2597"/>
                  </a:cubicBezTo>
                  <a:cubicBezTo>
                    <a:pt x="3997" y="1990"/>
                    <a:pt x="4060" y="1111"/>
                    <a:pt x="3495" y="525"/>
                  </a:cubicBezTo>
                  <a:cubicBezTo>
                    <a:pt x="3176" y="191"/>
                    <a:pt x="2737" y="1"/>
                    <a:pt x="23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7"/>
            <p:cNvSpPr/>
            <p:nvPr/>
          </p:nvSpPr>
          <p:spPr>
            <a:xfrm>
              <a:off x="-741175" y="3263150"/>
              <a:ext cx="17300" cy="27750"/>
            </a:xfrm>
            <a:custGeom>
              <a:avLst/>
              <a:gdLst/>
              <a:ahLst/>
              <a:cxnLst/>
              <a:rect l="l" t="t" r="r" b="b"/>
              <a:pathLst>
                <a:path w="692" h="1110" extrusionOk="0">
                  <a:moveTo>
                    <a:pt x="63" y="0"/>
                  </a:moveTo>
                  <a:lnTo>
                    <a:pt x="63" y="0"/>
                  </a:lnTo>
                  <a:cubicBezTo>
                    <a:pt x="1" y="419"/>
                    <a:pt x="84" y="816"/>
                    <a:pt x="377" y="1109"/>
                  </a:cubicBezTo>
                  <a:cubicBezTo>
                    <a:pt x="691" y="733"/>
                    <a:pt x="628" y="84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7"/>
            <p:cNvSpPr/>
            <p:nvPr/>
          </p:nvSpPr>
          <p:spPr>
            <a:xfrm>
              <a:off x="-464450" y="3445700"/>
              <a:ext cx="550" cy="2650"/>
            </a:xfrm>
            <a:custGeom>
              <a:avLst/>
              <a:gdLst/>
              <a:ahLst/>
              <a:cxnLst/>
              <a:rect l="l" t="t" r="r" b="b"/>
              <a:pathLst>
                <a:path w="22" h="106" extrusionOk="0">
                  <a:moveTo>
                    <a:pt x="21" y="1"/>
                  </a:moveTo>
                  <a:cubicBezTo>
                    <a:pt x="21" y="42"/>
                    <a:pt x="21" y="84"/>
                    <a:pt x="0" y="105"/>
                  </a:cubicBezTo>
                  <a:cubicBezTo>
                    <a:pt x="21" y="105"/>
                    <a:pt x="21" y="105"/>
                    <a:pt x="21" y="84"/>
                  </a:cubicBezTo>
                  <a:cubicBezTo>
                    <a:pt x="21" y="63"/>
                    <a:pt x="21" y="42"/>
                    <a:pt x="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7"/>
            <p:cNvSpPr/>
            <p:nvPr/>
          </p:nvSpPr>
          <p:spPr>
            <a:xfrm>
              <a:off x="-1025725" y="2943025"/>
              <a:ext cx="217625" cy="102025"/>
            </a:xfrm>
            <a:custGeom>
              <a:avLst/>
              <a:gdLst/>
              <a:ahLst/>
              <a:cxnLst/>
              <a:rect l="l" t="t" r="r" b="b"/>
              <a:pathLst>
                <a:path w="8705" h="4081" extrusionOk="0">
                  <a:moveTo>
                    <a:pt x="0" y="0"/>
                  </a:moveTo>
                  <a:lnTo>
                    <a:pt x="0" y="0"/>
                  </a:lnTo>
                  <a:cubicBezTo>
                    <a:pt x="879" y="481"/>
                    <a:pt x="1758" y="1109"/>
                    <a:pt x="2574" y="1820"/>
                  </a:cubicBezTo>
                  <a:cubicBezTo>
                    <a:pt x="3619" y="2757"/>
                    <a:pt x="4679" y="2918"/>
                    <a:pt x="5795" y="2918"/>
                  </a:cubicBezTo>
                  <a:cubicBezTo>
                    <a:pt x="5975" y="2918"/>
                    <a:pt x="6157" y="2914"/>
                    <a:pt x="6340" y="2908"/>
                  </a:cubicBezTo>
                  <a:cubicBezTo>
                    <a:pt x="7386" y="3139"/>
                    <a:pt x="7930" y="4038"/>
                    <a:pt x="8537" y="4080"/>
                  </a:cubicBezTo>
                  <a:cubicBezTo>
                    <a:pt x="8600" y="4080"/>
                    <a:pt x="8642" y="4059"/>
                    <a:pt x="8684" y="4059"/>
                  </a:cubicBezTo>
                  <a:lnTo>
                    <a:pt x="8704" y="4059"/>
                  </a:lnTo>
                  <a:cubicBezTo>
                    <a:pt x="5817" y="2385"/>
                    <a:pt x="2867" y="1004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-1432175" y="3078500"/>
              <a:ext cx="13625" cy="15700"/>
            </a:xfrm>
            <a:custGeom>
              <a:avLst/>
              <a:gdLst/>
              <a:ahLst/>
              <a:cxnLst/>
              <a:rect l="l" t="t" r="r" b="b"/>
              <a:pathLst>
                <a:path w="545" h="628" extrusionOk="0">
                  <a:moveTo>
                    <a:pt x="1" y="0"/>
                  </a:moveTo>
                  <a:cubicBezTo>
                    <a:pt x="42" y="105"/>
                    <a:pt x="105" y="189"/>
                    <a:pt x="147" y="272"/>
                  </a:cubicBezTo>
                  <a:cubicBezTo>
                    <a:pt x="252" y="398"/>
                    <a:pt x="356" y="502"/>
                    <a:pt x="482" y="628"/>
                  </a:cubicBezTo>
                  <a:cubicBezTo>
                    <a:pt x="503" y="628"/>
                    <a:pt x="524" y="607"/>
                    <a:pt x="545" y="607"/>
                  </a:cubicBezTo>
                  <a:cubicBezTo>
                    <a:pt x="314" y="461"/>
                    <a:pt x="147" y="25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-566450" y="3492250"/>
              <a:ext cx="1575" cy="6825"/>
            </a:xfrm>
            <a:custGeom>
              <a:avLst/>
              <a:gdLst/>
              <a:ahLst/>
              <a:cxnLst/>
              <a:rect l="l" t="t" r="r" b="b"/>
              <a:pathLst>
                <a:path w="63" h="273" extrusionOk="0">
                  <a:moveTo>
                    <a:pt x="0" y="1"/>
                  </a:moveTo>
                  <a:cubicBezTo>
                    <a:pt x="0" y="52"/>
                    <a:pt x="0" y="89"/>
                    <a:pt x="0" y="126"/>
                  </a:cubicBezTo>
                  <a:cubicBezTo>
                    <a:pt x="21" y="189"/>
                    <a:pt x="42" y="231"/>
                    <a:pt x="63" y="273"/>
                  </a:cubicBezTo>
                  <a:cubicBezTo>
                    <a:pt x="42" y="231"/>
                    <a:pt x="42" y="168"/>
                    <a:pt x="21" y="126"/>
                  </a:cubicBezTo>
                  <a:cubicBezTo>
                    <a:pt x="21" y="85"/>
                    <a:pt x="21" y="4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7"/>
            <p:cNvSpPr/>
            <p:nvPr/>
          </p:nvSpPr>
          <p:spPr>
            <a:xfrm>
              <a:off x="-562800" y="3519975"/>
              <a:ext cx="6825" cy="12575"/>
            </a:xfrm>
            <a:custGeom>
              <a:avLst/>
              <a:gdLst/>
              <a:ahLst/>
              <a:cxnLst/>
              <a:rect l="l" t="t" r="r" b="b"/>
              <a:pathLst>
                <a:path w="273" h="503" extrusionOk="0">
                  <a:moveTo>
                    <a:pt x="1" y="1"/>
                  </a:moveTo>
                  <a:cubicBezTo>
                    <a:pt x="1" y="1"/>
                    <a:pt x="1" y="15"/>
                    <a:pt x="12" y="20"/>
                  </a:cubicBezTo>
                  <a:lnTo>
                    <a:pt x="12" y="20"/>
                  </a:lnTo>
                  <a:cubicBezTo>
                    <a:pt x="8" y="13"/>
                    <a:pt x="4" y="7"/>
                    <a:pt x="1" y="1"/>
                  </a:cubicBezTo>
                  <a:close/>
                  <a:moveTo>
                    <a:pt x="12" y="20"/>
                  </a:moveTo>
                  <a:lnTo>
                    <a:pt x="12" y="20"/>
                  </a:lnTo>
                  <a:cubicBezTo>
                    <a:pt x="19" y="32"/>
                    <a:pt x="26" y="44"/>
                    <a:pt x="33" y="56"/>
                  </a:cubicBezTo>
                  <a:lnTo>
                    <a:pt x="33" y="56"/>
                  </a:lnTo>
                  <a:cubicBezTo>
                    <a:pt x="29" y="44"/>
                    <a:pt x="25" y="33"/>
                    <a:pt x="22" y="22"/>
                  </a:cubicBezTo>
                  <a:cubicBezTo>
                    <a:pt x="18" y="22"/>
                    <a:pt x="15" y="21"/>
                    <a:pt x="12" y="20"/>
                  </a:cubicBezTo>
                  <a:close/>
                  <a:moveTo>
                    <a:pt x="33" y="56"/>
                  </a:moveTo>
                  <a:cubicBezTo>
                    <a:pt x="97" y="228"/>
                    <a:pt x="194" y="365"/>
                    <a:pt x="273" y="503"/>
                  </a:cubicBezTo>
                  <a:cubicBezTo>
                    <a:pt x="252" y="440"/>
                    <a:pt x="210" y="377"/>
                    <a:pt x="189" y="336"/>
                  </a:cubicBezTo>
                  <a:cubicBezTo>
                    <a:pt x="137" y="232"/>
                    <a:pt x="85" y="142"/>
                    <a:pt x="33" y="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7"/>
            <p:cNvSpPr/>
            <p:nvPr/>
          </p:nvSpPr>
          <p:spPr>
            <a:xfrm>
              <a:off x="-512050" y="3255300"/>
              <a:ext cx="128175" cy="195650"/>
            </a:xfrm>
            <a:custGeom>
              <a:avLst/>
              <a:gdLst/>
              <a:ahLst/>
              <a:cxnLst/>
              <a:rect l="l" t="t" r="r" b="b"/>
              <a:pathLst>
                <a:path w="5127" h="7826" extrusionOk="0">
                  <a:moveTo>
                    <a:pt x="0" y="0"/>
                  </a:moveTo>
                  <a:lnTo>
                    <a:pt x="0" y="0"/>
                  </a:lnTo>
                  <a:cubicBezTo>
                    <a:pt x="1946" y="2197"/>
                    <a:pt x="3160" y="4897"/>
                    <a:pt x="4813" y="7345"/>
                  </a:cubicBezTo>
                  <a:cubicBezTo>
                    <a:pt x="4917" y="7512"/>
                    <a:pt x="5022" y="7658"/>
                    <a:pt x="5127" y="7826"/>
                  </a:cubicBezTo>
                  <a:cubicBezTo>
                    <a:pt x="4896" y="7345"/>
                    <a:pt x="4666" y="6863"/>
                    <a:pt x="4415" y="6403"/>
                  </a:cubicBezTo>
                  <a:cubicBezTo>
                    <a:pt x="3997" y="5692"/>
                    <a:pt x="3767" y="4792"/>
                    <a:pt x="3599" y="3997"/>
                  </a:cubicBezTo>
                  <a:cubicBezTo>
                    <a:pt x="3536" y="3767"/>
                    <a:pt x="3536" y="3181"/>
                    <a:pt x="3515" y="2637"/>
                  </a:cubicBezTo>
                  <a:cubicBezTo>
                    <a:pt x="2365" y="1779"/>
                    <a:pt x="1193" y="90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7"/>
            <p:cNvSpPr/>
            <p:nvPr/>
          </p:nvSpPr>
          <p:spPr>
            <a:xfrm>
              <a:off x="-410575" y="4298875"/>
              <a:ext cx="4725" cy="2100"/>
            </a:xfrm>
            <a:custGeom>
              <a:avLst/>
              <a:gdLst/>
              <a:ahLst/>
              <a:cxnLst/>
              <a:rect l="l" t="t" r="r" b="b"/>
              <a:pathLst>
                <a:path w="189" h="84" extrusionOk="0">
                  <a:moveTo>
                    <a:pt x="0" y="0"/>
                  </a:moveTo>
                  <a:lnTo>
                    <a:pt x="0" y="0"/>
                  </a:lnTo>
                  <a:cubicBezTo>
                    <a:pt x="42" y="21"/>
                    <a:pt x="84" y="42"/>
                    <a:pt x="126" y="84"/>
                  </a:cubicBezTo>
                  <a:cubicBezTo>
                    <a:pt x="147" y="63"/>
                    <a:pt x="168" y="63"/>
                    <a:pt x="189" y="63"/>
                  </a:cubicBezTo>
                  <a:cubicBezTo>
                    <a:pt x="147" y="42"/>
                    <a:pt x="84" y="2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7"/>
            <p:cNvSpPr/>
            <p:nvPr/>
          </p:nvSpPr>
          <p:spPr>
            <a:xfrm>
              <a:off x="-280850" y="4341750"/>
              <a:ext cx="550" cy="2125"/>
            </a:xfrm>
            <a:custGeom>
              <a:avLst/>
              <a:gdLst/>
              <a:ahLst/>
              <a:cxnLst/>
              <a:rect l="l" t="t" r="r" b="b"/>
              <a:pathLst>
                <a:path w="22" h="85" extrusionOk="0">
                  <a:moveTo>
                    <a:pt x="1" y="1"/>
                  </a:moveTo>
                  <a:cubicBezTo>
                    <a:pt x="1" y="43"/>
                    <a:pt x="1" y="64"/>
                    <a:pt x="1" y="84"/>
                  </a:cubicBezTo>
                  <a:cubicBezTo>
                    <a:pt x="1" y="64"/>
                    <a:pt x="21" y="22"/>
                    <a:pt x="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7"/>
            <p:cNvSpPr/>
            <p:nvPr/>
          </p:nvSpPr>
          <p:spPr>
            <a:xfrm>
              <a:off x="144950" y="3870925"/>
              <a:ext cx="95750" cy="48725"/>
            </a:xfrm>
            <a:custGeom>
              <a:avLst/>
              <a:gdLst/>
              <a:ahLst/>
              <a:cxnLst/>
              <a:rect l="l" t="t" r="r" b="b"/>
              <a:pathLst>
                <a:path w="3830" h="1949" extrusionOk="0">
                  <a:moveTo>
                    <a:pt x="407" y="1"/>
                  </a:moveTo>
                  <a:cubicBezTo>
                    <a:pt x="183" y="1"/>
                    <a:pt x="0" y="150"/>
                    <a:pt x="0" y="442"/>
                  </a:cubicBezTo>
                  <a:cubicBezTo>
                    <a:pt x="21" y="1781"/>
                    <a:pt x="1695" y="1948"/>
                    <a:pt x="2720" y="1948"/>
                  </a:cubicBezTo>
                  <a:lnTo>
                    <a:pt x="2846" y="1948"/>
                  </a:lnTo>
                  <a:cubicBezTo>
                    <a:pt x="3070" y="1948"/>
                    <a:pt x="3326" y="1895"/>
                    <a:pt x="3561" y="1895"/>
                  </a:cubicBezTo>
                  <a:cubicBezTo>
                    <a:pt x="3655" y="1895"/>
                    <a:pt x="3746" y="1904"/>
                    <a:pt x="3829" y="1927"/>
                  </a:cubicBezTo>
                  <a:cubicBezTo>
                    <a:pt x="3285" y="1760"/>
                    <a:pt x="2720" y="1530"/>
                    <a:pt x="2218" y="1216"/>
                  </a:cubicBezTo>
                  <a:cubicBezTo>
                    <a:pt x="1674" y="881"/>
                    <a:pt x="1256" y="400"/>
                    <a:pt x="712" y="86"/>
                  </a:cubicBezTo>
                  <a:cubicBezTo>
                    <a:pt x="610" y="29"/>
                    <a:pt x="505" y="1"/>
                    <a:pt x="4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7"/>
            <p:cNvSpPr/>
            <p:nvPr/>
          </p:nvSpPr>
          <p:spPr>
            <a:xfrm>
              <a:off x="-402200" y="3685275"/>
              <a:ext cx="964875" cy="1035550"/>
            </a:xfrm>
            <a:custGeom>
              <a:avLst/>
              <a:gdLst/>
              <a:ahLst/>
              <a:cxnLst/>
              <a:rect l="l" t="t" r="r" b="b"/>
              <a:pathLst>
                <a:path w="38595" h="41422" extrusionOk="0">
                  <a:moveTo>
                    <a:pt x="38583" y="3913"/>
                  </a:moveTo>
                  <a:cubicBezTo>
                    <a:pt x="38584" y="3917"/>
                    <a:pt x="38584" y="3920"/>
                    <a:pt x="38584" y="3923"/>
                  </a:cubicBezTo>
                  <a:lnTo>
                    <a:pt x="38584" y="3923"/>
                  </a:lnTo>
                  <a:cubicBezTo>
                    <a:pt x="38584" y="3920"/>
                    <a:pt x="38584" y="3917"/>
                    <a:pt x="38583" y="3913"/>
                  </a:cubicBezTo>
                  <a:close/>
                  <a:moveTo>
                    <a:pt x="31323" y="6173"/>
                  </a:moveTo>
                  <a:lnTo>
                    <a:pt x="31323" y="6173"/>
                  </a:lnTo>
                  <a:cubicBezTo>
                    <a:pt x="31260" y="6215"/>
                    <a:pt x="31197" y="6236"/>
                    <a:pt x="31135" y="6257"/>
                  </a:cubicBezTo>
                  <a:lnTo>
                    <a:pt x="31323" y="6173"/>
                  </a:lnTo>
                  <a:close/>
                  <a:moveTo>
                    <a:pt x="25088" y="22556"/>
                  </a:moveTo>
                  <a:lnTo>
                    <a:pt x="25088" y="22556"/>
                  </a:lnTo>
                  <a:cubicBezTo>
                    <a:pt x="25109" y="22577"/>
                    <a:pt x="25129" y="22598"/>
                    <a:pt x="25129" y="22619"/>
                  </a:cubicBezTo>
                  <a:lnTo>
                    <a:pt x="25088" y="22556"/>
                  </a:lnTo>
                  <a:close/>
                  <a:moveTo>
                    <a:pt x="21761" y="34713"/>
                  </a:moveTo>
                  <a:cubicBezTo>
                    <a:pt x="21761" y="34734"/>
                    <a:pt x="21761" y="34755"/>
                    <a:pt x="21740" y="34776"/>
                  </a:cubicBezTo>
                  <a:lnTo>
                    <a:pt x="21761" y="34713"/>
                  </a:lnTo>
                  <a:close/>
                  <a:moveTo>
                    <a:pt x="9855" y="1"/>
                  </a:moveTo>
                  <a:cubicBezTo>
                    <a:pt x="9918" y="84"/>
                    <a:pt x="10002" y="168"/>
                    <a:pt x="10085" y="252"/>
                  </a:cubicBezTo>
                  <a:cubicBezTo>
                    <a:pt x="11989" y="1633"/>
                    <a:pt x="15588" y="3516"/>
                    <a:pt x="20087" y="4897"/>
                  </a:cubicBezTo>
                  <a:cubicBezTo>
                    <a:pt x="23393" y="5841"/>
                    <a:pt x="26610" y="6608"/>
                    <a:pt x="28939" y="6608"/>
                  </a:cubicBezTo>
                  <a:cubicBezTo>
                    <a:pt x="29809" y="6608"/>
                    <a:pt x="30554" y="6501"/>
                    <a:pt x="31135" y="6257"/>
                  </a:cubicBezTo>
                  <a:lnTo>
                    <a:pt x="31135" y="6257"/>
                  </a:lnTo>
                  <a:cubicBezTo>
                    <a:pt x="30409" y="6666"/>
                    <a:pt x="29404" y="6842"/>
                    <a:pt x="28211" y="6842"/>
                  </a:cubicBezTo>
                  <a:cubicBezTo>
                    <a:pt x="25931" y="6842"/>
                    <a:pt x="22963" y="6202"/>
                    <a:pt x="19940" y="5336"/>
                  </a:cubicBezTo>
                  <a:cubicBezTo>
                    <a:pt x="15756" y="4039"/>
                    <a:pt x="12282" y="2135"/>
                    <a:pt x="10420" y="607"/>
                  </a:cubicBezTo>
                  <a:lnTo>
                    <a:pt x="10420" y="607"/>
                  </a:lnTo>
                  <a:cubicBezTo>
                    <a:pt x="11111" y="1340"/>
                    <a:pt x="11801" y="2072"/>
                    <a:pt x="12492" y="2804"/>
                  </a:cubicBezTo>
                  <a:cubicBezTo>
                    <a:pt x="12659" y="2972"/>
                    <a:pt x="12826" y="3160"/>
                    <a:pt x="13015" y="3348"/>
                  </a:cubicBezTo>
                  <a:cubicBezTo>
                    <a:pt x="14919" y="4123"/>
                    <a:pt x="17618" y="5420"/>
                    <a:pt x="19564" y="8161"/>
                  </a:cubicBezTo>
                  <a:cubicBezTo>
                    <a:pt x="22179" y="10944"/>
                    <a:pt x="23832" y="14459"/>
                    <a:pt x="25883" y="14584"/>
                  </a:cubicBezTo>
                  <a:cubicBezTo>
                    <a:pt x="25832" y="14588"/>
                    <a:pt x="25782" y="14590"/>
                    <a:pt x="25732" y="14590"/>
                  </a:cubicBezTo>
                  <a:cubicBezTo>
                    <a:pt x="23561" y="14590"/>
                    <a:pt x="21744" y="11092"/>
                    <a:pt x="19208" y="8454"/>
                  </a:cubicBezTo>
                  <a:cubicBezTo>
                    <a:pt x="17471" y="5964"/>
                    <a:pt x="15128" y="4625"/>
                    <a:pt x="13349" y="3725"/>
                  </a:cubicBezTo>
                  <a:lnTo>
                    <a:pt x="13349" y="3725"/>
                  </a:lnTo>
                  <a:cubicBezTo>
                    <a:pt x="13370" y="3746"/>
                    <a:pt x="13391" y="3767"/>
                    <a:pt x="13412" y="3767"/>
                  </a:cubicBezTo>
                  <a:cubicBezTo>
                    <a:pt x="13454" y="3767"/>
                    <a:pt x="13517" y="3830"/>
                    <a:pt x="13580" y="3955"/>
                  </a:cubicBezTo>
                  <a:cubicBezTo>
                    <a:pt x="20610" y="11530"/>
                    <a:pt x="26071" y="21531"/>
                    <a:pt x="22995" y="30172"/>
                  </a:cubicBezTo>
                  <a:cubicBezTo>
                    <a:pt x="21635" y="34255"/>
                    <a:pt x="17998" y="37000"/>
                    <a:pt x="14469" y="37000"/>
                  </a:cubicBezTo>
                  <a:cubicBezTo>
                    <a:pt x="14200" y="37000"/>
                    <a:pt x="13931" y="36984"/>
                    <a:pt x="13663" y="36952"/>
                  </a:cubicBezTo>
                  <a:cubicBezTo>
                    <a:pt x="13370" y="36952"/>
                    <a:pt x="13098" y="36889"/>
                    <a:pt x="12847" y="36826"/>
                  </a:cubicBezTo>
                  <a:cubicBezTo>
                    <a:pt x="12387" y="36701"/>
                    <a:pt x="11969" y="36638"/>
                    <a:pt x="11550" y="36387"/>
                  </a:cubicBezTo>
                  <a:cubicBezTo>
                    <a:pt x="10274" y="35675"/>
                    <a:pt x="9207" y="33918"/>
                    <a:pt x="9667" y="32432"/>
                  </a:cubicBezTo>
                  <a:cubicBezTo>
                    <a:pt x="9820" y="31917"/>
                    <a:pt x="10129" y="31262"/>
                    <a:pt x="10706" y="31262"/>
                  </a:cubicBezTo>
                  <a:cubicBezTo>
                    <a:pt x="10762" y="31262"/>
                    <a:pt x="10820" y="31269"/>
                    <a:pt x="10881" y="31281"/>
                  </a:cubicBezTo>
                  <a:cubicBezTo>
                    <a:pt x="10901" y="31261"/>
                    <a:pt x="10901" y="31261"/>
                    <a:pt x="10922" y="31261"/>
                  </a:cubicBezTo>
                  <a:cubicBezTo>
                    <a:pt x="10797" y="31186"/>
                    <a:pt x="10653" y="31151"/>
                    <a:pt x="10499" y="31151"/>
                  </a:cubicBezTo>
                  <a:cubicBezTo>
                    <a:pt x="9696" y="31151"/>
                    <a:pt x="8611" y="32096"/>
                    <a:pt x="8453" y="33395"/>
                  </a:cubicBezTo>
                  <a:cubicBezTo>
                    <a:pt x="8537" y="35278"/>
                    <a:pt x="10044" y="36366"/>
                    <a:pt x="10629" y="36931"/>
                  </a:cubicBezTo>
                  <a:lnTo>
                    <a:pt x="10567" y="36889"/>
                  </a:lnTo>
                  <a:cubicBezTo>
                    <a:pt x="9834" y="36554"/>
                    <a:pt x="8119" y="35529"/>
                    <a:pt x="8014" y="33395"/>
                  </a:cubicBezTo>
                  <a:cubicBezTo>
                    <a:pt x="8109" y="31861"/>
                    <a:pt x="9398" y="30973"/>
                    <a:pt x="10311" y="30973"/>
                  </a:cubicBezTo>
                  <a:cubicBezTo>
                    <a:pt x="10607" y="30973"/>
                    <a:pt x="10863" y="31066"/>
                    <a:pt x="11027" y="31261"/>
                  </a:cubicBezTo>
                  <a:cubicBezTo>
                    <a:pt x="11111" y="31261"/>
                    <a:pt x="11173" y="31281"/>
                    <a:pt x="11236" y="31302"/>
                  </a:cubicBezTo>
                  <a:cubicBezTo>
                    <a:pt x="11003" y="30712"/>
                    <a:pt x="10366" y="30237"/>
                    <a:pt x="9540" y="30237"/>
                  </a:cubicBezTo>
                  <a:cubicBezTo>
                    <a:pt x="9254" y="30237"/>
                    <a:pt x="8944" y="30294"/>
                    <a:pt x="8621" y="30424"/>
                  </a:cubicBezTo>
                  <a:cubicBezTo>
                    <a:pt x="7282" y="31009"/>
                    <a:pt x="6800" y="33248"/>
                    <a:pt x="7533" y="35006"/>
                  </a:cubicBezTo>
                  <a:cubicBezTo>
                    <a:pt x="8540" y="37518"/>
                    <a:pt x="10767" y="38173"/>
                    <a:pt x="12641" y="38173"/>
                  </a:cubicBezTo>
                  <a:cubicBezTo>
                    <a:pt x="13679" y="38173"/>
                    <a:pt x="14609" y="37972"/>
                    <a:pt x="15165" y="37775"/>
                  </a:cubicBezTo>
                  <a:lnTo>
                    <a:pt x="15165" y="37775"/>
                  </a:lnTo>
                  <a:lnTo>
                    <a:pt x="15128" y="37789"/>
                  </a:lnTo>
                  <a:cubicBezTo>
                    <a:pt x="14595" y="38110"/>
                    <a:pt x="13469" y="38446"/>
                    <a:pt x="12200" y="38446"/>
                  </a:cubicBezTo>
                  <a:cubicBezTo>
                    <a:pt x="10332" y="38446"/>
                    <a:pt x="8152" y="37719"/>
                    <a:pt x="7093" y="35152"/>
                  </a:cubicBezTo>
                  <a:cubicBezTo>
                    <a:pt x="6340" y="33269"/>
                    <a:pt x="6821" y="30779"/>
                    <a:pt x="8516" y="30110"/>
                  </a:cubicBezTo>
                  <a:cubicBezTo>
                    <a:pt x="8822" y="29997"/>
                    <a:pt x="9114" y="29948"/>
                    <a:pt x="9388" y="29948"/>
                  </a:cubicBezTo>
                  <a:cubicBezTo>
                    <a:pt x="10391" y="29948"/>
                    <a:pt x="11144" y="30612"/>
                    <a:pt x="11341" y="31302"/>
                  </a:cubicBezTo>
                  <a:cubicBezTo>
                    <a:pt x="11362" y="31281"/>
                    <a:pt x="11362" y="31281"/>
                    <a:pt x="11383" y="31281"/>
                  </a:cubicBezTo>
                  <a:cubicBezTo>
                    <a:pt x="11404" y="31281"/>
                    <a:pt x="11404" y="31281"/>
                    <a:pt x="11425" y="31261"/>
                  </a:cubicBezTo>
                  <a:cubicBezTo>
                    <a:pt x="11320" y="30696"/>
                    <a:pt x="10818" y="29984"/>
                    <a:pt x="9897" y="29649"/>
                  </a:cubicBezTo>
                  <a:cubicBezTo>
                    <a:pt x="9665" y="29593"/>
                    <a:pt x="9450" y="29570"/>
                    <a:pt x="9248" y="29570"/>
                  </a:cubicBezTo>
                  <a:cubicBezTo>
                    <a:pt x="8395" y="29570"/>
                    <a:pt x="7801" y="29998"/>
                    <a:pt x="7344" y="30235"/>
                  </a:cubicBezTo>
                  <a:lnTo>
                    <a:pt x="7365" y="30193"/>
                  </a:lnTo>
                  <a:cubicBezTo>
                    <a:pt x="7647" y="29789"/>
                    <a:pt x="8342" y="29133"/>
                    <a:pt x="9389" y="29133"/>
                  </a:cubicBezTo>
                  <a:cubicBezTo>
                    <a:pt x="9588" y="29133"/>
                    <a:pt x="9799" y="29157"/>
                    <a:pt x="10023" y="29210"/>
                  </a:cubicBezTo>
                  <a:cubicBezTo>
                    <a:pt x="11069" y="29545"/>
                    <a:pt x="11571" y="30444"/>
                    <a:pt x="11592" y="31093"/>
                  </a:cubicBezTo>
                  <a:lnTo>
                    <a:pt x="11780" y="30884"/>
                  </a:lnTo>
                  <a:cubicBezTo>
                    <a:pt x="11560" y="29642"/>
                    <a:pt x="10265" y="28471"/>
                    <a:pt x="8570" y="28471"/>
                  </a:cubicBezTo>
                  <a:cubicBezTo>
                    <a:pt x="8009" y="28471"/>
                    <a:pt x="7404" y="28599"/>
                    <a:pt x="6779" y="28896"/>
                  </a:cubicBezTo>
                  <a:cubicBezTo>
                    <a:pt x="3913" y="29587"/>
                    <a:pt x="2511" y="33625"/>
                    <a:pt x="4457" y="36596"/>
                  </a:cubicBezTo>
                  <a:cubicBezTo>
                    <a:pt x="6329" y="39129"/>
                    <a:pt x="8785" y="40004"/>
                    <a:pt x="11143" y="40004"/>
                  </a:cubicBezTo>
                  <a:cubicBezTo>
                    <a:pt x="14161" y="40004"/>
                    <a:pt x="17019" y="38571"/>
                    <a:pt x="18287" y="37349"/>
                  </a:cubicBezTo>
                  <a:lnTo>
                    <a:pt x="18287" y="37349"/>
                  </a:lnTo>
                  <a:cubicBezTo>
                    <a:pt x="17207" y="38717"/>
                    <a:pt x="14200" y="40375"/>
                    <a:pt x="10963" y="40375"/>
                  </a:cubicBezTo>
                  <a:cubicBezTo>
                    <a:pt x="8556" y="40375"/>
                    <a:pt x="6022" y="39458"/>
                    <a:pt x="4059" y="36826"/>
                  </a:cubicBezTo>
                  <a:cubicBezTo>
                    <a:pt x="1925" y="33688"/>
                    <a:pt x="3599" y="29210"/>
                    <a:pt x="6654" y="28603"/>
                  </a:cubicBezTo>
                  <a:cubicBezTo>
                    <a:pt x="7259" y="28462"/>
                    <a:pt x="7766" y="28205"/>
                    <a:pt x="8401" y="28205"/>
                  </a:cubicBezTo>
                  <a:cubicBezTo>
                    <a:pt x="8425" y="28205"/>
                    <a:pt x="8450" y="28205"/>
                    <a:pt x="8474" y="28206"/>
                  </a:cubicBezTo>
                  <a:cubicBezTo>
                    <a:pt x="9039" y="28206"/>
                    <a:pt x="9604" y="28331"/>
                    <a:pt x="10106" y="28603"/>
                  </a:cubicBezTo>
                  <a:cubicBezTo>
                    <a:pt x="10943" y="29022"/>
                    <a:pt x="11676" y="29838"/>
                    <a:pt x="11801" y="30779"/>
                  </a:cubicBezTo>
                  <a:cubicBezTo>
                    <a:pt x="11780" y="30549"/>
                    <a:pt x="11885" y="30319"/>
                    <a:pt x="11864" y="30089"/>
                  </a:cubicBezTo>
                  <a:cubicBezTo>
                    <a:pt x="11822" y="29545"/>
                    <a:pt x="11278" y="28959"/>
                    <a:pt x="10881" y="28645"/>
                  </a:cubicBezTo>
                  <a:cubicBezTo>
                    <a:pt x="10295" y="28185"/>
                    <a:pt x="9604" y="27955"/>
                    <a:pt x="8872" y="27913"/>
                  </a:cubicBezTo>
                  <a:cubicBezTo>
                    <a:pt x="8726" y="27904"/>
                    <a:pt x="8581" y="27900"/>
                    <a:pt x="8439" y="27900"/>
                  </a:cubicBezTo>
                  <a:cubicBezTo>
                    <a:pt x="6587" y="27900"/>
                    <a:pt x="5094" y="28624"/>
                    <a:pt x="4394" y="29168"/>
                  </a:cubicBezTo>
                  <a:lnTo>
                    <a:pt x="4457" y="29105"/>
                  </a:lnTo>
                  <a:cubicBezTo>
                    <a:pt x="4983" y="28345"/>
                    <a:pt x="6544" y="27458"/>
                    <a:pt x="8479" y="27458"/>
                  </a:cubicBezTo>
                  <a:cubicBezTo>
                    <a:pt x="8622" y="27458"/>
                    <a:pt x="8767" y="27463"/>
                    <a:pt x="8914" y="27473"/>
                  </a:cubicBezTo>
                  <a:cubicBezTo>
                    <a:pt x="10064" y="27515"/>
                    <a:pt x="10881" y="28038"/>
                    <a:pt x="11404" y="28687"/>
                  </a:cubicBezTo>
                  <a:cubicBezTo>
                    <a:pt x="11320" y="28499"/>
                    <a:pt x="11215" y="28310"/>
                    <a:pt x="11111" y="28143"/>
                  </a:cubicBezTo>
                  <a:cubicBezTo>
                    <a:pt x="10394" y="27426"/>
                    <a:pt x="8975" y="26957"/>
                    <a:pt x="7453" y="26957"/>
                  </a:cubicBezTo>
                  <a:cubicBezTo>
                    <a:pt x="7154" y="26957"/>
                    <a:pt x="6851" y="26975"/>
                    <a:pt x="6549" y="27013"/>
                  </a:cubicBezTo>
                  <a:cubicBezTo>
                    <a:pt x="6026" y="27118"/>
                    <a:pt x="5566" y="27264"/>
                    <a:pt x="5147" y="27473"/>
                  </a:cubicBezTo>
                  <a:cubicBezTo>
                    <a:pt x="3369" y="28373"/>
                    <a:pt x="2532" y="30131"/>
                    <a:pt x="2155" y="31009"/>
                  </a:cubicBezTo>
                  <a:lnTo>
                    <a:pt x="2197" y="30905"/>
                  </a:lnTo>
                  <a:cubicBezTo>
                    <a:pt x="2323" y="30005"/>
                    <a:pt x="3076" y="28164"/>
                    <a:pt x="4813" y="27159"/>
                  </a:cubicBezTo>
                  <a:cubicBezTo>
                    <a:pt x="4729" y="27055"/>
                    <a:pt x="4666" y="26929"/>
                    <a:pt x="4603" y="26804"/>
                  </a:cubicBezTo>
                  <a:cubicBezTo>
                    <a:pt x="4541" y="26678"/>
                    <a:pt x="4499" y="26574"/>
                    <a:pt x="4436" y="26448"/>
                  </a:cubicBezTo>
                  <a:cubicBezTo>
                    <a:pt x="1569" y="27934"/>
                    <a:pt x="0" y="32223"/>
                    <a:pt x="1590" y="35906"/>
                  </a:cubicBezTo>
                  <a:cubicBezTo>
                    <a:pt x="3826" y="39940"/>
                    <a:pt x="7574" y="41421"/>
                    <a:pt x="11147" y="41421"/>
                  </a:cubicBezTo>
                  <a:cubicBezTo>
                    <a:pt x="15636" y="41421"/>
                    <a:pt x="19848" y="39084"/>
                    <a:pt x="20443" y="36533"/>
                  </a:cubicBezTo>
                  <a:lnTo>
                    <a:pt x="20443" y="36533"/>
                  </a:lnTo>
                  <a:cubicBezTo>
                    <a:pt x="19731" y="37496"/>
                    <a:pt x="18434" y="39128"/>
                    <a:pt x="16258" y="40090"/>
                  </a:cubicBezTo>
                  <a:cubicBezTo>
                    <a:pt x="14656" y="40869"/>
                    <a:pt x="13023" y="41204"/>
                    <a:pt x="11809" y="41204"/>
                  </a:cubicBezTo>
                  <a:cubicBezTo>
                    <a:pt x="11294" y="41204"/>
                    <a:pt x="10855" y="41144"/>
                    <a:pt x="10525" y="41032"/>
                  </a:cubicBezTo>
                  <a:lnTo>
                    <a:pt x="10525" y="41032"/>
                  </a:lnTo>
                  <a:cubicBezTo>
                    <a:pt x="10643" y="41043"/>
                    <a:pt x="10771" y="41048"/>
                    <a:pt x="10909" y="41048"/>
                  </a:cubicBezTo>
                  <a:cubicBezTo>
                    <a:pt x="12118" y="41048"/>
                    <a:pt x="14058" y="40630"/>
                    <a:pt x="16049" y="39672"/>
                  </a:cubicBezTo>
                  <a:cubicBezTo>
                    <a:pt x="17053" y="39232"/>
                    <a:pt x="17953" y="38647"/>
                    <a:pt x="18790" y="37956"/>
                  </a:cubicBezTo>
                  <a:cubicBezTo>
                    <a:pt x="19145" y="37663"/>
                    <a:pt x="19522" y="37328"/>
                    <a:pt x="19752" y="36910"/>
                  </a:cubicBezTo>
                  <a:cubicBezTo>
                    <a:pt x="20003" y="36450"/>
                    <a:pt x="20380" y="36052"/>
                    <a:pt x="20798" y="35717"/>
                  </a:cubicBezTo>
                  <a:cubicBezTo>
                    <a:pt x="21154" y="35445"/>
                    <a:pt x="21635" y="35257"/>
                    <a:pt x="21740" y="34776"/>
                  </a:cubicBezTo>
                  <a:lnTo>
                    <a:pt x="21740" y="34776"/>
                  </a:lnTo>
                  <a:cubicBezTo>
                    <a:pt x="21740" y="35571"/>
                    <a:pt x="21049" y="36617"/>
                    <a:pt x="21133" y="37893"/>
                  </a:cubicBezTo>
                  <a:cubicBezTo>
                    <a:pt x="21363" y="37015"/>
                    <a:pt x="21782" y="36073"/>
                    <a:pt x="22388" y="35152"/>
                  </a:cubicBezTo>
                  <a:cubicBezTo>
                    <a:pt x="23640" y="33195"/>
                    <a:pt x="24171" y="31315"/>
                    <a:pt x="24132" y="30170"/>
                  </a:cubicBezTo>
                  <a:lnTo>
                    <a:pt x="24132" y="30170"/>
                  </a:lnTo>
                  <a:cubicBezTo>
                    <a:pt x="24517" y="31264"/>
                    <a:pt x="24034" y="33427"/>
                    <a:pt x="22765" y="35382"/>
                  </a:cubicBezTo>
                  <a:cubicBezTo>
                    <a:pt x="21949" y="36638"/>
                    <a:pt x="21447" y="37851"/>
                    <a:pt x="21217" y="38856"/>
                  </a:cubicBezTo>
                  <a:cubicBezTo>
                    <a:pt x="21238" y="39086"/>
                    <a:pt x="21259" y="39295"/>
                    <a:pt x="21280" y="39504"/>
                  </a:cubicBezTo>
                  <a:cubicBezTo>
                    <a:pt x="21552" y="37914"/>
                    <a:pt x="22786" y="35885"/>
                    <a:pt x="24000" y="34169"/>
                  </a:cubicBezTo>
                  <a:cubicBezTo>
                    <a:pt x="25360" y="31930"/>
                    <a:pt x="24899" y="29440"/>
                    <a:pt x="24816" y="27703"/>
                  </a:cubicBezTo>
                  <a:cubicBezTo>
                    <a:pt x="24544" y="27055"/>
                    <a:pt x="24523" y="26385"/>
                    <a:pt x="24669" y="26071"/>
                  </a:cubicBezTo>
                  <a:lnTo>
                    <a:pt x="24669" y="26071"/>
                  </a:lnTo>
                  <a:cubicBezTo>
                    <a:pt x="24711" y="26197"/>
                    <a:pt x="24795" y="26364"/>
                    <a:pt x="24857" y="26532"/>
                  </a:cubicBezTo>
                  <a:cubicBezTo>
                    <a:pt x="25213" y="27285"/>
                    <a:pt x="25841" y="28227"/>
                    <a:pt x="26950" y="28478"/>
                  </a:cubicBezTo>
                  <a:cubicBezTo>
                    <a:pt x="27076" y="28488"/>
                    <a:pt x="27210" y="28492"/>
                    <a:pt x="27350" y="28492"/>
                  </a:cubicBezTo>
                  <a:cubicBezTo>
                    <a:pt x="27794" y="28492"/>
                    <a:pt x="28298" y="28452"/>
                    <a:pt x="28791" y="28436"/>
                  </a:cubicBezTo>
                  <a:cubicBezTo>
                    <a:pt x="27954" y="28206"/>
                    <a:pt x="26845" y="27703"/>
                    <a:pt x="26134" y="26427"/>
                  </a:cubicBezTo>
                  <a:cubicBezTo>
                    <a:pt x="25255" y="24858"/>
                    <a:pt x="25527" y="23330"/>
                    <a:pt x="25129" y="22619"/>
                  </a:cubicBezTo>
                  <a:lnTo>
                    <a:pt x="25129" y="22619"/>
                  </a:lnTo>
                  <a:cubicBezTo>
                    <a:pt x="25841" y="23205"/>
                    <a:pt x="25694" y="24879"/>
                    <a:pt x="26552" y="26239"/>
                  </a:cubicBezTo>
                  <a:cubicBezTo>
                    <a:pt x="27264" y="27494"/>
                    <a:pt x="28331" y="28017"/>
                    <a:pt x="29105" y="28373"/>
                  </a:cubicBezTo>
                  <a:cubicBezTo>
                    <a:pt x="28979" y="28248"/>
                    <a:pt x="28854" y="28101"/>
                    <a:pt x="28770" y="27934"/>
                  </a:cubicBezTo>
                  <a:cubicBezTo>
                    <a:pt x="28435" y="27599"/>
                    <a:pt x="27996" y="27034"/>
                    <a:pt x="27557" y="26343"/>
                  </a:cubicBezTo>
                  <a:cubicBezTo>
                    <a:pt x="27034" y="25527"/>
                    <a:pt x="26657" y="24753"/>
                    <a:pt x="26531" y="24293"/>
                  </a:cubicBezTo>
                  <a:lnTo>
                    <a:pt x="26531" y="24293"/>
                  </a:lnTo>
                  <a:lnTo>
                    <a:pt x="26552" y="24335"/>
                  </a:lnTo>
                  <a:cubicBezTo>
                    <a:pt x="26866" y="24607"/>
                    <a:pt x="27347" y="25193"/>
                    <a:pt x="27808" y="25904"/>
                  </a:cubicBezTo>
                  <a:cubicBezTo>
                    <a:pt x="27640" y="25444"/>
                    <a:pt x="27494" y="24942"/>
                    <a:pt x="27368" y="24418"/>
                  </a:cubicBezTo>
                  <a:cubicBezTo>
                    <a:pt x="26983" y="22715"/>
                    <a:pt x="26047" y="21621"/>
                    <a:pt x="25342" y="21155"/>
                  </a:cubicBezTo>
                  <a:lnTo>
                    <a:pt x="25342" y="21155"/>
                  </a:lnTo>
                  <a:cubicBezTo>
                    <a:pt x="26054" y="21283"/>
                    <a:pt x="27055" y="22224"/>
                    <a:pt x="27578" y="23561"/>
                  </a:cubicBezTo>
                  <a:cubicBezTo>
                    <a:pt x="27473" y="23079"/>
                    <a:pt x="27347" y="22577"/>
                    <a:pt x="27201" y="22075"/>
                  </a:cubicBezTo>
                  <a:cubicBezTo>
                    <a:pt x="27054" y="21740"/>
                    <a:pt x="26887" y="21405"/>
                    <a:pt x="26678" y="21050"/>
                  </a:cubicBezTo>
                  <a:cubicBezTo>
                    <a:pt x="25757" y="19753"/>
                    <a:pt x="24251" y="19188"/>
                    <a:pt x="23749" y="18602"/>
                  </a:cubicBezTo>
                  <a:lnTo>
                    <a:pt x="23749" y="18602"/>
                  </a:lnTo>
                  <a:lnTo>
                    <a:pt x="23811" y="18623"/>
                  </a:lnTo>
                  <a:cubicBezTo>
                    <a:pt x="24355" y="18936"/>
                    <a:pt x="25443" y="19229"/>
                    <a:pt x="26406" y="20087"/>
                  </a:cubicBezTo>
                  <a:cubicBezTo>
                    <a:pt x="26113" y="19564"/>
                    <a:pt x="25757" y="19083"/>
                    <a:pt x="25318" y="18644"/>
                  </a:cubicBezTo>
                  <a:cubicBezTo>
                    <a:pt x="20903" y="15317"/>
                    <a:pt x="19585" y="10107"/>
                    <a:pt x="18601" y="8098"/>
                  </a:cubicBezTo>
                  <a:lnTo>
                    <a:pt x="18601" y="8098"/>
                  </a:lnTo>
                  <a:lnTo>
                    <a:pt x="18706" y="8265"/>
                  </a:lnTo>
                  <a:cubicBezTo>
                    <a:pt x="20045" y="10086"/>
                    <a:pt x="21300" y="13580"/>
                    <a:pt x="24439" y="16677"/>
                  </a:cubicBezTo>
                  <a:cubicBezTo>
                    <a:pt x="24803" y="16349"/>
                    <a:pt x="25132" y="16240"/>
                    <a:pt x="25438" y="16240"/>
                  </a:cubicBezTo>
                  <a:cubicBezTo>
                    <a:pt x="26031" y="16240"/>
                    <a:pt x="26537" y="16649"/>
                    <a:pt x="27034" y="16677"/>
                  </a:cubicBezTo>
                  <a:cubicBezTo>
                    <a:pt x="27227" y="16737"/>
                    <a:pt x="27433" y="16761"/>
                    <a:pt x="27645" y="16761"/>
                  </a:cubicBezTo>
                  <a:cubicBezTo>
                    <a:pt x="28100" y="16761"/>
                    <a:pt x="28586" y="16651"/>
                    <a:pt x="29042" y="16551"/>
                  </a:cubicBezTo>
                  <a:cubicBezTo>
                    <a:pt x="28791" y="16530"/>
                    <a:pt x="28540" y="16530"/>
                    <a:pt x="28247" y="16488"/>
                  </a:cubicBezTo>
                  <a:cubicBezTo>
                    <a:pt x="27264" y="16342"/>
                    <a:pt x="26908" y="15484"/>
                    <a:pt x="26866" y="15128"/>
                  </a:cubicBezTo>
                  <a:lnTo>
                    <a:pt x="26866" y="15128"/>
                  </a:lnTo>
                  <a:cubicBezTo>
                    <a:pt x="27222" y="15463"/>
                    <a:pt x="27557" y="15903"/>
                    <a:pt x="28310" y="16049"/>
                  </a:cubicBezTo>
                  <a:cubicBezTo>
                    <a:pt x="28582" y="16070"/>
                    <a:pt x="28854" y="16112"/>
                    <a:pt x="29105" y="16175"/>
                  </a:cubicBezTo>
                  <a:cubicBezTo>
                    <a:pt x="28770" y="15882"/>
                    <a:pt x="28498" y="15505"/>
                    <a:pt x="28373" y="15024"/>
                  </a:cubicBezTo>
                  <a:cubicBezTo>
                    <a:pt x="28247" y="14710"/>
                    <a:pt x="28122" y="14417"/>
                    <a:pt x="28017" y="14145"/>
                  </a:cubicBezTo>
                  <a:cubicBezTo>
                    <a:pt x="27808" y="13810"/>
                    <a:pt x="27578" y="13475"/>
                    <a:pt x="27306" y="13120"/>
                  </a:cubicBezTo>
                  <a:cubicBezTo>
                    <a:pt x="26450" y="12121"/>
                    <a:pt x="25455" y="11817"/>
                    <a:pt x="24824" y="11570"/>
                  </a:cubicBezTo>
                  <a:lnTo>
                    <a:pt x="24824" y="11570"/>
                  </a:lnTo>
                  <a:cubicBezTo>
                    <a:pt x="24876" y="11564"/>
                    <a:pt x="24929" y="11562"/>
                    <a:pt x="24983" y="11562"/>
                  </a:cubicBezTo>
                  <a:cubicBezTo>
                    <a:pt x="25455" y="11562"/>
                    <a:pt x="26016" y="11775"/>
                    <a:pt x="26427" y="11906"/>
                  </a:cubicBezTo>
                  <a:cubicBezTo>
                    <a:pt x="27054" y="12074"/>
                    <a:pt x="27682" y="12429"/>
                    <a:pt x="28122" y="12931"/>
                  </a:cubicBezTo>
                  <a:cubicBezTo>
                    <a:pt x="28226" y="13057"/>
                    <a:pt x="28498" y="13517"/>
                    <a:pt x="28645" y="13538"/>
                  </a:cubicBezTo>
                  <a:cubicBezTo>
                    <a:pt x="28734" y="13559"/>
                    <a:pt x="28819" y="13571"/>
                    <a:pt x="28896" y="13571"/>
                  </a:cubicBezTo>
                  <a:cubicBezTo>
                    <a:pt x="29127" y="13571"/>
                    <a:pt x="29288" y="13465"/>
                    <a:pt x="29272" y="13183"/>
                  </a:cubicBezTo>
                  <a:cubicBezTo>
                    <a:pt x="29231" y="12429"/>
                    <a:pt x="28101" y="11885"/>
                    <a:pt x="27096" y="11320"/>
                  </a:cubicBezTo>
                  <a:cubicBezTo>
                    <a:pt x="25904" y="10651"/>
                    <a:pt x="24585" y="10065"/>
                    <a:pt x="23267" y="9688"/>
                  </a:cubicBezTo>
                  <a:cubicBezTo>
                    <a:pt x="22786" y="9563"/>
                    <a:pt x="22158" y="9291"/>
                    <a:pt x="21803" y="8914"/>
                  </a:cubicBezTo>
                  <a:cubicBezTo>
                    <a:pt x="21489" y="8600"/>
                    <a:pt x="21028" y="8035"/>
                    <a:pt x="21154" y="7554"/>
                  </a:cubicBezTo>
                  <a:cubicBezTo>
                    <a:pt x="21286" y="7068"/>
                    <a:pt x="21624" y="6900"/>
                    <a:pt x="22018" y="6900"/>
                  </a:cubicBezTo>
                  <a:cubicBezTo>
                    <a:pt x="22559" y="6900"/>
                    <a:pt x="23206" y="7216"/>
                    <a:pt x="23581" y="7470"/>
                  </a:cubicBezTo>
                  <a:cubicBezTo>
                    <a:pt x="23853" y="7680"/>
                    <a:pt x="24146" y="7910"/>
                    <a:pt x="24439" y="8119"/>
                  </a:cubicBezTo>
                  <a:cubicBezTo>
                    <a:pt x="26092" y="9249"/>
                    <a:pt x="27870" y="10253"/>
                    <a:pt x="29775" y="10923"/>
                  </a:cubicBezTo>
                  <a:cubicBezTo>
                    <a:pt x="30611" y="11216"/>
                    <a:pt x="31469" y="11446"/>
                    <a:pt x="32348" y="11530"/>
                  </a:cubicBezTo>
                  <a:cubicBezTo>
                    <a:pt x="32502" y="11547"/>
                    <a:pt x="32650" y="11555"/>
                    <a:pt x="32795" y="11555"/>
                  </a:cubicBezTo>
                  <a:cubicBezTo>
                    <a:pt x="33340" y="11555"/>
                    <a:pt x="33837" y="11449"/>
                    <a:pt x="34399" y="11383"/>
                  </a:cubicBezTo>
                  <a:lnTo>
                    <a:pt x="34399" y="11383"/>
                  </a:lnTo>
                  <a:cubicBezTo>
                    <a:pt x="34204" y="11402"/>
                    <a:pt x="34000" y="11412"/>
                    <a:pt x="33789" y="11412"/>
                  </a:cubicBezTo>
                  <a:cubicBezTo>
                    <a:pt x="33073" y="11412"/>
                    <a:pt x="32278" y="11293"/>
                    <a:pt x="31469" y="10986"/>
                  </a:cubicBezTo>
                  <a:cubicBezTo>
                    <a:pt x="29607" y="10274"/>
                    <a:pt x="28289" y="9123"/>
                    <a:pt x="27766" y="8412"/>
                  </a:cubicBezTo>
                  <a:lnTo>
                    <a:pt x="27766" y="8412"/>
                  </a:lnTo>
                  <a:lnTo>
                    <a:pt x="27829" y="8475"/>
                  </a:lnTo>
                  <a:cubicBezTo>
                    <a:pt x="28561" y="8977"/>
                    <a:pt x="29900" y="9897"/>
                    <a:pt x="31616" y="10546"/>
                  </a:cubicBezTo>
                  <a:cubicBezTo>
                    <a:pt x="32181" y="10776"/>
                    <a:pt x="32746" y="10965"/>
                    <a:pt x="33352" y="11069"/>
                  </a:cubicBezTo>
                  <a:cubicBezTo>
                    <a:pt x="33577" y="11107"/>
                    <a:pt x="33978" y="11196"/>
                    <a:pt x="34333" y="11196"/>
                  </a:cubicBezTo>
                  <a:cubicBezTo>
                    <a:pt x="34575" y="11196"/>
                    <a:pt x="34795" y="11154"/>
                    <a:pt x="34922" y="11027"/>
                  </a:cubicBezTo>
                  <a:cubicBezTo>
                    <a:pt x="35675" y="10295"/>
                    <a:pt x="33060" y="9521"/>
                    <a:pt x="32683" y="9312"/>
                  </a:cubicBezTo>
                  <a:cubicBezTo>
                    <a:pt x="32285" y="9102"/>
                    <a:pt x="31951" y="8809"/>
                    <a:pt x="31762" y="8412"/>
                  </a:cubicBezTo>
                  <a:lnTo>
                    <a:pt x="31762" y="8412"/>
                  </a:lnTo>
                  <a:cubicBezTo>
                    <a:pt x="31804" y="8475"/>
                    <a:pt x="32725" y="8642"/>
                    <a:pt x="32892" y="8705"/>
                  </a:cubicBezTo>
                  <a:cubicBezTo>
                    <a:pt x="33311" y="8830"/>
                    <a:pt x="33771" y="8830"/>
                    <a:pt x="34210" y="8830"/>
                  </a:cubicBezTo>
                  <a:cubicBezTo>
                    <a:pt x="35026" y="8830"/>
                    <a:pt x="35926" y="8663"/>
                    <a:pt x="36449" y="7973"/>
                  </a:cubicBezTo>
                  <a:lnTo>
                    <a:pt x="36449" y="7973"/>
                  </a:lnTo>
                  <a:cubicBezTo>
                    <a:pt x="36380" y="8062"/>
                    <a:pt x="36033" y="8085"/>
                    <a:pt x="35666" y="8085"/>
                  </a:cubicBezTo>
                  <a:cubicBezTo>
                    <a:pt x="35257" y="8085"/>
                    <a:pt x="34823" y="8056"/>
                    <a:pt x="34713" y="8056"/>
                  </a:cubicBezTo>
                  <a:cubicBezTo>
                    <a:pt x="34022" y="8014"/>
                    <a:pt x="33352" y="7889"/>
                    <a:pt x="32725" y="7596"/>
                  </a:cubicBezTo>
                  <a:lnTo>
                    <a:pt x="32725" y="7596"/>
                  </a:lnTo>
                  <a:lnTo>
                    <a:pt x="32788" y="7617"/>
                  </a:lnTo>
                  <a:cubicBezTo>
                    <a:pt x="33281" y="7617"/>
                    <a:pt x="34036" y="7696"/>
                    <a:pt x="34926" y="7696"/>
                  </a:cubicBezTo>
                  <a:cubicBezTo>
                    <a:pt x="35244" y="7696"/>
                    <a:pt x="35579" y="7686"/>
                    <a:pt x="35926" y="7659"/>
                  </a:cubicBezTo>
                  <a:cubicBezTo>
                    <a:pt x="36198" y="7617"/>
                    <a:pt x="36428" y="7554"/>
                    <a:pt x="36679" y="7491"/>
                  </a:cubicBezTo>
                  <a:cubicBezTo>
                    <a:pt x="36742" y="7449"/>
                    <a:pt x="36826" y="7387"/>
                    <a:pt x="36909" y="7345"/>
                  </a:cubicBezTo>
                  <a:lnTo>
                    <a:pt x="36909" y="7345"/>
                  </a:lnTo>
                  <a:cubicBezTo>
                    <a:pt x="36784" y="7366"/>
                    <a:pt x="36658" y="7408"/>
                    <a:pt x="36512" y="7429"/>
                  </a:cubicBezTo>
                  <a:cubicBezTo>
                    <a:pt x="36165" y="7461"/>
                    <a:pt x="35832" y="7475"/>
                    <a:pt x="35519" y="7475"/>
                  </a:cubicBezTo>
                  <a:cubicBezTo>
                    <a:pt x="34625" y="7475"/>
                    <a:pt x="33897" y="7359"/>
                    <a:pt x="33478" y="7219"/>
                  </a:cubicBezTo>
                  <a:lnTo>
                    <a:pt x="33520" y="7219"/>
                  </a:lnTo>
                  <a:cubicBezTo>
                    <a:pt x="34064" y="7136"/>
                    <a:pt x="35026" y="7115"/>
                    <a:pt x="36093" y="7010"/>
                  </a:cubicBezTo>
                  <a:cubicBezTo>
                    <a:pt x="35194" y="7010"/>
                    <a:pt x="34461" y="6843"/>
                    <a:pt x="34043" y="6675"/>
                  </a:cubicBezTo>
                  <a:lnTo>
                    <a:pt x="34106" y="6675"/>
                  </a:lnTo>
                  <a:cubicBezTo>
                    <a:pt x="34420" y="6675"/>
                    <a:pt x="34901" y="6654"/>
                    <a:pt x="35424" y="6633"/>
                  </a:cubicBezTo>
                  <a:cubicBezTo>
                    <a:pt x="35257" y="6633"/>
                    <a:pt x="35110" y="6612"/>
                    <a:pt x="34985" y="6592"/>
                  </a:cubicBezTo>
                  <a:lnTo>
                    <a:pt x="35026" y="6571"/>
                  </a:lnTo>
                  <a:cubicBezTo>
                    <a:pt x="35319" y="6466"/>
                    <a:pt x="35780" y="6361"/>
                    <a:pt x="36324" y="6236"/>
                  </a:cubicBezTo>
                  <a:cubicBezTo>
                    <a:pt x="35612" y="6215"/>
                    <a:pt x="35026" y="6027"/>
                    <a:pt x="34754" y="5817"/>
                  </a:cubicBezTo>
                  <a:lnTo>
                    <a:pt x="34754" y="5817"/>
                  </a:lnTo>
                  <a:lnTo>
                    <a:pt x="34796" y="5838"/>
                  </a:lnTo>
                  <a:cubicBezTo>
                    <a:pt x="35018" y="5855"/>
                    <a:pt x="35293" y="5872"/>
                    <a:pt x="35612" y="5872"/>
                  </a:cubicBezTo>
                  <a:cubicBezTo>
                    <a:pt x="36076" y="5872"/>
                    <a:pt x="36634" y="5837"/>
                    <a:pt x="37265" y="5713"/>
                  </a:cubicBezTo>
                  <a:cubicBezTo>
                    <a:pt x="37412" y="5671"/>
                    <a:pt x="37579" y="5629"/>
                    <a:pt x="37726" y="5587"/>
                  </a:cubicBezTo>
                  <a:cubicBezTo>
                    <a:pt x="37705" y="5587"/>
                    <a:pt x="37663" y="5608"/>
                    <a:pt x="37621" y="5608"/>
                  </a:cubicBezTo>
                  <a:cubicBezTo>
                    <a:pt x="37433" y="5633"/>
                    <a:pt x="37250" y="5644"/>
                    <a:pt x="37075" y="5644"/>
                  </a:cubicBezTo>
                  <a:cubicBezTo>
                    <a:pt x="36357" y="5644"/>
                    <a:pt x="35773" y="5459"/>
                    <a:pt x="35487" y="5273"/>
                  </a:cubicBezTo>
                  <a:lnTo>
                    <a:pt x="35508" y="5273"/>
                  </a:lnTo>
                  <a:cubicBezTo>
                    <a:pt x="35968" y="5252"/>
                    <a:pt x="36700" y="5252"/>
                    <a:pt x="37558" y="5148"/>
                  </a:cubicBezTo>
                  <a:cubicBezTo>
                    <a:pt x="37621" y="5148"/>
                    <a:pt x="37663" y="5127"/>
                    <a:pt x="37746" y="5127"/>
                  </a:cubicBezTo>
                  <a:cubicBezTo>
                    <a:pt x="37140" y="5127"/>
                    <a:pt x="36637" y="5001"/>
                    <a:pt x="36386" y="4876"/>
                  </a:cubicBezTo>
                  <a:cubicBezTo>
                    <a:pt x="36784" y="4792"/>
                    <a:pt x="37391" y="4750"/>
                    <a:pt x="38081" y="4646"/>
                  </a:cubicBezTo>
                  <a:cubicBezTo>
                    <a:pt x="38144" y="4625"/>
                    <a:pt x="38207" y="4604"/>
                    <a:pt x="38269" y="4583"/>
                  </a:cubicBezTo>
                  <a:lnTo>
                    <a:pt x="38269" y="4583"/>
                  </a:lnTo>
                  <a:cubicBezTo>
                    <a:pt x="38175" y="4614"/>
                    <a:pt x="38065" y="4630"/>
                    <a:pt x="37956" y="4630"/>
                  </a:cubicBezTo>
                  <a:cubicBezTo>
                    <a:pt x="37846" y="4630"/>
                    <a:pt x="37736" y="4614"/>
                    <a:pt x="37642" y="4583"/>
                  </a:cubicBezTo>
                  <a:cubicBezTo>
                    <a:pt x="37870" y="4292"/>
                    <a:pt x="38595" y="4393"/>
                    <a:pt x="38584" y="3923"/>
                  </a:cubicBezTo>
                  <a:lnTo>
                    <a:pt x="38584" y="3923"/>
                  </a:lnTo>
                  <a:cubicBezTo>
                    <a:pt x="38582" y="3976"/>
                    <a:pt x="38522" y="3997"/>
                    <a:pt x="38432" y="3997"/>
                  </a:cubicBezTo>
                  <a:cubicBezTo>
                    <a:pt x="38166" y="3997"/>
                    <a:pt x="37635" y="3819"/>
                    <a:pt x="37558" y="3788"/>
                  </a:cubicBezTo>
                  <a:cubicBezTo>
                    <a:pt x="36815" y="3558"/>
                    <a:pt x="36167" y="3416"/>
                    <a:pt x="35523" y="3416"/>
                  </a:cubicBezTo>
                  <a:cubicBezTo>
                    <a:pt x="34880" y="3416"/>
                    <a:pt x="34242" y="3558"/>
                    <a:pt x="33520" y="3892"/>
                  </a:cubicBezTo>
                  <a:cubicBezTo>
                    <a:pt x="33164" y="4060"/>
                    <a:pt x="32808" y="4185"/>
                    <a:pt x="32411" y="4206"/>
                  </a:cubicBezTo>
                  <a:cubicBezTo>
                    <a:pt x="32333" y="4206"/>
                    <a:pt x="31817" y="4079"/>
                    <a:pt x="31749" y="4079"/>
                  </a:cubicBezTo>
                  <a:cubicBezTo>
                    <a:pt x="31746" y="4079"/>
                    <a:pt x="31744" y="4079"/>
                    <a:pt x="31743" y="4079"/>
                  </a:cubicBezTo>
                  <a:lnTo>
                    <a:pt x="31743" y="4079"/>
                  </a:lnTo>
                  <a:lnTo>
                    <a:pt x="31762" y="4060"/>
                  </a:lnTo>
                  <a:cubicBezTo>
                    <a:pt x="32223" y="3725"/>
                    <a:pt x="32641" y="3495"/>
                    <a:pt x="33206" y="2888"/>
                  </a:cubicBezTo>
                  <a:cubicBezTo>
                    <a:pt x="33624" y="2365"/>
                    <a:pt x="34294" y="2051"/>
                    <a:pt x="34775" y="1988"/>
                  </a:cubicBezTo>
                  <a:cubicBezTo>
                    <a:pt x="34565" y="1928"/>
                    <a:pt x="34349" y="1901"/>
                    <a:pt x="34124" y="1901"/>
                  </a:cubicBezTo>
                  <a:cubicBezTo>
                    <a:pt x="32465" y="1901"/>
                    <a:pt x="30357" y="3378"/>
                    <a:pt x="27243" y="4060"/>
                  </a:cubicBezTo>
                  <a:cubicBezTo>
                    <a:pt x="26518" y="4258"/>
                    <a:pt x="25627" y="4354"/>
                    <a:pt x="24732" y="4354"/>
                  </a:cubicBezTo>
                  <a:cubicBezTo>
                    <a:pt x="22221" y="4354"/>
                    <a:pt x="19686" y="3591"/>
                    <a:pt x="20736" y="2156"/>
                  </a:cubicBezTo>
                  <a:cubicBezTo>
                    <a:pt x="19396" y="1947"/>
                    <a:pt x="17827" y="1423"/>
                    <a:pt x="16153" y="754"/>
                  </a:cubicBezTo>
                  <a:cubicBezTo>
                    <a:pt x="15860" y="754"/>
                    <a:pt x="15484" y="733"/>
                    <a:pt x="15065" y="670"/>
                  </a:cubicBezTo>
                  <a:cubicBezTo>
                    <a:pt x="14961" y="649"/>
                    <a:pt x="14856" y="649"/>
                    <a:pt x="14751" y="628"/>
                  </a:cubicBezTo>
                  <a:lnTo>
                    <a:pt x="14751" y="628"/>
                  </a:lnTo>
                  <a:cubicBezTo>
                    <a:pt x="16865" y="1382"/>
                    <a:pt x="18685" y="1905"/>
                    <a:pt x="19731" y="2302"/>
                  </a:cubicBezTo>
                  <a:lnTo>
                    <a:pt x="19606" y="2281"/>
                  </a:lnTo>
                  <a:cubicBezTo>
                    <a:pt x="18455" y="2051"/>
                    <a:pt x="16634" y="1675"/>
                    <a:pt x="14521" y="984"/>
                  </a:cubicBezTo>
                  <a:lnTo>
                    <a:pt x="14521" y="984"/>
                  </a:lnTo>
                  <a:cubicBezTo>
                    <a:pt x="16697" y="1988"/>
                    <a:pt x="18601" y="2595"/>
                    <a:pt x="19899" y="2595"/>
                  </a:cubicBezTo>
                  <a:cubicBezTo>
                    <a:pt x="19920" y="2595"/>
                    <a:pt x="19920" y="2595"/>
                    <a:pt x="19920" y="2574"/>
                  </a:cubicBezTo>
                  <a:lnTo>
                    <a:pt x="20087" y="2595"/>
                  </a:lnTo>
                  <a:lnTo>
                    <a:pt x="19899" y="2595"/>
                  </a:lnTo>
                  <a:cubicBezTo>
                    <a:pt x="19680" y="2630"/>
                    <a:pt x="19442" y="2645"/>
                    <a:pt x="19185" y="2645"/>
                  </a:cubicBezTo>
                  <a:cubicBezTo>
                    <a:pt x="18975" y="2645"/>
                    <a:pt x="18753" y="2635"/>
                    <a:pt x="18518" y="2616"/>
                  </a:cubicBezTo>
                  <a:lnTo>
                    <a:pt x="18518" y="2616"/>
                  </a:lnTo>
                  <a:cubicBezTo>
                    <a:pt x="18744" y="2681"/>
                    <a:pt x="18959" y="2733"/>
                    <a:pt x="19151" y="2783"/>
                  </a:cubicBezTo>
                  <a:lnTo>
                    <a:pt x="19151" y="2783"/>
                  </a:lnTo>
                  <a:cubicBezTo>
                    <a:pt x="17726" y="2694"/>
                    <a:pt x="15411" y="1963"/>
                    <a:pt x="12826" y="817"/>
                  </a:cubicBezTo>
                  <a:lnTo>
                    <a:pt x="12826" y="817"/>
                  </a:lnTo>
                  <a:cubicBezTo>
                    <a:pt x="15379" y="2114"/>
                    <a:pt x="17597" y="3076"/>
                    <a:pt x="19041" y="3139"/>
                  </a:cubicBezTo>
                  <a:cubicBezTo>
                    <a:pt x="18884" y="3164"/>
                    <a:pt x="18718" y="3176"/>
                    <a:pt x="18542" y="3176"/>
                  </a:cubicBezTo>
                  <a:cubicBezTo>
                    <a:pt x="16793" y="3176"/>
                    <a:pt x="14140" y="1992"/>
                    <a:pt x="11383" y="566"/>
                  </a:cubicBezTo>
                  <a:cubicBezTo>
                    <a:pt x="11173" y="440"/>
                    <a:pt x="10985" y="335"/>
                    <a:pt x="10776" y="210"/>
                  </a:cubicBezTo>
                  <a:cubicBezTo>
                    <a:pt x="10755" y="210"/>
                    <a:pt x="10713" y="189"/>
                    <a:pt x="10692" y="189"/>
                  </a:cubicBezTo>
                  <a:cubicBezTo>
                    <a:pt x="12492" y="1340"/>
                    <a:pt x="14877" y="2658"/>
                    <a:pt x="17953" y="3286"/>
                  </a:cubicBezTo>
                  <a:cubicBezTo>
                    <a:pt x="21760" y="4688"/>
                    <a:pt x="25360" y="4886"/>
                    <a:pt x="27596" y="4886"/>
                  </a:cubicBezTo>
                  <a:cubicBezTo>
                    <a:pt x="27928" y="4886"/>
                    <a:pt x="28230" y="4881"/>
                    <a:pt x="28498" y="4876"/>
                  </a:cubicBezTo>
                  <a:lnTo>
                    <a:pt x="28498" y="4876"/>
                  </a:lnTo>
                  <a:lnTo>
                    <a:pt x="28331" y="4897"/>
                  </a:lnTo>
                  <a:cubicBezTo>
                    <a:pt x="27613" y="5003"/>
                    <a:pt x="26665" y="5086"/>
                    <a:pt x="25557" y="5086"/>
                  </a:cubicBezTo>
                  <a:cubicBezTo>
                    <a:pt x="23406" y="5086"/>
                    <a:pt x="20651" y="4775"/>
                    <a:pt x="17806" y="3725"/>
                  </a:cubicBezTo>
                  <a:cubicBezTo>
                    <a:pt x="14500" y="3035"/>
                    <a:pt x="11948" y="1423"/>
                    <a:pt x="10148" y="105"/>
                  </a:cubicBezTo>
                  <a:cubicBezTo>
                    <a:pt x="10044" y="63"/>
                    <a:pt x="9960" y="42"/>
                    <a:pt x="98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7"/>
            <p:cNvSpPr/>
            <p:nvPr/>
          </p:nvSpPr>
          <p:spPr>
            <a:xfrm>
              <a:off x="-327925" y="4186400"/>
              <a:ext cx="550" cy="550"/>
            </a:xfrm>
            <a:custGeom>
              <a:avLst/>
              <a:gdLst/>
              <a:ahLst/>
              <a:cxnLst/>
              <a:rect l="l" t="t" r="r" b="b"/>
              <a:pathLst>
                <a:path w="22" h="22" extrusionOk="0">
                  <a:moveTo>
                    <a:pt x="21" y="0"/>
                  </a:moveTo>
                  <a:cubicBezTo>
                    <a:pt x="21" y="0"/>
                    <a:pt x="21" y="21"/>
                    <a:pt x="0" y="21"/>
                  </a:cubicBezTo>
                  <a:lnTo>
                    <a:pt x="21" y="21"/>
                  </a:lnTo>
                  <a:cubicBezTo>
                    <a:pt x="21" y="21"/>
                    <a:pt x="21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7"/>
            <p:cNvSpPr/>
            <p:nvPr/>
          </p:nvSpPr>
          <p:spPr>
            <a:xfrm>
              <a:off x="-326875" y="4185875"/>
              <a:ext cx="550" cy="550"/>
            </a:xfrm>
            <a:custGeom>
              <a:avLst/>
              <a:gdLst/>
              <a:ahLst/>
              <a:cxnLst/>
              <a:rect l="l" t="t" r="r" b="b"/>
              <a:pathLst>
                <a:path w="22" h="22" extrusionOk="0">
                  <a:moveTo>
                    <a:pt x="0" y="1"/>
                  </a:moveTo>
                  <a:cubicBezTo>
                    <a:pt x="0" y="1"/>
                    <a:pt x="0" y="1"/>
                    <a:pt x="0" y="21"/>
                  </a:cubicBezTo>
                  <a:cubicBezTo>
                    <a:pt x="0" y="21"/>
                    <a:pt x="21" y="1"/>
                    <a:pt x="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>
              <a:off x="-291175" y="3917775"/>
              <a:ext cx="51675" cy="24975"/>
            </a:xfrm>
            <a:custGeom>
              <a:avLst/>
              <a:gdLst/>
              <a:ahLst/>
              <a:cxnLst/>
              <a:rect l="l" t="t" r="r" b="b"/>
              <a:pathLst>
                <a:path w="2067" h="999" extrusionOk="0">
                  <a:moveTo>
                    <a:pt x="229" y="0"/>
                  </a:moveTo>
                  <a:cubicBezTo>
                    <a:pt x="100" y="0"/>
                    <a:pt x="0" y="87"/>
                    <a:pt x="16" y="242"/>
                  </a:cubicBezTo>
                  <a:cubicBezTo>
                    <a:pt x="35" y="886"/>
                    <a:pt x="774" y="998"/>
                    <a:pt x="1317" y="998"/>
                  </a:cubicBezTo>
                  <a:cubicBezTo>
                    <a:pt x="1374" y="998"/>
                    <a:pt x="1429" y="997"/>
                    <a:pt x="1481" y="995"/>
                  </a:cubicBezTo>
                  <a:cubicBezTo>
                    <a:pt x="1502" y="974"/>
                    <a:pt x="1522" y="974"/>
                    <a:pt x="1543" y="974"/>
                  </a:cubicBezTo>
                  <a:cubicBezTo>
                    <a:pt x="1669" y="974"/>
                    <a:pt x="1806" y="939"/>
                    <a:pt x="1938" y="939"/>
                  </a:cubicBezTo>
                  <a:cubicBezTo>
                    <a:pt x="1981" y="939"/>
                    <a:pt x="2025" y="943"/>
                    <a:pt x="2066" y="953"/>
                  </a:cubicBezTo>
                  <a:cubicBezTo>
                    <a:pt x="1774" y="870"/>
                    <a:pt x="1460" y="765"/>
                    <a:pt x="1209" y="597"/>
                  </a:cubicBezTo>
                  <a:cubicBezTo>
                    <a:pt x="916" y="430"/>
                    <a:pt x="665" y="200"/>
                    <a:pt x="372" y="33"/>
                  </a:cubicBezTo>
                  <a:cubicBezTo>
                    <a:pt x="323" y="11"/>
                    <a:pt x="274" y="0"/>
                    <a:pt x="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7"/>
            <p:cNvSpPr/>
            <p:nvPr/>
          </p:nvSpPr>
          <p:spPr>
            <a:xfrm>
              <a:off x="-432300" y="4188500"/>
              <a:ext cx="104400" cy="83750"/>
            </a:xfrm>
            <a:custGeom>
              <a:avLst/>
              <a:gdLst/>
              <a:ahLst/>
              <a:cxnLst/>
              <a:rect l="l" t="t" r="r" b="b"/>
              <a:pathLst>
                <a:path w="4176" h="3350" extrusionOk="0">
                  <a:moveTo>
                    <a:pt x="4154" y="0"/>
                  </a:moveTo>
                  <a:cubicBezTo>
                    <a:pt x="3526" y="1009"/>
                    <a:pt x="2518" y="1312"/>
                    <a:pt x="1752" y="1312"/>
                  </a:cubicBezTo>
                  <a:cubicBezTo>
                    <a:pt x="1548" y="1312"/>
                    <a:pt x="1362" y="1291"/>
                    <a:pt x="1204" y="1256"/>
                  </a:cubicBezTo>
                  <a:lnTo>
                    <a:pt x="1204" y="1256"/>
                  </a:lnTo>
                  <a:cubicBezTo>
                    <a:pt x="1246" y="1360"/>
                    <a:pt x="1288" y="1507"/>
                    <a:pt x="1288" y="1653"/>
                  </a:cubicBezTo>
                  <a:cubicBezTo>
                    <a:pt x="1288" y="1883"/>
                    <a:pt x="1162" y="2051"/>
                    <a:pt x="1037" y="2155"/>
                  </a:cubicBezTo>
                  <a:cubicBezTo>
                    <a:pt x="910" y="2332"/>
                    <a:pt x="723" y="2402"/>
                    <a:pt x="562" y="2402"/>
                  </a:cubicBezTo>
                  <a:cubicBezTo>
                    <a:pt x="456" y="2402"/>
                    <a:pt x="362" y="2372"/>
                    <a:pt x="305" y="2323"/>
                  </a:cubicBezTo>
                  <a:cubicBezTo>
                    <a:pt x="284" y="2323"/>
                    <a:pt x="242" y="2323"/>
                    <a:pt x="242" y="2302"/>
                  </a:cubicBezTo>
                  <a:lnTo>
                    <a:pt x="263" y="2302"/>
                  </a:lnTo>
                  <a:cubicBezTo>
                    <a:pt x="263" y="2281"/>
                    <a:pt x="263" y="2281"/>
                    <a:pt x="263" y="2281"/>
                  </a:cubicBezTo>
                  <a:cubicBezTo>
                    <a:pt x="242" y="2281"/>
                    <a:pt x="242" y="2260"/>
                    <a:pt x="221" y="2260"/>
                  </a:cubicBezTo>
                  <a:cubicBezTo>
                    <a:pt x="158" y="2302"/>
                    <a:pt x="95" y="2365"/>
                    <a:pt x="53" y="2469"/>
                  </a:cubicBezTo>
                  <a:cubicBezTo>
                    <a:pt x="0" y="2896"/>
                    <a:pt x="517" y="3349"/>
                    <a:pt x="1171" y="3349"/>
                  </a:cubicBezTo>
                  <a:cubicBezTo>
                    <a:pt x="1541" y="3349"/>
                    <a:pt x="1955" y="3203"/>
                    <a:pt x="2334" y="2825"/>
                  </a:cubicBezTo>
                  <a:cubicBezTo>
                    <a:pt x="3590" y="2030"/>
                    <a:pt x="3945" y="753"/>
                    <a:pt x="41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7"/>
            <p:cNvSpPr/>
            <p:nvPr/>
          </p:nvSpPr>
          <p:spPr>
            <a:xfrm>
              <a:off x="-305425" y="4315075"/>
              <a:ext cx="10475" cy="18325"/>
            </a:xfrm>
            <a:custGeom>
              <a:avLst/>
              <a:gdLst/>
              <a:ahLst/>
              <a:cxnLst/>
              <a:rect l="l" t="t" r="r" b="b"/>
              <a:pathLst>
                <a:path w="419" h="733" extrusionOk="0">
                  <a:moveTo>
                    <a:pt x="398" y="1"/>
                  </a:moveTo>
                  <a:lnTo>
                    <a:pt x="398" y="1"/>
                  </a:lnTo>
                  <a:cubicBezTo>
                    <a:pt x="335" y="252"/>
                    <a:pt x="188" y="482"/>
                    <a:pt x="0" y="733"/>
                  </a:cubicBezTo>
                  <a:cubicBezTo>
                    <a:pt x="147" y="649"/>
                    <a:pt x="272" y="587"/>
                    <a:pt x="419" y="524"/>
                  </a:cubicBezTo>
                  <a:cubicBezTo>
                    <a:pt x="419" y="503"/>
                    <a:pt x="419" y="482"/>
                    <a:pt x="419" y="461"/>
                  </a:cubicBezTo>
                  <a:cubicBezTo>
                    <a:pt x="377" y="315"/>
                    <a:pt x="398" y="147"/>
                    <a:pt x="3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7"/>
            <p:cNvSpPr/>
            <p:nvPr/>
          </p:nvSpPr>
          <p:spPr>
            <a:xfrm>
              <a:off x="-293400" y="4302000"/>
              <a:ext cx="1600" cy="3700"/>
            </a:xfrm>
            <a:custGeom>
              <a:avLst/>
              <a:gdLst/>
              <a:ahLst/>
              <a:cxnLst/>
              <a:rect l="l" t="t" r="r" b="b"/>
              <a:pathLst>
                <a:path w="64" h="148" extrusionOk="0">
                  <a:moveTo>
                    <a:pt x="63" y="1"/>
                  </a:moveTo>
                  <a:cubicBezTo>
                    <a:pt x="42" y="42"/>
                    <a:pt x="21" y="63"/>
                    <a:pt x="0" y="84"/>
                  </a:cubicBezTo>
                  <a:cubicBezTo>
                    <a:pt x="0" y="105"/>
                    <a:pt x="0" y="126"/>
                    <a:pt x="0" y="147"/>
                  </a:cubicBezTo>
                  <a:cubicBezTo>
                    <a:pt x="21" y="105"/>
                    <a:pt x="42" y="63"/>
                    <a:pt x="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7"/>
            <p:cNvSpPr/>
            <p:nvPr/>
          </p:nvSpPr>
          <p:spPr>
            <a:xfrm>
              <a:off x="-411100" y="42931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7"/>
            <p:cNvSpPr/>
            <p:nvPr/>
          </p:nvSpPr>
          <p:spPr>
            <a:xfrm>
              <a:off x="-415275" y="4288925"/>
              <a:ext cx="550" cy="550"/>
            </a:xfrm>
            <a:custGeom>
              <a:avLst/>
              <a:gdLst/>
              <a:ahLst/>
              <a:cxnLst/>
              <a:rect l="l" t="t" r="r" b="b"/>
              <a:pathLst>
                <a:path w="22" h="22" extrusionOk="0">
                  <a:moveTo>
                    <a:pt x="0" y="0"/>
                  </a:moveTo>
                  <a:cubicBezTo>
                    <a:pt x="0" y="21"/>
                    <a:pt x="0" y="21"/>
                    <a:pt x="21" y="21"/>
                  </a:cubicBezTo>
                  <a:cubicBezTo>
                    <a:pt x="21" y="21"/>
                    <a:pt x="21" y="2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>
              <a:off x="44000" y="4368950"/>
              <a:ext cx="48150" cy="108825"/>
            </a:xfrm>
            <a:custGeom>
              <a:avLst/>
              <a:gdLst/>
              <a:ahLst/>
              <a:cxnLst/>
              <a:rect l="l" t="t" r="r" b="b"/>
              <a:pathLst>
                <a:path w="1926" h="4353" extrusionOk="0">
                  <a:moveTo>
                    <a:pt x="1925" y="1"/>
                  </a:moveTo>
                  <a:lnTo>
                    <a:pt x="1925" y="1"/>
                  </a:lnTo>
                  <a:cubicBezTo>
                    <a:pt x="1758" y="189"/>
                    <a:pt x="1527" y="273"/>
                    <a:pt x="1297" y="294"/>
                  </a:cubicBezTo>
                  <a:lnTo>
                    <a:pt x="1297" y="336"/>
                  </a:lnTo>
                  <a:cubicBezTo>
                    <a:pt x="1297" y="524"/>
                    <a:pt x="1297" y="754"/>
                    <a:pt x="1276" y="1005"/>
                  </a:cubicBezTo>
                  <a:cubicBezTo>
                    <a:pt x="1276" y="1131"/>
                    <a:pt x="1255" y="1256"/>
                    <a:pt x="1255" y="1382"/>
                  </a:cubicBezTo>
                  <a:cubicBezTo>
                    <a:pt x="1235" y="1424"/>
                    <a:pt x="1214" y="1465"/>
                    <a:pt x="1193" y="1528"/>
                  </a:cubicBezTo>
                  <a:cubicBezTo>
                    <a:pt x="1025" y="2365"/>
                    <a:pt x="649" y="3369"/>
                    <a:pt x="0" y="4353"/>
                  </a:cubicBezTo>
                  <a:cubicBezTo>
                    <a:pt x="1109" y="2805"/>
                    <a:pt x="1674" y="1214"/>
                    <a:pt x="19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7"/>
            <p:cNvSpPr/>
            <p:nvPr/>
          </p:nvSpPr>
          <p:spPr>
            <a:xfrm>
              <a:off x="-409000" y="4280550"/>
              <a:ext cx="41875" cy="19375"/>
            </a:xfrm>
            <a:custGeom>
              <a:avLst/>
              <a:gdLst/>
              <a:ahLst/>
              <a:cxnLst/>
              <a:rect l="l" t="t" r="r" b="b"/>
              <a:pathLst>
                <a:path w="1675" h="775" extrusionOk="0">
                  <a:moveTo>
                    <a:pt x="1674" y="1"/>
                  </a:moveTo>
                  <a:cubicBezTo>
                    <a:pt x="1214" y="294"/>
                    <a:pt x="733" y="461"/>
                    <a:pt x="314" y="545"/>
                  </a:cubicBezTo>
                  <a:lnTo>
                    <a:pt x="293" y="545"/>
                  </a:lnTo>
                  <a:cubicBezTo>
                    <a:pt x="189" y="566"/>
                    <a:pt x="84" y="587"/>
                    <a:pt x="0" y="587"/>
                  </a:cubicBezTo>
                  <a:cubicBezTo>
                    <a:pt x="63" y="649"/>
                    <a:pt x="126" y="712"/>
                    <a:pt x="168" y="775"/>
                  </a:cubicBezTo>
                  <a:cubicBezTo>
                    <a:pt x="565" y="649"/>
                    <a:pt x="1109" y="419"/>
                    <a:pt x="16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7"/>
            <p:cNvSpPr/>
            <p:nvPr/>
          </p:nvSpPr>
          <p:spPr>
            <a:xfrm>
              <a:off x="-426800" y="4244450"/>
              <a:ext cx="550" cy="550"/>
            </a:xfrm>
            <a:custGeom>
              <a:avLst/>
              <a:gdLst/>
              <a:ahLst/>
              <a:cxnLst/>
              <a:rect l="l" t="t" r="r" b="b"/>
              <a:pathLst>
                <a:path w="22" h="22" extrusionOk="0">
                  <a:moveTo>
                    <a:pt x="22" y="1"/>
                  </a:moveTo>
                  <a:cubicBezTo>
                    <a:pt x="22" y="1"/>
                    <a:pt x="22" y="22"/>
                    <a:pt x="1" y="22"/>
                  </a:cubicBezTo>
                  <a:lnTo>
                    <a:pt x="22" y="22"/>
                  </a:lnTo>
                  <a:cubicBezTo>
                    <a:pt x="22" y="1"/>
                    <a:pt x="22" y="1"/>
                    <a:pt x="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7"/>
            <p:cNvSpPr/>
            <p:nvPr/>
          </p:nvSpPr>
          <p:spPr>
            <a:xfrm>
              <a:off x="-425225" y="4243425"/>
              <a:ext cx="1075" cy="1050"/>
            </a:xfrm>
            <a:custGeom>
              <a:avLst/>
              <a:gdLst/>
              <a:ahLst/>
              <a:cxnLst/>
              <a:rect l="l" t="t" r="r" b="b"/>
              <a:pathLst>
                <a:path w="43" h="42" extrusionOk="0">
                  <a:moveTo>
                    <a:pt x="1" y="0"/>
                  </a:move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22" y="21"/>
                    <a:pt x="22" y="42"/>
                  </a:cubicBezTo>
                  <a:lnTo>
                    <a:pt x="42" y="42"/>
                  </a:lnTo>
                  <a:cubicBezTo>
                    <a:pt x="22" y="21"/>
                    <a:pt x="22" y="2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7"/>
            <p:cNvSpPr/>
            <p:nvPr/>
          </p:nvSpPr>
          <p:spPr>
            <a:xfrm>
              <a:off x="-411100" y="4232425"/>
              <a:ext cx="1075" cy="2650"/>
            </a:xfrm>
            <a:custGeom>
              <a:avLst/>
              <a:gdLst/>
              <a:ahLst/>
              <a:cxnLst/>
              <a:rect l="l" t="t" r="r" b="b"/>
              <a:pathLst>
                <a:path w="43" h="106" extrusionOk="0">
                  <a:moveTo>
                    <a:pt x="42" y="1"/>
                  </a:moveTo>
                  <a:cubicBezTo>
                    <a:pt x="21" y="43"/>
                    <a:pt x="21" y="63"/>
                    <a:pt x="1" y="105"/>
                  </a:cubicBezTo>
                  <a:lnTo>
                    <a:pt x="21" y="105"/>
                  </a:lnTo>
                  <a:cubicBezTo>
                    <a:pt x="21" y="84"/>
                    <a:pt x="42" y="84"/>
                    <a:pt x="42" y="63"/>
                  </a:cubicBezTo>
                  <a:cubicBezTo>
                    <a:pt x="42" y="43"/>
                    <a:pt x="42" y="22"/>
                    <a:pt x="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7"/>
            <p:cNvSpPr/>
            <p:nvPr/>
          </p:nvSpPr>
          <p:spPr>
            <a:xfrm>
              <a:off x="-572200" y="3826525"/>
              <a:ext cx="489625" cy="548775"/>
            </a:xfrm>
            <a:custGeom>
              <a:avLst/>
              <a:gdLst/>
              <a:ahLst/>
              <a:cxnLst/>
              <a:rect l="l" t="t" r="r" b="b"/>
              <a:pathLst>
                <a:path w="19585" h="21951" extrusionOk="0">
                  <a:moveTo>
                    <a:pt x="10169" y="1130"/>
                  </a:moveTo>
                  <a:lnTo>
                    <a:pt x="10169" y="1130"/>
                  </a:lnTo>
                  <a:cubicBezTo>
                    <a:pt x="10135" y="1147"/>
                    <a:pt x="10115" y="1150"/>
                    <a:pt x="10086" y="1151"/>
                  </a:cubicBezTo>
                  <a:lnTo>
                    <a:pt x="10086" y="1151"/>
                  </a:lnTo>
                  <a:lnTo>
                    <a:pt x="10169" y="1130"/>
                  </a:lnTo>
                  <a:close/>
                  <a:moveTo>
                    <a:pt x="19585" y="2071"/>
                  </a:moveTo>
                  <a:cubicBezTo>
                    <a:pt x="19583" y="2071"/>
                    <a:pt x="19581" y="2072"/>
                    <a:pt x="19580" y="2072"/>
                  </a:cubicBezTo>
                  <a:lnTo>
                    <a:pt x="19580" y="2072"/>
                  </a:lnTo>
                  <a:cubicBezTo>
                    <a:pt x="19581" y="2072"/>
                    <a:pt x="19583" y="2072"/>
                    <a:pt x="19585" y="2071"/>
                  </a:cubicBezTo>
                  <a:close/>
                  <a:moveTo>
                    <a:pt x="16216" y="2783"/>
                  </a:moveTo>
                  <a:lnTo>
                    <a:pt x="16216" y="2783"/>
                  </a:lnTo>
                  <a:cubicBezTo>
                    <a:pt x="16174" y="2804"/>
                    <a:pt x="16132" y="2825"/>
                    <a:pt x="16111" y="2825"/>
                  </a:cubicBezTo>
                  <a:lnTo>
                    <a:pt x="16216" y="2783"/>
                  </a:lnTo>
                  <a:close/>
                  <a:moveTo>
                    <a:pt x="17953" y="5461"/>
                  </a:moveTo>
                  <a:cubicBezTo>
                    <a:pt x="17928" y="5465"/>
                    <a:pt x="17904" y="5469"/>
                    <a:pt x="17880" y="5474"/>
                  </a:cubicBezTo>
                  <a:lnTo>
                    <a:pt x="17880" y="5474"/>
                  </a:lnTo>
                  <a:cubicBezTo>
                    <a:pt x="17904" y="5470"/>
                    <a:pt x="17929" y="5466"/>
                    <a:pt x="17953" y="5461"/>
                  </a:cubicBezTo>
                  <a:close/>
                  <a:moveTo>
                    <a:pt x="13287" y="11613"/>
                  </a:moveTo>
                  <a:cubicBezTo>
                    <a:pt x="13307" y="11613"/>
                    <a:pt x="13307" y="11634"/>
                    <a:pt x="13307" y="11634"/>
                  </a:cubicBezTo>
                  <a:lnTo>
                    <a:pt x="13287" y="11613"/>
                  </a:lnTo>
                  <a:close/>
                  <a:moveTo>
                    <a:pt x="5606" y="14312"/>
                  </a:moveTo>
                  <a:cubicBezTo>
                    <a:pt x="5607" y="14312"/>
                    <a:pt x="5607" y="14313"/>
                    <a:pt x="5608" y="14313"/>
                  </a:cubicBezTo>
                  <a:lnTo>
                    <a:pt x="5608" y="14313"/>
                  </a:lnTo>
                  <a:cubicBezTo>
                    <a:pt x="5608" y="14313"/>
                    <a:pt x="5608" y="14312"/>
                    <a:pt x="5608" y="14312"/>
                  </a:cubicBezTo>
                  <a:close/>
                  <a:moveTo>
                    <a:pt x="5608" y="14313"/>
                  </a:moveTo>
                  <a:cubicBezTo>
                    <a:pt x="5608" y="14333"/>
                    <a:pt x="5629" y="14333"/>
                    <a:pt x="5629" y="14333"/>
                  </a:cubicBezTo>
                  <a:cubicBezTo>
                    <a:pt x="5622" y="14326"/>
                    <a:pt x="5615" y="14319"/>
                    <a:pt x="5608" y="14313"/>
                  </a:cubicBezTo>
                  <a:close/>
                  <a:moveTo>
                    <a:pt x="4687" y="0"/>
                  </a:moveTo>
                  <a:lnTo>
                    <a:pt x="4687" y="0"/>
                  </a:lnTo>
                  <a:cubicBezTo>
                    <a:pt x="4729" y="42"/>
                    <a:pt x="4771" y="84"/>
                    <a:pt x="4812" y="126"/>
                  </a:cubicBezTo>
                  <a:cubicBezTo>
                    <a:pt x="5859" y="816"/>
                    <a:pt x="7805" y="1737"/>
                    <a:pt x="10211" y="2364"/>
                  </a:cubicBezTo>
                  <a:cubicBezTo>
                    <a:pt x="11859" y="2759"/>
                    <a:pt x="13460" y="3077"/>
                    <a:pt x="14669" y="3077"/>
                  </a:cubicBezTo>
                  <a:cubicBezTo>
                    <a:pt x="15255" y="3077"/>
                    <a:pt x="15749" y="3002"/>
                    <a:pt x="16111" y="2825"/>
                  </a:cubicBezTo>
                  <a:lnTo>
                    <a:pt x="16111" y="2825"/>
                  </a:lnTo>
                  <a:cubicBezTo>
                    <a:pt x="15675" y="3101"/>
                    <a:pt x="15031" y="3217"/>
                    <a:pt x="14256" y="3217"/>
                  </a:cubicBezTo>
                  <a:cubicBezTo>
                    <a:pt x="13095" y="3217"/>
                    <a:pt x="11640" y="2958"/>
                    <a:pt x="10148" y="2595"/>
                  </a:cubicBezTo>
                  <a:cubicBezTo>
                    <a:pt x="7909" y="2009"/>
                    <a:pt x="6026" y="1088"/>
                    <a:pt x="5001" y="314"/>
                  </a:cubicBezTo>
                  <a:lnTo>
                    <a:pt x="5001" y="314"/>
                  </a:lnTo>
                  <a:cubicBezTo>
                    <a:pt x="5377" y="690"/>
                    <a:pt x="5754" y="1046"/>
                    <a:pt x="6131" y="1423"/>
                  </a:cubicBezTo>
                  <a:cubicBezTo>
                    <a:pt x="6235" y="1527"/>
                    <a:pt x="6340" y="1611"/>
                    <a:pt x="6424" y="1716"/>
                  </a:cubicBezTo>
                  <a:cubicBezTo>
                    <a:pt x="7470" y="2071"/>
                    <a:pt x="8934" y="2699"/>
                    <a:pt x="10022" y="4101"/>
                  </a:cubicBezTo>
                  <a:cubicBezTo>
                    <a:pt x="11466" y="5524"/>
                    <a:pt x="12429" y="7344"/>
                    <a:pt x="13517" y="7365"/>
                  </a:cubicBezTo>
                  <a:cubicBezTo>
                    <a:pt x="13472" y="7371"/>
                    <a:pt x="13428" y="7373"/>
                    <a:pt x="13384" y="7373"/>
                  </a:cubicBezTo>
                  <a:cubicBezTo>
                    <a:pt x="12245" y="7373"/>
                    <a:pt x="11224" y="5598"/>
                    <a:pt x="9834" y="4268"/>
                  </a:cubicBezTo>
                  <a:cubicBezTo>
                    <a:pt x="8851" y="2992"/>
                    <a:pt x="7595" y="2343"/>
                    <a:pt x="6633" y="1904"/>
                  </a:cubicBezTo>
                  <a:lnTo>
                    <a:pt x="6633" y="1904"/>
                  </a:lnTo>
                  <a:cubicBezTo>
                    <a:pt x="10587" y="5775"/>
                    <a:pt x="13810" y="11006"/>
                    <a:pt x="12345" y="15714"/>
                  </a:cubicBezTo>
                  <a:cubicBezTo>
                    <a:pt x="11704" y="17977"/>
                    <a:pt x="9740" y="19531"/>
                    <a:pt x="7811" y="19531"/>
                  </a:cubicBezTo>
                  <a:cubicBezTo>
                    <a:pt x="7725" y="19531"/>
                    <a:pt x="7639" y="19528"/>
                    <a:pt x="7553" y="19522"/>
                  </a:cubicBezTo>
                  <a:cubicBezTo>
                    <a:pt x="7407" y="19522"/>
                    <a:pt x="7261" y="19501"/>
                    <a:pt x="7114" y="19459"/>
                  </a:cubicBezTo>
                  <a:cubicBezTo>
                    <a:pt x="6884" y="19417"/>
                    <a:pt x="6654" y="19375"/>
                    <a:pt x="6424" y="19271"/>
                  </a:cubicBezTo>
                  <a:cubicBezTo>
                    <a:pt x="5733" y="18915"/>
                    <a:pt x="5126" y="17994"/>
                    <a:pt x="5336" y="17199"/>
                  </a:cubicBezTo>
                  <a:cubicBezTo>
                    <a:pt x="5413" y="16927"/>
                    <a:pt x="5563" y="16565"/>
                    <a:pt x="5869" y="16565"/>
                  </a:cubicBezTo>
                  <a:cubicBezTo>
                    <a:pt x="5893" y="16565"/>
                    <a:pt x="5917" y="16567"/>
                    <a:pt x="5942" y="16572"/>
                  </a:cubicBezTo>
                  <a:lnTo>
                    <a:pt x="5984" y="16572"/>
                  </a:lnTo>
                  <a:cubicBezTo>
                    <a:pt x="5919" y="16537"/>
                    <a:pt x="5846" y="16521"/>
                    <a:pt x="5769" y="16521"/>
                  </a:cubicBezTo>
                  <a:cubicBezTo>
                    <a:pt x="5330" y="16521"/>
                    <a:pt x="4764" y="17049"/>
                    <a:pt x="4729" y="17743"/>
                  </a:cubicBezTo>
                  <a:cubicBezTo>
                    <a:pt x="4792" y="18748"/>
                    <a:pt x="5629" y="19292"/>
                    <a:pt x="5963" y="19585"/>
                  </a:cubicBezTo>
                  <a:lnTo>
                    <a:pt x="5921" y="19564"/>
                  </a:lnTo>
                  <a:cubicBezTo>
                    <a:pt x="5524" y="19396"/>
                    <a:pt x="4582" y="18894"/>
                    <a:pt x="4478" y="17764"/>
                  </a:cubicBezTo>
                  <a:cubicBezTo>
                    <a:pt x="4494" y="16922"/>
                    <a:pt x="5187" y="16418"/>
                    <a:pt x="5675" y="16418"/>
                  </a:cubicBezTo>
                  <a:cubicBezTo>
                    <a:pt x="5817" y="16418"/>
                    <a:pt x="5941" y="16461"/>
                    <a:pt x="6026" y="16551"/>
                  </a:cubicBezTo>
                  <a:cubicBezTo>
                    <a:pt x="6068" y="16551"/>
                    <a:pt x="6110" y="16572"/>
                    <a:pt x="6152" y="16572"/>
                  </a:cubicBezTo>
                  <a:cubicBezTo>
                    <a:pt x="6018" y="16275"/>
                    <a:pt x="5686" y="16042"/>
                    <a:pt x="5274" y="16042"/>
                  </a:cubicBezTo>
                  <a:cubicBezTo>
                    <a:pt x="5103" y="16042"/>
                    <a:pt x="4919" y="16082"/>
                    <a:pt x="4729" y="16174"/>
                  </a:cubicBezTo>
                  <a:cubicBezTo>
                    <a:pt x="4038" y="16509"/>
                    <a:pt x="3829" y="17701"/>
                    <a:pt x="4268" y="18622"/>
                  </a:cubicBezTo>
                  <a:cubicBezTo>
                    <a:pt x="4819" y="19849"/>
                    <a:pt x="5909" y="20184"/>
                    <a:pt x="6862" y="20184"/>
                  </a:cubicBezTo>
                  <a:cubicBezTo>
                    <a:pt x="7501" y="20184"/>
                    <a:pt x="8079" y="20033"/>
                    <a:pt x="8390" y="19898"/>
                  </a:cubicBezTo>
                  <a:lnTo>
                    <a:pt x="8390" y="19898"/>
                  </a:lnTo>
                  <a:lnTo>
                    <a:pt x="8369" y="19919"/>
                  </a:lnTo>
                  <a:cubicBezTo>
                    <a:pt x="8067" y="20121"/>
                    <a:pt x="7399" y="20347"/>
                    <a:pt x="6656" y="20347"/>
                  </a:cubicBezTo>
                  <a:cubicBezTo>
                    <a:pt x="5703" y="20347"/>
                    <a:pt x="4626" y="19975"/>
                    <a:pt x="4038" y="18706"/>
                  </a:cubicBezTo>
                  <a:cubicBezTo>
                    <a:pt x="3599" y="17743"/>
                    <a:pt x="3787" y="16404"/>
                    <a:pt x="4666" y="16007"/>
                  </a:cubicBezTo>
                  <a:cubicBezTo>
                    <a:pt x="4848" y="15931"/>
                    <a:pt x="5023" y="15898"/>
                    <a:pt x="5186" y="15898"/>
                  </a:cubicBezTo>
                  <a:cubicBezTo>
                    <a:pt x="5695" y="15898"/>
                    <a:pt x="6082" y="16223"/>
                    <a:pt x="6193" y="16572"/>
                  </a:cubicBezTo>
                  <a:lnTo>
                    <a:pt x="6214" y="16572"/>
                  </a:lnTo>
                  <a:cubicBezTo>
                    <a:pt x="6214" y="16551"/>
                    <a:pt x="6235" y="16551"/>
                    <a:pt x="6235" y="16551"/>
                  </a:cubicBezTo>
                  <a:cubicBezTo>
                    <a:pt x="6173" y="16258"/>
                    <a:pt x="5901" y="15881"/>
                    <a:pt x="5398" y="15735"/>
                  </a:cubicBezTo>
                  <a:cubicBezTo>
                    <a:pt x="5295" y="15714"/>
                    <a:pt x="5197" y="15706"/>
                    <a:pt x="5106" y="15706"/>
                  </a:cubicBezTo>
                  <a:cubicBezTo>
                    <a:pt x="4625" y="15706"/>
                    <a:pt x="4302" y="15950"/>
                    <a:pt x="4038" y="16090"/>
                  </a:cubicBezTo>
                  <a:lnTo>
                    <a:pt x="4059" y="16069"/>
                  </a:lnTo>
                  <a:cubicBezTo>
                    <a:pt x="4203" y="15854"/>
                    <a:pt x="4561" y="15470"/>
                    <a:pt x="5135" y="15470"/>
                  </a:cubicBezTo>
                  <a:cubicBezTo>
                    <a:pt x="5231" y="15470"/>
                    <a:pt x="5333" y="15480"/>
                    <a:pt x="5440" y="15504"/>
                  </a:cubicBezTo>
                  <a:cubicBezTo>
                    <a:pt x="6005" y="15651"/>
                    <a:pt x="6298" y="16111"/>
                    <a:pt x="6319" y="16446"/>
                  </a:cubicBezTo>
                  <a:lnTo>
                    <a:pt x="6424" y="16341"/>
                  </a:lnTo>
                  <a:cubicBezTo>
                    <a:pt x="6287" y="15703"/>
                    <a:pt x="5608" y="15130"/>
                    <a:pt x="4750" y="15130"/>
                  </a:cubicBezTo>
                  <a:cubicBezTo>
                    <a:pt x="4427" y="15130"/>
                    <a:pt x="4079" y="15211"/>
                    <a:pt x="3724" y="15400"/>
                  </a:cubicBezTo>
                  <a:cubicBezTo>
                    <a:pt x="2218" y="15839"/>
                    <a:pt x="1569" y="18015"/>
                    <a:pt x="2657" y="19543"/>
                  </a:cubicBezTo>
                  <a:cubicBezTo>
                    <a:pt x="3652" y="20762"/>
                    <a:pt x="4886" y="21191"/>
                    <a:pt x="6073" y="21191"/>
                  </a:cubicBezTo>
                  <a:cubicBezTo>
                    <a:pt x="7757" y="21191"/>
                    <a:pt x="9347" y="20326"/>
                    <a:pt x="10022" y="19626"/>
                  </a:cubicBezTo>
                  <a:lnTo>
                    <a:pt x="10022" y="19626"/>
                  </a:lnTo>
                  <a:cubicBezTo>
                    <a:pt x="9460" y="20402"/>
                    <a:pt x="7791" y="21401"/>
                    <a:pt x="5990" y="21401"/>
                  </a:cubicBezTo>
                  <a:cubicBezTo>
                    <a:pt x="4777" y="21401"/>
                    <a:pt x="3505" y="20948"/>
                    <a:pt x="2469" y="19668"/>
                  </a:cubicBezTo>
                  <a:cubicBezTo>
                    <a:pt x="1255" y="18057"/>
                    <a:pt x="2051" y="15651"/>
                    <a:pt x="3641" y="15253"/>
                  </a:cubicBezTo>
                  <a:cubicBezTo>
                    <a:pt x="3976" y="15170"/>
                    <a:pt x="4248" y="15002"/>
                    <a:pt x="4603" y="14981"/>
                  </a:cubicBezTo>
                  <a:cubicBezTo>
                    <a:pt x="4896" y="14981"/>
                    <a:pt x="5210" y="15044"/>
                    <a:pt x="5482" y="15170"/>
                  </a:cubicBezTo>
                  <a:cubicBezTo>
                    <a:pt x="5942" y="15379"/>
                    <a:pt x="6340" y="15776"/>
                    <a:pt x="6424" y="16279"/>
                  </a:cubicBezTo>
                  <a:cubicBezTo>
                    <a:pt x="6403" y="16153"/>
                    <a:pt x="6465" y="16048"/>
                    <a:pt x="6445" y="15923"/>
                  </a:cubicBezTo>
                  <a:cubicBezTo>
                    <a:pt x="6424" y="15630"/>
                    <a:pt x="6110" y="15337"/>
                    <a:pt x="5880" y="15170"/>
                  </a:cubicBezTo>
                  <a:cubicBezTo>
                    <a:pt x="5566" y="14939"/>
                    <a:pt x="5189" y="14835"/>
                    <a:pt x="4812" y="14835"/>
                  </a:cubicBezTo>
                  <a:cubicBezTo>
                    <a:pt x="4788" y="14834"/>
                    <a:pt x="4765" y="14834"/>
                    <a:pt x="4741" y="14834"/>
                  </a:cubicBezTo>
                  <a:cubicBezTo>
                    <a:pt x="3686" y="14834"/>
                    <a:pt x="2837" y="15281"/>
                    <a:pt x="2469" y="15588"/>
                  </a:cubicBezTo>
                  <a:lnTo>
                    <a:pt x="2490" y="15567"/>
                  </a:lnTo>
                  <a:cubicBezTo>
                    <a:pt x="2752" y="15143"/>
                    <a:pt x="3619" y="14602"/>
                    <a:pt x="4694" y="14602"/>
                  </a:cubicBezTo>
                  <a:cubicBezTo>
                    <a:pt x="4733" y="14602"/>
                    <a:pt x="4773" y="14603"/>
                    <a:pt x="4812" y="14605"/>
                  </a:cubicBezTo>
                  <a:cubicBezTo>
                    <a:pt x="4834" y="14604"/>
                    <a:pt x="4856" y="14604"/>
                    <a:pt x="4878" y="14604"/>
                  </a:cubicBezTo>
                  <a:cubicBezTo>
                    <a:pt x="5452" y="14604"/>
                    <a:pt x="5890" y="14867"/>
                    <a:pt x="6173" y="15170"/>
                  </a:cubicBezTo>
                  <a:cubicBezTo>
                    <a:pt x="6110" y="15086"/>
                    <a:pt x="6068" y="14981"/>
                    <a:pt x="6005" y="14898"/>
                  </a:cubicBezTo>
                  <a:cubicBezTo>
                    <a:pt x="5632" y="14573"/>
                    <a:pt x="4943" y="14361"/>
                    <a:pt x="4203" y="14361"/>
                  </a:cubicBezTo>
                  <a:cubicBezTo>
                    <a:pt x="3990" y="14361"/>
                    <a:pt x="3772" y="14379"/>
                    <a:pt x="3557" y="14416"/>
                  </a:cubicBezTo>
                  <a:cubicBezTo>
                    <a:pt x="2092" y="14730"/>
                    <a:pt x="1548" y="16048"/>
                    <a:pt x="1318" y="16634"/>
                  </a:cubicBezTo>
                  <a:lnTo>
                    <a:pt x="1339" y="16572"/>
                  </a:lnTo>
                  <a:cubicBezTo>
                    <a:pt x="1402" y="15965"/>
                    <a:pt x="1967" y="14521"/>
                    <a:pt x="3494" y="14186"/>
                  </a:cubicBezTo>
                  <a:cubicBezTo>
                    <a:pt x="3715" y="14138"/>
                    <a:pt x="3937" y="14116"/>
                    <a:pt x="4152" y="14116"/>
                  </a:cubicBezTo>
                  <a:cubicBezTo>
                    <a:pt x="4774" y="14116"/>
                    <a:pt x="5350" y="14299"/>
                    <a:pt x="5754" y="14563"/>
                  </a:cubicBezTo>
                  <a:cubicBezTo>
                    <a:pt x="5691" y="14458"/>
                    <a:pt x="5629" y="14375"/>
                    <a:pt x="5587" y="14312"/>
                  </a:cubicBezTo>
                  <a:lnTo>
                    <a:pt x="5606" y="14312"/>
                  </a:lnTo>
                  <a:cubicBezTo>
                    <a:pt x="5239" y="13969"/>
                    <a:pt x="4753" y="13726"/>
                    <a:pt x="4171" y="13726"/>
                  </a:cubicBezTo>
                  <a:cubicBezTo>
                    <a:pt x="3958" y="13726"/>
                    <a:pt x="3732" y="13759"/>
                    <a:pt x="3494" y="13831"/>
                  </a:cubicBezTo>
                  <a:cubicBezTo>
                    <a:pt x="1318" y="13998"/>
                    <a:pt x="0" y="16906"/>
                    <a:pt x="1130" y="19229"/>
                  </a:cubicBezTo>
                  <a:cubicBezTo>
                    <a:pt x="2347" y="21218"/>
                    <a:pt x="4231" y="21951"/>
                    <a:pt x="6039" y="21951"/>
                  </a:cubicBezTo>
                  <a:cubicBezTo>
                    <a:pt x="7465" y="21951"/>
                    <a:pt x="8845" y="21495"/>
                    <a:pt x="9813" y="20840"/>
                  </a:cubicBezTo>
                  <a:cubicBezTo>
                    <a:pt x="9918" y="20756"/>
                    <a:pt x="10022" y="20673"/>
                    <a:pt x="10127" y="20610"/>
                  </a:cubicBezTo>
                  <a:cubicBezTo>
                    <a:pt x="10671" y="20170"/>
                    <a:pt x="11048" y="19647"/>
                    <a:pt x="11152" y="19124"/>
                  </a:cubicBezTo>
                  <a:lnTo>
                    <a:pt x="11152" y="19124"/>
                  </a:lnTo>
                  <a:cubicBezTo>
                    <a:pt x="10797" y="19668"/>
                    <a:pt x="10148" y="20568"/>
                    <a:pt x="8997" y="21112"/>
                  </a:cubicBezTo>
                  <a:cubicBezTo>
                    <a:pt x="8104" y="21606"/>
                    <a:pt x="7174" y="21821"/>
                    <a:pt x="6514" y="21821"/>
                  </a:cubicBezTo>
                  <a:cubicBezTo>
                    <a:pt x="6308" y="21821"/>
                    <a:pt x="6128" y="21800"/>
                    <a:pt x="5984" y="21761"/>
                  </a:cubicBezTo>
                  <a:lnTo>
                    <a:pt x="5984" y="21761"/>
                  </a:lnTo>
                  <a:cubicBezTo>
                    <a:pt x="6008" y="21761"/>
                    <a:pt x="6033" y="21762"/>
                    <a:pt x="6058" y="21762"/>
                  </a:cubicBezTo>
                  <a:cubicBezTo>
                    <a:pt x="6698" y="21762"/>
                    <a:pt x="7786" y="21506"/>
                    <a:pt x="8893" y="20903"/>
                  </a:cubicBezTo>
                  <a:cubicBezTo>
                    <a:pt x="9416" y="20652"/>
                    <a:pt x="9876" y="20317"/>
                    <a:pt x="10294" y="19919"/>
                  </a:cubicBezTo>
                  <a:cubicBezTo>
                    <a:pt x="10483" y="19752"/>
                    <a:pt x="10671" y="19564"/>
                    <a:pt x="10776" y="19354"/>
                  </a:cubicBezTo>
                  <a:cubicBezTo>
                    <a:pt x="10922" y="19103"/>
                    <a:pt x="11110" y="18873"/>
                    <a:pt x="11320" y="18685"/>
                  </a:cubicBezTo>
                  <a:cubicBezTo>
                    <a:pt x="11508" y="18538"/>
                    <a:pt x="11738" y="18434"/>
                    <a:pt x="11801" y="18183"/>
                  </a:cubicBezTo>
                  <a:lnTo>
                    <a:pt x="11801" y="18183"/>
                  </a:lnTo>
                  <a:cubicBezTo>
                    <a:pt x="11822" y="18601"/>
                    <a:pt x="11466" y="19166"/>
                    <a:pt x="11550" y="19836"/>
                  </a:cubicBezTo>
                  <a:cubicBezTo>
                    <a:pt x="11655" y="19375"/>
                    <a:pt x="11843" y="18852"/>
                    <a:pt x="12136" y="18350"/>
                  </a:cubicBezTo>
                  <a:cubicBezTo>
                    <a:pt x="12757" y="17288"/>
                    <a:pt x="12994" y="16302"/>
                    <a:pt x="12958" y="15688"/>
                  </a:cubicBezTo>
                  <a:lnTo>
                    <a:pt x="12958" y="15688"/>
                  </a:lnTo>
                  <a:cubicBezTo>
                    <a:pt x="13178" y="16258"/>
                    <a:pt x="12967" y="17398"/>
                    <a:pt x="12345" y="18476"/>
                  </a:cubicBezTo>
                  <a:cubicBezTo>
                    <a:pt x="12073" y="18936"/>
                    <a:pt x="11885" y="19396"/>
                    <a:pt x="11738" y="19815"/>
                  </a:cubicBezTo>
                  <a:cubicBezTo>
                    <a:pt x="11801" y="19794"/>
                    <a:pt x="11864" y="19773"/>
                    <a:pt x="11927" y="19752"/>
                  </a:cubicBezTo>
                  <a:cubicBezTo>
                    <a:pt x="12178" y="19103"/>
                    <a:pt x="12575" y="18413"/>
                    <a:pt x="12973" y="17785"/>
                  </a:cubicBezTo>
                  <a:cubicBezTo>
                    <a:pt x="13642" y="16572"/>
                    <a:pt x="13349" y="15274"/>
                    <a:pt x="13266" y="14354"/>
                  </a:cubicBezTo>
                  <a:cubicBezTo>
                    <a:pt x="13098" y="14019"/>
                    <a:pt x="13077" y="13663"/>
                    <a:pt x="13140" y="13475"/>
                  </a:cubicBezTo>
                  <a:lnTo>
                    <a:pt x="13140" y="13475"/>
                  </a:lnTo>
                  <a:cubicBezTo>
                    <a:pt x="13182" y="13559"/>
                    <a:pt x="13224" y="13642"/>
                    <a:pt x="13266" y="13726"/>
                  </a:cubicBezTo>
                  <a:cubicBezTo>
                    <a:pt x="13475" y="14123"/>
                    <a:pt x="13810" y="14605"/>
                    <a:pt x="14416" y="14709"/>
                  </a:cubicBezTo>
                  <a:cubicBezTo>
                    <a:pt x="14454" y="14712"/>
                    <a:pt x="14494" y="14714"/>
                    <a:pt x="14535" y="14714"/>
                  </a:cubicBezTo>
                  <a:cubicBezTo>
                    <a:pt x="14787" y="14714"/>
                    <a:pt x="15091" y="14665"/>
                    <a:pt x="15379" y="14647"/>
                  </a:cubicBezTo>
                  <a:cubicBezTo>
                    <a:pt x="14940" y="14542"/>
                    <a:pt x="14333" y="14312"/>
                    <a:pt x="13935" y="13642"/>
                  </a:cubicBezTo>
                  <a:cubicBezTo>
                    <a:pt x="13433" y="12826"/>
                    <a:pt x="13538" y="12010"/>
                    <a:pt x="13307" y="11634"/>
                  </a:cubicBezTo>
                  <a:lnTo>
                    <a:pt x="13307" y="11634"/>
                  </a:lnTo>
                  <a:cubicBezTo>
                    <a:pt x="13705" y="11947"/>
                    <a:pt x="13663" y="12826"/>
                    <a:pt x="14144" y="13538"/>
                  </a:cubicBezTo>
                  <a:cubicBezTo>
                    <a:pt x="14542" y="14186"/>
                    <a:pt x="15128" y="14437"/>
                    <a:pt x="15546" y="14605"/>
                  </a:cubicBezTo>
                  <a:cubicBezTo>
                    <a:pt x="15484" y="14542"/>
                    <a:pt x="15421" y="14479"/>
                    <a:pt x="15358" y="14375"/>
                  </a:cubicBezTo>
                  <a:cubicBezTo>
                    <a:pt x="15170" y="14207"/>
                    <a:pt x="14940" y="13914"/>
                    <a:pt x="14688" y="13559"/>
                  </a:cubicBezTo>
                  <a:cubicBezTo>
                    <a:pt x="14395" y="13140"/>
                    <a:pt x="14165" y="12742"/>
                    <a:pt x="14103" y="12512"/>
                  </a:cubicBezTo>
                  <a:lnTo>
                    <a:pt x="14103" y="12512"/>
                  </a:lnTo>
                  <a:cubicBezTo>
                    <a:pt x="14270" y="12659"/>
                    <a:pt x="14542" y="12952"/>
                    <a:pt x="14814" y="13328"/>
                  </a:cubicBezTo>
                  <a:cubicBezTo>
                    <a:pt x="14709" y="13077"/>
                    <a:pt x="14605" y="12826"/>
                    <a:pt x="14542" y="12554"/>
                  </a:cubicBezTo>
                  <a:cubicBezTo>
                    <a:pt x="14291" y="11634"/>
                    <a:pt x="13747" y="11048"/>
                    <a:pt x="13349" y="10838"/>
                  </a:cubicBezTo>
                  <a:lnTo>
                    <a:pt x="13349" y="10838"/>
                  </a:lnTo>
                  <a:lnTo>
                    <a:pt x="13391" y="10859"/>
                  </a:lnTo>
                  <a:cubicBezTo>
                    <a:pt x="13768" y="10901"/>
                    <a:pt x="14312" y="11382"/>
                    <a:pt x="14626" y="12094"/>
                  </a:cubicBezTo>
                  <a:cubicBezTo>
                    <a:pt x="14563" y="11843"/>
                    <a:pt x="14479" y="11571"/>
                    <a:pt x="14395" y="11320"/>
                  </a:cubicBezTo>
                  <a:cubicBezTo>
                    <a:pt x="14312" y="11131"/>
                    <a:pt x="14207" y="10964"/>
                    <a:pt x="14082" y="10776"/>
                  </a:cubicBezTo>
                  <a:cubicBezTo>
                    <a:pt x="13579" y="10106"/>
                    <a:pt x="12763" y="9834"/>
                    <a:pt x="12491" y="9541"/>
                  </a:cubicBezTo>
                  <a:lnTo>
                    <a:pt x="12491" y="9541"/>
                  </a:lnTo>
                  <a:lnTo>
                    <a:pt x="12512" y="9562"/>
                  </a:lnTo>
                  <a:cubicBezTo>
                    <a:pt x="12805" y="9709"/>
                    <a:pt x="13391" y="9834"/>
                    <a:pt x="13935" y="10273"/>
                  </a:cubicBezTo>
                  <a:cubicBezTo>
                    <a:pt x="13768" y="10001"/>
                    <a:pt x="13559" y="9750"/>
                    <a:pt x="13307" y="9520"/>
                  </a:cubicBezTo>
                  <a:cubicBezTo>
                    <a:pt x="10901" y="7867"/>
                    <a:pt x="10085" y="5126"/>
                    <a:pt x="9499" y="4080"/>
                  </a:cubicBezTo>
                  <a:lnTo>
                    <a:pt x="9499" y="4080"/>
                  </a:lnTo>
                  <a:lnTo>
                    <a:pt x="9583" y="4185"/>
                  </a:lnTo>
                  <a:cubicBezTo>
                    <a:pt x="10315" y="5126"/>
                    <a:pt x="11069" y="6947"/>
                    <a:pt x="12805" y="8516"/>
                  </a:cubicBezTo>
                  <a:cubicBezTo>
                    <a:pt x="13002" y="8319"/>
                    <a:pt x="13182" y="8257"/>
                    <a:pt x="13351" y="8257"/>
                  </a:cubicBezTo>
                  <a:cubicBezTo>
                    <a:pt x="13652" y="8257"/>
                    <a:pt x="13919" y="8453"/>
                    <a:pt x="14186" y="8453"/>
                  </a:cubicBezTo>
                  <a:cubicBezTo>
                    <a:pt x="14266" y="8474"/>
                    <a:pt x="14352" y="8484"/>
                    <a:pt x="14440" y="8484"/>
                  </a:cubicBezTo>
                  <a:cubicBezTo>
                    <a:pt x="14700" y="8484"/>
                    <a:pt x="14988" y="8406"/>
                    <a:pt x="15253" y="8328"/>
                  </a:cubicBezTo>
                  <a:lnTo>
                    <a:pt x="14814" y="8328"/>
                  </a:lnTo>
                  <a:cubicBezTo>
                    <a:pt x="14291" y="8265"/>
                    <a:pt x="14082" y="7825"/>
                    <a:pt x="14061" y="7637"/>
                  </a:cubicBezTo>
                  <a:lnTo>
                    <a:pt x="14061" y="7637"/>
                  </a:lnTo>
                  <a:cubicBezTo>
                    <a:pt x="14249" y="7805"/>
                    <a:pt x="14437" y="8035"/>
                    <a:pt x="14856" y="8077"/>
                  </a:cubicBezTo>
                  <a:cubicBezTo>
                    <a:pt x="15002" y="8097"/>
                    <a:pt x="15128" y="8118"/>
                    <a:pt x="15274" y="8139"/>
                  </a:cubicBezTo>
                  <a:cubicBezTo>
                    <a:pt x="15086" y="7993"/>
                    <a:pt x="14940" y="7784"/>
                    <a:pt x="14856" y="7533"/>
                  </a:cubicBezTo>
                  <a:cubicBezTo>
                    <a:pt x="14772" y="7365"/>
                    <a:pt x="14709" y="7219"/>
                    <a:pt x="14647" y="7093"/>
                  </a:cubicBezTo>
                  <a:cubicBezTo>
                    <a:pt x="14521" y="6905"/>
                    <a:pt x="14395" y="6737"/>
                    <a:pt x="14249" y="6549"/>
                  </a:cubicBezTo>
                  <a:cubicBezTo>
                    <a:pt x="13747" y="6026"/>
                    <a:pt x="13203" y="5900"/>
                    <a:pt x="12868" y="5796"/>
                  </a:cubicBezTo>
                  <a:lnTo>
                    <a:pt x="12889" y="5796"/>
                  </a:lnTo>
                  <a:cubicBezTo>
                    <a:pt x="12929" y="5789"/>
                    <a:pt x="12972" y="5786"/>
                    <a:pt x="13016" y="5786"/>
                  </a:cubicBezTo>
                  <a:cubicBezTo>
                    <a:pt x="13251" y="5786"/>
                    <a:pt x="13536" y="5869"/>
                    <a:pt x="13747" y="5921"/>
                  </a:cubicBezTo>
                  <a:cubicBezTo>
                    <a:pt x="14082" y="6005"/>
                    <a:pt x="14437" y="6193"/>
                    <a:pt x="14668" y="6444"/>
                  </a:cubicBezTo>
                  <a:cubicBezTo>
                    <a:pt x="14730" y="6507"/>
                    <a:pt x="14877" y="6737"/>
                    <a:pt x="14960" y="6758"/>
                  </a:cubicBezTo>
                  <a:cubicBezTo>
                    <a:pt x="14989" y="6761"/>
                    <a:pt x="15017" y="6763"/>
                    <a:pt x="15044" y="6763"/>
                  </a:cubicBezTo>
                  <a:cubicBezTo>
                    <a:pt x="15195" y="6763"/>
                    <a:pt x="15313" y="6709"/>
                    <a:pt x="15295" y="6549"/>
                  </a:cubicBezTo>
                  <a:cubicBezTo>
                    <a:pt x="15253" y="6152"/>
                    <a:pt x="14626" y="5880"/>
                    <a:pt x="14082" y="5608"/>
                  </a:cubicBezTo>
                  <a:cubicBezTo>
                    <a:pt x="13433" y="5273"/>
                    <a:pt x="12722" y="5001"/>
                    <a:pt x="12031" y="4833"/>
                  </a:cubicBezTo>
                  <a:cubicBezTo>
                    <a:pt x="11759" y="4771"/>
                    <a:pt x="11424" y="4645"/>
                    <a:pt x="11215" y="4457"/>
                  </a:cubicBezTo>
                  <a:cubicBezTo>
                    <a:pt x="11048" y="4289"/>
                    <a:pt x="10797" y="3996"/>
                    <a:pt x="10859" y="3745"/>
                  </a:cubicBezTo>
                  <a:cubicBezTo>
                    <a:pt x="10914" y="3471"/>
                    <a:pt x="11097" y="3376"/>
                    <a:pt x="11316" y="3376"/>
                  </a:cubicBezTo>
                  <a:cubicBezTo>
                    <a:pt x="11597" y="3376"/>
                    <a:pt x="11936" y="3532"/>
                    <a:pt x="12136" y="3662"/>
                  </a:cubicBezTo>
                  <a:cubicBezTo>
                    <a:pt x="12282" y="3745"/>
                    <a:pt x="12450" y="3871"/>
                    <a:pt x="12596" y="3975"/>
                  </a:cubicBezTo>
                  <a:cubicBezTo>
                    <a:pt x="13517" y="4540"/>
                    <a:pt x="14479" y="5022"/>
                    <a:pt x="15504" y="5336"/>
                  </a:cubicBezTo>
                  <a:cubicBezTo>
                    <a:pt x="15944" y="5461"/>
                    <a:pt x="16404" y="5566"/>
                    <a:pt x="16864" y="5608"/>
                  </a:cubicBezTo>
                  <a:cubicBezTo>
                    <a:pt x="16900" y="5609"/>
                    <a:pt x="16934" y="5610"/>
                    <a:pt x="16968" y="5610"/>
                  </a:cubicBezTo>
                  <a:cubicBezTo>
                    <a:pt x="17293" y="5610"/>
                    <a:pt x="17567" y="5531"/>
                    <a:pt x="17880" y="5474"/>
                  </a:cubicBezTo>
                  <a:lnTo>
                    <a:pt x="17880" y="5474"/>
                  </a:lnTo>
                  <a:cubicBezTo>
                    <a:pt x="17746" y="5495"/>
                    <a:pt x="17604" y="5507"/>
                    <a:pt x="17455" y="5507"/>
                  </a:cubicBezTo>
                  <a:cubicBezTo>
                    <a:pt x="17129" y="5507"/>
                    <a:pt x="16771" y="5450"/>
                    <a:pt x="16404" y="5315"/>
                  </a:cubicBezTo>
                  <a:cubicBezTo>
                    <a:pt x="15400" y="5001"/>
                    <a:pt x="14668" y="4415"/>
                    <a:pt x="14375" y="4059"/>
                  </a:cubicBezTo>
                  <a:lnTo>
                    <a:pt x="14375" y="4059"/>
                  </a:lnTo>
                  <a:lnTo>
                    <a:pt x="14416" y="4080"/>
                  </a:lnTo>
                  <a:cubicBezTo>
                    <a:pt x="14814" y="4331"/>
                    <a:pt x="15546" y="4792"/>
                    <a:pt x="16467" y="5105"/>
                  </a:cubicBezTo>
                  <a:cubicBezTo>
                    <a:pt x="16781" y="5189"/>
                    <a:pt x="17074" y="5294"/>
                    <a:pt x="17408" y="5336"/>
                  </a:cubicBezTo>
                  <a:cubicBezTo>
                    <a:pt x="17508" y="5347"/>
                    <a:pt x="17688" y="5375"/>
                    <a:pt x="17861" y="5375"/>
                  </a:cubicBezTo>
                  <a:cubicBezTo>
                    <a:pt x="18017" y="5375"/>
                    <a:pt x="18166" y="5352"/>
                    <a:pt x="18245" y="5273"/>
                  </a:cubicBezTo>
                  <a:cubicBezTo>
                    <a:pt x="18601" y="4854"/>
                    <a:pt x="17220" y="4520"/>
                    <a:pt x="16990" y="4415"/>
                  </a:cubicBezTo>
                  <a:cubicBezTo>
                    <a:pt x="16783" y="4311"/>
                    <a:pt x="16616" y="4166"/>
                    <a:pt x="16512" y="3960"/>
                  </a:cubicBezTo>
                  <a:lnTo>
                    <a:pt x="16512" y="3960"/>
                  </a:lnTo>
                  <a:cubicBezTo>
                    <a:pt x="16552" y="4002"/>
                    <a:pt x="17015" y="4060"/>
                    <a:pt x="17095" y="4080"/>
                  </a:cubicBezTo>
                  <a:cubicBezTo>
                    <a:pt x="17241" y="4120"/>
                    <a:pt x="17395" y="4134"/>
                    <a:pt x="17547" y="4134"/>
                  </a:cubicBezTo>
                  <a:cubicBezTo>
                    <a:pt x="17635" y="4134"/>
                    <a:pt x="17722" y="4130"/>
                    <a:pt x="17806" y="4122"/>
                  </a:cubicBezTo>
                  <a:cubicBezTo>
                    <a:pt x="18225" y="4101"/>
                    <a:pt x="18706" y="3996"/>
                    <a:pt x="18978" y="3620"/>
                  </a:cubicBezTo>
                  <a:lnTo>
                    <a:pt x="18978" y="3620"/>
                  </a:lnTo>
                  <a:cubicBezTo>
                    <a:pt x="18894" y="3703"/>
                    <a:pt x="18162" y="3703"/>
                    <a:pt x="18057" y="3703"/>
                  </a:cubicBezTo>
                  <a:cubicBezTo>
                    <a:pt x="17681" y="3703"/>
                    <a:pt x="17325" y="3641"/>
                    <a:pt x="16990" y="3515"/>
                  </a:cubicBezTo>
                  <a:lnTo>
                    <a:pt x="17011" y="3515"/>
                  </a:lnTo>
                  <a:cubicBezTo>
                    <a:pt x="17100" y="3510"/>
                    <a:pt x="17206" y="3509"/>
                    <a:pt x="17325" y="3509"/>
                  </a:cubicBezTo>
                  <a:cubicBezTo>
                    <a:pt x="17445" y="3509"/>
                    <a:pt x="17578" y="3510"/>
                    <a:pt x="17722" y="3510"/>
                  </a:cubicBezTo>
                  <a:cubicBezTo>
                    <a:pt x="18010" y="3510"/>
                    <a:pt x="18340" y="3505"/>
                    <a:pt x="18685" y="3473"/>
                  </a:cubicBezTo>
                  <a:cubicBezTo>
                    <a:pt x="18831" y="3431"/>
                    <a:pt x="18957" y="3390"/>
                    <a:pt x="19082" y="3369"/>
                  </a:cubicBezTo>
                  <a:cubicBezTo>
                    <a:pt x="19103" y="3327"/>
                    <a:pt x="19166" y="3306"/>
                    <a:pt x="19208" y="3264"/>
                  </a:cubicBezTo>
                  <a:lnTo>
                    <a:pt x="19208" y="3264"/>
                  </a:lnTo>
                  <a:cubicBezTo>
                    <a:pt x="19124" y="3285"/>
                    <a:pt x="19061" y="3306"/>
                    <a:pt x="18999" y="3327"/>
                  </a:cubicBezTo>
                  <a:cubicBezTo>
                    <a:pt x="18733" y="3366"/>
                    <a:pt x="18482" y="3382"/>
                    <a:pt x="18255" y="3382"/>
                  </a:cubicBezTo>
                  <a:cubicBezTo>
                    <a:pt x="17875" y="3382"/>
                    <a:pt x="17563" y="3337"/>
                    <a:pt x="17367" y="3285"/>
                  </a:cubicBezTo>
                  <a:lnTo>
                    <a:pt x="17408" y="3285"/>
                  </a:lnTo>
                  <a:cubicBezTo>
                    <a:pt x="17701" y="3222"/>
                    <a:pt x="18204" y="3180"/>
                    <a:pt x="18769" y="3118"/>
                  </a:cubicBezTo>
                  <a:lnTo>
                    <a:pt x="18769" y="3118"/>
                  </a:lnTo>
                  <a:cubicBezTo>
                    <a:pt x="18717" y="3120"/>
                    <a:pt x="18667" y="3121"/>
                    <a:pt x="18617" y="3121"/>
                  </a:cubicBezTo>
                  <a:cubicBezTo>
                    <a:pt x="18204" y="3121"/>
                    <a:pt x="17865" y="3048"/>
                    <a:pt x="17660" y="2992"/>
                  </a:cubicBezTo>
                  <a:lnTo>
                    <a:pt x="17701" y="2992"/>
                  </a:lnTo>
                  <a:cubicBezTo>
                    <a:pt x="17869" y="2971"/>
                    <a:pt x="18120" y="2950"/>
                    <a:pt x="18392" y="2929"/>
                  </a:cubicBezTo>
                  <a:cubicBezTo>
                    <a:pt x="18308" y="2929"/>
                    <a:pt x="18225" y="2929"/>
                    <a:pt x="18162" y="2908"/>
                  </a:cubicBezTo>
                  <a:lnTo>
                    <a:pt x="18183" y="2908"/>
                  </a:lnTo>
                  <a:cubicBezTo>
                    <a:pt x="18329" y="2846"/>
                    <a:pt x="18580" y="2762"/>
                    <a:pt x="18852" y="2699"/>
                  </a:cubicBezTo>
                  <a:cubicBezTo>
                    <a:pt x="18497" y="2699"/>
                    <a:pt x="18183" y="2615"/>
                    <a:pt x="18015" y="2511"/>
                  </a:cubicBezTo>
                  <a:lnTo>
                    <a:pt x="18036" y="2511"/>
                  </a:lnTo>
                  <a:cubicBezTo>
                    <a:pt x="18127" y="2517"/>
                    <a:pt x="18229" y="2521"/>
                    <a:pt x="18341" y="2521"/>
                  </a:cubicBezTo>
                  <a:cubicBezTo>
                    <a:pt x="18615" y="2521"/>
                    <a:pt x="18953" y="2495"/>
                    <a:pt x="19354" y="2406"/>
                  </a:cubicBezTo>
                  <a:cubicBezTo>
                    <a:pt x="19438" y="2364"/>
                    <a:pt x="19522" y="2343"/>
                    <a:pt x="19585" y="2323"/>
                  </a:cubicBezTo>
                  <a:lnTo>
                    <a:pt x="19543" y="2323"/>
                  </a:lnTo>
                  <a:cubicBezTo>
                    <a:pt x="19396" y="2353"/>
                    <a:pt x="19252" y="2366"/>
                    <a:pt x="19118" y="2366"/>
                  </a:cubicBezTo>
                  <a:cubicBezTo>
                    <a:pt x="18794" y="2366"/>
                    <a:pt x="18525" y="2292"/>
                    <a:pt x="18392" y="2218"/>
                  </a:cubicBezTo>
                  <a:lnTo>
                    <a:pt x="18413" y="2197"/>
                  </a:lnTo>
                  <a:cubicBezTo>
                    <a:pt x="18664" y="2176"/>
                    <a:pt x="19041" y="2176"/>
                    <a:pt x="19480" y="2092"/>
                  </a:cubicBezTo>
                  <a:cubicBezTo>
                    <a:pt x="19519" y="2092"/>
                    <a:pt x="19557" y="2074"/>
                    <a:pt x="19580" y="2072"/>
                  </a:cubicBezTo>
                  <a:lnTo>
                    <a:pt x="19580" y="2072"/>
                  </a:lnTo>
                  <a:cubicBezTo>
                    <a:pt x="19539" y="2074"/>
                    <a:pt x="19500" y="2076"/>
                    <a:pt x="19461" y="2076"/>
                  </a:cubicBezTo>
                  <a:cubicBezTo>
                    <a:pt x="19200" y="2076"/>
                    <a:pt x="18982" y="2021"/>
                    <a:pt x="18873" y="1967"/>
                  </a:cubicBezTo>
                  <a:cubicBezTo>
                    <a:pt x="19020" y="1925"/>
                    <a:pt x="19250" y="1904"/>
                    <a:pt x="19501" y="1862"/>
                  </a:cubicBezTo>
                  <a:cubicBezTo>
                    <a:pt x="19396" y="1674"/>
                    <a:pt x="19313" y="1486"/>
                    <a:pt x="19229" y="1318"/>
                  </a:cubicBezTo>
                  <a:cubicBezTo>
                    <a:pt x="18962" y="1254"/>
                    <a:pt x="18717" y="1217"/>
                    <a:pt x="18478" y="1217"/>
                  </a:cubicBezTo>
                  <a:cubicBezTo>
                    <a:pt x="18099" y="1217"/>
                    <a:pt x="17736" y="1309"/>
                    <a:pt x="17325" y="1527"/>
                  </a:cubicBezTo>
                  <a:cubicBezTo>
                    <a:pt x="17136" y="1611"/>
                    <a:pt x="16948" y="1695"/>
                    <a:pt x="16739" y="1716"/>
                  </a:cubicBezTo>
                  <a:cubicBezTo>
                    <a:pt x="16697" y="1716"/>
                    <a:pt x="16383" y="1653"/>
                    <a:pt x="16383" y="1653"/>
                  </a:cubicBezTo>
                  <a:lnTo>
                    <a:pt x="16404" y="1653"/>
                  </a:lnTo>
                  <a:cubicBezTo>
                    <a:pt x="16634" y="1465"/>
                    <a:pt x="16844" y="1339"/>
                    <a:pt x="17136" y="1004"/>
                  </a:cubicBezTo>
                  <a:cubicBezTo>
                    <a:pt x="17346" y="711"/>
                    <a:pt x="17681" y="523"/>
                    <a:pt x="17953" y="481"/>
                  </a:cubicBezTo>
                  <a:cubicBezTo>
                    <a:pt x="17858" y="459"/>
                    <a:pt x="17761" y="448"/>
                    <a:pt x="17662" y="448"/>
                  </a:cubicBezTo>
                  <a:cubicBezTo>
                    <a:pt x="16760" y="448"/>
                    <a:pt x="15676" y="1324"/>
                    <a:pt x="13998" y="1758"/>
                  </a:cubicBezTo>
                  <a:cubicBezTo>
                    <a:pt x="13541" y="1903"/>
                    <a:pt x="12953" y="1978"/>
                    <a:pt x="12385" y="1978"/>
                  </a:cubicBezTo>
                  <a:cubicBezTo>
                    <a:pt x="11155" y="1978"/>
                    <a:pt x="10017" y="1629"/>
                    <a:pt x="10504" y="900"/>
                  </a:cubicBezTo>
                  <a:cubicBezTo>
                    <a:pt x="9792" y="816"/>
                    <a:pt x="8955" y="586"/>
                    <a:pt x="8035" y="251"/>
                  </a:cubicBezTo>
                  <a:cubicBezTo>
                    <a:pt x="7992" y="257"/>
                    <a:pt x="7944" y="260"/>
                    <a:pt x="7891" y="260"/>
                  </a:cubicBezTo>
                  <a:cubicBezTo>
                    <a:pt x="7764" y="260"/>
                    <a:pt x="7612" y="245"/>
                    <a:pt x="7449" y="230"/>
                  </a:cubicBezTo>
                  <a:lnTo>
                    <a:pt x="7302" y="230"/>
                  </a:lnTo>
                  <a:cubicBezTo>
                    <a:pt x="8432" y="586"/>
                    <a:pt x="9416" y="816"/>
                    <a:pt x="9981" y="1004"/>
                  </a:cubicBezTo>
                  <a:lnTo>
                    <a:pt x="9897" y="983"/>
                  </a:lnTo>
                  <a:cubicBezTo>
                    <a:pt x="9290" y="900"/>
                    <a:pt x="8307" y="732"/>
                    <a:pt x="7177" y="418"/>
                  </a:cubicBezTo>
                  <a:lnTo>
                    <a:pt x="7177" y="418"/>
                  </a:lnTo>
                  <a:cubicBezTo>
                    <a:pt x="8307" y="882"/>
                    <a:pt x="9300" y="1152"/>
                    <a:pt x="9989" y="1152"/>
                  </a:cubicBezTo>
                  <a:cubicBezTo>
                    <a:pt x="10014" y="1152"/>
                    <a:pt x="10040" y="1152"/>
                    <a:pt x="10064" y="1151"/>
                  </a:cubicBezTo>
                  <a:lnTo>
                    <a:pt x="10064" y="1151"/>
                  </a:lnTo>
                  <a:cubicBezTo>
                    <a:pt x="9911" y="1181"/>
                    <a:pt x="9736" y="1201"/>
                    <a:pt x="9546" y="1201"/>
                  </a:cubicBezTo>
                  <a:cubicBezTo>
                    <a:pt x="9476" y="1201"/>
                    <a:pt x="9405" y="1198"/>
                    <a:pt x="9332" y="1193"/>
                  </a:cubicBezTo>
                  <a:lnTo>
                    <a:pt x="9332" y="1193"/>
                  </a:lnTo>
                  <a:cubicBezTo>
                    <a:pt x="9499" y="1234"/>
                    <a:pt x="9646" y="1255"/>
                    <a:pt x="9771" y="1276"/>
                  </a:cubicBezTo>
                  <a:lnTo>
                    <a:pt x="9688" y="1276"/>
                  </a:lnTo>
                  <a:cubicBezTo>
                    <a:pt x="8934" y="1255"/>
                    <a:pt x="7679" y="921"/>
                    <a:pt x="6277" y="356"/>
                  </a:cubicBezTo>
                  <a:lnTo>
                    <a:pt x="6277" y="356"/>
                  </a:lnTo>
                  <a:cubicBezTo>
                    <a:pt x="7658" y="1004"/>
                    <a:pt x="8851" y="1465"/>
                    <a:pt x="9625" y="1465"/>
                  </a:cubicBezTo>
                  <a:cubicBezTo>
                    <a:pt x="9515" y="1488"/>
                    <a:pt x="9396" y="1498"/>
                    <a:pt x="9268" y="1498"/>
                  </a:cubicBezTo>
                  <a:cubicBezTo>
                    <a:pt x="8342" y="1498"/>
                    <a:pt x="6955" y="934"/>
                    <a:pt x="5503" y="272"/>
                  </a:cubicBezTo>
                  <a:cubicBezTo>
                    <a:pt x="5377" y="209"/>
                    <a:pt x="5294" y="146"/>
                    <a:pt x="5168" y="84"/>
                  </a:cubicBezTo>
                  <a:lnTo>
                    <a:pt x="5126" y="84"/>
                  </a:lnTo>
                  <a:cubicBezTo>
                    <a:pt x="6110" y="649"/>
                    <a:pt x="7407" y="1297"/>
                    <a:pt x="9039" y="1569"/>
                  </a:cubicBezTo>
                  <a:cubicBezTo>
                    <a:pt x="10659" y="2085"/>
                    <a:pt x="12191" y="2199"/>
                    <a:pt x="13352" y="2199"/>
                  </a:cubicBezTo>
                  <a:cubicBezTo>
                    <a:pt x="13885" y="2199"/>
                    <a:pt x="14339" y="2175"/>
                    <a:pt x="14688" y="2155"/>
                  </a:cubicBezTo>
                  <a:lnTo>
                    <a:pt x="14688" y="2155"/>
                  </a:lnTo>
                  <a:lnTo>
                    <a:pt x="14584" y="2176"/>
                  </a:lnTo>
                  <a:cubicBezTo>
                    <a:pt x="14101" y="2267"/>
                    <a:pt x="13416" y="2346"/>
                    <a:pt x="12605" y="2346"/>
                  </a:cubicBezTo>
                  <a:cubicBezTo>
                    <a:pt x="11553" y="2346"/>
                    <a:pt x="10288" y="2213"/>
                    <a:pt x="8976" y="1799"/>
                  </a:cubicBezTo>
                  <a:cubicBezTo>
                    <a:pt x="7219" y="1507"/>
                    <a:pt x="5817" y="711"/>
                    <a:pt x="4833" y="63"/>
                  </a:cubicBezTo>
                  <a:cubicBezTo>
                    <a:pt x="4792" y="42"/>
                    <a:pt x="4729" y="21"/>
                    <a:pt x="46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7"/>
            <p:cNvSpPr/>
            <p:nvPr/>
          </p:nvSpPr>
          <p:spPr>
            <a:xfrm>
              <a:off x="533600" y="3303425"/>
              <a:ext cx="11000" cy="11525"/>
            </a:xfrm>
            <a:custGeom>
              <a:avLst/>
              <a:gdLst/>
              <a:ahLst/>
              <a:cxnLst/>
              <a:rect l="l" t="t" r="r" b="b"/>
              <a:pathLst>
                <a:path w="440" h="461" extrusionOk="0">
                  <a:moveTo>
                    <a:pt x="440" y="0"/>
                  </a:moveTo>
                  <a:cubicBezTo>
                    <a:pt x="356" y="63"/>
                    <a:pt x="273" y="147"/>
                    <a:pt x="189" y="210"/>
                  </a:cubicBezTo>
                  <a:lnTo>
                    <a:pt x="1" y="461"/>
                  </a:lnTo>
                  <a:cubicBezTo>
                    <a:pt x="147" y="335"/>
                    <a:pt x="294" y="168"/>
                    <a:pt x="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7"/>
            <p:cNvSpPr/>
            <p:nvPr/>
          </p:nvSpPr>
          <p:spPr>
            <a:xfrm>
              <a:off x="-1322325" y="2940925"/>
              <a:ext cx="1600" cy="550"/>
            </a:xfrm>
            <a:custGeom>
              <a:avLst/>
              <a:gdLst/>
              <a:ahLst/>
              <a:cxnLst/>
              <a:rect l="l" t="t" r="r" b="b"/>
              <a:pathLst>
                <a:path w="64" h="22" extrusionOk="0">
                  <a:moveTo>
                    <a:pt x="63" y="0"/>
                  </a:moveTo>
                  <a:lnTo>
                    <a:pt x="63" y="0"/>
                  </a:lnTo>
                  <a:cubicBezTo>
                    <a:pt x="42" y="21"/>
                    <a:pt x="22" y="21"/>
                    <a:pt x="1" y="21"/>
                  </a:cubicBezTo>
                  <a:lnTo>
                    <a:pt x="42" y="21"/>
                  </a:lnTo>
                  <a:cubicBezTo>
                    <a:pt x="42" y="21"/>
                    <a:pt x="63" y="1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7"/>
            <p:cNvSpPr/>
            <p:nvPr/>
          </p:nvSpPr>
          <p:spPr>
            <a:xfrm>
              <a:off x="95250" y="3749625"/>
              <a:ext cx="4725" cy="550"/>
            </a:xfrm>
            <a:custGeom>
              <a:avLst/>
              <a:gdLst/>
              <a:ahLst/>
              <a:cxnLst/>
              <a:rect l="l" t="t" r="r" b="b"/>
              <a:pathLst>
                <a:path w="189" h="22" extrusionOk="0">
                  <a:moveTo>
                    <a:pt x="22" y="0"/>
                  </a:moveTo>
                  <a:cubicBezTo>
                    <a:pt x="22" y="21"/>
                    <a:pt x="22" y="21"/>
                    <a:pt x="1" y="21"/>
                  </a:cubicBezTo>
                  <a:lnTo>
                    <a:pt x="189" y="21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7"/>
            <p:cNvSpPr/>
            <p:nvPr/>
          </p:nvSpPr>
          <p:spPr>
            <a:xfrm>
              <a:off x="225500" y="4249175"/>
              <a:ext cx="550" cy="1600"/>
            </a:xfrm>
            <a:custGeom>
              <a:avLst/>
              <a:gdLst/>
              <a:ahLst/>
              <a:cxnLst/>
              <a:rect l="l" t="t" r="r" b="b"/>
              <a:pathLst>
                <a:path w="22" h="64" extrusionOk="0">
                  <a:moveTo>
                    <a:pt x="1" y="0"/>
                  </a:moveTo>
                  <a:cubicBezTo>
                    <a:pt x="1" y="11"/>
                    <a:pt x="6" y="21"/>
                    <a:pt x="11" y="32"/>
                  </a:cubicBezTo>
                  <a:lnTo>
                    <a:pt x="11" y="32"/>
                  </a:lnTo>
                  <a:lnTo>
                    <a:pt x="1" y="0"/>
                  </a:lnTo>
                  <a:close/>
                  <a:moveTo>
                    <a:pt x="11" y="32"/>
                  </a:moveTo>
                  <a:lnTo>
                    <a:pt x="21" y="63"/>
                  </a:lnTo>
                  <a:cubicBezTo>
                    <a:pt x="21" y="53"/>
                    <a:pt x="16" y="42"/>
                    <a:pt x="11" y="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7"/>
            <p:cNvSpPr/>
            <p:nvPr/>
          </p:nvSpPr>
          <p:spPr>
            <a:xfrm>
              <a:off x="73800" y="3763750"/>
              <a:ext cx="3700" cy="25"/>
            </a:xfrm>
            <a:custGeom>
              <a:avLst/>
              <a:gdLst/>
              <a:ahLst/>
              <a:cxnLst/>
              <a:rect l="l" t="t" r="r" b="b"/>
              <a:pathLst>
                <a:path w="148" h="1" extrusionOk="0">
                  <a:moveTo>
                    <a:pt x="2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63" y="0"/>
                    <a:pt x="105" y="0"/>
                    <a:pt x="1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7"/>
            <p:cNvSpPr/>
            <p:nvPr/>
          </p:nvSpPr>
          <p:spPr>
            <a:xfrm>
              <a:off x="141275" y="4553075"/>
              <a:ext cx="550" cy="1600"/>
            </a:xfrm>
            <a:custGeom>
              <a:avLst/>
              <a:gdLst/>
              <a:ahLst/>
              <a:cxnLst/>
              <a:rect l="l" t="t" r="r" b="b"/>
              <a:pathLst>
                <a:path w="22" h="64" extrusionOk="0">
                  <a:moveTo>
                    <a:pt x="22" y="1"/>
                  </a:moveTo>
                  <a:lnTo>
                    <a:pt x="1" y="64"/>
                  </a:lnTo>
                  <a:cubicBezTo>
                    <a:pt x="22" y="43"/>
                    <a:pt x="22" y="22"/>
                    <a:pt x="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7"/>
            <p:cNvSpPr/>
            <p:nvPr/>
          </p:nvSpPr>
          <p:spPr>
            <a:xfrm>
              <a:off x="376150" y="3839600"/>
              <a:ext cx="4725" cy="2100"/>
            </a:xfrm>
            <a:custGeom>
              <a:avLst/>
              <a:gdLst/>
              <a:ahLst/>
              <a:cxnLst/>
              <a:rect l="l" t="t" r="r" b="b"/>
              <a:pathLst>
                <a:path w="189" h="84" extrusionOk="0">
                  <a:moveTo>
                    <a:pt x="189" y="0"/>
                  </a:moveTo>
                  <a:lnTo>
                    <a:pt x="1" y="84"/>
                  </a:lnTo>
                  <a:cubicBezTo>
                    <a:pt x="63" y="63"/>
                    <a:pt x="126" y="42"/>
                    <a:pt x="1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7"/>
            <p:cNvSpPr/>
            <p:nvPr/>
          </p:nvSpPr>
          <p:spPr>
            <a:xfrm>
              <a:off x="209275" y="3722425"/>
              <a:ext cx="5800" cy="25"/>
            </a:xfrm>
            <a:custGeom>
              <a:avLst/>
              <a:gdLst/>
              <a:ahLst/>
              <a:cxnLst/>
              <a:rect l="l" t="t" r="r" b="b"/>
              <a:pathLst>
                <a:path w="232" h="1" extrusionOk="0">
                  <a:moveTo>
                    <a:pt x="2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85" y="0"/>
                    <a:pt x="168" y="0"/>
                    <a:pt x="2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7"/>
            <p:cNvSpPr/>
            <p:nvPr/>
          </p:nvSpPr>
          <p:spPr>
            <a:xfrm>
              <a:off x="192550" y="3633500"/>
              <a:ext cx="5775" cy="2100"/>
            </a:xfrm>
            <a:custGeom>
              <a:avLst/>
              <a:gdLst/>
              <a:ahLst/>
              <a:cxnLst/>
              <a:rect l="l" t="t" r="r" b="b"/>
              <a:pathLst>
                <a:path w="231" h="84" extrusionOk="0">
                  <a:moveTo>
                    <a:pt x="231" y="0"/>
                  </a:moveTo>
                  <a:lnTo>
                    <a:pt x="21" y="63"/>
                  </a:lnTo>
                  <a:cubicBezTo>
                    <a:pt x="21" y="73"/>
                    <a:pt x="16" y="79"/>
                    <a:pt x="11" y="81"/>
                  </a:cubicBezTo>
                  <a:lnTo>
                    <a:pt x="11" y="81"/>
                  </a:lnTo>
                  <a:cubicBezTo>
                    <a:pt x="89" y="61"/>
                    <a:pt x="150" y="40"/>
                    <a:pt x="231" y="0"/>
                  </a:cubicBezTo>
                  <a:close/>
                  <a:moveTo>
                    <a:pt x="11" y="81"/>
                  </a:moveTo>
                  <a:cubicBezTo>
                    <a:pt x="7" y="82"/>
                    <a:pt x="4" y="83"/>
                    <a:pt x="0" y="84"/>
                  </a:cubicBezTo>
                  <a:cubicBezTo>
                    <a:pt x="0" y="84"/>
                    <a:pt x="6" y="84"/>
                    <a:pt x="11" y="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7"/>
            <p:cNvSpPr/>
            <p:nvPr/>
          </p:nvSpPr>
          <p:spPr>
            <a:xfrm>
              <a:off x="69625" y="3614650"/>
              <a:ext cx="4725" cy="25"/>
            </a:xfrm>
            <a:custGeom>
              <a:avLst/>
              <a:gdLst/>
              <a:ahLst/>
              <a:cxnLst/>
              <a:rect l="l" t="t" r="r" b="b"/>
              <a:pathLst>
                <a:path w="189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63" y="1"/>
                    <a:pt x="126" y="1"/>
                    <a:pt x="1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7"/>
            <p:cNvSpPr/>
            <p:nvPr/>
          </p:nvSpPr>
          <p:spPr>
            <a:xfrm>
              <a:off x="-474925" y="3566525"/>
              <a:ext cx="1600" cy="550"/>
            </a:xfrm>
            <a:custGeom>
              <a:avLst/>
              <a:gdLst/>
              <a:ahLst/>
              <a:cxnLst/>
              <a:rect l="l" t="t" r="r" b="b"/>
              <a:pathLst>
                <a:path w="64" h="22" extrusionOk="0">
                  <a:moveTo>
                    <a:pt x="1" y="1"/>
                  </a:moveTo>
                  <a:cubicBezTo>
                    <a:pt x="1" y="1"/>
                    <a:pt x="1" y="22"/>
                    <a:pt x="1" y="22"/>
                  </a:cubicBezTo>
                  <a:cubicBezTo>
                    <a:pt x="22" y="1"/>
                    <a:pt x="43" y="1"/>
                    <a:pt x="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7"/>
            <p:cNvSpPr/>
            <p:nvPr/>
          </p:nvSpPr>
          <p:spPr>
            <a:xfrm>
              <a:off x="-277200" y="4280025"/>
              <a:ext cx="25" cy="1075"/>
            </a:xfrm>
            <a:custGeom>
              <a:avLst/>
              <a:gdLst/>
              <a:ahLst/>
              <a:cxnLst/>
              <a:rect l="l" t="t" r="r" b="b"/>
              <a:pathLst>
                <a:path w="1" h="43" extrusionOk="0">
                  <a:moveTo>
                    <a:pt x="1" y="22"/>
                  </a:moveTo>
                  <a:cubicBezTo>
                    <a:pt x="1" y="22"/>
                    <a:pt x="1" y="43"/>
                    <a:pt x="1" y="43"/>
                  </a:cubicBezTo>
                  <a:cubicBezTo>
                    <a:pt x="1" y="22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7"/>
            <p:cNvSpPr/>
            <p:nvPr/>
          </p:nvSpPr>
          <p:spPr>
            <a:xfrm>
              <a:off x="-271425" y="3790950"/>
              <a:ext cx="3150" cy="1075"/>
            </a:xfrm>
            <a:custGeom>
              <a:avLst/>
              <a:gdLst/>
              <a:ahLst/>
              <a:cxnLst/>
              <a:rect l="l" t="t" r="r" b="b"/>
              <a:pathLst>
                <a:path w="126" h="43" extrusionOk="0">
                  <a:moveTo>
                    <a:pt x="126" y="0"/>
                  </a:moveTo>
                  <a:lnTo>
                    <a:pt x="0" y="42"/>
                  </a:lnTo>
                  <a:cubicBezTo>
                    <a:pt x="42" y="42"/>
                    <a:pt x="84" y="21"/>
                    <a:pt x="1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7"/>
            <p:cNvSpPr/>
            <p:nvPr/>
          </p:nvSpPr>
          <p:spPr>
            <a:xfrm>
              <a:off x="-331600" y="3863125"/>
              <a:ext cx="2125" cy="25"/>
            </a:xfrm>
            <a:custGeom>
              <a:avLst/>
              <a:gdLst/>
              <a:ahLst/>
              <a:cxnLst/>
              <a:rect l="l" t="t" r="r" b="b"/>
              <a:pathLst>
                <a:path w="85" h="1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22" y="1"/>
                    <a:pt x="64" y="1"/>
                    <a:pt x="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7"/>
            <p:cNvSpPr/>
            <p:nvPr/>
          </p:nvSpPr>
          <p:spPr>
            <a:xfrm>
              <a:off x="-169425" y="3896075"/>
              <a:ext cx="2625" cy="1075"/>
            </a:xfrm>
            <a:custGeom>
              <a:avLst/>
              <a:gdLst/>
              <a:ahLst/>
              <a:cxnLst/>
              <a:rect l="l" t="t" r="r" b="b"/>
              <a:pathLst>
                <a:path w="105" h="43" extrusionOk="0">
                  <a:moveTo>
                    <a:pt x="105" y="1"/>
                  </a:moveTo>
                  <a:lnTo>
                    <a:pt x="0" y="43"/>
                  </a:lnTo>
                  <a:cubicBezTo>
                    <a:pt x="42" y="43"/>
                    <a:pt x="63" y="22"/>
                    <a:pt x="1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7"/>
            <p:cNvSpPr/>
            <p:nvPr/>
          </p:nvSpPr>
          <p:spPr>
            <a:xfrm>
              <a:off x="-260450" y="3837500"/>
              <a:ext cx="3175" cy="550"/>
            </a:xfrm>
            <a:custGeom>
              <a:avLst/>
              <a:gdLst/>
              <a:ahLst/>
              <a:cxnLst/>
              <a:rect l="l" t="t" r="r" b="b"/>
              <a:pathLst>
                <a:path w="127" h="22" extrusionOk="0">
                  <a:moveTo>
                    <a:pt x="1" y="0"/>
                  </a:moveTo>
                  <a:cubicBezTo>
                    <a:pt x="1" y="21"/>
                    <a:pt x="1" y="21"/>
                    <a:pt x="1" y="21"/>
                  </a:cubicBezTo>
                  <a:cubicBezTo>
                    <a:pt x="42" y="21"/>
                    <a:pt x="84" y="21"/>
                    <a:pt x="1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7"/>
            <p:cNvSpPr/>
            <p:nvPr/>
          </p:nvSpPr>
          <p:spPr>
            <a:xfrm>
              <a:off x="-320600" y="3854750"/>
              <a:ext cx="2625" cy="550"/>
            </a:xfrm>
            <a:custGeom>
              <a:avLst/>
              <a:gdLst/>
              <a:ahLst/>
              <a:cxnLst/>
              <a:rect l="l" t="t" r="r" b="b"/>
              <a:pathLst>
                <a:path w="105" h="22" extrusionOk="0">
                  <a:moveTo>
                    <a:pt x="105" y="1"/>
                  </a:moveTo>
                  <a:lnTo>
                    <a:pt x="22" y="22"/>
                  </a:lnTo>
                  <a:lnTo>
                    <a:pt x="22" y="22"/>
                  </a:lnTo>
                  <a:cubicBezTo>
                    <a:pt x="51" y="21"/>
                    <a:pt x="71" y="18"/>
                    <a:pt x="105" y="1"/>
                  </a:cubicBezTo>
                  <a:close/>
                  <a:moveTo>
                    <a:pt x="22" y="22"/>
                  </a:moveTo>
                  <a:cubicBezTo>
                    <a:pt x="15" y="22"/>
                    <a:pt x="8" y="22"/>
                    <a:pt x="0" y="22"/>
                  </a:cubicBezTo>
                  <a:lnTo>
                    <a:pt x="21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7"/>
            <p:cNvSpPr/>
            <p:nvPr/>
          </p:nvSpPr>
          <p:spPr>
            <a:xfrm>
              <a:off x="-240050" y="4116825"/>
              <a:ext cx="550" cy="550"/>
            </a:xfrm>
            <a:custGeom>
              <a:avLst/>
              <a:gdLst/>
              <a:ahLst/>
              <a:cxnLst/>
              <a:rect l="l" t="t" r="r" b="b"/>
              <a:pathLst>
                <a:path w="22" h="22" extrusionOk="0">
                  <a:moveTo>
                    <a:pt x="1" y="1"/>
                  </a:moveTo>
                  <a:lnTo>
                    <a:pt x="21" y="22"/>
                  </a:lnTo>
                  <a:cubicBezTo>
                    <a:pt x="21" y="22"/>
                    <a:pt x="21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8"/>
          <p:cNvSpPr txBox="1">
            <a:spLocks noGrp="1"/>
          </p:cNvSpPr>
          <p:nvPr>
            <p:ph type="subTitle" idx="1"/>
          </p:nvPr>
        </p:nvSpPr>
        <p:spPr>
          <a:xfrm>
            <a:off x="713225" y="1956825"/>
            <a:ext cx="7717500" cy="24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"/>
              <a:t>This template contains an assortment of complementary infographic resources for the </a:t>
            </a:r>
            <a:r>
              <a:rPr lang="en" b="1" u="sng">
                <a:hlinkClick r:id="rId3"/>
              </a:rPr>
              <a:t>Classical Literature Lesson for High School Infographics</a:t>
            </a:r>
            <a:r>
              <a:rPr lang="en"/>
              <a:t> presentation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"/>
              <a:t>These infographics are adapted to the style of the aforementioned presentation, so you can insert them easily and have them completely integrated. You just need to do the following: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/>
              <a:t>Select the element that you want to copy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/>
              <a:t>Right-click and choose “Copy”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/>
              <a:t>Go to the slide where you want the element to appear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/>
              <a:t>Right-click and choose “Paste”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8"/>
          <p:cNvSpPr txBox="1">
            <a:spLocks noGrp="1"/>
          </p:cNvSpPr>
          <p:nvPr>
            <p:ph type="title"/>
          </p:nvPr>
        </p:nvSpPr>
        <p:spPr>
          <a:xfrm>
            <a:off x="713225" y="722376"/>
            <a:ext cx="7717500" cy="10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classical literature lesson for high school infographics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9"/>
          <p:cNvSpPr txBox="1">
            <a:spLocks noGrp="1"/>
          </p:cNvSpPr>
          <p:nvPr>
            <p:ph type="title"/>
          </p:nvPr>
        </p:nvSpPr>
        <p:spPr>
          <a:xfrm>
            <a:off x="713225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cxnSp>
        <p:nvCxnSpPr>
          <p:cNvPr id="484" name="Google Shape;484;p19"/>
          <p:cNvCxnSpPr/>
          <p:nvPr/>
        </p:nvCxnSpPr>
        <p:spPr>
          <a:xfrm rot="10800000">
            <a:off x="1026460" y="3282646"/>
            <a:ext cx="1302900" cy="0"/>
          </a:xfrm>
          <a:prstGeom prst="straightConnector1">
            <a:avLst/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85" name="Google Shape;485;p19"/>
          <p:cNvGrpSpPr/>
          <p:nvPr/>
        </p:nvGrpSpPr>
        <p:grpSpPr>
          <a:xfrm>
            <a:off x="896110" y="3374136"/>
            <a:ext cx="1563600" cy="1051585"/>
            <a:chOff x="896110" y="3374136"/>
            <a:chExt cx="1563600" cy="1051585"/>
          </a:xfrm>
        </p:grpSpPr>
        <p:sp>
          <p:nvSpPr>
            <p:cNvPr id="486" name="Google Shape;486;p19"/>
            <p:cNvSpPr txBox="1"/>
            <p:nvPr/>
          </p:nvSpPr>
          <p:spPr>
            <a:xfrm>
              <a:off x="896110" y="3374136"/>
              <a:ext cx="1563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Mercury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487" name="Google Shape;487;p19"/>
            <p:cNvSpPr txBox="1"/>
            <p:nvPr/>
          </p:nvSpPr>
          <p:spPr>
            <a:xfrm>
              <a:off x="896110" y="3785521"/>
              <a:ext cx="15636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Mercury is the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smallest 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planet 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cxnSp>
        <p:nvCxnSpPr>
          <p:cNvPr id="488" name="Google Shape;488;p19"/>
          <p:cNvCxnSpPr/>
          <p:nvPr/>
        </p:nvCxnSpPr>
        <p:spPr>
          <a:xfrm rot="10800000">
            <a:off x="2955910" y="3282646"/>
            <a:ext cx="1302900" cy="0"/>
          </a:xfrm>
          <a:prstGeom prst="straightConnector1">
            <a:avLst/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89" name="Google Shape;489;p19"/>
          <p:cNvGrpSpPr/>
          <p:nvPr/>
        </p:nvGrpSpPr>
        <p:grpSpPr>
          <a:xfrm>
            <a:off x="2825560" y="3374136"/>
            <a:ext cx="1563600" cy="1051585"/>
            <a:chOff x="2825560" y="3374136"/>
            <a:chExt cx="1563600" cy="1051585"/>
          </a:xfrm>
        </p:grpSpPr>
        <p:sp>
          <p:nvSpPr>
            <p:cNvPr id="490" name="Google Shape;490;p19"/>
            <p:cNvSpPr txBox="1"/>
            <p:nvPr/>
          </p:nvSpPr>
          <p:spPr>
            <a:xfrm>
              <a:off x="2825560" y="3374136"/>
              <a:ext cx="1563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Venus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491" name="Google Shape;491;p19"/>
            <p:cNvSpPr txBox="1"/>
            <p:nvPr/>
          </p:nvSpPr>
          <p:spPr>
            <a:xfrm>
              <a:off x="2825560" y="3785521"/>
              <a:ext cx="15636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Venus has a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beautiful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 name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cxnSp>
        <p:nvCxnSpPr>
          <p:cNvPr id="492" name="Google Shape;492;p19"/>
          <p:cNvCxnSpPr/>
          <p:nvPr/>
        </p:nvCxnSpPr>
        <p:spPr>
          <a:xfrm rot="10800000">
            <a:off x="4885360" y="3282646"/>
            <a:ext cx="1302900" cy="0"/>
          </a:xfrm>
          <a:prstGeom prst="straightConnector1">
            <a:avLst/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93" name="Google Shape;493;p19"/>
          <p:cNvGrpSpPr/>
          <p:nvPr/>
        </p:nvGrpSpPr>
        <p:grpSpPr>
          <a:xfrm>
            <a:off x="4755010" y="3374136"/>
            <a:ext cx="1563600" cy="1051585"/>
            <a:chOff x="4755010" y="3374136"/>
            <a:chExt cx="1563600" cy="1051585"/>
          </a:xfrm>
        </p:grpSpPr>
        <p:sp>
          <p:nvSpPr>
            <p:cNvPr id="494" name="Google Shape;494;p19"/>
            <p:cNvSpPr txBox="1"/>
            <p:nvPr/>
          </p:nvSpPr>
          <p:spPr>
            <a:xfrm>
              <a:off x="4755010" y="3374136"/>
              <a:ext cx="1563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Earth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495" name="Google Shape;495;p19"/>
            <p:cNvSpPr txBox="1"/>
            <p:nvPr/>
          </p:nvSpPr>
          <p:spPr>
            <a:xfrm>
              <a:off x="4755010" y="3785521"/>
              <a:ext cx="15636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Earth is a planet that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harbors life</a:t>
              </a:r>
              <a:endParaRPr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cxnSp>
        <p:nvCxnSpPr>
          <p:cNvPr id="496" name="Google Shape;496;p19"/>
          <p:cNvCxnSpPr/>
          <p:nvPr/>
        </p:nvCxnSpPr>
        <p:spPr>
          <a:xfrm rot="10800000">
            <a:off x="6814810" y="3282646"/>
            <a:ext cx="1302900" cy="0"/>
          </a:xfrm>
          <a:prstGeom prst="straightConnector1">
            <a:avLst/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97" name="Google Shape;497;p19"/>
          <p:cNvGrpSpPr/>
          <p:nvPr/>
        </p:nvGrpSpPr>
        <p:grpSpPr>
          <a:xfrm>
            <a:off x="6684460" y="3374136"/>
            <a:ext cx="1563600" cy="1051585"/>
            <a:chOff x="6684460" y="3374136"/>
            <a:chExt cx="1563600" cy="1051585"/>
          </a:xfrm>
        </p:grpSpPr>
        <p:sp>
          <p:nvSpPr>
            <p:cNvPr id="498" name="Google Shape;498;p19"/>
            <p:cNvSpPr txBox="1"/>
            <p:nvPr/>
          </p:nvSpPr>
          <p:spPr>
            <a:xfrm>
              <a:off x="6684460" y="3374136"/>
              <a:ext cx="1563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Mars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499" name="Google Shape;499;p19"/>
            <p:cNvSpPr txBox="1"/>
            <p:nvPr/>
          </p:nvSpPr>
          <p:spPr>
            <a:xfrm>
              <a:off x="6684460" y="3785521"/>
              <a:ext cx="15636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Mars is a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very cold place</a:t>
              </a:r>
              <a:endParaRPr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500" name="Google Shape;500;p19"/>
          <p:cNvGrpSpPr/>
          <p:nvPr/>
        </p:nvGrpSpPr>
        <p:grpSpPr>
          <a:xfrm>
            <a:off x="5354037" y="2752339"/>
            <a:ext cx="365546" cy="329202"/>
            <a:chOff x="-42996150" y="3612600"/>
            <a:chExt cx="323750" cy="288900"/>
          </a:xfrm>
        </p:grpSpPr>
        <p:sp>
          <p:nvSpPr>
            <p:cNvPr id="501" name="Google Shape;501;p19"/>
            <p:cNvSpPr/>
            <p:nvPr/>
          </p:nvSpPr>
          <p:spPr>
            <a:xfrm>
              <a:off x="-42914225" y="3612600"/>
              <a:ext cx="241825" cy="239275"/>
            </a:xfrm>
            <a:custGeom>
              <a:avLst/>
              <a:gdLst/>
              <a:ahLst/>
              <a:cxnLst/>
              <a:rect l="l" t="t" r="r" b="b"/>
              <a:pathLst>
                <a:path w="9673" h="9571" extrusionOk="0">
                  <a:moveTo>
                    <a:pt x="5963" y="1"/>
                  </a:moveTo>
                  <a:cubicBezTo>
                    <a:pt x="5661" y="1"/>
                    <a:pt x="5365" y="127"/>
                    <a:pt x="5136" y="371"/>
                  </a:cubicBezTo>
                  <a:lnTo>
                    <a:pt x="0" y="5507"/>
                  </a:lnTo>
                  <a:lnTo>
                    <a:pt x="4064" y="9571"/>
                  </a:lnTo>
                  <a:lnTo>
                    <a:pt x="9200" y="4436"/>
                  </a:lnTo>
                  <a:cubicBezTo>
                    <a:pt x="9672" y="3963"/>
                    <a:pt x="9672" y="3207"/>
                    <a:pt x="9200" y="2734"/>
                  </a:cubicBezTo>
                  <a:lnTo>
                    <a:pt x="6868" y="434"/>
                  </a:lnTo>
                  <a:cubicBezTo>
                    <a:pt x="6609" y="143"/>
                    <a:pt x="6283" y="1"/>
                    <a:pt x="59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9"/>
            <p:cNvSpPr/>
            <p:nvPr/>
          </p:nvSpPr>
          <p:spPr>
            <a:xfrm>
              <a:off x="-42946525" y="3762850"/>
              <a:ext cx="118950" cy="118950"/>
            </a:xfrm>
            <a:custGeom>
              <a:avLst/>
              <a:gdLst/>
              <a:ahLst/>
              <a:cxnLst/>
              <a:rect l="l" t="t" r="r" b="b"/>
              <a:pathLst>
                <a:path w="4758" h="4758" extrusionOk="0">
                  <a:moveTo>
                    <a:pt x="725" y="1"/>
                  </a:moveTo>
                  <a:lnTo>
                    <a:pt x="473" y="284"/>
                  </a:lnTo>
                  <a:cubicBezTo>
                    <a:pt x="253" y="505"/>
                    <a:pt x="95" y="820"/>
                    <a:pt x="95" y="1198"/>
                  </a:cubicBezTo>
                  <a:cubicBezTo>
                    <a:pt x="95" y="1450"/>
                    <a:pt x="190" y="1765"/>
                    <a:pt x="442" y="1986"/>
                  </a:cubicBezTo>
                  <a:cubicBezTo>
                    <a:pt x="631" y="2112"/>
                    <a:pt x="599" y="2458"/>
                    <a:pt x="442" y="2616"/>
                  </a:cubicBezTo>
                  <a:lnTo>
                    <a:pt x="1" y="3025"/>
                  </a:lnTo>
                  <a:lnTo>
                    <a:pt x="1733" y="4758"/>
                  </a:lnTo>
                  <a:lnTo>
                    <a:pt x="2174" y="4348"/>
                  </a:lnTo>
                  <a:cubicBezTo>
                    <a:pt x="2253" y="4270"/>
                    <a:pt x="2363" y="4230"/>
                    <a:pt x="2478" y="4230"/>
                  </a:cubicBezTo>
                  <a:cubicBezTo>
                    <a:pt x="2592" y="4230"/>
                    <a:pt x="2710" y="4270"/>
                    <a:pt x="2804" y="4348"/>
                  </a:cubicBezTo>
                  <a:cubicBezTo>
                    <a:pt x="3025" y="4569"/>
                    <a:pt x="3340" y="4695"/>
                    <a:pt x="3655" y="4695"/>
                  </a:cubicBezTo>
                  <a:cubicBezTo>
                    <a:pt x="3970" y="4695"/>
                    <a:pt x="4254" y="4569"/>
                    <a:pt x="4506" y="4348"/>
                  </a:cubicBezTo>
                  <a:lnTo>
                    <a:pt x="4758" y="4065"/>
                  </a:lnTo>
                  <a:lnTo>
                    <a:pt x="7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9"/>
            <p:cNvSpPr/>
            <p:nvPr/>
          </p:nvSpPr>
          <p:spPr>
            <a:xfrm>
              <a:off x="-42996150" y="3855800"/>
              <a:ext cx="78000" cy="45700"/>
            </a:xfrm>
            <a:custGeom>
              <a:avLst/>
              <a:gdLst/>
              <a:ahLst/>
              <a:cxnLst/>
              <a:rect l="l" t="t" r="r" b="b"/>
              <a:pathLst>
                <a:path w="3120" h="1828" extrusionOk="0">
                  <a:moveTo>
                    <a:pt x="1450" y="0"/>
                  </a:moveTo>
                  <a:lnTo>
                    <a:pt x="253" y="1166"/>
                  </a:lnTo>
                  <a:cubicBezTo>
                    <a:pt x="1" y="1355"/>
                    <a:pt x="190" y="1828"/>
                    <a:pt x="536" y="1828"/>
                  </a:cubicBezTo>
                  <a:lnTo>
                    <a:pt x="2773" y="1828"/>
                  </a:lnTo>
                  <a:cubicBezTo>
                    <a:pt x="2931" y="1828"/>
                    <a:pt x="3025" y="1765"/>
                    <a:pt x="3120" y="1670"/>
                  </a:cubicBezTo>
                  <a:lnTo>
                    <a:pt x="14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4" name="Google Shape;504;p19"/>
          <p:cNvGrpSpPr/>
          <p:nvPr/>
        </p:nvGrpSpPr>
        <p:grpSpPr>
          <a:xfrm>
            <a:off x="3424591" y="2738640"/>
            <a:ext cx="365538" cy="356600"/>
            <a:chOff x="-40748275" y="3238700"/>
            <a:chExt cx="322600" cy="316950"/>
          </a:xfrm>
        </p:grpSpPr>
        <p:sp>
          <p:nvSpPr>
            <p:cNvPr id="505" name="Google Shape;505;p19"/>
            <p:cNvSpPr/>
            <p:nvPr/>
          </p:nvSpPr>
          <p:spPr>
            <a:xfrm>
              <a:off x="-40709675" y="3273750"/>
              <a:ext cx="84300" cy="84300"/>
            </a:xfrm>
            <a:custGeom>
              <a:avLst/>
              <a:gdLst/>
              <a:ahLst/>
              <a:cxnLst/>
              <a:rect l="l" t="t" r="r" b="b"/>
              <a:pathLst>
                <a:path w="3372" h="3372" extrusionOk="0">
                  <a:moveTo>
                    <a:pt x="2710" y="0"/>
                  </a:moveTo>
                  <a:lnTo>
                    <a:pt x="1" y="2710"/>
                  </a:lnTo>
                  <a:lnTo>
                    <a:pt x="694" y="3371"/>
                  </a:lnTo>
                  <a:lnTo>
                    <a:pt x="3372" y="662"/>
                  </a:lnTo>
                  <a:lnTo>
                    <a:pt x="271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9"/>
            <p:cNvSpPr/>
            <p:nvPr/>
          </p:nvSpPr>
          <p:spPr>
            <a:xfrm>
              <a:off x="-40578925" y="3247175"/>
              <a:ext cx="151250" cy="149475"/>
            </a:xfrm>
            <a:custGeom>
              <a:avLst/>
              <a:gdLst/>
              <a:ahLst/>
              <a:cxnLst/>
              <a:rect l="l" t="t" r="r" b="b"/>
              <a:pathLst>
                <a:path w="6050" h="5979" extrusionOk="0">
                  <a:moveTo>
                    <a:pt x="2663" y="0"/>
                  </a:moveTo>
                  <a:cubicBezTo>
                    <a:pt x="2552" y="0"/>
                    <a:pt x="2442" y="39"/>
                    <a:pt x="2363" y="118"/>
                  </a:cubicBezTo>
                  <a:lnTo>
                    <a:pt x="1261" y="1221"/>
                  </a:lnTo>
                  <a:lnTo>
                    <a:pt x="2678" y="2639"/>
                  </a:lnTo>
                  <a:cubicBezTo>
                    <a:pt x="2836" y="2796"/>
                    <a:pt x="2836" y="3080"/>
                    <a:pt x="2678" y="3237"/>
                  </a:cubicBezTo>
                  <a:cubicBezTo>
                    <a:pt x="2637" y="3278"/>
                    <a:pt x="2560" y="3302"/>
                    <a:pt x="2473" y="3302"/>
                  </a:cubicBezTo>
                  <a:cubicBezTo>
                    <a:pt x="2360" y="3302"/>
                    <a:pt x="2232" y="3263"/>
                    <a:pt x="2143" y="3174"/>
                  </a:cubicBezTo>
                  <a:lnTo>
                    <a:pt x="725" y="1756"/>
                  </a:lnTo>
                  <a:lnTo>
                    <a:pt x="0" y="2481"/>
                  </a:lnTo>
                  <a:lnTo>
                    <a:pt x="3529" y="5978"/>
                  </a:lnTo>
                  <a:lnTo>
                    <a:pt x="5892" y="3615"/>
                  </a:lnTo>
                  <a:cubicBezTo>
                    <a:pt x="6049" y="3458"/>
                    <a:pt x="6049" y="3174"/>
                    <a:pt x="5892" y="3017"/>
                  </a:cubicBezTo>
                  <a:lnTo>
                    <a:pt x="2962" y="118"/>
                  </a:lnTo>
                  <a:cubicBezTo>
                    <a:pt x="2883" y="39"/>
                    <a:pt x="2773" y="0"/>
                    <a:pt x="26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9"/>
            <p:cNvSpPr/>
            <p:nvPr/>
          </p:nvSpPr>
          <p:spPr>
            <a:xfrm>
              <a:off x="-40678175" y="3305250"/>
              <a:ext cx="213475" cy="213475"/>
            </a:xfrm>
            <a:custGeom>
              <a:avLst/>
              <a:gdLst/>
              <a:ahLst/>
              <a:cxnLst/>
              <a:rect l="l" t="t" r="r" b="b"/>
              <a:pathLst>
                <a:path w="8539" h="8539" extrusionOk="0">
                  <a:moveTo>
                    <a:pt x="2679" y="0"/>
                  </a:moveTo>
                  <a:lnTo>
                    <a:pt x="1" y="2678"/>
                  </a:lnTo>
                  <a:lnTo>
                    <a:pt x="5861" y="8538"/>
                  </a:lnTo>
                  <a:lnTo>
                    <a:pt x="8539" y="5860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9"/>
            <p:cNvSpPr/>
            <p:nvPr/>
          </p:nvSpPr>
          <p:spPr>
            <a:xfrm>
              <a:off x="-40513550" y="3469850"/>
              <a:ext cx="87875" cy="85800"/>
            </a:xfrm>
            <a:custGeom>
              <a:avLst/>
              <a:gdLst/>
              <a:ahLst/>
              <a:cxnLst/>
              <a:rect l="l" t="t" r="r" b="b"/>
              <a:pathLst>
                <a:path w="3515" h="3432" extrusionOk="0">
                  <a:moveTo>
                    <a:pt x="2426" y="1"/>
                  </a:moveTo>
                  <a:lnTo>
                    <a:pt x="0" y="2427"/>
                  </a:lnTo>
                  <a:lnTo>
                    <a:pt x="2899" y="3404"/>
                  </a:lnTo>
                  <a:cubicBezTo>
                    <a:pt x="2948" y="3423"/>
                    <a:pt x="2996" y="3432"/>
                    <a:pt x="3044" y="3432"/>
                  </a:cubicBezTo>
                  <a:cubicBezTo>
                    <a:pt x="3302" y="3432"/>
                    <a:pt x="3514" y="3166"/>
                    <a:pt x="3434" y="2899"/>
                  </a:cubicBezTo>
                  <a:lnTo>
                    <a:pt x="24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9"/>
            <p:cNvSpPr/>
            <p:nvPr/>
          </p:nvSpPr>
          <p:spPr>
            <a:xfrm>
              <a:off x="-40738025" y="3404500"/>
              <a:ext cx="150450" cy="149475"/>
            </a:xfrm>
            <a:custGeom>
              <a:avLst/>
              <a:gdLst/>
              <a:ahLst/>
              <a:cxnLst/>
              <a:rect l="l" t="t" r="r" b="b"/>
              <a:pathLst>
                <a:path w="6018" h="5979" extrusionOk="0">
                  <a:moveTo>
                    <a:pt x="2521" y="0"/>
                  </a:moveTo>
                  <a:lnTo>
                    <a:pt x="1796" y="725"/>
                  </a:lnTo>
                  <a:lnTo>
                    <a:pt x="3308" y="2205"/>
                  </a:lnTo>
                  <a:cubicBezTo>
                    <a:pt x="3466" y="2363"/>
                    <a:pt x="3466" y="2646"/>
                    <a:pt x="3308" y="2804"/>
                  </a:cubicBezTo>
                  <a:cubicBezTo>
                    <a:pt x="3230" y="2883"/>
                    <a:pt x="3119" y="2922"/>
                    <a:pt x="3009" y="2922"/>
                  </a:cubicBezTo>
                  <a:cubicBezTo>
                    <a:pt x="2899" y="2922"/>
                    <a:pt x="2789" y="2883"/>
                    <a:pt x="2710" y="2804"/>
                  </a:cubicBezTo>
                  <a:lnTo>
                    <a:pt x="1229" y="1292"/>
                  </a:lnTo>
                  <a:lnTo>
                    <a:pt x="158" y="2363"/>
                  </a:lnTo>
                  <a:cubicBezTo>
                    <a:pt x="0" y="2520"/>
                    <a:pt x="0" y="2804"/>
                    <a:pt x="158" y="2962"/>
                  </a:cubicBezTo>
                  <a:lnTo>
                    <a:pt x="3056" y="5860"/>
                  </a:lnTo>
                  <a:cubicBezTo>
                    <a:pt x="3135" y="5939"/>
                    <a:pt x="3245" y="5978"/>
                    <a:pt x="3356" y="5978"/>
                  </a:cubicBezTo>
                  <a:cubicBezTo>
                    <a:pt x="3466" y="5978"/>
                    <a:pt x="3576" y="5939"/>
                    <a:pt x="3655" y="5860"/>
                  </a:cubicBezTo>
                  <a:lnTo>
                    <a:pt x="6018" y="3497"/>
                  </a:lnTo>
                  <a:lnTo>
                    <a:pt x="25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9"/>
            <p:cNvSpPr/>
            <p:nvPr/>
          </p:nvSpPr>
          <p:spPr>
            <a:xfrm>
              <a:off x="-40748275" y="3238700"/>
              <a:ext cx="92175" cy="87850"/>
            </a:xfrm>
            <a:custGeom>
              <a:avLst/>
              <a:gdLst/>
              <a:ahLst/>
              <a:cxnLst/>
              <a:rect l="l" t="t" r="r" b="b"/>
              <a:pathLst>
                <a:path w="3687" h="3514" extrusionOk="0">
                  <a:moveTo>
                    <a:pt x="2281" y="0"/>
                  </a:moveTo>
                  <a:cubicBezTo>
                    <a:pt x="1915" y="0"/>
                    <a:pt x="1545" y="142"/>
                    <a:pt x="1261" y="426"/>
                  </a:cubicBezTo>
                  <a:lnTo>
                    <a:pt x="568" y="1119"/>
                  </a:lnTo>
                  <a:cubicBezTo>
                    <a:pt x="1" y="1686"/>
                    <a:pt x="1" y="2568"/>
                    <a:pt x="568" y="3135"/>
                  </a:cubicBezTo>
                  <a:lnTo>
                    <a:pt x="946" y="3513"/>
                  </a:lnTo>
                  <a:lnTo>
                    <a:pt x="3687" y="804"/>
                  </a:lnTo>
                  <a:lnTo>
                    <a:pt x="3277" y="426"/>
                  </a:lnTo>
                  <a:cubicBezTo>
                    <a:pt x="3010" y="142"/>
                    <a:pt x="2647" y="0"/>
                    <a:pt x="22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1" name="Google Shape;511;p19"/>
          <p:cNvGrpSpPr/>
          <p:nvPr/>
        </p:nvGrpSpPr>
        <p:grpSpPr>
          <a:xfrm>
            <a:off x="7288054" y="2734056"/>
            <a:ext cx="356413" cy="365768"/>
            <a:chOff x="-37804925" y="3953450"/>
            <a:chExt cx="315075" cy="318225"/>
          </a:xfrm>
        </p:grpSpPr>
        <p:sp>
          <p:nvSpPr>
            <p:cNvPr id="512" name="Google Shape;512;p19"/>
            <p:cNvSpPr/>
            <p:nvPr/>
          </p:nvSpPr>
          <p:spPr>
            <a:xfrm>
              <a:off x="-37614300" y="3955025"/>
              <a:ext cx="124450" cy="186200"/>
            </a:xfrm>
            <a:custGeom>
              <a:avLst/>
              <a:gdLst/>
              <a:ahLst/>
              <a:cxnLst/>
              <a:rect l="l" t="t" r="r" b="b"/>
              <a:pathLst>
                <a:path w="4978" h="7448" extrusionOk="0">
                  <a:moveTo>
                    <a:pt x="2489" y="820"/>
                  </a:moveTo>
                  <a:cubicBezTo>
                    <a:pt x="3403" y="820"/>
                    <a:pt x="4127" y="1576"/>
                    <a:pt x="4127" y="2490"/>
                  </a:cubicBezTo>
                  <a:cubicBezTo>
                    <a:pt x="4127" y="3372"/>
                    <a:pt x="3403" y="4128"/>
                    <a:pt x="2489" y="4128"/>
                  </a:cubicBezTo>
                  <a:cubicBezTo>
                    <a:pt x="1575" y="4128"/>
                    <a:pt x="819" y="3372"/>
                    <a:pt x="819" y="2490"/>
                  </a:cubicBezTo>
                  <a:cubicBezTo>
                    <a:pt x="819" y="1576"/>
                    <a:pt x="1575" y="820"/>
                    <a:pt x="2489" y="820"/>
                  </a:cubicBezTo>
                  <a:close/>
                  <a:moveTo>
                    <a:pt x="2489" y="1"/>
                  </a:moveTo>
                  <a:cubicBezTo>
                    <a:pt x="1103" y="1"/>
                    <a:pt x="0" y="1104"/>
                    <a:pt x="0" y="2490"/>
                  </a:cubicBezTo>
                  <a:cubicBezTo>
                    <a:pt x="0" y="3214"/>
                    <a:pt x="315" y="3845"/>
                    <a:pt x="819" y="4317"/>
                  </a:cubicBezTo>
                  <a:lnTo>
                    <a:pt x="819" y="7058"/>
                  </a:lnTo>
                  <a:cubicBezTo>
                    <a:pt x="819" y="7287"/>
                    <a:pt x="1012" y="7448"/>
                    <a:pt x="1225" y="7448"/>
                  </a:cubicBezTo>
                  <a:cubicBezTo>
                    <a:pt x="1334" y="7448"/>
                    <a:pt x="1448" y="7406"/>
                    <a:pt x="1544" y="7310"/>
                  </a:cubicBezTo>
                  <a:lnTo>
                    <a:pt x="2489" y="6365"/>
                  </a:lnTo>
                  <a:lnTo>
                    <a:pt x="3434" y="7310"/>
                  </a:lnTo>
                  <a:cubicBezTo>
                    <a:pt x="3530" y="7406"/>
                    <a:pt x="3640" y="7448"/>
                    <a:pt x="3744" y="7448"/>
                  </a:cubicBezTo>
                  <a:cubicBezTo>
                    <a:pt x="3948" y="7448"/>
                    <a:pt x="4127" y="7287"/>
                    <a:pt x="4127" y="7058"/>
                  </a:cubicBezTo>
                  <a:lnTo>
                    <a:pt x="4127" y="4317"/>
                  </a:lnTo>
                  <a:cubicBezTo>
                    <a:pt x="4663" y="3845"/>
                    <a:pt x="4978" y="3214"/>
                    <a:pt x="4978" y="2490"/>
                  </a:cubicBezTo>
                  <a:cubicBezTo>
                    <a:pt x="4978" y="1104"/>
                    <a:pt x="3875" y="1"/>
                    <a:pt x="2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9"/>
            <p:cNvSpPr/>
            <p:nvPr/>
          </p:nvSpPr>
          <p:spPr>
            <a:xfrm>
              <a:off x="-37761600" y="4230700"/>
              <a:ext cx="270175" cy="40975"/>
            </a:xfrm>
            <a:custGeom>
              <a:avLst/>
              <a:gdLst/>
              <a:ahLst/>
              <a:cxnLst/>
              <a:rect l="l" t="t" r="r" b="b"/>
              <a:pathLst>
                <a:path w="10807" h="1639" extrusionOk="0">
                  <a:moveTo>
                    <a:pt x="1450" y="1"/>
                  </a:moveTo>
                  <a:cubicBezTo>
                    <a:pt x="1292" y="788"/>
                    <a:pt x="662" y="1387"/>
                    <a:pt x="1" y="1639"/>
                  </a:cubicBezTo>
                  <a:lnTo>
                    <a:pt x="8822" y="1639"/>
                  </a:lnTo>
                  <a:cubicBezTo>
                    <a:pt x="9799" y="1639"/>
                    <a:pt x="10649" y="946"/>
                    <a:pt x="108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9"/>
            <p:cNvSpPr/>
            <p:nvPr/>
          </p:nvSpPr>
          <p:spPr>
            <a:xfrm>
              <a:off x="-37804925" y="3953450"/>
              <a:ext cx="274125" cy="295675"/>
            </a:xfrm>
            <a:custGeom>
              <a:avLst/>
              <a:gdLst/>
              <a:ahLst/>
              <a:cxnLst/>
              <a:rect l="l" t="t" r="r" b="b"/>
              <a:pathLst>
                <a:path w="10965" h="11827" extrusionOk="0">
                  <a:moveTo>
                    <a:pt x="379" y="1"/>
                  </a:moveTo>
                  <a:cubicBezTo>
                    <a:pt x="158" y="1"/>
                    <a:pt x="1" y="221"/>
                    <a:pt x="1" y="411"/>
                  </a:cubicBezTo>
                  <a:lnTo>
                    <a:pt x="1" y="10618"/>
                  </a:lnTo>
                  <a:cubicBezTo>
                    <a:pt x="1" y="11280"/>
                    <a:pt x="537" y="11815"/>
                    <a:pt x="1198" y="11815"/>
                  </a:cubicBezTo>
                  <a:cubicBezTo>
                    <a:pt x="1247" y="11823"/>
                    <a:pt x="1295" y="11826"/>
                    <a:pt x="1342" y="11826"/>
                  </a:cubicBezTo>
                  <a:cubicBezTo>
                    <a:pt x="1912" y="11826"/>
                    <a:pt x="2395" y="11318"/>
                    <a:pt x="2395" y="10650"/>
                  </a:cubicBezTo>
                  <a:cubicBezTo>
                    <a:pt x="2395" y="10398"/>
                    <a:pt x="2584" y="10272"/>
                    <a:pt x="2836" y="10272"/>
                  </a:cubicBezTo>
                  <a:lnTo>
                    <a:pt x="10965" y="10272"/>
                  </a:lnTo>
                  <a:lnTo>
                    <a:pt x="10965" y="8255"/>
                  </a:lnTo>
                  <a:cubicBezTo>
                    <a:pt x="10807" y="8161"/>
                    <a:pt x="10650" y="8098"/>
                    <a:pt x="10492" y="7972"/>
                  </a:cubicBezTo>
                  <a:lnTo>
                    <a:pt x="10146" y="7625"/>
                  </a:lnTo>
                  <a:lnTo>
                    <a:pt x="9799" y="7972"/>
                  </a:lnTo>
                  <a:cubicBezTo>
                    <a:pt x="9547" y="8224"/>
                    <a:pt x="9232" y="8318"/>
                    <a:pt x="8917" y="8318"/>
                  </a:cubicBezTo>
                  <a:cubicBezTo>
                    <a:pt x="8255" y="8318"/>
                    <a:pt x="7720" y="7783"/>
                    <a:pt x="7720" y="7058"/>
                  </a:cubicBezTo>
                  <a:lnTo>
                    <a:pt x="7720" y="4664"/>
                  </a:lnTo>
                  <a:cubicBezTo>
                    <a:pt x="7184" y="4065"/>
                    <a:pt x="6869" y="3309"/>
                    <a:pt x="6869" y="2490"/>
                  </a:cubicBezTo>
                  <a:cubicBezTo>
                    <a:pt x="6869" y="1513"/>
                    <a:pt x="7310" y="600"/>
                    <a:pt x="8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5" name="Google Shape;515;p19"/>
          <p:cNvSpPr txBox="1"/>
          <p:nvPr/>
        </p:nvSpPr>
        <p:spPr>
          <a:xfrm>
            <a:off x="2743201" y="1499675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This semester</a:t>
            </a:r>
            <a:endParaRPr sz="20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16" name="Google Shape;516;p19"/>
          <p:cNvSpPr/>
          <p:nvPr/>
        </p:nvSpPr>
        <p:spPr>
          <a:xfrm>
            <a:off x="1495138" y="2734064"/>
            <a:ext cx="365545" cy="365751"/>
          </a:xfrm>
          <a:custGeom>
            <a:avLst/>
            <a:gdLst/>
            <a:ahLst/>
            <a:cxnLst/>
            <a:rect l="l" t="t" r="r" b="b"/>
            <a:pathLst>
              <a:path w="12477" h="12647" extrusionOk="0">
                <a:moveTo>
                  <a:pt x="3750" y="4538"/>
                </a:moveTo>
                <a:cubicBezTo>
                  <a:pt x="4223" y="4538"/>
                  <a:pt x="4601" y="4884"/>
                  <a:pt x="4601" y="5357"/>
                </a:cubicBezTo>
                <a:cubicBezTo>
                  <a:pt x="4601" y="5829"/>
                  <a:pt x="4223" y="6176"/>
                  <a:pt x="3750" y="6176"/>
                </a:cubicBezTo>
                <a:cubicBezTo>
                  <a:pt x="3277" y="6176"/>
                  <a:pt x="2931" y="5829"/>
                  <a:pt x="2931" y="5357"/>
                </a:cubicBezTo>
                <a:cubicBezTo>
                  <a:pt x="2931" y="4884"/>
                  <a:pt x="3277" y="4538"/>
                  <a:pt x="3750" y="4538"/>
                </a:cubicBezTo>
                <a:close/>
                <a:moveTo>
                  <a:pt x="6239" y="4538"/>
                </a:moveTo>
                <a:cubicBezTo>
                  <a:pt x="6711" y="4538"/>
                  <a:pt x="7058" y="4884"/>
                  <a:pt x="7058" y="5357"/>
                </a:cubicBezTo>
                <a:cubicBezTo>
                  <a:pt x="7058" y="5829"/>
                  <a:pt x="6711" y="6176"/>
                  <a:pt x="6239" y="6176"/>
                </a:cubicBezTo>
                <a:cubicBezTo>
                  <a:pt x="5766" y="6176"/>
                  <a:pt x="5420" y="5829"/>
                  <a:pt x="5420" y="5357"/>
                </a:cubicBezTo>
                <a:cubicBezTo>
                  <a:pt x="5420" y="4884"/>
                  <a:pt x="5766" y="4538"/>
                  <a:pt x="6239" y="4538"/>
                </a:cubicBezTo>
                <a:close/>
                <a:moveTo>
                  <a:pt x="8728" y="4538"/>
                </a:moveTo>
                <a:cubicBezTo>
                  <a:pt x="9200" y="4538"/>
                  <a:pt x="9547" y="4884"/>
                  <a:pt x="9547" y="5357"/>
                </a:cubicBezTo>
                <a:cubicBezTo>
                  <a:pt x="9547" y="5829"/>
                  <a:pt x="9200" y="6176"/>
                  <a:pt x="8728" y="6176"/>
                </a:cubicBezTo>
                <a:cubicBezTo>
                  <a:pt x="8255" y="6176"/>
                  <a:pt x="7877" y="5829"/>
                  <a:pt x="7877" y="5357"/>
                </a:cubicBezTo>
                <a:cubicBezTo>
                  <a:pt x="7877" y="4884"/>
                  <a:pt x="8255" y="4538"/>
                  <a:pt x="8728" y="4538"/>
                </a:cubicBezTo>
                <a:close/>
                <a:moveTo>
                  <a:pt x="6239" y="1"/>
                </a:moveTo>
                <a:cubicBezTo>
                  <a:pt x="2805" y="1"/>
                  <a:pt x="1" y="2395"/>
                  <a:pt x="1" y="5357"/>
                </a:cubicBezTo>
                <a:cubicBezTo>
                  <a:pt x="1" y="7436"/>
                  <a:pt x="1387" y="9200"/>
                  <a:pt x="3309" y="10082"/>
                </a:cubicBezTo>
                <a:lnTo>
                  <a:pt x="3309" y="12256"/>
                </a:lnTo>
                <a:cubicBezTo>
                  <a:pt x="3309" y="12486"/>
                  <a:pt x="3502" y="12646"/>
                  <a:pt x="3715" y="12646"/>
                </a:cubicBezTo>
                <a:cubicBezTo>
                  <a:pt x="3824" y="12646"/>
                  <a:pt x="3938" y="12604"/>
                  <a:pt x="4034" y="12508"/>
                </a:cubicBezTo>
                <a:lnTo>
                  <a:pt x="5609" y="10681"/>
                </a:lnTo>
                <a:cubicBezTo>
                  <a:pt x="5798" y="10681"/>
                  <a:pt x="5987" y="10713"/>
                  <a:pt x="6239" y="10713"/>
                </a:cubicBezTo>
                <a:cubicBezTo>
                  <a:pt x="9641" y="10713"/>
                  <a:pt x="12477" y="8350"/>
                  <a:pt x="12477" y="5357"/>
                </a:cubicBezTo>
                <a:cubicBezTo>
                  <a:pt x="12477" y="2395"/>
                  <a:pt x="9704" y="1"/>
                  <a:pt x="623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9"/>
          <p:cNvSpPr txBox="1"/>
          <p:nvPr/>
        </p:nvSpPr>
        <p:spPr>
          <a:xfrm>
            <a:off x="896110" y="2194560"/>
            <a:ext cx="156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Lesson 1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18" name="Google Shape;518;p19"/>
          <p:cNvSpPr txBox="1"/>
          <p:nvPr/>
        </p:nvSpPr>
        <p:spPr>
          <a:xfrm>
            <a:off x="2825560" y="2194560"/>
            <a:ext cx="156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Lesson 2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19" name="Google Shape;519;p19"/>
          <p:cNvSpPr txBox="1"/>
          <p:nvPr/>
        </p:nvSpPr>
        <p:spPr>
          <a:xfrm>
            <a:off x="4755010" y="2194560"/>
            <a:ext cx="156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Lesson 3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20" name="Google Shape;520;p19"/>
          <p:cNvSpPr txBox="1"/>
          <p:nvPr/>
        </p:nvSpPr>
        <p:spPr>
          <a:xfrm>
            <a:off x="6684460" y="2194560"/>
            <a:ext cx="156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Lesson 4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cxnSp>
        <p:nvCxnSpPr>
          <p:cNvPr id="521" name="Google Shape;521;p19"/>
          <p:cNvCxnSpPr>
            <a:stCxn id="515" idx="2"/>
            <a:endCxn id="517" idx="0"/>
          </p:cNvCxnSpPr>
          <p:nvPr/>
        </p:nvCxnSpPr>
        <p:spPr>
          <a:xfrm rot="5400000">
            <a:off x="3006151" y="628625"/>
            <a:ext cx="237600" cy="2894100"/>
          </a:xfrm>
          <a:prstGeom prst="bentConnector3">
            <a:avLst>
              <a:gd name="adj1" fmla="val 50018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2" name="Google Shape;522;p19"/>
          <p:cNvCxnSpPr>
            <a:stCxn id="515" idx="2"/>
            <a:endCxn id="518" idx="0"/>
          </p:cNvCxnSpPr>
          <p:nvPr/>
        </p:nvCxnSpPr>
        <p:spPr>
          <a:xfrm rot="5400000">
            <a:off x="3970951" y="1593425"/>
            <a:ext cx="237600" cy="964500"/>
          </a:xfrm>
          <a:prstGeom prst="bentConnector3">
            <a:avLst>
              <a:gd name="adj1" fmla="val 50018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3" name="Google Shape;523;p19"/>
          <p:cNvCxnSpPr>
            <a:stCxn id="515" idx="2"/>
            <a:endCxn id="519" idx="0"/>
          </p:cNvCxnSpPr>
          <p:nvPr/>
        </p:nvCxnSpPr>
        <p:spPr>
          <a:xfrm rot="-5400000" flipH="1">
            <a:off x="4935601" y="1593275"/>
            <a:ext cx="237600" cy="964800"/>
          </a:xfrm>
          <a:prstGeom prst="bentConnector3">
            <a:avLst>
              <a:gd name="adj1" fmla="val 50018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4" name="Google Shape;524;p19"/>
          <p:cNvCxnSpPr>
            <a:stCxn id="515" idx="2"/>
            <a:endCxn id="520" idx="0"/>
          </p:cNvCxnSpPr>
          <p:nvPr/>
        </p:nvCxnSpPr>
        <p:spPr>
          <a:xfrm rot="-5400000" flipH="1">
            <a:off x="5900401" y="628475"/>
            <a:ext cx="237600" cy="2894400"/>
          </a:xfrm>
          <a:prstGeom prst="bentConnector3">
            <a:avLst>
              <a:gd name="adj1" fmla="val 50018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0"/>
          <p:cNvSpPr txBox="1">
            <a:spLocks noGrp="1"/>
          </p:cNvSpPr>
          <p:nvPr>
            <p:ph type="title"/>
          </p:nvPr>
        </p:nvSpPr>
        <p:spPr>
          <a:xfrm>
            <a:off x="713225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grpSp>
        <p:nvGrpSpPr>
          <p:cNvPr id="530" name="Google Shape;530;p20"/>
          <p:cNvGrpSpPr/>
          <p:nvPr/>
        </p:nvGrpSpPr>
        <p:grpSpPr>
          <a:xfrm>
            <a:off x="713214" y="1499674"/>
            <a:ext cx="2331600" cy="1005646"/>
            <a:chOff x="713214" y="1499674"/>
            <a:chExt cx="2331600" cy="1005646"/>
          </a:xfrm>
        </p:grpSpPr>
        <p:sp>
          <p:nvSpPr>
            <p:cNvPr id="531" name="Google Shape;531;p20"/>
            <p:cNvSpPr txBox="1"/>
            <p:nvPr/>
          </p:nvSpPr>
          <p:spPr>
            <a:xfrm>
              <a:off x="713216" y="1499674"/>
              <a:ext cx="2331484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Mercury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532" name="Google Shape;532;p20"/>
            <p:cNvSpPr txBox="1"/>
            <p:nvPr/>
          </p:nvSpPr>
          <p:spPr>
            <a:xfrm>
              <a:off x="713214" y="1865420"/>
              <a:ext cx="2331600" cy="63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Mercury is the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closest 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planet to the Sun 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533" name="Google Shape;533;p20"/>
          <p:cNvGrpSpPr/>
          <p:nvPr/>
        </p:nvGrpSpPr>
        <p:grpSpPr>
          <a:xfrm>
            <a:off x="713214" y="2546574"/>
            <a:ext cx="2331600" cy="1005646"/>
            <a:chOff x="713214" y="2574087"/>
            <a:chExt cx="2331600" cy="1005646"/>
          </a:xfrm>
        </p:grpSpPr>
        <p:sp>
          <p:nvSpPr>
            <p:cNvPr id="534" name="Google Shape;534;p20"/>
            <p:cNvSpPr txBox="1"/>
            <p:nvPr/>
          </p:nvSpPr>
          <p:spPr>
            <a:xfrm>
              <a:off x="713216" y="2574087"/>
              <a:ext cx="2331484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Venus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535" name="Google Shape;535;p20"/>
            <p:cNvSpPr txBox="1"/>
            <p:nvPr/>
          </p:nvSpPr>
          <p:spPr>
            <a:xfrm>
              <a:off x="713214" y="2939833"/>
              <a:ext cx="2331600" cy="63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Venus is the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second 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planet from the Sun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536" name="Google Shape;536;p20"/>
          <p:cNvGrpSpPr/>
          <p:nvPr/>
        </p:nvGrpSpPr>
        <p:grpSpPr>
          <a:xfrm>
            <a:off x="713214" y="3593475"/>
            <a:ext cx="2331602" cy="1005946"/>
            <a:chOff x="713214" y="3593475"/>
            <a:chExt cx="2331602" cy="1005946"/>
          </a:xfrm>
        </p:grpSpPr>
        <p:sp>
          <p:nvSpPr>
            <p:cNvPr id="537" name="Google Shape;537;p20"/>
            <p:cNvSpPr txBox="1"/>
            <p:nvPr/>
          </p:nvSpPr>
          <p:spPr>
            <a:xfrm>
              <a:off x="713216" y="3593475"/>
              <a:ext cx="2331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Earth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538" name="Google Shape;538;p20"/>
            <p:cNvSpPr txBox="1"/>
            <p:nvPr/>
          </p:nvSpPr>
          <p:spPr>
            <a:xfrm>
              <a:off x="713214" y="3959221"/>
              <a:ext cx="23316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Earth is the only planet that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harbors life</a:t>
              </a:r>
              <a:endParaRPr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539" name="Google Shape;539;p20"/>
          <p:cNvGrpSpPr/>
          <p:nvPr/>
        </p:nvGrpSpPr>
        <p:grpSpPr>
          <a:xfrm>
            <a:off x="6099255" y="1499709"/>
            <a:ext cx="2331600" cy="1005649"/>
            <a:chOff x="6099255" y="1499709"/>
            <a:chExt cx="2331600" cy="1005649"/>
          </a:xfrm>
        </p:grpSpPr>
        <p:sp>
          <p:nvSpPr>
            <p:cNvPr id="540" name="Google Shape;540;p20"/>
            <p:cNvSpPr txBox="1"/>
            <p:nvPr/>
          </p:nvSpPr>
          <p:spPr>
            <a:xfrm>
              <a:off x="6099257" y="1499709"/>
              <a:ext cx="2331484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Mars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541" name="Google Shape;541;p20"/>
            <p:cNvSpPr txBox="1"/>
            <p:nvPr/>
          </p:nvSpPr>
          <p:spPr>
            <a:xfrm>
              <a:off x="6099255" y="1865458"/>
              <a:ext cx="2331600" cy="63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Despite being red, Mars is actually a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cold place</a:t>
              </a:r>
              <a:endParaRPr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542" name="Google Shape;542;p20"/>
          <p:cNvGrpSpPr/>
          <p:nvPr/>
        </p:nvGrpSpPr>
        <p:grpSpPr>
          <a:xfrm>
            <a:off x="6099255" y="2546597"/>
            <a:ext cx="2331600" cy="1005649"/>
            <a:chOff x="6099255" y="2574123"/>
            <a:chExt cx="2331600" cy="1005649"/>
          </a:xfrm>
        </p:grpSpPr>
        <p:sp>
          <p:nvSpPr>
            <p:cNvPr id="543" name="Google Shape;543;p20"/>
            <p:cNvSpPr txBox="1"/>
            <p:nvPr/>
          </p:nvSpPr>
          <p:spPr>
            <a:xfrm>
              <a:off x="6099257" y="2574123"/>
              <a:ext cx="2331484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Jupiter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544" name="Google Shape;544;p20"/>
            <p:cNvSpPr txBox="1"/>
            <p:nvPr/>
          </p:nvSpPr>
          <p:spPr>
            <a:xfrm>
              <a:off x="6099255" y="2939872"/>
              <a:ext cx="2331600" cy="63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Jupiter is a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gas giant 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and the biggest planet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545" name="Google Shape;545;p20"/>
          <p:cNvGrpSpPr/>
          <p:nvPr/>
        </p:nvGrpSpPr>
        <p:grpSpPr>
          <a:xfrm>
            <a:off x="6099255" y="3593485"/>
            <a:ext cx="2331602" cy="1005947"/>
            <a:chOff x="6099255" y="3593485"/>
            <a:chExt cx="2331602" cy="1005947"/>
          </a:xfrm>
        </p:grpSpPr>
        <p:sp>
          <p:nvSpPr>
            <p:cNvPr id="546" name="Google Shape;546;p20"/>
            <p:cNvSpPr txBox="1"/>
            <p:nvPr/>
          </p:nvSpPr>
          <p:spPr>
            <a:xfrm>
              <a:off x="6099257" y="3593485"/>
              <a:ext cx="2331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Saturn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547" name="Google Shape;547;p20"/>
            <p:cNvSpPr txBox="1"/>
            <p:nvPr/>
          </p:nvSpPr>
          <p:spPr>
            <a:xfrm>
              <a:off x="6099255" y="3959232"/>
              <a:ext cx="23316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Saturn is composed of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hydrogen and helium</a:t>
              </a:r>
              <a:endParaRPr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548" name="Google Shape;548;p20"/>
          <p:cNvGrpSpPr/>
          <p:nvPr/>
        </p:nvGrpSpPr>
        <p:grpSpPr>
          <a:xfrm>
            <a:off x="3406166" y="2546597"/>
            <a:ext cx="2331634" cy="1003675"/>
            <a:chOff x="3406166" y="2343149"/>
            <a:chExt cx="2331634" cy="1003675"/>
          </a:xfrm>
        </p:grpSpPr>
        <p:sp>
          <p:nvSpPr>
            <p:cNvPr id="549" name="Google Shape;549;p20"/>
            <p:cNvSpPr txBox="1"/>
            <p:nvPr/>
          </p:nvSpPr>
          <p:spPr>
            <a:xfrm>
              <a:off x="3406166" y="2343149"/>
              <a:ext cx="2331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Sun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550" name="Google Shape;550;p20"/>
            <p:cNvSpPr txBox="1"/>
            <p:nvPr/>
          </p:nvSpPr>
          <p:spPr>
            <a:xfrm>
              <a:off x="3406200" y="2706624"/>
              <a:ext cx="23316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The Sun is the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star 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at the center of the Solar System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cxnSp>
        <p:nvCxnSpPr>
          <p:cNvPr id="551" name="Google Shape;551;p20"/>
          <p:cNvCxnSpPr>
            <a:stCxn id="549" idx="3"/>
            <a:endCxn id="543" idx="1"/>
          </p:cNvCxnSpPr>
          <p:nvPr/>
        </p:nvCxnSpPr>
        <p:spPr>
          <a:xfrm>
            <a:off x="5737766" y="2775197"/>
            <a:ext cx="361500" cy="0"/>
          </a:xfrm>
          <a:prstGeom prst="straightConnector1">
            <a:avLst/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20"/>
          <p:cNvCxnSpPr>
            <a:stCxn id="549" idx="1"/>
            <a:endCxn id="534" idx="3"/>
          </p:cNvCxnSpPr>
          <p:nvPr/>
        </p:nvCxnSpPr>
        <p:spPr>
          <a:xfrm rot="10800000">
            <a:off x="3044666" y="2775197"/>
            <a:ext cx="361500" cy="0"/>
          </a:xfrm>
          <a:prstGeom prst="straightConnector1">
            <a:avLst/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3" name="Google Shape;553;p20"/>
          <p:cNvCxnSpPr>
            <a:stCxn id="549" idx="1"/>
            <a:endCxn id="531" idx="3"/>
          </p:cNvCxnSpPr>
          <p:nvPr/>
        </p:nvCxnSpPr>
        <p:spPr>
          <a:xfrm rot="10800000">
            <a:off x="3044666" y="1728197"/>
            <a:ext cx="361500" cy="1047000"/>
          </a:xfrm>
          <a:prstGeom prst="bentConnector3">
            <a:avLst>
              <a:gd name="adj1" fmla="val 49995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20"/>
          <p:cNvCxnSpPr>
            <a:stCxn id="549" idx="1"/>
            <a:endCxn id="537" idx="3"/>
          </p:cNvCxnSpPr>
          <p:nvPr/>
        </p:nvCxnSpPr>
        <p:spPr>
          <a:xfrm flipH="1">
            <a:off x="3044966" y="2775197"/>
            <a:ext cx="361200" cy="1047000"/>
          </a:xfrm>
          <a:prstGeom prst="bentConnector3">
            <a:avLst>
              <a:gd name="adj1" fmla="val 50021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5" name="Google Shape;555;p20"/>
          <p:cNvCxnSpPr>
            <a:stCxn id="549" idx="3"/>
            <a:endCxn id="540" idx="1"/>
          </p:cNvCxnSpPr>
          <p:nvPr/>
        </p:nvCxnSpPr>
        <p:spPr>
          <a:xfrm rot="10800000" flipH="1">
            <a:off x="5737766" y="1728197"/>
            <a:ext cx="361500" cy="1047000"/>
          </a:xfrm>
          <a:prstGeom prst="bentConnector3">
            <a:avLst>
              <a:gd name="adj1" fmla="val 49999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6" name="Google Shape;556;p20"/>
          <p:cNvCxnSpPr>
            <a:stCxn id="549" idx="3"/>
            <a:endCxn id="546" idx="1"/>
          </p:cNvCxnSpPr>
          <p:nvPr/>
        </p:nvCxnSpPr>
        <p:spPr>
          <a:xfrm>
            <a:off x="5737766" y="2775197"/>
            <a:ext cx="361500" cy="1047000"/>
          </a:xfrm>
          <a:prstGeom prst="bentConnector3">
            <a:avLst>
              <a:gd name="adj1" fmla="val 49999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1"/>
          <p:cNvSpPr txBox="1">
            <a:spLocks noGrp="1"/>
          </p:cNvSpPr>
          <p:nvPr>
            <p:ph type="title"/>
          </p:nvPr>
        </p:nvSpPr>
        <p:spPr>
          <a:xfrm>
            <a:off x="713250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graphicFrame>
        <p:nvGraphicFramePr>
          <p:cNvPr id="562" name="Google Shape;562;p21"/>
          <p:cNvGraphicFramePr/>
          <p:nvPr/>
        </p:nvGraphicFramePr>
        <p:xfrm>
          <a:off x="713350" y="14996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{1E3BE59E-2B17-4233-BA13-607EB56BA245}</a:tableStyleId>
              </a:tblPr>
              <a:tblGrid>
                <a:gridCol w="223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6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6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6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68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68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5099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Task</a:t>
                      </a:r>
                      <a:endParaRPr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45700" marR="45700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Jan</a:t>
                      </a:r>
                      <a:endParaRPr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0" marR="0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Feb</a:t>
                      </a:r>
                      <a:endParaRPr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0" marR="0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Mar</a:t>
                      </a:r>
                      <a:endParaRPr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0" marR="0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Apr</a:t>
                      </a:r>
                      <a:endParaRPr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0" marR="0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May</a:t>
                      </a:r>
                      <a:endParaRPr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0" marR="0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Jun</a:t>
                      </a:r>
                      <a:endParaRPr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0" marR="0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Jul</a:t>
                      </a:r>
                      <a:endParaRPr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0" marR="0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Aug</a:t>
                      </a:r>
                      <a:endParaRPr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0" marR="0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Sep</a:t>
                      </a:r>
                      <a:endParaRPr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0" marR="0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Oct</a:t>
                      </a:r>
                      <a:endParaRPr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0" marR="0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Nov</a:t>
                      </a:r>
                      <a:endParaRPr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0" marR="0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Dec</a:t>
                      </a:r>
                      <a:endParaRPr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0" marR="0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Mercury is </a:t>
                      </a:r>
                      <a:r>
                        <a:rPr lang="en" b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the closest </a:t>
                      </a:r>
                      <a:r>
                        <a:rPr lang="en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planet to the Sun</a:t>
                      </a:r>
                      <a:endParaRPr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Venus has a beautiful name and is </a:t>
                      </a:r>
                      <a:r>
                        <a:rPr lang="en" b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terribly hot</a:t>
                      </a:r>
                      <a:endParaRPr b="1"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Earth is the only planet that </a:t>
                      </a:r>
                      <a:r>
                        <a:rPr lang="en" b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harbors life</a:t>
                      </a:r>
                      <a:endParaRPr b="1"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Despite being red, Mars is actually </a:t>
                      </a:r>
                      <a:r>
                        <a:rPr lang="en" b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 cold place</a:t>
                      </a:r>
                      <a:endParaRPr b="1"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2"/>
          <p:cNvSpPr txBox="1">
            <a:spLocks noGrp="1"/>
          </p:cNvSpPr>
          <p:nvPr>
            <p:ph type="title"/>
          </p:nvPr>
        </p:nvSpPr>
        <p:spPr>
          <a:xfrm>
            <a:off x="713225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sp>
        <p:nvSpPr>
          <p:cNvPr id="568" name="Google Shape;568;p22"/>
          <p:cNvSpPr txBox="1"/>
          <p:nvPr/>
        </p:nvSpPr>
        <p:spPr>
          <a:xfrm>
            <a:off x="951350" y="1499575"/>
            <a:ext cx="3437400" cy="5487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Poem A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69" name="Google Shape;569;p22"/>
          <p:cNvSpPr txBox="1"/>
          <p:nvPr/>
        </p:nvSpPr>
        <p:spPr>
          <a:xfrm>
            <a:off x="1581298" y="2231061"/>
            <a:ext cx="2807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Mercury is very small and </a:t>
            </a: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the closest planet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 to the Sun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70" name="Google Shape;570;p22"/>
          <p:cNvSpPr txBox="1"/>
          <p:nvPr/>
        </p:nvSpPr>
        <p:spPr>
          <a:xfrm>
            <a:off x="951360" y="2231054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01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71" name="Google Shape;571;p22"/>
          <p:cNvSpPr txBox="1"/>
          <p:nvPr/>
        </p:nvSpPr>
        <p:spPr>
          <a:xfrm>
            <a:off x="1581298" y="2962603"/>
            <a:ext cx="2807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Venus has a </a:t>
            </a: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beautiful name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 and is the second planet from the Sun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72" name="Google Shape;572;p22"/>
          <p:cNvSpPr txBox="1"/>
          <p:nvPr/>
        </p:nvSpPr>
        <p:spPr>
          <a:xfrm>
            <a:off x="951360" y="2962597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02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73" name="Google Shape;573;p22"/>
          <p:cNvSpPr txBox="1"/>
          <p:nvPr/>
        </p:nvSpPr>
        <p:spPr>
          <a:xfrm>
            <a:off x="951360" y="3694117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03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74" name="Google Shape;574;p22"/>
          <p:cNvSpPr txBox="1"/>
          <p:nvPr/>
        </p:nvSpPr>
        <p:spPr>
          <a:xfrm>
            <a:off x="1581298" y="3694123"/>
            <a:ext cx="2807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Earth is the only planet that </a:t>
            </a: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harbors life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 in the Solar  System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75" name="Google Shape;575;p22"/>
          <p:cNvSpPr txBox="1"/>
          <p:nvPr/>
        </p:nvSpPr>
        <p:spPr>
          <a:xfrm>
            <a:off x="4992975" y="1499575"/>
            <a:ext cx="3437700" cy="5487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Poem B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76" name="Google Shape;576;p22"/>
          <p:cNvSpPr txBox="1"/>
          <p:nvPr/>
        </p:nvSpPr>
        <p:spPr>
          <a:xfrm>
            <a:off x="5622933" y="2231061"/>
            <a:ext cx="2807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Despite being red, Mars is actually a very </a:t>
            </a: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cold place</a:t>
            </a:r>
            <a:endParaRPr b="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77" name="Google Shape;577;p22"/>
          <p:cNvSpPr txBox="1"/>
          <p:nvPr/>
        </p:nvSpPr>
        <p:spPr>
          <a:xfrm>
            <a:off x="4992985" y="2231054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01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78" name="Google Shape;578;p22"/>
          <p:cNvSpPr txBox="1"/>
          <p:nvPr/>
        </p:nvSpPr>
        <p:spPr>
          <a:xfrm>
            <a:off x="5622933" y="2962603"/>
            <a:ext cx="2807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Jupiter is a </a:t>
            </a: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gas giant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 and the biggest planet of them all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79" name="Google Shape;579;p22"/>
          <p:cNvSpPr txBox="1"/>
          <p:nvPr/>
        </p:nvSpPr>
        <p:spPr>
          <a:xfrm>
            <a:off x="4992985" y="2962597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02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80" name="Google Shape;580;p22"/>
          <p:cNvSpPr txBox="1"/>
          <p:nvPr/>
        </p:nvSpPr>
        <p:spPr>
          <a:xfrm>
            <a:off x="4992985" y="3694117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03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81" name="Google Shape;581;p22"/>
          <p:cNvSpPr txBox="1"/>
          <p:nvPr/>
        </p:nvSpPr>
        <p:spPr>
          <a:xfrm>
            <a:off x="5622933" y="3694123"/>
            <a:ext cx="2807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Saturn is mostly composed of </a:t>
            </a: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hydrogen and helium</a:t>
            </a:r>
            <a:endParaRPr b="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582" name="Google Shape;582;p22"/>
          <p:cNvCxnSpPr>
            <a:stCxn id="575" idx="1"/>
            <a:endCxn id="577" idx="1"/>
          </p:cNvCxnSpPr>
          <p:nvPr/>
        </p:nvCxnSpPr>
        <p:spPr>
          <a:xfrm>
            <a:off x="4992975" y="1773925"/>
            <a:ext cx="600" cy="731400"/>
          </a:xfrm>
          <a:prstGeom prst="bentConnector3">
            <a:avLst>
              <a:gd name="adj1" fmla="val -396875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83" name="Google Shape;583;p22"/>
          <p:cNvCxnSpPr>
            <a:stCxn id="575" idx="1"/>
            <a:endCxn id="579" idx="1"/>
          </p:cNvCxnSpPr>
          <p:nvPr/>
        </p:nvCxnSpPr>
        <p:spPr>
          <a:xfrm>
            <a:off x="4992975" y="1773925"/>
            <a:ext cx="600" cy="1463100"/>
          </a:xfrm>
          <a:prstGeom prst="bentConnector3">
            <a:avLst>
              <a:gd name="adj1" fmla="val -396875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84" name="Google Shape;584;p22"/>
          <p:cNvCxnSpPr>
            <a:stCxn id="575" idx="1"/>
            <a:endCxn id="580" idx="1"/>
          </p:cNvCxnSpPr>
          <p:nvPr/>
        </p:nvCxnSpPr>
        <p:spPr>
          <a:xfrm>
            <a:off x="4992975" y="1773925"/>
            <a:ext cx="600" cy="2194500"/>
          </a:xfrm>
          <a:prstGeom prst="bentConnector3">
            <a:avLst>
              <a:gd name="adj1" fmla="val -396875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85" name="Google Shape;585;p22"/>
          <p:cNvCxnSpPr>
            <a:stCxn id="568" idx="1"/>
            <a:endCxn id="570" idx="1"/>
          </p:cNvCxnSpPr>
          <p:nvPr/>
        </p:nvCxnSpPr>
        <p:spPr>
          <a:xfrm>
            <a:off x="951350" y="1773925"/>
            <a:ext cx="600" cy="731400"/>
          </a:xfrm>
          <a:prstGeom prst="bentConnector3">
            <a:avLst>
              <a:gd name="adj1" fmla="val -396875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86" name="Google Shape;586;p22"/>
          <p:cNvCxnSpPr>
            <a:stCxn id="568" idx="1"/>
            <a:endCxn id="572" idx="1"/>
          </p:cNvCxnSpPr>
          <p:nvPr/>
        </p:nvCxnSpPr>
        <p:spPr>
          <a:xfrm>
            <a:off x="951350" y="1773925"/>
            <a:ext cx="600" cy="1463100"/>
          </a:xfrm>
          <a:prstGeom prst="bentConnector3">
            <a:avLst>
              <a:gd name="adj1" fmla="val -396875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87" name="Google Shape;587;p22"/>
          <p:cNvCxnSpPr>
            <a:stCxn id="568" idx="1"/>
            <a:endCxn id="573" idx="1"/>
          </p:cNvCxnSpPr>
          <p:nvPr/>
        </p:nvCxnSpPr>
        <p:spPr>
          <a:xfrm>
            <a:off x="951350" y="1773925"/>
            <a:ext cx="600" cy="2194500"/>
          </a:xfrm>
          <a:prstGeom prst="bentConnector3">
            <a:avLst>
              <a:gd name="adj1" fmla="val -396875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3"/>
          <p:cNvSpPr txBox="1">
            <a:spLocks noGrp="1"/>
          </p:cNvSpPr>
          <p:nvPr>
            <p:ph type="title"/>
          </p:nvPr>
        </p:nvSpPr>
        <p:spPr>
          <a:xfrm>
            <a:off x="713225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grpSp>
        <p:nvGrpSpPr>
          <p:cNvPr id="593" name="Google Shape;593;p23"/>
          <p:cNvGrpSpPr/>
          <p:nvPr/>
        </p:nvGrpSpPr>
        <p:grpSpPr>
          <a:xfrm>
            <a:off x="713019" y="2779776"/>
            <a:ext cx="3667318" cy="365700"/>
            <a:chOff x="713019" y="2779776"/>
            <a:chExt cx="3667318" cy="365700"/>
          </a:xfrm>
        </p:grpSpPr>
        <p:sp>
          <p:nvSpPr>
            <p:cNvPr id="594" name="Google Shape;594;p23"/>
            <p:cNvSpPr txBox="1"/>
            <p:nvPr/>
          </p:nvSpPr>
          <p:spPr>
            <a:xfrm flipH="1">
              <a:off x="713019" y="2779776"/>
              <a:ext cx="1197900" cy="3657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Chapter 1</a:t>
              </a:r>
              <a:endParaRPr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95" name="Google Shape;595;p23"/>
            <p:cNvSpPr txBox="1"/>
            <p:nvPr/>
          </p:nvSpPr>
          <p:spPr>
            <a:xfrm>
              <a:off x="2094338" y="2779776"/>
              <a:ext cx="2286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Mercury is very small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596" name="Google Shape;596;p23"/>
          <p:cNvGrpSpPr/>
          <p:nvPr/>
        </p:nvGrpSpPr>
        <p:grpSpPr>
          <a:xfrm>
            <a:off x="713200" y="1499675"/>
            <a:ext cx="3675950" cy="1097400"/>
            <a:chOff x="713200" y="1499675"/>
            <a:chExt cx="3675950" cy="1097400"/>
          </a:xfrm>
        </p:grpSpPr>
        <p:sp>
          <p:nvSpPr>
            <p:cNvPr id="597" name="Google Shape;597;p23"/>
            <p:cNvSpPr txBox="1"/>
            <p:nvPr/>
          </p:nvSpPr>
          <p:spPr>
            <a:xfrm>
              <a:off x="713200" y="1499675"/>
              <a:ext cx="36759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Book summary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598" name="Google Shape;598;p23"/>
            <p:cNvSpPr txBox="1"/>
            <p:nvPr/>
          </p:nvSpPr>
          <p:spPr>
            <a:xfrm>
              <a:off x="713250" y="1956875"/>
              <a:ext cx="36759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Jupiter is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a gas giant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 and the biggest planet in the entire Solar System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599" name="Google Shape;599;p23"/>
          <p:cNvGrpSpPr/>
          <p:nvPr/>
        </p:nvGrpSpPr>
        <p:grpSpPr>
          <a:xfrm>
            <a:off x="713019" y="3206734"/>
            <a:ext cx="3667318" cy="365700"/>
            <a:chOff x="713019" y="3206734"/>
            <a:chExt cx="3667318" cy="365700"/>
          </a:xfrm>
        </p:grpSpPr>
        <p:sp>
          <p:nvSpPr>
            <p:cNvPr id="600" name="Google Shape;600;p23"/>
            <p:cNvSpPr txBox="1"/>
            <p:nvPr/>
          </p:nvSpPr>
          <p:spPr>
            <a:xfrm flipH="1">
              <a:off x="713019" y="3206734"/>
              <a:ext cx="1197900" cy="3657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Chapter 2</a:t>
              </a:r>
              <a:endParaRPr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601" name="Google Shape;601;p23"/>
            <p:cNvSpPr txBox="1"/>
            <p:nvPr/>
          </p:nvSpPr>
          <p:spPr>
            <a:xfrm>
              <a:off x="2094338" y="3206734"/>
              <a:ext cx="2286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Venus has a nice name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602" name="Google Shape;602;p23"/>
          <p:cNvGrpSpPr/>
          <p:nvPr/>
        </p:nvGrpSpPr>
        <p:grpSpPr>
          <a:xfrm>
            <a:off x="713019" y="3633692"/>
            <a:ext cx="3667318" cy="365700"/>
            <a:chOff x="713019" y="3633692"/>
            <a:chExt cx="3667318" cy="365700"/>
          </a:xfrm>
        </p:grpSpPr>
        <p:sp>
          <p:nvSpPr>
            <p:cNvPr id="603" name="Google Shape;603;p23"/>
            <p:cNvSpPr txBox="1"/>
            <p:nvPr/>
          </p:nvSpPr>
          <p:spPr>
            <a:xfrm flipH="1">
              <a:off x="713019" y="3633692"/>
              <a:ext cx="1197900" cy="3657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Chapter 3</a:t>
              </a:r>
              <a:endParaRPr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604" name="Google Shape;604;p23"/>
            <p:cNvSpPr txBox="1"/>
            <p:nvPr/>
          </p:nvSpPr>
          <p:spPr>
            <a:xfrm>
              <a:off x="2094338" y="3633692"/>
              <a:ext cx="2286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Earth is where we all live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605" name="Google Shape;605;p23"/>
          <p:cNvGrpSpPr/>
          <p:nvPr/>
        </p:nvGrpSpPr>
        <p:grpSpPr>
          <a:xfrm>
            <a:off x="713019" y="4060650"/>
            <a:ext cx="3667318" cy="365700"/>
            <a:chOff x="713019" y="4060650"/>
            <a:chExt cx="3667318" cy="365700"/>
          </a:xfrm>
        </p:grpSpPr>
        <p:sp>
          <p:nvSpPr>
            <p:cNvPr id="606" name="Google Shape;606;p23"/>
            <p:cNvSpPr txBox="1"/>
            <p:nvPr/>
          </p:nvSpPr>
          <p:spPr>
            <a:xfrm flipH="1">
              <a:off x="713019" y="4060650"/>
              <a:ext cx="1197900" cy="3657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Chapter 4</a:t>
              </a:r>
              <a:endParaRPr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607" name="Google Shape;607;p23"/>
            <p:cNvSpPr txBox="1"/>
            <p:nvPr/>
          </p:nvSpPr>
          <p:spPr>
            <a:xfrm>
              <a:off x="2094338" y="4060650"/>
              <a:ext cx="2286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Mars is a very cold place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608" name="Google Shape;608;p23"/>
          <p:cNvGrpSpPr/>
          <p:nvPr/>
        </p:nvGrpSpPr>
        <p:grpSpPr>
          <a:xfrm>
            <a:off x="4847693" y="3145471"/>
            <a:ext cx="914709" cy="914376"/>
            <a:chOff x="1188732" y="1690713"/>
            <a:chExt cx="1488300" cy="1488000"/>
          </a:xfrm>
        </p:grpSpPr>
        <p:sp>
          <p:nvSpPr>
            <p:cNvPr id="609" name="Google Shape;609;p23"/>
            <p:cNvSpPr/>
            <p:nvPr/>
          </p:nvSpPr>
          <p:spPr>
            <a:xfrm>
              <a:off x="1243671" y="1745613"/>
              <a:ext cx="1378200" cy="137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1188732" y="1690713"/>
              <a:ext cx="1488300" cy="1488000"/>
            </a:xfrm>
            <a:prstGeom prst="blockArc">
              <a:avLst>
                <a:gd name="adj1" fmla="val 16223242"/>
                <a:gd name="adj2" fmla="val 161463"/>
                <a:gd name="adj3" fmla="val 786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1" name="Google Shape;611;p23"/>
          <p:cNvGrpSpPr/>
          <p:nvPr/>
        </p:nvGrpSpPr>
        <p:grpSpPr>
          <a:xfrm>
            <a:off x="6137066" y="3145471"/>
            <a:ext cx="914709" cy="914376"/>
            <a:chOff x="6460982" y="1690713"/>
            <a:chExt cx="1488300" cy="1488000"/>
          </a:xfrm>
        </p:grpSpPr>
        <p:sp>
          <p:nvSpPr>
            <p:cNvPr id="612" name="Google Shape;612;p23"/>
            <p:cNvSpPr/>
            <p:nvPr/>
          </p:nvSpPr>
          <p:spPr>
            <a:xfrm>
              <a:off x="6515921" y="1745613"/>
              <a:ext cx="1378200" cy="137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6460982" y="1690713"/>
              <a:ext cx="1488300" cy="1488000"/>
            </a:xfrm>
            <a:prstGeom prst="blockArc">
              <a:avLst>
                <a:gd name="adj1" fmla="val 16223242"/>
                <a:gd name="adj2" fmla="val 5385309"/>
                <a:gd name="adj3" fmla="val 809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4" name="Google Shape;614;p23"/>
          <p:cNvSpPr txBox="1"/>
          <p:nvPr/>
        </p:nvSpPr>
        <p:spPr>
          <a:xfrm>
            <a:off x="4847847" y="3419917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25%</a:t>
            </a:r>
            <a:endParaRPr b="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15" name="Google Shape;615;p23"/>
          <p:cNvSpPr txBox="1"/>
          <p:nvPr/>
        </p:nvSpPr>
        <p:spPr>
          <a:xfrm>
            <a:off x="6137221" y="3419917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50%</a:t>
            </a:r>
            <a:endParaRPr b="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616" name="Google Shape;616;p23"/>
          <p:cNvGrpSpPr/>
          <p:nvPr/>
        </p:nvGrpSpPr>
        <p:grpSpPr>
          <a:xfrm>
            <a:off x="7426440" y="3145471"/>
            <a:ext cx="914709" cy="914376"/>
            <a:chOff x="6460982" y="1690713"/>
            <a:chExt cx="1488300" cy="1488000"/>
          </a:xfrm>
        </p:grpSpPr>
        <p:sp>
          <p:nvSpPr>
            <p:cNvPr id="617" name="Google Shape;617;p23"/>
            <p:cNvSpPr/>
            <p:nvPr/>
          </p:nvSpPr>
          <p:spPr>
            <a:xfrm>
              <a:off x="6515921" y="1745613"/>
              <a:ext cx="1378200" cy="137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3"/>
            <p:cNvSpPr/>
            <p:nvPr/>
          </p:nvSpPr>
          <p:spPr>
            <a:xfrm>
              <a:off x="6460982" y="1690713"/>
              <a:ext cx="1488300" cy="1488000"/>
            </a:xfrm>
            <a:prstGeom prst="blockArc">
              <a:avLst>
                <a:gd name="adj1" fmla="val 16223242"/>
                <a:gd name="adj2" fmla="val 10735017"/>
                <a:gd name="adj3" fmla="val 7921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9" name="Google Shape;619;p23"/>
          <p:cNvSpPr txBox="1"/>
          <p:nvPr/>
        </p:nvSpPr>
        <p:spPr>
          <a:xfrm>
            <a:off x="7426595" y="3419809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75%</a:t>
            </a:r>
            <a:endParaRPr b="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20" name="Google Shape;620;p23"/>
          <p:cNvSpPr txBox="1"/>
          <p:nvPr/>
        </p:nvSpPr>
        <p:spPr>
          <a:xfrm>
            <a:off x="4756347" y="4060642"/>
            <a:ext cx="1097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Theme A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21" name="Google Shape;621;p23"/>
          <p:cNvSpPr txBox="1"/>
          <p:nvPr/>
        </p:nvSpPr>
        <p:spPr>
          <a:xfrm>
            <a:off x="6045721" y="4060642"/>
            <a:ext cx="1097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Theme B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22" name="Google Shape;622;p23"/>
          <p:cNvSpPr txBox="1"/>
          <p:nvPr/>
        </p:nvSpPr>
        <p:spPr>
          <a:xfrm>
            <a:off x="7335095" y="4060642"/>
            <a:ext cx="1097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Theme C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23" name="Google Shape;623;p23"/>
          <p:cNvSpPr txBox="1"/>
          <p:nvPr/>
        </p:nvSpPr>
        <p:spPr>
          <a:xfrm>
            <a:off x="4755026" y="2687441"/>
            <a:ext cx="3675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Main themes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624" name="Google Shape;624;p23"/>
          <p:cNvGrpSpPr/>
          <p:nvPr/>
        </p:nvGrpSpPr>
        <p:grpSpPr>
          <a:xfrm>
            <a:off x="4755026" y="1499675"/>
            <a:ext cx="3675900" cy="1097400"/>
            <a:chOff x="4755026" y="1499675"/>
            <a:chExt cx="3675900" cy="1097400"/>
          </a:xfrm>
        </p:grpSpPr>
        <p:sp>
          <p:nvSpPr>
            <p:cNvPr id="625" name="Google Shape;625;p23"/>
            <p:cNvSpPr txBox="1"/>
            <p:nvPr/>
          </p:nvSpPr>
          <p:spPr>
            <a:xfrm>
              <a:off x="4755026" y="1499675"/>
              <a:ext cx="36759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Characters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626" name="Google Shape;626;p23"/>
            <p:cNvSpPr txBox="1"/>
            <p:nvPr/>
          </p:nvSpPr>
          <p:spPr>
            <a:xfrm>
              <a:off x="4755026" y="1956875"/>
              <a:ext cx="36759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Saturn is a gas giant and is mostly composed by hydrogen and helium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4"/>
          <p:cNvSpPr txBox="1">
            <a:spLocks noGrp="1"/>
          </p:cNvSpPr>
          <p:nvPr>
            <p:ph type="title"/>
          </p:nvPr>
        </p:nvSpPr>
        <p:spPr>
          <a:xfrm>
            <a:off x="713250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graphicFrame>
        <p:nvGraphicFramePr>
          <p:cNvPr id="632" name="Google Shape;632;p24"/>
          <p:cNvGraphicFramePr/>
          <p:nvPr/>
        </p:nvGraphicFramePr>
        <p:xfrm>
          <a:off x="713225" y="149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{665CF192-9494-4A03-9D32-231AD63D6525}</a:tableStyleId>
              </a:tblPr>
              <a:tblGrid>
                <a:gridCol w="173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Task</a:t>
                      </a:r>
                      <a:endParaRPr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Description</a:t>
                      </a:r>
                      <a:endParaRPr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Done</a:t>
                      </a:r>
                      <a:endParaRPr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00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 A</a:t>
                      </a:r>
                      <a:endParaRPr b="1"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Mercury is </a:t>
                      </a:r>
                      <a:r>
                        <a:rPr lang="en" b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the closest planet</a:t>
                      </a:r>
                      <a:r>
                        <a:rPr lang="en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to the Sun and the smallest one</a:t>
                      </a:r>
                      <a:endParaRPr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Venus is </a:t>
                      </a:r>
                      <a:r>
                        <a:rPr lang="en" b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the second planet </a:t>
                      </a:r>
                      <a:r>
                        <a:rPr lang="en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from the Sun and terribly hot</a:t>
                      </a:r>
                      <a:endParaRPr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00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 B</a:t>
                      </a:r>
                      <a:endParaRPr b="1"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Earth is the third planet from the Sun and </a:t>
                      </a:r>
                      <a:r>
                        <a:rPr lang="en" b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harbors life</a:t>
                      </a:r>
                      <a:endParaRPr b="1"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Despite being red, Mars is actually </a:t>
                      </a:r>
                      <a:r>
                        <a:rPr lang="en" b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 very cold place</a:t>
                      </a:r>
                      <a:endParaRPr b="1"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00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 C</a:t>
                      </a:r>
                      <a:endParaRPr b="1"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Jupiter is </a:t>
                      </a:r>
                      <a:r>
                        <a:rPr lang="en" b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 gas giant</a:t>
                      </a:r>
                      <a:r>
                        <a:rPr lang="en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and the biggest planet of them all</a:t>
                      </a:r>
                      <a:endParaRPr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Saturn is mostly composed of </a:t>
                      </a:r>
                      <a:r>
                        <a:rPr lang="en" b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hydrogen and helium</a:t>
                      </a:r>
                      <a:endParaRPr b="1"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633" name="Google Shape;633;p24"/>
          <p:cNvGrpSpPr/>
          <p:nvPr/>
        </p:nvGrpSpPr>
        <p:grpSpPr>
          <a:xfrm>
            <a:off x="7833847" y="1966541"/>
            <a:ext cx="320028" cy="320028"/>
            <a:chOff x="1492675" y="4992125"/>
            <a:chExt cx="481825" cy="481825"/>
          </a:xfrm>
        </p:grpSpPr>
        <p:sp>
          <p:nvSpPr>
            <p:cNvPr id="634" name="Google Shape;634;p24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36" name="Google Shape;636;p24"/>
          <p:cNvGrpSpPr/>
          <p:nvPr/>
        </p:nvGrpSpPr>
        <p:grpSpPr>
          <a:xfrm>
            <a:off x="7824134" y="2384541"/>
            <a:ext cx="320028" cy="320028"/>
            <a:chOff x="1492675" y="4992125"/>
            <a:chExt cx="481825" cy="481825"/>
          </a:xfrm>
        </p:grpSpPr>
        <p:sp>
          <p:nvSpPr>
            <p:cNvPr id="637" name="Google Shape;637;p24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5"/>
          <p:cNvSpPr txBox="1">
            <a:spLocks noGrp="1"/>
          </p:cNvSpPr>
          <p:nvPr>
            <p:ph type="title"/>
          </p:nvPr>
        </p:nvSpPr>
        <p:spPr>
          <a:xfrm>
            <a:off x="713225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sp>
        <p:nvSpPr>
          <p:cNvPr id="644" name="Google Shape;644;p25"/>
          <p:cNvSpPr/>
          <p:nvPr/>
        </p:nvSpPr>
        <p:spPr>
          <a:xfrm>
            <a:off x="4834625" y="2235869"/>
            <a:ext cx="640200" cy="640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645" name="Google Shape;645;p25"/>
          <p:cNvSpPr/>
          <p:nvPr/>
        </p:nvSpPr>
        <p:spPr>
          <a:xfrm>
            <a:off x="3668825" y="3223157"/>
            <a:ext cx="640200" cy="640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consolata"/>
              <a:ea typeface="Inconsolata"/>
              <a:cs typeface="Inconsolata"/>
              <a:sym typeface="Inconsolata"/>
            </a:endParaRPr>
          </a:p>
        </p:txBody>
      </p:sp>
      <p:grpSp>
        <p:nvGrpSpPr>
          <p:cNvPr id="646" name="Google Shape;646;p25"/>
          <p:cNvGrpSpPr/>
          <p:nvPr/>
        </p:nvGrpSpPr>
        <p:grpSpPr>
          <a:xfrm>
            <a:off x="713214" y="1504221"/>
            <a:ext cx="2331557" cy="1010084"/>
            <a:chOff x="713214" y="1504221"/>
            <a:chExt cx="2331557" cy="1010084"/>
          </a:xfrm>
        </p:grpSpPr>
        <p:sp>
          <p:nvSpPr>
            <p:cNvPr id="647" name="Google Shape;647;p25"/>
            <p:cNvSpPr txBox="1"/>
            <p:nvPr/>
          </p:nvSpPr>
          <p:spPr>
            <a:xfrm>
              <a:off x="713214" y="1504221"/>
              <a:ext cx="2331557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Venus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648" name="Google Shape;648;p25"/>
            <p:cNvSpPr txBox="1"/>
            <p:nvPr/>
          </p:nvSpPr>
          <p:spPr>
            <a:xfrm>
              <a:off x="713214" y="1874105"/>
              <a:ext cx="2331557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Venus is hot and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the second planet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 from the Sun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649" name="Google Shape;649;p25"/>
          <p:cNvGrpSpPr/>
          <p:nvPr/>
        </p:nvGrpSpPr>
        <p:grpSpPr>
          <a:xfrm>
            <a:off x="713214" y="2546787"/>
            <a:ext cx="2331557" cy="1010084"/>
            <a:chOff x="713214" y="2642862"/>
            <a:chExt cx="2331557" cy="1010084"/>
          </a:xfrm>
        </p:grpSpPr>
        <p:sp>
          <p:nvSpPr>
            <p:cNvPr id="650" name="Google Shape;650;p25"/>
            <p:cNvSpPr txBox="1"/>
            <p:nvPr/>
          </p:nvSpPr>
          <p:spPr>
            <a:xfrm>
              <a:off x="713214" y="2642862"/>
              <a:ext cx="2331557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Earth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651" name="Google Shape;651;p25"/>
            <p:cNvSpPr txBox="1"/>
            <p:nvPr/>
          </p:nvSpPr>
          <p:spPr>
            <a:xfrm>
              <a:off x="713214" y="3012746"/>
              <a:ext cx="2331557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Earth is the only planet that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harbors life</a:t>
              </a:r>
              <a:endParaRPr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652" name="Google Shape;652;p25"/>
          <p:cNvGrpSpPr/>
          <p:nvPr/>
        </p:nvGrpSpPr>
        <p:grpSpPr>
          <a:xfrm>
            <a:off x="713214" y="3589353"/>
            <a:ext cx="2331557" cy="1010084"/>
            <a:chOff x="713214" y="3781503"/>
            <a:chExt cx="2331557" cy="1010084"/>
          </a:xfrm>
        </p:grpSpPr>
        <p:sp>
          <p:nvSpPr>
            <p:cNvPr id="653" name="Google Shape;653;p25"/>
            <p:cNvSpPr txBox="1"/>
            <p:nvPr/>
          </p:nvSpPr>
          <p:spPr>
            <a:xfrm>
              <a:off x="713214" y="3781503"/>
              <a:ext cx="2331557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Mars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654" name="Google Shape;654;p25"/>
            <p:cNvSpPr txBox="1"/>
            <p:nvPr/>
          </p:nvSpPr>
          <p:spPr>
            <a:xfrm>
              <a:off x="713214" y="4151387"/>
              <a:ext cx="2331557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Despite being red, Mars is actually a very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cold place</a:t>
              </a:r>
              <a:endParaRPr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655" name="Google Shape;655;p25"/>
          <p:cNvGrpSpPr/>
          <p:nvPr/>
        </p:nvGrpSpPr>
        <p:grpSpPr>
          <a:xfrm>
            <a:off x="6099022" y="1504221"/>
            <a:ext cx="2331557" cy="1010084"/>
            <a:chOff x="6099022" y="1504221"/>
            <a:chExt cx="2331557" cy="1010084"/>
          </a:xfrm>
        </p:grpSpPr>
        <p:sp>
          <p:nvSpPr>
            <p:cNvPr id="656" name="Google Shape;656;p25"/>
            <p:cNvSpPr txBox="1"/>
            <p:nvPr/>
          </p:nvSpPr>
          <p:spPr>
            <a:xfrm>
              <a:off x="6099022" y="1504221"/>
              <a:ext cx="2331557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Jupiter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657" name="Google Shape;657;p25"/>
            <p:cNvSpPr txBox="1"/>
            <p:nvPr/>
          </p:nvSpPr>
          <p:spPr>
            <a:xfrm>
              <a:off x="6099022" y="1874105"/>
              <a:ext cx="2331557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Jupiter is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the biggest planet 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in the Solar System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658" name="Google Shape;658;p25"/>
          <p:cNvGrpSpPr/>
          <p:nvPr/>
        </p:nvGrpSpPr>
        <p:grpSpPr>
          <a:xfrm>
            <a:off x="6099022" y="2548374"/>
            <a:ext cx="2331600" cy="1010084"/>
            <a:chOff x="6099022" y="2642862"/>
            <a:chExt cx="2331600" cy="1010084"/>
          </a:xfrm>
        </p:grpSpPr>
        <p:sp>
          <p:nvSpPr>
            <p:cNvPr id="659" name="Google Shape;659;p25"/>
            <p:cNvSpPr txBox="1"/>
            <p:nvPr/>
          </p:nvSpPr>
          <p:spPr>
            <a:xfrm>
              <a:off x="6099022" y="2642862"/>
              <a:ext cx="2331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Saturn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660" name="Google Shape;660;p25"/>
            <p:cNvSpPr txBox="1"/>
            <p:nvPr/>
          </p:nvSpPr>
          <p:spPr>
            <a:xfrm>
              <a:off x="6099022" y="3012746"/>
              <a:ext cx="23316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Saturn is a gas giant and has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several rings</a:t>
              </a:r>
              <a:endParaRPr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661" name="Google Shape;661;p25"/>
          <p:cNvGrpSpPr/>
          <p:nvPr/>
        </p:nvGrpSpPr>
        <p:grpSpPr>
          <a:xfrm>
            <a:off x="6099022" y="3592528"/>
            <a:ext cx="2331600" cy="1006909"/>
            <a:chOff x="6099022" y="3781503"/>
            <a:chExt cx="2331600" cy="1006909"/>
          </a:xfrm>
        </p:grpSpPr>
        <p:sp>
          <p:nvSpPr>
            <p:cNvPr id="662" name="Google Shape;662;p25"/>
            <p:cNvSpPr txBox="1"/>
            <p:nvPr/>
          </p:nvSpPr>
          <p:spPr>
            <a:xfrm>
              <a:off x="6099022" y="3781503"/>
              <a:ext cx="2331557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Neptune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663" name="Google Shape;663;p25"/>
            <p:cNvSpPr txBox="1"/>
            <p:nvPr/>
          </p:nvSpPr>
          <p:spPr>
            <a:xfrm>
              <a:off x="6099022" y="4148212"/>
              <a:ext cx="23316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Neptune is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the farthest 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planet from the Sun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664" name="Google Shape;664;p25"/>
          <p:cNvSpPr txBox="1"/>
          <p:nvPr/>
        </p:nvSpPr>
        <p:spPr>
          <a:xfrm>
            <a:off x="3406025" y="3959236"/>
            <a:ext cx="1165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Mercury is very small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65" name="Google Shape;665;p25"/>
          <p:cNvSpPr txBox="1"/>
          <p:nvPr/>
        </p:nvSpPr>
        <p:spPr>
          <a:xfrm>
            <a:off x="4571825" y="1499682"/>
            <a:ext cx="1165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Mercury is a very hot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666" name="Google Shape;666;p25"/>
          <p:cNvCxnSpPr>
            <a:stCxn id="645" idx="0"/>
            <a:endCxn id="644" idx="1"/>
          </p:cNvCxnSpPr>
          <p:nvPr/>
        </p:nvCxnSpPr>
        <p:spPr>
          <a:xfrm rot="-5400000">
            <a:off x="4078175" y="2466707"/>
            <a:ext cx="667200" cy="845700"/>
          </a:xfrm>
          <a:prstGeom prst="bentConnector2">
            <a:avLst/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7" name="Google Shape;667;p25"/>
          <p:cNvCxnSpPr>
            <a:stCxn id="644" idx="2"/>
            <a:endCxn id="645" idx="3"/>
          </p:cNvCxnSpPr>
          <p:nvPr/>
        </p:nvCxnSpPr>
        <p:spPr>
          <a:xfrm rot="5400000">
            <a:off x="4398275" y="2786819"/>
            <a:ext cx="667200" cy="845700"/>
          </a:xfrm>
          <a:prstGeom prst="bentConnector2">
            <a:avLst/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8" name="Google Shape;668;p25"/>
          <p:cNvCxnSpPr>
            <a:stCxn id="644" idx="3"/>
            <a:endCxn id="656" idx="1"/>
          </p:cNvCxnSpPr>
          <p:nvPr/>
        </p:nvCxnSpPr>
        <p:spPr>
          <a:xfrm rot="10800000" flipH="1">
            <a:off x="5474825" y="1732769"/>
            <a:ext cx="624300" cy="823200"/>
          </a:xfrm>
          <a:prstGeom prst="bentConnector3">
            <a:avLst>
              <a:gd name="adj1" fmla="val 49992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9" name="Google Shape;669;p25"/>
          <p:cNvCxnSpPr>
            <a:stCxn id="644" idx="3"/>
            <a:endCxn id="662" idx="1"/>
          </p:cNvCxnSpPr>
          <p:nvPr/>
        </p:nvCxnSpPr>
        <p:spPr>
          <a:xfrm>
            <a:off x="5474825" y="2555969"/>
            <a:ext cx="624300" cy="1265100"/>
          </a:xfrm>
          <a:prstGeom prst="bentConnector3">
            <a:avLst>
              <a:gd name="adj1" fmla="val 49992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0" name="Google Shape;670;p25"/>
          <p:cNvCxnSpPr>
            <a:stCxn id="644" idx="3"/>
            <a:endCxn id="659" idx="1"/>
          </p:cNvCxnSpPr>
          <p:nvPr/>
        </p:nvCxnSpPr>
        <p:spPr>
          <a:xfrm>
            <a:off x="5474825" y="2555969"/>
            <a:ext cx="624300" cy="221100"/>
          </a:xfrm>
          <a:prstGeom prst="bentConnector3">
            <a:avLst>
              <a:gd name="adj1" fmla="val 49992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1" name="Google Shape;671;p25"/>
          <p:cNvCxnSpPr>
            <a:stCxn id="645" idx="1"/>
            <a:endCxn id="647" idx="3"/>
          </p:cNvCxnSpPr>
          <p:nvPr/>
        </p:nvCxnSpPr>
        <p:spPr>
          <a:xfrm rot="10800000">
            <a:off x="3044825" y="1732757"/>
            <a:ext cx="624000" cy="1810500"/>
          </a:xfrm>
          <a:prstGeom prst="bentConnector3">
            <a:avLst>
              <a:gd name="adj1" fmla="val 50004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2" name="Google Shape;672;p25"/>
          <p:cNvCxnSpPr>
            <a:stCxn id="645" idx="1"/>
            <a:endCxn id="650" idx="3"/>
          </p:cNvCxnSpPr>
          <p:nvPr/>
        </p:nvCxnSpPr>
        <p:spPr>
          <a:xfrm rot="10800000">
            <a:off x="3044825" y="2775257"/>
            <a:ext cx="624000" cy="768000"/>
          </a:xfrm>
          <a:prstGeom prst="bentConnector3">
            <a:avLst>
              <a:gd name="adj1" fmla="val 50004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3" name="Google Shape;673;p25"/>
          <p:cNvCxnSpPr>
            <a:stCxn id="645" idx="1"/>
            <a:endCxn id="653" idx="3"/>
          </p:cNvCxnSpPr>
          <p:nvPr/>
        </p:nvCxnSpPr>
        <p:spPr>
          <a:xfrm flipH="1">
            <a:off x="3044825" y="3543257"/>
            <a:ext cx="624000" cy="274800"/>
          </a:xfrm>
          <a:prstGeom prst="bentConnector3">
            <a:avLst>
              <a:gd name="adj1" fmla="val 50004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4" name="Google Shape;674;p25"/>
          <p:cNvGrpSpPr/>
          <p:nvPr/>
        </p:nvGrpSpPr>
        <p:grpSpPr>
          <a:xfrm>
            <a:off x="4997455" y="2373088"/>
            <a:ext cx="314540" cy="365761"/>
            <a:chOff x="-10370400" y="4049550"/>
            <a:chExt cx="310350" cy="352100"/>
          </a:xfrm>
        </p:grpSpPr>
        <p:sp>
          <p:nvSpPr>
            <p:cNvPr id="675" name="Google Shape;675;p25"/>
            <p:cNvSpPr/>
            <p:nvPr/>
          </p:nvSpPr>
          <p:spPr>
            <a:xfrm>
              <a:off x="-10308175" y="4224400"/>
              <a:ext cx="185900" cy="115800"/>
            </a:xfrm>
            <a:custGeom>
              <a:avLst/>
              <a:gdLst/>
              <a:ahLst/>
              <a:cxnLst/>
              <a:rect l="l" t="t" r="r" b="b"/>
              <a:pathLst>
                <a:path w="7436" h="4632" extrusionOk="0">
                  <a:moveTo>
                    <a:pt x="1" y="1"/>
                  </a:moveTo>
                  <a:lnTo>
                    <a:pt x="1" y="4632"/>
                  </a:lnTo>
                  <a:lnTo>
                    <a:pt x="1639" y="4632"/>
                  </a:lnTo>
                  <a:lnTo>
                    <a:pt x="1639" y="1261"/>
                  </a:lnTo>
                  <a:cubicBezTo>
                    <a:pt x="1639" y="1040"/>
                    <a:pt x="1859" y="883"/>
                    <a:pt x="2048" y="883"/>
                  </a:cubicBezTo>
                  <a:cubicBezTo>
                    <a:pt x="2269" y="883"/>
                    <a:pt x="2489" y="1072"/>
                    <a:pt x="2489" y="1261"/>
                  </a:cubicBezTo>
                  <a:lnTo>
                    <a:pt x="2489" y="4632"/>
                  </a:lnTo>
                  <a:lnTo>
                    <a:pt x="3309" y="4632"/>
                  </a:lnTo>
                  <a:lnTo>
                    <a:pt x="3309" y="1261"/>
                  </a:lnTo>
                  <a:cubicBezTo>
                    <a:pt x="3309" y="1040"/>
                    <a:pt x="3498" y="883"/>
                    <a:pt x="3750" y="883"/>
                  </a:cubicBezTo>
                  <a:cubicBezTo>
                    <a:pt x="3970" y="883"/>
                    <a:pt x="4128" y="1072"/>
                    <a:pt x="4128" y="1261"/>
                  </a:cubicBezTo>
                  <a:lnTo>
                    <a:pt x="4128" y="4632"/>
                  </a:lnTo>
                  <a:lnTo>
                    <a:pt x="4947" y="4632"/>
                  </a:lnTo>
                  <a:lnTo>
                    <a:pt x="4947" y="1261"/>
                  </a:lnTo>
                  <a:cubicBezTo>
                    <a:pt x="4947" y="1040"/>
                    <a:pt x="5167" y="883"/>
                    <a:pt x="5388" y="883"/>
                  </a:cubicBezTo>
                  <a:cubicBezTo>
                    <a:pt x="5640" y="883"/>
                    <a:pt x="5829" y="1072"/>
                    <a:pt x="5829" y="1261"/>
                  </a:cubicBezTo>
                  <a:lnTo>
                    <a:pt x="5829" y="4632"/>
                  </a:lnTo>
                  <a:lnTo>
                    <a:pt x="7436" y="4632"/>
                  </a:lnTo>
                  <a:lnTo>
                    <a:pt x="74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5"/>
            <p:cNvSpPr/>
            <p:nvPr/>
          </p:nvSpPr>
          <p:spPr>
            <a:xfrm>
              <a:off x="-10292425" y="4121225"/>
              <a:ext cx="159125" cy="30750"/>
            </a:xfrm>
            <a:custGeom>
              <a:avLst/>
              <a:gdLst/>
              <a:ahLst/>
              <a:cxnLst/>
              <a:rect l="l" t="t" r="r" b="b"/>
              <a:pathLst>
                <a:path w="6365" h="1230" extrusionOk="0">
                  <a:moveTo>
                    <a:pt x="694" y="0"/>
                  </a:moveTo>
                  <a:cubicBezTo>
                    <a:pt x="694" y="158"/>
                    <a:pt x="662" y="316"/>
                    <a:pt x="631" y="442"/>
                  </a:cubicBezTo>
                  <a:cubicBezTo>
                    <a:pt x="505" y="757"/>
                    <a:pt x="284" y="1040"/>
                    <a:pt x="1" y="1229"/>
                  </a:cubicBezTo>
                  <a:lnTo>
                    <a:pt x="6365" y="1229"/>
                  </a:lnTo>
                  <a:cubicBezTo>
                    <a:pt x="6018" y="1040"/>
                    <a:pt x="5798" y="788"/>
                    <a:pt x="5672" y="442"/>
                  </a:cubicBezTo>
                  <a:cubicBezTo>
                    <a:pt x="5577" y="284"/>
                    <a:pt x="5577" y="126"/>
                    <a:pt x="55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5"/>
            <p:cNvSpPr/>
            <p:nvPr/>
          </p:nvSpPr>
          <p:spPr>
            <a:xfrm>
              <a:off x="-10370400" y="4049550"/>
              <a:ext cx="310350" cy="91400"/>
            </a:xfrm>
            <a:custGeom>
              <a:avLst/>
              <a:gdLst/>
              <a:ahLst/>
              <a:cxnLst/>
              <a:rect l="l" t="t" r="r" b="b"/>
              <a:pathLst>
                <a:path w="12414" h="3656" extrusionOk="0">
                  <a:moveTo>
                    <a:pt x="2049" y="1"/>
                  </a:moveTo>
                  <a:cubicBezTo>
                    <a:pt x="977" y="1"/>
                    <a:pt x="95" y="820"/>
                    <a:pt x="1" y="1891"/>
                  </a:cubicBezTo>
                  <a:cubicBezTo>
                    <a:pt x="95" y="2867"/>
                    <a:pt x="946" y="3655"/>
                    <a:pt x="1954" y="3655"/>
                  </a:cubicBezTo>
                  <a:cubicBezTo>
                    <a:pt x="2427" y="3655"/>
                    <a:pt x="2773" y="3340"/>
                    <a:pt x="2899" y="3025"/>
                  </a:cubicBezTo>
                  <a:cubicBezTo>
                    <a:pt x="2931" y="2867"/>
                    <a:pt x="2962" y="2678"/>
                    <a:pt x="2805" y="2521"/>
                  </a:cubicBezTo>
                  <a:cubicBezTo>
                    <a:pt x="2729" y="2461"/>
                    <a:pt x="2618" y="2422"/>
                    <a:pt x="2520" y="2422"/>
                  </a:cubicBezTo>
                  <a:cubicBezTo>
                    <a:pt x="2411" y="2422"/>
                    <a:pt x="2317" y="2469"/>
                    <a:pt x="2301" y="2584"/>
                  </a:cubicBezTo>
                  <a:cubicBezTo>
                    <a:pt x="2274" y="2793"/>
                    <a:pt x="2097" y="2915"/>
                    <a:pt x="1911" y="2915"/>
                  </a:cubicBezTo>
                  <a:cubicBezTo>
                    <a:pt x="1873" y="2915"/>
                    <a:pt x="1834" y="2910"/>
                    <a:pt x="1796" y="2899"/>
                  </a:cubicBezTo>
                  <a:cubicBezTo>
                    <a:pt x="1544" y="2867"/>
                    <a:pt x="1418" y="2647"/>
                    <a:pt x="1481" y="2395"/>
                  </a:cubicBezTo>
                  <a:cubicBezTo>
                    <a:pt x="1595" y="1848"/>
                    <a:pt x="2036" y="1594"/>
                    <a:pt x="2500" y="1594"/>
                  </a:cubicBezTo>
                  <a:cubicBezTo>
                    <a:pt x="2811" y="1594"/>
                    <a:pt x="3132" y="1708"/>
                    <a:pt x="3372" y="1922"/>
                  </a:cubicBezTo>
                  <a:lnTo>
                    <a:pt x="3466" y="2048"/>
                  </a:lnTo>
                  <a:lnTo>
                    <a:pt x="8917" y="2048"/>
                  </a:lnTo>
                  <a:lnTo>
                    <a:pt x="9043" y="1922"/>
                  </a:lnTo>
                  <a:cubicBezTo>
                    <a:pt x="9262" y="1715"/>
                    <a:pt x="9561" y="1612"/>
                    <a:pt x="9856" y="1612"/>
                  </a:cubicBezTo>
                  <a:cubicBezTo>
                    <a:pt x="10325" y="1612"/>
                    <a:pt x="10785" y="1873"/>
                    <a:pt x="10901" y="2395"/>
                  </a:cubicBezTo>
                  <a:cubicBezTo>
                    <a:pt x="10964" y="2647"/>
                    <a:pt x="10838" y="2836"/>
                    <a:pt x="10618" y="2899"/>
                  </a:cubicBezTo>
                  <a:cubicBezTo>
                    <a:pt x="10575" y="2910"/>
                    <a:pt x="10533" y="2915"/>
                    <a:pt x="10494" y="2915"/>
                  </a:cubicBezTo>
                  <a:cubicBezTo>
                    <a:pt x="10304" y="2915"/>
                    <a:pt x="10161" y="2793"/>
                    <a:pt x="10082" y="2584"/>
                  </a:cubicBezTo>
                  <a:cubicBezTo>
                    <a:pt x="10066" y="2469"/>
                    <a:pt x="9963" y="2422"/>
                    <a:pt x="9851" y="2422"/>
                  </a:cubicBezTo>
                  <a:cubicBezTo>
                    <a:pt x="9749" y="2422"/>
                    <a:pt x="9638" y="2461"/>
                    <a:pt x="9578" y="2521"/>
                  </a:cubicBezTo>
                  <a:cubicBezTo>
                    <a:pt x="9421" y="2678"/>
                    <a:pt x="9452" y="2867"/>
                    <a:pt x="9515" y="3025"/>
                  </a:cubicBezTo>
                  <a:cubicBezTo>
                    <a:pt x="9610" y="3340"/>
                    <a:pt x="10019" y="3655"/>
                    <a:pt x="10460" y="3655"/>
                  </a:cubicBezTo>
                  <a:cubicBezTo>
                    <a:pt x="11311" y="3655"/>
                    <a:pt x="12067" y="3056"/>
                    <a:pt x="12288" y="2269"/>
                  </a:cubicBezTo>
                  <a:cubicBezTo>
                    <a:pt x="12288" y="2206"/>
                    <a:pt x="12351" y="2111"/>
                    <a:pt x="12351" y="2048"/>
                  </a:cubicBezTo>
                  <a:cubicBezTo>
                    <a:pt x="12414" y="883"/>
                    <a:pt x="11468" y="1"/>
                    <a:pt x="103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5"/>
            <p:cNvSpPr/>
            <p:nvPr/>
          </p:nvSpPr>
          <p:spPr>
            <a:xfrm>
              <a:off x="-10328650" y="4173200"/>
              <a:ext cx="226850" cy="30750"/>
            </a:xfrm>
            <a:custGeom>
              <a:avLst/>
              <a:gdLst/>
              <a:ahLst/>
              <a:cxnLst/>
              <a:rect l="l" t="t" r="r" b="b"/>
              <a:pathLst>
                <a:path w="9074" h="1230" extrusionOk="0">
                  <a:moveTo>
                    <a:pt x="0" y="1"/>
                  </a:moveTo>
                  <a:cubicBezTo>
                    <a:pt x="0" y="694"/>
                    <a:pt x="536" y="1229"/>
                    <a:pt x="1198" y="1229"/>
                  </a:cubicBezTo>
                  <a:lnTo>
                    <a:pt x="7814" y="1229"/>
                  </a:lnTo>
                  <a:cubicBezTo>
                    <a:pt x="8507" y="1229"/>
                    <a:pt x="9074" y="694"/>
                    <a:pt x="90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5"/>
            <p:cNvSpPr/>
            <p:nvPr/>
          </p:nvSpPr>
          <p:spPr>
            <a:xfrm>
              <a:off x="-10328650" y="4360650"/>
              <a:ext cx="226850" cy="41000"/>
            </a:xfrm>
            <a:custGeom>
              <a:avLst/>
              <a:gdLst/>
              <a:ahLst/>
              <a:cxnLst/>
              <a:rect l="l" t="t" r="r" b="b"/>
              <a:pathLst>
                <a:path w="9074" h="1640" extrusionOk="0">
                  <a:moveTo>
                    <a:pt x="410" y="1"/>
                  </a:moveTo>
                  <a:cubicBezTo>
                    <a:pt x="189" y="1"/>
                    <a:pt x="0" y="190"/>
                    <a:pt x="0" y="379"/>
                  </a:cubicBezTo>
                  <a:lnTo>
                    <a:pt x="0" y="1230"/>
                  </a:lnTo>
                  <a:cubicBezTo>
                    <a:pt x="0" y="1450"/>
                    <a:pt x="189" y="1639"/>
                    <a:pt x="410" y="1639"/>
                  </a:cubicBezTo>
                  <a:lnTo>
                    <a:pt x="8696" y="1639"/>
                  </a:lnTo>
                  <a:cubicBezTo>
                    <a:pt x="8916" y="1639"/>
                    <a:pt x="9074" y="1450"/>
                    <a:pt x="9074" y="1230"/>
                  </a:cubicBezTo>
                  <a:lnTo>
                    <a:pt x="9074" y="379"/>
                  </a:lnTo>
                  <a:cubicBezTo>
                    <a:pt x="9074" y="158"/>
                    <a:pt x="8885" y="1"/>
                    <a:pt x="86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0" name="Google Shape;680;p25"/>
          <p:cNvGrpSpPr/>
          <p:nvPr/>
        </p:nvGrpSpPr>
        <p:grpSpPr>
          <a:xfrm>
            <a:off x="3806040" y="3360384"/>
            <a:ext cx="365771" cy="365746"/>
            <a:chOff x="-12643475" y="3212300"/>
            <a:chExt cx="353675" cy="352900"/>
          </a:xfrm>
        </p:grpSpPr>
        <p:sp>
          <p:nvSpPr>
            <p:cNvPr id="681" name="Google Shape;681;p25"/>
            <p:cNvSpPr/>
            <p:nvPr/>
          </p:nvSpPr>
          <p:spPr>
            <a:xfrm>
              <a:off x="-12372525" y="3517125"/>
              <a:ext cx="20500" cy="48075"/>
            </a:xfrm>
            <a:custGeom>
              <a:avLst/>
              <a:gdLst/>
              <a:ahLst/>
              <a:cxnLst/>
              <a:rect l="l" t="t" r="r" b="b"/>
              <a:pathLst>
                <a:path w="820" h="1923" extrusionOk="0">
                  <a:moveTo>
                    <a:pt x="0" y="0"/>
                  </a:moveTo>
                  <a:lnTo>
                    <a:pt x="0" y="1513"/>
                  </a:lnTo>
                  <a:cubicBezTo>
                    <a:pt x="0" y="1765"/>
                    <a:pt x="189" y="1922"/>
                    <a:pt x="410" y="1922"/>
                  </a:cubicBezTo>
                  <a:cubicBezTo>
                    <a:pt x="662" y="1922"/>
                    <a:pt x="819" y="1702"/>
                    <a:pt x="819" y="1513"/>
                  </a:cubicBezTo>
                  <a:lnTo>
                    <a:pt x="819" y="0"/>
                  </a:lnTo>
                  <a:cubicBezTo>
                    <a:pt x="662" y="126"/>
                    <a:pt x="567" y="221"/>
                    <a:pt x="410" y="221"/>
                  </a:cubicBezTo>
                  <a:cubicBezTo>
                    <a:pt x="189" y="221"/>
                    <a:pt x="126" y="126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5"/>
            <p:cNvSpPr/>
            <p:nvPr/>
          </p:nvSpPr>
          <p:spPr>
            <a:xfrm>
              <a:off x="-12581250" y="3480900"/>
              <a:ext cx="63025" cy="21275"/>
            </a:xfrm>
            <a:custGeom>
              <a:avLst/>
              <a:gdLst/>
              <a:ahLst/>
              <a:cxnLst/>
              <a:rect l="l" t="t" r="r" b="b"/>
              <a:pathLst>
                <a:path w="2521" h="851" extrusionOk="0">
                  <a:moveTo>
                    <a:pt x="0" y="0"/>
                  </a:moveTo>
                  <a:lnTo>
                    <a:pt x="0" y="851"/>
                  </a:lnTo>
                  <a:lnTo>
                    <a:pt x="2521" y="851"/>
                  </a:lnTo>
                  <a:lnTo>
                    <a:pt x="25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5"/>
            <p:cNvSpPr/>
            <p:nvPr/>
          </p:nvSpPr>
          <p:spPr>
            <a:xfrm>
              <a:off x="-12643475" y="3398975"/>
              <a:ext cx="186700" cy="166225"/>
            </a:xfrm>
            <a:custGeom>
              <a:avLst/>
              <a:gdLst/>
              <a:ahLst/>
              <a:cxnLst/>
              <a:rect l="l" t="t" r="r" b="b"/>
              <a:pathLst>
                <a:path w="7468" h="6649" extrusionOk="0">
                  <a:moveTo>
                    <a:pt x="5419" y="2458"/>
                  </a:moveTo>
                  <a:cubicBezTo>
                    <a:pt x="5671" y="2458"/>
                    <a:pt x="5860" y="2647"/>
                    <a:pt x="5860" y="2899"/>
                  </a:cubicBezTo>
                  <a:lnTo>
                    <a:pt x="5860" y="4537"/>
                  </a:lnTo>
                  <a:cubicBezTo>
                    <a:pt x="5860" y="4789"/>
                    <a:pt x="5671" y="4978"/>
                    <a:pt x="5419" y="4978"/>
                  </a:cubicBezTo>
                  <a:lnTo>
                    <a:pt x="2080" y="4978"/>
                  </a:lnTo>
                  <a:cubicBezTo>
                    <a:pt x="1859" y="4978"/>
                    <a:pt x="1639" y="4789"/>
                    <a:pt x="1639" y="4537"/>
                  </a:cubicBezTo>
                  <a:lnTo>
                    <a:pt x="1639" y="2899"/>
                  </a:lnTo>
                  <a:cubicBezTo>
                    <a:pt x="1639" y="2647"/>
                    <a:pt x="1859" y="2458"/>
                    <a:pt x="2080" y="2458"/>
                  </a:cubicBezTo>
                  <a:close/>
                  <a:moveTo>
                    <a:pt x="1639" y="1"/>
                  </a:moveTo>
                  <a:lnTo>
                    <a:pt x="1639" y="977"/>
                  </a:lnTo>
                  <a:lnTo>
                    <a:pt x="662" y="1450"/>
                  </a:lnTo>
                  <a:cubicBezTo>
                    <a:pt x="221" y="1639"/>
                    <a:pt x="0" y="2080"/>
                    <a:pt x="0" y="2552"/>
                  </a:cubicBezTo>
                  <a:lnTo>
                    <a:pt x="0" y="5356"/>
                  </a:lnTo>
                  <a:cubicBezTo>
                    <a:pt x="0" y="6049"/>
                    <a:pt x="536" y="6648"/>
                    <a:pt x="1261" y="6648"/>
                  </a:cubicBezTo>
                  <a:lnTo>
                    <a:pt x="6270" y="6648"/>
                  </a:lnTo>
                  <a:cubicBezTo>
                    <a:pt x="6931" y="6648"/>
                    <a:pt x="7467" y="6049"/>
                    <a:pt x="7467" y="5388"/>
                  </a:cubicBezTo>
                  <a:lnTo>
                    <a:pt x="7467" y="2584"/>
                  </a:lnTo>
                  <a:cubicBezTo>
                    <a:pt x="7467" y="2111"/>
                    <a:pt x="7215" y="1670"/>
                    <a:pt x="6805" y="1481"/>
                  </a:cubicBezTo>
                  <a:lnTo>
                    <a:pt x="5829" y="1009"/>
                  </a:lnTo>
                  <a:lnTo>
                    <a:pt x="58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5"/>
            <p:cNvSpPr/>
            <p:nvPr/>
          </p:nvSpPr>
          <p:spPr>
            <a:xfrm>
              <a:off x="-12431600" y="3212300"/>
              <a:ext cx="141800" cy="137075"/>
            </a:xfrm>
            <a:custGeom>
              <a:avLst/>
              <a:gdLst/>
              <a:ahLst/>
              <a:cxnLst/>
              <a:rect l="l" t="t" r="r" b="b"/>
              <a:pathLst>
                <a:path w="5672" h="5483" extrusionOk="0">
                  <a:moveTo>
                    <a:pt x="2741" y="1"/>
                  </a:moveTo>
                  <a:cubicBezTo>
                    <a:pt x="1481" y="1"/>
                    <a:pt x="378" y="883"/>
                    <a:pt x="0" y="2017"/>
                  </a:cubicBezTo>
                  <a:lnTo>
                    <a:pt x="2300" y="3845"/>
                  </a:lnTo>
                  <a:lnTo>
                    <a:pt x="2300" y="2143"/>
                  </a:lnTo>
                  <a:cubicBezTo>
                    <a:pt x="2300" y="1891"/>
                    <a:pt x="2521" y="1702"/>
                    <a:pt x="2741" y="1702"/>
                  </a:cubicBezTo>
                  <a:cubicBezTo>
                    <a:pt x="2993" y="1702"/>
                    <a:pt x="3151" y="1891"/>
                    <a:pt x="3151" y="2143"/>
                  </a:cubicBezTo>
                  <a:lnTo>
                    <a:pt x="3151" y="5483"/>
                  </a:lnTo>
                  <a:lnTo>
                    <a:pt x="5608" y="3561"/>
                  </a:lnTo>
                  <a:lnTo>
                    <a:pt x="5608" y="2931"/>
                  </a:lnTo>
                  <a:cubicBezTo>
                    <a:pt x="5671" y="1324"/>
                    <a:pt x="4348" y="1"/>
                    <a:pt x="27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5"/>
            <p:cNvSpPr/>
            <p:nvPr/>
          </p:nvSpPr>
          <p:spPr>
            <a:xfrm>
              <a:off x="-12352050" y="3326525"/>
              <a:ext cx="62250" cy="104775"/>
            </a:xfrm>
            <a:custGeom>
              <a:avLst/>
              <a:gdLst/>
              <a:ahLst/>
              <a:cxnLst/>
              <a:rect l="l" t="t" r="r" b="b"/>
              <a:pathLst>
                <a:path w="2490" h="4191" extrusionOk="0">
                  <a:moveTo>
                    <a:pt x="2489" y="0"/>
                  </a:moveTo>
                  <a:lnTo>
                    <a:pt x="0" y="1890"/>
                  </a:lnTo>
                  <a:lnTo>
                    <a:pt x="0" y="4190"/>
                  </a:lnTo>
                  <a:lnTo>
                    <a:pt x="2489" y="2300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5"/>
            <p:cNvSpPr/>
            <p:nvPr/>
          </p:nvSpPr>
          <p:spPr>
            <a:xfrm>
              <a:off x="-12434750" y="3285550"/>
              <a:ext cx="62250" cy="104000"/>
            </a:xfrm>
            <a:custGeom>
              <a:avLst/>
              <a:gdLst/>
              <a:ahLst/>
              <a:cxnLst/>
              <a:rect l="l" t="t" r="r" b="b"/>
              <a:pathLst>
                <a:path w="2490" h="4160" extrusionOk="0">
                  <a:moveTo>
                    <a:pt x="0" y="1"/>
                  </a:moveTo>
                  <a:lnTo>
                    <a:pt x="0" y="2269"/>
                  </a:lnTo>
                  <a:lnTo>
                    <a:pt x="2489" y="4160"/>
                  </a:lnTo>
                  <a:lnTo>
                    <a:pt x="2489" y="18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5"/>
            <p:cNvSpPr/>
            <p:nvPr/>
          </p:nvSpPr>
          <p:spPr>
            <a:xfrm>
              <a:off x="-12352050" y="3409225"/>
              <a:ext cx="62250" cy="107925"/>
            </a:xfrm>
            <a:custGeom>
              <a:avLst/>
              <a:gdLst/>
              <a:ahLst/>
              <a:cxnLst/>
              <a:rect l="l" t="t" r="r" b="b"/>
              <a:pathLst>
                <a:path w="2490" h="4317" extrusionOk="0">
                  <a:moveTo>
                    <a:pt x="2489" y="0"/>
                  </a:moveTo>
                  <a:lnTo>
                    <a:pt x="0" y="1859"/>
                  </a:lnTo>
                  <a:lnTo>
                    <a:pt x="0" y="4316"/>
                  </a:lnTo>
                  <a:lnTo>
                    <a:pt x="1607" y="2678"/>
                  </a:lnTo>
                  <a:cubicBezTo>
                    <a:pt x="2174" y="2142"/>
                    <a:pt x="2489" y="1418"/>
                    <a:pt x="2489" y="630"/>
                  </a:cubicBezTo>
                  <a:lnTo>
                    <a:pt x="24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5"/>
            <p:cNvSpPr/>
            <p:nvPr/>
          </p:nvSpPr>
          <p:spPr>
            <a:xfrm>
              <a:off x="-12434750" y="3368250"/>
              <a:ext cx="62250" cy="148900"/>
            </a:xfrm>
            <a:custGeom>
              <a:avLst/>
              <a:gdLst/>
              <a:ahLst/>
              <a:cxnLst/>
              <a:rect l="l" t="t" r="r" b="b"/>
              <a:pathLst>
                <a:path w="2490" h="5956" extrusionOk="0">
                  <a:moveTo>
                    <a:pt x="0" y="1"/>
                  </a:moveTo>
                  <a:lnTo>
                    <a:pt x="0" y="2269"/>
                  </a:lnTo>
                  <a:cubicBezTo>
                    <a:pt x="0" y="3057"/>
                    <a:pt x="315" y="3781"/>
                    <a:pt x="851" y="4317"/>
                  </a:cubicBezTo>
                  <a:lnTo>
                    <a:pt x="2489" y="5955"/>
                  </a:lnTo>
                  <a:lnTo>
                    <a:pt x="2489" y="18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5"/>
            <p:cNvSpPr/>
            <p:nvPr/>
          </p:nvSpPr>
          <p:spPr>
            <a:xfrm>
              <a:off x="-12623000" y="3336750"/>
              <a:ext cx="145725" cy="40975"/>
            </a:xfrm>
            <a:custGeom>
              <a:avLst/>
              <a:gdLst/>
              <a:ahLst/>
              <a:cxnLst/>
              <a:rect l="l" t="t" r="r" b="b"/>
              <a:pathLst>
                <a:path w="5829" h="1639" extrusionOk="0">
                  <a:moveTo>
                    <a:pt x="820" y="1"/>
                  </a:moveTo>
                  <a:cubicBezTo>
                    <a:pt x="347" y="1"/>
                    <a:pt x="1" y="347"/>
                    <a:pt x="1" y="820"/>
                  </a:cubicBezTo>
                  <a:cubicBezTo>
                    <a:pt x="1" y="1292"/>
                    <a:pt x="410" y="1639"/>
                    <a:pt x="820" y="1639"/>
                  </a:cubicBezTo>
                  <a:lnTo>
                    <a:pt x="5010" y="1639"/>
                  </a:lnTo>
                  <a:cubicBezTo>
                    <a:pt x="5482" y="1639"/>
                    <a:pt x="5829" y="1292"/>
                    <a:pt x="5829" y="820"/>
                  </a:cubicBezTo>
                  <a:cubicBezTo>
                    <a:pt x="5829" y="347"/>
                    <a:pt x="5482" y="1"/>
                    <a:pt x="50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6"/>
          <p:cNvSpPr txBox="1">
            <a:spLocks noGrp="1"/>
          </p:cNvSpPr>
          <p:nvPr>
            <p:ph type="title"/>
          </p:nvPr>
        </p:nvSpPr>
        <p:spPr>
          <a:xfrm>
            <a:off x="713225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grpSp>
        <p:nvGrpSpPr>
          <p:cNvPr id="695" name="Google Shape;695;p26"/>
          <p:cNvGrpSpPr/>
          <p:nvPr/>
        </p:nvGrpSpPr>
        <p:grpSpPr>
          <a:xfrm>
            <a:off x="713192" y="2139876"/>
            <a:ext cx="2331600" cy="1645789"/>
            <a:chOff x="713192" y="2048201"/>
            <a:chExt cx="2331600" cy="1645789"/>
          </a:xfrm>
        </p:grpSpPr>
        <p:sp>
          <p:nvSpPr>
            <p:cNvPr id="696" name="Google Shape;696;p26"/>
            <p:cNvSpPr txBox="1"/>
            <p:nvPr/>
          </p:nvSpPr>
          <p:spPr>
            <a:xfrm>
              <a:off x="713192" y="2048201"/>
              <a:ext cx="233158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Sun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697" name="Google Shape;697;p26"/>
            <p:cNvSpPr txBox="1"/>
            <p:nvPr/>
          </p:nvSpPr>
          <p:spPr>
            <a:xfrm>
              <a:off x="713192" y="2505391"/>
              <a:ext cx="2331600" cy="118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The Sun is the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star at the center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 of the Solar System. About three quarters of the Sun is hydrogen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cxnSp>
        <p:nvCxnSpPr>
          <p:cNvPr id="698" name="Google Shape;698;p26"/>
          <p:cNvCxnSpPr/>
          <p:nvPr/>
        </p:nvCxnSpPr>
        <p:spPr>
          <a:xfrm>
            <a:off x="3225500" y="1499675"/>
            <a:ext cx="0" cy="2926200"/>
          </a:xfrm>
          <a:prstGeom prst="straightConnector1">
            <a:avLst/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9" name="Google Shape;699;p26"/>
          <p:cNvGrpSpPr/>
          <p:nvPr/>
        </p:nvGrpSpPr>
        <p:grpSpPr>
          <a:xfrm>
            <a:off x="3406197" y="1618525"/>
            <a:ext cx="2331529" cy="1252801"/>
            <a:chOff x="3406197" y="1618525"/>
            <a:chExt cx="2331529" cy="1252801"/>
          </a:xfrm>
        </p:grpSpPr>
        <p:sp>
          <p:nvSpPr>
            <p:cNvPr id="700" name="Google Shape;700;p26"/>
            <p:cNvSpPr txBox="1"/>
            <p:nvPr/>
          </p:nvSpPr>
          <p:spPr>
            <a:xfrm>
              <a:off x="3406197" y="2057400"/>
              <a:ext cx="731400" cy="73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01</a:t>
              </a:r>
              <a:endPara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grpSp>
          <p:nvGrpSpPr>
            <p:cNvPr id="701" name="Google Shape;701;p26"/>
            <p:cNvGrpSpPr/>
            <p:nvPr/>
          </p:nvGrpSpPr>
          <p:grpSpPr>
            <a:xfrm>
              <a:off x="4224525" y="1618525"/>
              <a:ext cx="1513201" cy="1252801"/>
              <a:chOff x="4224525" y="1618525"/>
              <a:chExt cx="1513201" cy="1252801"/>
            </a:xfrm>
          </p:grpSpPr>
          <p:sp>
            <p:nvSpPr>
              <p:cNvPr id="702" name="Google Shape;702;p26"/>
              <p:cNvSpPr txBox="1"/>
              <p:nvPr/>
            </p:nvSpPr>
            <p:spPr>
              <a:xfrm>
                <a:off x="4224526" y="1618525"/>
                <a:ext cx="1513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chemeClr val="accent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Mercury</a:t>
                </a:r>
                <a:endParaRPr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703" name="Google Shape;703;p26"/>
              <p:cNvSpPr txBox="1"/>
              <p:nvPr/>
            </p:nvSpPr>
            <p:spPr>
              <a:xfrm>
                <a:off x="4224525" y="1984226"/>
                <a:ext cx="1513200" cy="88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accent2"/>
                    </a:solidFill>
                    <a:latin typeface="Barlow"/>
                    <a:ea typeface="Barlow"/>
                    <a:cs typeface="Barlow"/>
                    <a:sym typeface="Barlow"/>
                  </a:rPr>
                  <a:t>Mercury is small and </a:t>
                </a:r>
                <a:r>
                  <a:rPr lang="en" b="1">
                    <a:solidFill>
                      <a:schemeClr val="accent2"/>
                    </a:solidFill>
                    <a:latin typeface="Barlow"/>
                    <a:ea typeface="Barlow"/>
                    <a:cs typeface="Barlow"/>
                    <a:sym typeface="Barlow"/>
                  </a:rPr>
                  <a:t>the closest</a:t>
                </a:r>
                <a:r>
                  <a:rPr lang="en">
                    <a:solidFill>
                      <a:schemeClr val="accent2"/>
                    </a:solidFill>
                    <a:latin typeface="Barlow"/>
                    <a:ea typeface="Barlow"/>
                    <a:cs typeface="Barlow"/>
                    <a:sym typeface="Barlow"/>
                  </a:rPr>
                  <a:t> planet to the Sun</a:t>
                </a:r>
                <a:endParaRPr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</p:grpSp>
      <p:sp>
        <p:nvSpPr>
          <p:cNvPr id="704" name="Google Shape;704;p26"/>
          <p:cNvSpPr/>
          <p:nvPr/>
        </p:nvSpPr>
        <p:spPr>
          <a:xfrm rot="2700000">
            <a:off x="3623136" y="1690513"/>
            <a:ext cx="363547" cy="386096"/>
          </a:xfrm>
          <a:custGeom>
            <a:avLst/>
            <a:gdLst/>
            <a:ahLst/>
            <a:cxnLst/>
            <a:rect l="l" t="t" r="r" b="b"/>
            <a:pathLst>
              <a:path w="14542" h="15444" extrusionOk="0">
                <a:moveTo>
                  <a:pt x="12471" y="1"/>
                </a:moveTo>
                <a:cubicBezTo>
                  <a:pt x="12282" y="168"/>
                  <a:pt x="12115" y="335"/>
                  <a:pt x="11947" y="503"/>
                </a:cubicBezTo>
                <a:cubicBezTo>
                  <a:pt x="11906" y="545"/>
                  <a:pt x="11864" y="587"/>
                  <a:pt x="11822" y="628"/>
                </a:cubicBezTo>
                <a:lnTo>
                  <a:pt x="11738" y="712"/>
                </a:lnTo>
                <a:cubicBezTo>
                  <a:pt x="11696" y="754"/>
                  <a:pt x="11655" y="817"/>
                  <a:pt x="11613" y="859"/>
                </a:cubicBezTo>
                <a:cubicBezTo>
                  <a:pt x="11529" y="942"/>
                  <a:pt x="11445" y="1047"/>
                  <a:pt x="11383" y="1151"/>
                </a:cubicBezTo>
                <a:cubicBezTo>
                  <a:pt x="11215" y="1340"/>
                  <a:pt x="11069" y="1549"/>
                  <a:pt x="10943" y="1758"/>
                </a:cubicBezTo>
                <a:cubicBezTo>
                  <a:pt x="10692" y="2156"/>
                  <a:pt x="10462" y="2595"/>
                  <a:pt x="10274" y="3014"/>
                </a:cubicBezTo>
                <a:cubicBezTo>
                  <a:pt x="9918" y="3892"/>
                  <a:pt x="9688" y="4750"/>
                  <a:pt x="9562" y="5608"/>
                </a:cubicBezTo>
                <a:cubicBezTo>
                  <a:pt x="9311" y="7303"/>
                  <a:pt x="9520" y="8893"/>
                  <a:pt x="10022" y="10086"/>
                </a:cubicBezTo>
                <a:cubicBezTo>
                  <a:pt x="10169" y="10483"/>
                  <a:pt x="10357" y="10818"/>
                  <a:pt x="10546" y="11132"/>
                </a:cubicBezTo>
                <a:cubicBezTo>
                  <a:pt x="10399" y="11069"/>
                  <a:pt x="10253" y="10986"/>
                  <a:pt x="10085" y="10923"/>
                </a:cubicBezTo>
                <a:cubicBezTo>
                  <a:pt x="9224" y="10581"/>
                  <a:pt x="8182" y="10376"/>
                  <a:pt x="7044" y="10376"/>
                </a:cubicBezTo>
                <a:cubicBezTo>
                  <a:pt x="6580" y="10376"/>
                  <a:pt x="6099" y="10411"/>
                  <a:pt x="5608" y="10483"/>
                </a:cubicBezTo>
                <a:cubicBezTo>
                  <a:pt x="4750" y="10588"/>
                  <a:pt x="3871" y="10818"/>
                  <a:pt x="3013" y="11195"/>
                </a:cubicBezTo>
                <a:cubicBezTo>
                  <a:pt x="2595" y="11383"/>
                  <a:pt x="2155" y="11592"/>
                  <a:pt x="1758" y="11864"/>
                </a:cubicBezTo>
                <a:cubicBezTo>
                  <a:pt x="1548" y="11990"/>
                  <a:pt x="1339" y="12136"/>
                  <a:pt x="1151" y="12283"/>
                </a:cubicBezTo>
                <a:cubicBezTo>
                  <a:pt x="1046" y="12367"/>
                  <a:pt x="942" y="12450"/>
                  <a:pt x="858" y="12534"/>
                </a:cubicBezTo>
                <a:cubicBezTo>
                  <a:pt x="795" y="12576"/>
                  <a:pt x="753" y="12618"/>
                  <a:pt x="711" y="12659"/>
                </a:cubicBezTo>
                <a:lnTo>
                  <a:pt x="628" y="12743"/>
                </a:lnTo>
                <a:cubicBezTo>
                  <a:pt x="586" y="12764"/>
                  <a:pt x="544" y="12806"/>
                  <a:pt x="502" y="12848"/>
                </a:cubicBezTo>
                <a:cubicBezTo>
                  <a:pt x="335" y="13036"/>
                  <a:pt x="167" y="13203"/>
                  <a:pt x="0" y="13392"/>
                </a:cubicBezTo>
                <a:cubicBezTo>
                  <a:pt x="147" y="13559"/>
                  <a:pt x="314" y="13706"/>
                  <a:pt x="460" y="13873"/>
                </a:cubicBezTo>
                <a:cubicBezTo>
                  <a:pt x="502" y="13915"/>
                  <a:pt x="565" y="13936"/>
                  <a:pt x="607" y="13978"/>
                </a:cubicBezTo>
                <a:lnTo>
                  <a:pt x="711" y="14082"/>
                </a:lnTo>
                <a:cubicBezTo>
                  <a:pt x="774" y="14124"/>
                  <a:pt x="816" y="14166"/>
                  <a:pt x="858" y="14208"/>
                </a:cubicBezTo>
                <a:cubicBezTo>
                  <a:pt x="1067" y="14354"/>
                  <a:pt x="1276" y="14480"/>
                  <a:pt x="1507" y="14605"/>
                </a:cubicBezTo>
                <a:cubicBezTo>
                  <a:pt x="1946" y="14835"/>
                  <a:pt x="2385" y="14982"/>
                  <a:pt x="2846" y="15107"/>
                </a:cubicBezTo>
                <a:cubicBezTo>
                  <a:pt x="3724" y="15338"/>
                  <a:pt x="4603" y="15421"/>
                  <a:pt x="5419" y="15442"/>
                </a:cubicBezTo>
                <a:cubicBezTo>
                  <a:pt x="5496" y="15443"/>
                  <a:pt x="5573" y="15444"/>
                  <a:pt x="5649" y="15444"/>
                </a:cubicBezTo>
                <a:cubicBezTo>
                  <a:pt x="7206" y="15444"/>
                  <a:pt x="8572" y="15245"/>
                  <a:pt x="9709" y="15066"/>
                </a:cubicBezTo>
                <a:cubicBezTo>
                  <a:pt x="10922" y="14856"/>
                  <a:pt x="11864" y="14626"/>
                  <a:pt x="12533" y="14459"/>
                </a:cubicBezTo>
                <a:cubicBezTo>
                  <a:pt x="13182" y="14291"/>
                  <a:pt x="13538" y="14187"/>
                  <a:pt x="13517" y="14124"/>
                </a:cubicBezTo>
                <a:cubicBezTo>
                  <a:pt x="13517" y="14093"/>
                  <a:pt x="13423" y="14077"/>
                  <a:pt x="13245" y="14077"/>
                </a:cubicBezTo>
                <a:cubicBezTo>
                  <a:pt x="13067" y="14077"/>
                  <a:pt x="12805" y="14093"/>
                  <a:pt x="12471" y="14124"/>
                </a:cubicBezTo>
                <a:cubicBezTo>
                  <a:pt x="11801" y="14187"/>
                  <a:pt x="10818" y="14312"/>
                  <a:pt x="9625" y="14438"/>
                </a:cubicBezTo>
                <a:cubicBezTo>
                  <a:pt x="8654" y="14523"/>
                  <a:pt x="7530" y="14622"/>
                  <a:pt x="6311" y="14622"/>
                </a:cubicBezTo>
                <a:cubicBezTo>
                  <a:pt x="6032" y="14622"/>
                  <a:pt x="5749" y="14617"/>
                  <a:pt x="5461" y="14605"/>
                </a:cubicBezTo>
                <a:cubicBezTo>
                  <a:pt x="4666" y="14563"/>
                  <a:pt x="3871" y="14480"/>
                  <a:pt x="3076" y="14250"/>
                </a:cubicBezTo>
                <a:cubicBezTo>
                  <a:pt x="2678" y="14145"/>
                  <a:pt x="2281" y="13999"/>
                  <a:pt x="1925" y="13810"/>
                </a:cubicBezTo>
                <a:cubicBezTo>
                  <a:pt x="1737" y="13706"/>
                  <a:pt x="1569" y="13601"/>
                  <a:pt x="1402" y="13475"/>
                </a:cubicBezTo>
                <a:cubicBezTo>
                  <a:pt x="1360" y="13434"/>
                  <a:pt x="1318" y="13413"/>
                  <a:pt x="1297" y="13371"/>
                </a:cubicBezTo>
                <a:lnTo>
                  <a:pt x="1276" y="13371"/>
                </a:lnTo>
                <a:lnTo>
                  <a:pt x="1318" y="13329"/>
                </a:lnTo>
                <a:cubicBezTo>
                  <a:pt x="1360" y="13287"/>
                  <a:pt x="1402" y="13245"/>
                  <a:pt x="1444" y="13224"/>
                </a:cubicBezTo>
                <a:cubicBezTo>
                  <a:pt x="1528" y="13141"/>
                  <a:pt x="1611" y="13078"/>
                  <a:pt x="1695" y="13015"/>
                </a:cubicBezTo>
                <a:cubicBezTo>
                  <a:pt x="1883" y="12869"/>
                  <a:pt x="2051" y="12743"/>
                  <a:pt x="2239" y="12618"/>
                </a:cubicBezTo>
                <a:cubicBezTo>
                  <a:pt x="2595" y="12387"/>
                  <a:pt x="2992" y="12178"/>
                  <a:pt x="3369" y="12011"/>
                </a:cubicBezTo>
                <a:cubicBezTo>
                  <a:pt x="4143" y="11676"/>
                  <a:pt x="4959" y="11446"/>
                  <a:pt x="5733" y="11299"/>
                </a:cubicBezTo>
                <a:cubicBezTo>
                  <a:pt x="6288" y="11209"/>
                  <a:pt x="6832" y="11168"/>
                  <a:pt x="7353" y="11168"/>
                </a:cubicBezTo>
                <a:cubicBezTo>
                  <a:pt x="8285" y="11168"/>
                  <a:pt x="9143" y="11301"/>
                  <a:pt x="9855" y="11530"/>
                </a:cubicBezTo>
                <a:cubicBezTo>
                  <a:pt x="11006" y="11906"/>
                  <a:pt x="11780" y="12492"/>
                  <a:pt x="12261" y="12973"/>
                </a:cubicBezTo>
                <a:cubicBezTo>
                  <a:pt x="12715" y="13408"/>
                  <a:pt x="12927" y="13730"/>
                  <a:pt x="13002" y="13730"/>
                </a:cubicBezTo>
                <a:cubicBezTo>
                  <a:pt x="13007" y="13730"/>
                  <a:pt x="13011" y="13729"/>
                  <a:pt x="13015" y="13727"/>
                </a:cubicBezTo>
                <a:cubicBezTo>
                  <a:pt x="13056" y="13706"/>
                  <a:pt x="12994" y="13455"/>
                  <a:pt x="12722" y="13036"/>
                </a:cubicBezTo>
                <a:lnTo>
                  <a:pt x="12805" y="13036"/>
                </a:lnTo>
                <a:cubicBezTo>
                  <a:pt x="12847" y="12994"/>
                  <a:pt x="12722" y="12890"/>
                  <a:pt x="12491" y="12701"/>
                </a:cubicBezTo>
                <a:cubicBezTo>
                  <a:pt x="12303" y="12429"/>
                  <a:pt x="12031" y="12136"/>
                  <a:pt x="11675" y="11864"/>
                </a:cubicBezTo>
                <a:cubicBezTo>
                  <a:pt x="11299" y="11383"/>
                  <a:pt x="10901" y="10734"/>
                  <a:pt x="10629" y="9877"/>
                </a:cubicBezTo>
                <a:cubicBezTo>
                  <a:pt x="10253" y="8747"/>
                  <a:pt x="10127" y="7303"/>
                  <a:pt x="10378" y="5734"/>
                </a:cubicBezTo>
                <a:cubicBezTo>
                  <a:pt x="10525" y="4960"/>
                  <a:pt x="10755" y="4164"/>
                  <a:pt x="11090" y="3390"/>
                </a:cubicBezTo>
                <a:cubicBezTo>
                  <a:pt x="11278" y="2993"/>
                  <a:pt x="11466" y="2616"/>
                  <a:pt x="11717" y="2239"/>
                </a:cubicBezTo>
                <a:cubicBezTo>
                  <a:pt x="11822" y="2051"/>
                  <a:pt x="11947" y="1884"/>
                  <a:pt x="12094" y="1716"/>
                </a:cubicBezTo>
                <a:cubicBezTo>
                  <a:pt x="12157" y="1633"/>
                  <a:pt x="12219" y="1528"/>
                  <a:pt x="12303" y="1444"/>
                </a:cubicBezTo>
                <a:cubicBezTo>
                  <a:pt x="12345" y="1423"/>
                  <a:pt x="12366" y="1361"/>
                  <a:pt x="12408" y="1340"/>
                </a:cubicBezTo>
                <a:lnTo>
                  <a:pt x="12450" y="1277"/>
                </a:lnTo>
                <a:lnTo>
                  <a:pt x="12471" y="1298"/>
                </a:lnTo>
                <a:cubicBezTo>
                  <a:pt x="12491" y="1340"/>
                  <a:pt x="12533" y="1382"/>
                  <a:pt x="12554" y="1423"/>
                </a:cubicBezTo>
                <a:cubicBezTo>
                  <a:pt x="12680" y="1570"/>
                  <a:pt x="12784" y="1758"/>
                  <a:pt x="12889" y="1926"/>
                </a:cubicBezTo>
                <a:cubicBezTo>
                  <a:pt x="13077" y="2302"/>
                  <a:pt x="13224" y="2679"/>
                  <a:pt x="13328" y="3076"/>
                </a:cubicBezTo>
                <a:cubicBezTo>
                  <a:pt x="13559" y="3872"/>
                  <a:pt x="13642" y="4688"/>
                  <a:pt x="13684" y="5462"/>
                </a:cubicBezTo>
                <a:cubicBezTo>
                  <a:pt x="13747" y="7010"/>
                  <a:pt x="13621" y="8454"/>
                  <a:pt x="13517" y="9646"/>
                </a:cubicBezTo>
                <a:cubicBezTo>
                  <a:pt x="13391" y="10839"/>
                  <a:pt x="13266" y="11802"/>
                  <a:pt x="13203" y="12471"/>
                </a:cubicBezTo>
                <a:cubicBezTo>
                  <a:pt x="13140" y="13141"/>
                  <a:pt x="13140" y="13517"/>
                  <a:pt x="13203" y="13538"/>
                </a:cubicBezTo>
                <a:cubicBezTo>
                  <a:pt x="13266" y="13538"/>
                  <a:pt x="13370" y="13183"/>
                  <a:pt x="13538" y="12534"/>
                </a:cubicBezTo>
                <a:cubicBezTo>
                  <a:pt x="13705" y="11885"/>
                  <a:pt x="13935" y="10923"/>
                  <a:pt x="14144" y="9730"/>
                </a:cubicBezTo>
                <a:cubicBezTo>
                  <a:pt x="14333" y="8517"/>
                  <a:pt x="14542" y="7073"/>
                  <a:pt x="14521" y="5441"/>
                </a:cubicBezTo>
                <a:cubicBezTo>
                  <a:pt x="14500" y="4604"/>
                  <a:pt x="14416" y="3746"/>
                  <a:pt x="14186" y="2846"/>
                </a:cubicBezTo>
                <a:cubicBezTo>
                  <a:pt x="14082" y="2407"/>
                  <a:pt x="13914" y="1947"/>
                  <a:pt x="13684" y="1507"/>
                </a:cubicBezTo>
                <a:cubicBezTo>
                  <a:pt x="13559" y="1298"/>
                  <a:pt x="13433" y="1068"/>
                  <a:pt x="13287" y="879"/>
                </a:cubicBezTo>
                <a:cubicBezTo>
                  <a:pt x="13245" y="817"/>
                  <a:pt x="13203" y="775"/>
                  <a:pt x="13161" y="712"/>
                </a:cubicBezTo>
                <a:lnTo>
                  <a:pt x="13056" y="607"/>
                </a:lnTo>
                <a:cubicBezTo>
                  <a:pt x="13035" y="566"/>
                  <a:pt x="12994" y="503"/>
                  <a:pt x="12952" y="482"/>
                </a:cubicBezTo>
                <a:cubicBezTo>
                  <a:pt x="12784" y="315"/>
                  <a:pt x="12638" y="147"/>
                  <a:pt x="1247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5" name="Google Shape;705;p26"/>
          <p:cNvGrpSpPr/>
          <p:nvPr/>
        </p:nvGrpSpPr>
        <p:grpSpPr>
          <a:xfrm>
            <a:off x="6099172" y="1618525"/>
            <a:ext cx="2331529" cy="1252801"/>
            <a:chOff x="6099172" y="1618525"/>
            <a:chExt cx="2331529" cy="1252801"/>
          </a:xfrm>
        </p:grpSpPr>
        <p:sp>
          <p:nvSpPr>
            <p:cNvPr id="706" name="Google Shape;706;p26"/>
            <p:cNvSpPr txBox="1"/>
            <p:nvPr/>
          </p:nvSpPr>
          <p:spPr>
            <a:xfrm>
              <a:off x="6099172" y="2057400"/>
              <a:ext cx="731400" cy="73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02</a:t>
              </a:r>
              <a:endPara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grpSp>
          <p:nvGrpSpPr>
            <p:cNvPr id="707" name="Google Shape;707;p26"/>
            <p:cNvGrpSpPr/>
            <p:nvPr/>
          </p:nvGrpSpPr>
          <p:grpSpPr>
            <a:xfrm>
              <a:off x="6917500" y="1618525"/>
              <a:ext cx="1513201" cy="1252801"/>
              <a:chOff x="6917500" y="1618525"/>
              <a:chExt cx="1513201" cy="1252801"/>
            </a:xfrm>
          </p:grpSpPr>
          <p:sp>
            <p:nvSpPr>
              <p:cNvPr id="708" name="Google Shape;708;p26"/>
              <p:cNvSpPr txBox="1"/>
              <p:nvPr/>
            </p:nvSpPr>
            <p:spPr>
              <a:xfrm>
                <a:off x="6917501" y="1618525"/>
                <a:ext cx="1513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chemeClr val="accent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Venus</a:t>
                </a:r>
                <a:endParaRPr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709" name="Google Shape;709;p26"/>
              <p:cNvSpPr txBox="1"/>
              <p:nvPr/>
            </p:nvSpPr>
            <p:spPr>
              <a:xfrm>
                <a:off x="6917500" y="1984226"/>
                <a:ext cx="1513200" cy="88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accent2"/>
                    </a:solidFill>
                    <a:latin typeface="Barlow"/>
                    <a:ea typeface="Barlow"/>
                    <a:cs typeface="Barlow"/>
                    <a:sym typeface="Barlow"/>
                  </a:rPr>
                  <a:t>Venus is the </a:t>
                </a:r>
                <a:r>
                  <a:rPr lang="en" b="1">
                    <a:solidFill>
                      <a:schemeClr val="accent2"/>
                    </a:solidFill>
                    <a:latin typeface="Barlow"/>
                    <a:ea typeface="Barlow"/>
                    <a:cs typeface="Barlow"/>
                    <a:sym typeface="Barlow"/>
                  </a:rPr>
                  <a:t>second planet </a:t>
                </a:r>
                <a:r>
                  <a:rPr lang="en">
                    <a:solidFill>
                      <a:schemeClr val="accent2"/>
                    </a:solidFill>
                    <a:latin typeface="Barlow"/>
                    <a:ea typeface="Barlow"/>
                    <a:cs typeface="Barlow"/>
                    <a:sym typeface="Barlow"/>
                  </a:rPr>
                  <a:t>from the Sun</a:t>
                </a:r>
                <a:endParaRPr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</p:grpSp>
      <p:sp>
        <p:nvSpPr>
          <p:cNvPr id="710" name="Google Shape;710;p26"/>
          <p:cNvSpPr/>
          <p:nvPr/>
        </p:nvSpPr>
        <p:spPr>
          <a:xfrm rot="2700000">
            <a:off x="6316111" y="1690513"/>
            <a:ext cx="363547" cy="386096"/>
          </a:xfrm>
          <a:custGeom>
            <a:avLst/>
            <a:gdLst/>
            <a:ahLst/>
            <a:cxnLst/>
            <a:rect l="l" t="t" r="r" b="b"/>
            <a:pathLst>
              <a:path w="14542" h="15444" extrusionOk="0">
                <a:moveTo>
                  <a:pt x="12471" y="1"/>
                </a:moveTo>
                <a:cubicBezTo>
                  <a:pt x="12282" y="168"/>
                  <a:pt x="12115" y="335"/>
                  <a:pt x="11947" y="503"/>
                </a:cubicBezTo>
                <a:cubicBezTo>
                  <a:pt x="11906" y="545"/>
                  <a:pt x="11864" y="587"/>
                  <a:pt x="11822" y="628"/>
                </a:cubicBezTo>
                <a:lnTo>
                  <a:pt x="11738" y="712"/>
                </a:lnTo>
                <a:cubicBezTo>
                  <a:pt x="11696" y="754"/>
                  <a:pt x="11655" y="817"/>
                  <a:pt x="11613" y="859"/>
                </a:cubicBezTo>
                <a:cubicBezTo>
                  <a:pt x="11529" y="942"/>
                  <a:pt x="11445" y="1047"/>
                  <a:pt x="11383" y="1151"/>
                </a:cubicBezTo>
                <a:cubicBezTo>
                  <a:pt x="11215" y="1340"/>
                  <a:pt x="11069" y="1549"/>
                  <a:pt x="10943" y="1758"/>
                </a:cubicBezTo>
                <a:cubicBezTo>
                  <a:pt x="10692" y="2156"/>
                  <a:pt x="10462" y="2595"/>
                  <a:pt x="10274" y="3014"/>
                </a:cubicBezTo>
                <a:cubicBezTo>
                  <a:pt x="9918" y="3892"/>
                  <a:pt x="9688" y="4750"/>
                  <a:pt x="9562" y="5608"/>
                </a:cubicBezTo>
                <a:cubicBezTo>
                  <a:pt x="9311" y="7303"/>
                  <a:pt x="9520" y="8893"/>
                  <a:pt x="10022" y="10086"/>
                </a:cubicBezTo>
                <a:cubicBezTo>
                  <a:pt x="10169" y="10483"/>
                  <a:pt x="10357" y="10818"/>
                  <a:pt x="10546" y="11132"/>
                </a:cubicBezTo>
                <a:cubicBezTo>
                  <a:pt x="10399" y="11069"/>
                  <a:pt x="10253" y="10986"/>
                  <a:pt x="10085" y="10923"/>
                </a:cubicBezTo>
                <a:cubicBezTo>
                  <a:pt x="9224" y="10581"/>
                  <a:pt x="8182" y="10376"/>
                  <a:pt x="7044" y="10376"/>
                </a:cubicBezTo>
                <a:cubicBezTo>
                  <a:pt x="6580" y="10376"/>
                  <a:pt x="6099" y="10411"/>
                  <a:pt x="5608" y="10483"/>
                </a:cubicBezTo>
                <a:cubicBezTo>
                  <a:pt x="4750" y="10588"/>
                  <a:pt x="3871" y="10818"/>
                  <a:pt x="3013" y="11195"/>
                </a:cubicBezTo>
                <a:cubicBezTo>
                  <a:pt x="2595" y="11383"/>
                  <a:pt x="2155" y="11592"/>
                  <a:pt x="1758" y="11864"/>
                </a:cubicBezTo>
                <a:cubicBezTo>
                  <a:pt x="1548" y="11990"/>
                  <a:pt x="1339" y="12136"/>
                  <a:pt x="1151" y="12283"/>
                </a:cubicBezTo>
                <a:cubicBezTo>
                  <a:pt x="1046" y="12367"/>
                  <a:pt x="942" y="12450"/>
                  <a:pt x="858" y="12534"/>
                </a:cubicBezTo>
                <a:cubicBezTo>
                  <a:pt x="795" y="12576"/>
                  <a:pt x="753" y="12618"/>
                  <a:pt x="711" y="12659"/>
                </a:cubicBezTo>
                <a:lnTo>
                  <a:pt x="628" y="12743"/>
                </a:lnTo>
                <a:cubicBezTo>
                  <a:pt x="586" y="12764"/>
                  <a:pt x="544" y="12806"/>
                  <a:pt x="502" y="12848"/>
                </a:cubicBezTo>
                <a:cubicBezTo>
                  <a:pt x="335" y="13036"/>
                  <a:pt x="167" y="13203"/>
                  <a:pt x="0" y="13392"/>
                </a:cubicBezTo>
                <a:cubicBezTo>
                  <a:pt x="147" y="13559"/>
                  <a:pt x="314" y="13706"/>
                  <a:pt x="460" y="13873"/>
                </a:cubicBezTo>
                <a:cubicBezTo>
                  <a:pt x="502" y="13915"/>
                  <a:pt x="565" y="13936"/>
                  <a:pt x="607" y="13978"/>
                </a:cubicBezTo>
                <a:lnTo>
                  <a:pt x="711" y="14082"/>
                </a:lnTo>
                <a:cubicBezTo>
                  <a:pt x="774" y="14124"/>
                  <a:pt x="816" y="14166"/>
                  <a:pt x="858" y="14208"/>
                </a:cubicBezTo>
                <a:cubicBezTo>
                  <a:pt x="1067" y="14354"/>
                  <a:pt x="1276" y="14480"/>
                  <a:pt x="1507" y="14605"/>
                </a:cubicBezTo>
                <a:cubicBezTo>
                  <a:pt x="1946" y="14835"/>
                  <a:pt x="2385" y="14982"/>
                  <a:pt x="2846" y="15107"/>
                </a:cubicBezTo>
                <a:cubicBezTo>
                  <a:pt x="3724" y="15338"/>
                  <a:pt x="4603" y="15421"/>
                  <a:pt x="5419" y="15442"/>
                </a:cubicBezTo>
                <a:cubicBezTo>
                  <a:pt x="5496" y="15443"/>
                  <a:pt x="5573" y="15444"/>
                  <a:pt x="5649" y="15444"/>
                </a:cubicBezTo>
                <a:cubicBezTo>
                  <a:pt x="7206" y="15444"/>
                  <a:pt x="8572" y="15245"/>
                  <a:pt x="9709" y="15066"/>
                </a:cubicBezTo>
                <a:cubicBezTo>
                  <a:pt x="10922" y="14856"/>
                  <a:pt x="11864" y="14626"/>
                  <a:pt x="12533" y="14459"/>
                </a:cubicBezTo>
                <a:cubicBezTo>
                  <a:pt x="13182" y="14291"/>
                  <a:pt x="13538" y="14187"/>
                  <a:pt x="13517" y="14124"/>
                </a:cubicBezTo>
                <a:cubicBezTo>
                  <a:pt x="13517" y="14093"/>
                  <a:pt x="13423" y="14077"/>
                  <a:pt x="13245" y="14077"/>
                </a:cubicBezTo>
                <a:cubicBezTo>
                  <a:pt x="13067" y="14077"/>
                  <a:pt x="12805" y="14093"/>
                  <a:pt x="12471" y="14124"/>
                </a:cubicBezTo>
                <a:cubicBezTo>
                  <a:pt x="11801" y="14187"/>
                  <a:pt x="10818" y="14312"/>
                  <a:pt x="9625" y="14438"/>
                </a:cubicBezTo>
                <a:cubicBezTo>
                  <a:pt x="8654" y="14523"/>
                  <a:pt x="7530" y="14622"/>
                  <a:pt x="6311" y="14622"/>
                </a:cubicBezTo>
                <a:cubicBezTo>
                  <a:pt x="6032" y="14622"/>
                  <a:pt x="5749" y="14617"/>
                  <a:pt x="5461" y="14605"/>
                </a:cubicBezTo>
                <a:cubicBezTo>
                  <a:pt x="4666" y="14563"/>
                  <a:pt x="3871" y="14480"/>
                  <a:pt x="3076" y="14250"/>
                </a:cubicBezTo>
                <a:cubicBezTo>
                  <a:pt x="2678" y="14145"/>
                  <a:pt x="2281" y="13999"/>
                  <a:pt x="1925" y="13810"/>
                </a:cubicBezTo>
                <a:cubicBezTo>
                  <a:pt x="1737" y="13706"/>
                  <a:pt x="1569" y="13601"/>
                  <a:pt x="1402" y="13475"/>
                </a:cubicBezTo>
                <a:cubicBezTo>
                  <a:pt x="1360" y="13434"/>
                  <a:pt x="1318" y="13413"/>
                  <a:pt x="1297" y="13371"/>
                </a:cubicBezTo>
                <a:lnTo>
                  <a:pt x="1276" y="13371"/>
                </a:lnTo>
                <a:lnTo>
                  <a:pt x="1318" y="13329"/>
                </a:lnTo>
                <a:cubicBezTo>
                  <a:pt x="1360" y="13287"/>
                  <a:pt x="1402" y="13245"/>
                  <a:pt x="1444" y="13224"/>
                </a:cubicBezTo>
                <a:cubicBezTo>
                  <a:pt x="1528" y="13141"/>
                  <a:pt x="1611" y="13078"/>
                  <a:pt x="1695" y="13015"/>
                </a:cubicBezTo>
                <a:cubicBezTo>
                  <a:pt x="1883" y="12869"/>
                  <a:pt x="2051" y="12743"/>
                  <a:pt x="2239" y="12618"/>
                </a:cubicBezTo>
                <a:cubicBezTo>
                  <a:pt x="2595" y="12387"/>
                  <a:pt x="2992" y="12178"/>
                  <a:pt x="3369" y="12011"/>
                </a:cubicBezTo>
                <a:cubicBezTo>
                  <a:pt x="4143" y="11676"/>
                  <a:pt x="4959" y="11446"/>
                  <a:pt x="5733" y="11299"/>
                </a:cubicBezTo>
                <a:cubicBezTo>
                  <a:pt x="6288" y="11209"/>
                  <a:pt x="6832" y="11168"/>
                  <a:pt x="7353" y="11168"/>
                </a:cubicBezTo>
                <a:cubicBezTo>
                  <a:pt x="8285" y="11168"/>
                  <a:pt x="9143" y="11301"/>
                  <a:pt x="9855" y="11530"/>
                </a:cubicBezTo>
                <a:cubicBezTo>
                  <a:pt x="11006" y="11906"/>
                  <a:pt x="11780" y="12492"/>
                  <a:pt x="12261" y="12973"/>
                </a:cubicBezTo>
                <a:cubicBezTo>
                  <a:pt x="12715" y="13408"/>
                  <a:pt x="12927" y="13730"/>
                  <a:pt x="13002" y="13730"/>
                </a:cubicBezTo>
                <a:cubicBezTo>
                  <a:pt x="13007" y="13730"/>
                  <a:pt x="13011" y="13729"/>
                  <a:pt x="13015" y="13727"/>
                </a:cubicBezTo>
                <a:cubicBezTo>
                  <a:pt x="13056" y="13706"/>
                  <a:pt x="12994" y="13455"/>
                  <a:pt x="12722" y="13036"/>
                </a:cubicBezTo>
                <a:lnTo>
                  <a:pt x="12805" y="13036"/>
                </a:lnTo>
                <a:cubicBezTo>
                  <a:pt x="12847" y="12994"/>
                  <a:pt x="12722" y="12890"/>
                  <a:pt x="12491" y="12701"/>
                </a:cubicBezTo>
                <a:cubicBezTo>
                  <a:pt x="12303" y="12429"/>
                  <a:pt x="12031" y="12136"/>
                  <a:pt x="11675" y="11864"/>
                </a:cubicBezTo>
                <a:cubicBezTo>
                  <a:pt x="11299" y="11383"/>
                  <a:pt x="10901" y="10734"/>
                  <a:pt x="10629" y="9877"/>
                </a:cubicBezTo>
                <a:cubicBezTo>
                  <a:pt x="10253" y="8747"/>
                  <a:pt x="10127" y="7303"/>
                  <a:pt x="10378" y="5734"/>
                </a:cubicBezTo>
                <a:cubicBezTo>
                  <a:pt x="10525" y="4960"/>
                  <a:pt x="10755" y="4164"/>
                  <a:pt x="11090" y="3390"/>
                </a:cubicBezTo>
                <a:cubicBezTo>
                  <a:pt x="11278" y="2993"/>
                  <a:pt x="11466" y="2616"/>
                  <a:pt x="11717" y="2239"/>
                </a:cubicBezTo>
                <a:cubicBezTo>
                  <a:pt x="11822" y="2051"/>
                  <a:pt x="11947" y="1884"/>
                  <a:pt x="12094" y="1716"/>
                </a:cubicBezTo>
                <a:cubicBezTo>
                  <a:pt x="12157" y="1633"/>
                  <a:pt x="12219" y="1528"/>
                  <a:pt x="12303" y="1444"/>
                </a:cubicBezTo>
                <a:cubicBezTo>
                  <a:pt x="12345" y="1423"/>
                  <a:pt x="12366" y="1361"/>
                  <a:pt x="12408" y="1340"/>
                </a:cubicBezTo>
                <a:lnTo>
                  <a:pt x="12450" y="1277"/>
                </a:lnTo>
                <a:lnTo>
                  <a:pt x="12471" y="1298"/>
                </a:lnTo>
                <a:cubicBezTo>
                  <a:pt x="12491" y="1340"/>
                  <a:pt x="12533" y="1382"/>
                  <a:pt x="12554" y="1423"/>
                </a:cubicBezTo>
                <a:cubicBezTo>
                  <a:pt x="12680" y="1570"/>
                  <a:pt x="12784" y="1758"/>
                  <a:pt x="12889" y="1926"/>
                </a:cubicBezTo>
                <a:cubicBezTo>
                  <a:pt x="13077" y="2302"/>
                  <a:pt x="13224" y="2679"/>
                  <a:pt x="13328" y="3076"/>
                </a:cubicBezTo>
                <a:cubicBezTo>
                  <a:pt x="13559" y="3872"/>
                  <a:pt x="13642" y="4688"/>
                  <a:pt x="13684" y="5462"/>
                </a:cubicBezTo>
                <a:cubicBezTo>
                  <a:pt x="13747" y="7010"/>
                  <a:pt x="13621" y="8454"/>
                  <a:pt x="13517" y="9646"/>
                </a:cubicBezTo>
                <a:cubicBezTo>
                  <a:pt x="13391" y="10839"/>
                  <a:pt x="13266" y="11802"/>
                  <a:pt x="13203" y="12471"/>
                </a:cubicBezTo>
                <a:cubicBezTo>
                  <a:pt x="13140" y="13141"/>
                  <a:pt x="13140" y="13517"/>
                  <a:pt x="13203" y="13538"/>
                </a:cubicBezTo>
                <a:cubicBezTo>
                  <a:pt x="13266" y="13538"/>
                  <a:pt x="13370" y="13183"/>
                  <a:pt x="13538" y="12534"/>
                </a:cubicBezTo>
                <a:cubicBezTo>
                  <a:pt x="13705" y="11885"/>
                  <a:pt x="13935" y="10923"/>
                  <a:pt x="14144" y="9730"/>
                </a:cubicBezTo>
                <a:cubicBezTo>
                  <a:pt x="14333" y="8517"/>
                  <a:pt x="14542" y="7073"/>
                  <a:pt x="14521" y="5441"/>
                </a:cubicBezTo>
                <a:cubicBezTo>
                  <a:pt x="14500" y="4604"/>
                  <a:pt x="14416" y="3746"/>
                  <a:pt x="14186" y="2846"/>
                </a:cubicBezTo>
                <a:cubicBezTo>
                  <a:pt x="14082" y="2407"/>
                  <a:pt x="13914" y="1947"/>
                  <a:pt x="13684" y="1507"/>
                </a:cubicBezTo>
                <a:cubicBezTo>
                  <a:pt x="13559" y="1298"/>
                  <a:pt x="13433" y="1068"/>
                  <a:pt x="13287" y="879"/>
                </a:cubicBezTo>
                <a:cubicBezTo>
                  <a:pt x="13245" y="817"/>
                  <a:pt x="13203" y="775"/>
                  <a:pt x="13161" y="712"/>
                </a:cubicBezTo>
                <a:lnTo>
                  <a:pt x="13056" y="607"/>
                </a:lnTo>
                <a:cubicBezTo>
                  <a:pt x="13035" y="566"/>
                  <a:pt x="12994" y="503"/>
                  <a:pt x="12952" y="482"/>
                </a:cubicBezTo>
                <a:cubicBezTo>
                  <a:pt x="12784" y="315"/>
                  <a:pt x="12638" y="147"/>
                  <a:pt x="1247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1" name="Google Shape;711;p26"/>
          <p:cNvGrpSpPr/>
          <p:nvPr/>
        </p:nvGrpSpPr>
        <p:grpSpPr>
          <a:xfrm>
            <a:off x="3406197" y="3054077"/>
            <a:ext cx="2331529" cy="1252801"/>
            <a:chOff x="3406197" y="3054077"/>
            <a:chExt cx="2331529" cy="1252801"/>
          </a:xfrm>
        </p:grpSpPr>
        <p:sp>
          <p:nvSpPr>
            <p:cNvPr id="712" name="Google Shape;712;p26"/>
            <p:cNvSpPr txBox="1"/>
            <p:nvPr/>
          </p:nvSpPr>
          <p:spPr>
            <a:xfrm>
              <a:off x="3406197" y="3492952"/>
              <a:ext cx="731400" cy="73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03</a:t>
              </a:r>
              <a:endPara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grpSp>
          <p:nvGrpSpPr>
            <p:cNvPr id="713" name="Google Shape;713;p26"/>
            <p:cNvGrpSpPr/>
            <p:nvPr/>
          </p:nvGrpSpPr>
          <p:grpSpPr>
            <a:xfrm>
              <a:off x="4224525" y="3054077"/>
              <a:ext cx="1513201" cy="1252801"/>
              <a:chOff x="4224525" y="3054077"/>
              <a:chExt cx="1513201" cy="1252801"/>
            </a:xfrm>
          </p:grpSpPr>
          <p:sp>
            <p:nvSpPr>
              <p:cNvPr id="714" name="Google Shape;714;p26"/>
              <p:cNvSpPr txBox="1"/>
              <p:nvPr/>
            </p:nvSpPr>
            <p:spPr>
              <a:xfrm>
                <a:off x="4224526" y="3054077"/>
                <a:ext cx="1513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chemeClr val="accent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Earth</a:t>
                </a:r>
                <a:endParaRPr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715" name="Google Shape;715;p26"/>
              <p:cNvSpPr txBox="1"/>
              <p:nvPr/>
            </p:nvSpPr>
            <p:spPr>
              <a:xfrm>
                <a:off x="4224525" y="3419778"/>
                <a:ext cx="1513200" cy="88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accent2"/>
                    </a:solidFill>
                    <a:latin typeface="Barlow"/>
                    <a:ea typeface="Barlow"/>
                    <a:cs typeface="Barlow"/>
                    <a:sym typeface="Barlow"/>
                  </a:rPr>
                  <a:t>Earth is the only planet that </a:t>
                </a:r>
                <a:r>
                  <a:rPr lang="en" b="1">
                    <a:solidFill>
                      <a:schemeClr val="accent2"/>
                    </a:solidFill>
                    <a:latin typeface="Barlow"/>
                    <a:ea typeface="Barlow"/>
                    <a:cs typeface="Barlow"/>
                    <a:sym typeface="Barlow"/>
                  </a:rPr>
                  <a:t>harbors life</a:t>
                </a:r>
                <a:endParaRPr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</p:grpSp>
      <p:sp>
        <p:nvSpPr>
          <p:cNvPr id="716" name="Google Shape;716;p26"/>
          <p:cNvSpPr/>
          <p:nvPr/>
        </p:nvSpPr>
        <p:spPr>
          <a:xfrm rot="2700000">
            <a:off x="3623136" y="3126065"/>
            <a:ext cx="363547" cy="386096"/>
          </a:xfrm>
          <a:custGeom>
            <a:avLst/>
            <a:gdLst/>
            <a:ahLst/>
            <a:cxnLst/>
            <a:rect l="l" t="t" r="r" b="b"/>
            <a:pathLst>
              <a:path w="14542" h="15444" extrusionOk="0">
                <a:moveTo>
                  <a:pt x="12471" y="1"/>
                </a:moveTo>
                <a:cubicBezTo>
                  <a:pt x="12282" y="168"/>
                  <a:pt x="12115" y="335"/>
                  <a:pt x="11947" y="503"/>
                </a:cubicBezTo>
                <a:cubicBezTo>
                  <a:pt x="11906" y="545"/>
                  <a:pt x="11864" y="587"/>
                  <a:pt x="11822" y="628"/>
                </a:cubicBezTo>
                <a:lnTo>
                  <a:pt x="11738" y="712"/>
                </a:lnTo>
                <a:cubicBezTo>
                  <a:pt x="11696" y="754"/>
                  <a:pt x="11655" y="817"/>
                  <a:pt x="11613" y="859"/>
                </a:cubicBezTo>
                <a:cubicBezTo>
                  <a:pt x="11529" y="942"/>
                  <a:pt x="11445" y="1047"/>
                  <a:pt x="11383" y="1151"/>
                </a:cubicBezTo>
                <a:cubicBezTo>
                  <a:pt x="11215" y="1340"/>
                  <a:pt x="11069" y="1549"/>
                  <a:pt x="10943" y="1758"/>
                </a:cubicBezTo>
                <a:cubicBezTo>
                  <a:pt x="10692" y="2156"/>
                  <a:pt x="10462" y="2595"/>
                  <a:pt x="10274" y="3014"/>
                </a:cubicBezTo>
                <a:cubicBezTo>
                  <a:pt x="9918" y="3892"/>
                  <a:pt x="9688" y="4750"/>
                  <a:pt x="9562" y="5608"/>
                </a:cubicBezTo>
                <a:cubicBezTo>
                  <a:pt x="9311" y="7303"/>
                  <a:pt x="9520" y="8893"/>
                  <a:pt x="10022" y="10086"/>
                </a:cubicBezTo>
                <a:cubicBezTo>
                  <a:pt x="10169" y="10483"/>
                  <a:pt x="10357" y="10818"/>
                  <a:pt x="10546" y="11132"/>
                </a:cubicBezTo>
                <a:cubicBezTo>
                  <a:pt x="10399" y="11069"/>
                  <a:pt x="10253" y="10986"/>
                  <a:pt x="10085" y="10923"/>
                </a:cubicBezTo>
                <a:cubicBezTo>
                  <a:pt x="9224" y="10581"/>
                  <a:pt x="8182" y="10376"/>
                  <a:pt x="7044" y="10376"/>
                </a:cubicBezTo>
                <a:cubicBezTo>
                  <a:pt x="6580" y="10376"/>
                  <a:pt x="6099" y="10411"/>
                  <a:pt x="5608" y="10483"/>
                </a:cubicBezTo>
                <a:cubicBezTo>
                  <a:pt x="4750" y="10588"/>
                  <a:pt x="3871" y="10818"/>
                  <a:pt x="3013" y="11195"/>
                </a:cubicBezTo>
                <a:cubicBezTo>
                  <a:pt x="2595" y="11383"/>
                  <a:pt x="2155" y="11592"/>
                  <a:pt x="1758" y="11864"/>
                </a:cubicBezTo>
                <a:cubicBezTo>
                  <a:pt x="1548" y="11990"/>
                  <a:pt x="1339" y="12136"/>
                  <a:pt x="1151" y="12283"/>
                </a:cubicBezTo>
                <a:cubicBezTo>
                  <a:pt x="1046" y="12367"/>
                  <a:pt x="942" y="12450"/>
                  <a:pt x="858" y="12534"/>
                </a:cubicBezTo>
                <a:cubicBezTo>
                  <a:pt x="795" y="12576"/>
                  <a:pt x="753" y="12618"/>
                  <a:pt x="711" y="12659"/>
                </a:cubicBezTo>
                <a:lnTo>
                  <a:pt x="628" y="12743"/>
                </a:lnTo>
                <a:cubicBezTo>
                  <a:pt x="586" y="12764"/>
                  <a:pt x="544" y="12806"/>
                  <a:pt x="502" y="12848"/>
                </a:cubicBezTo>
                <a:cubicBezTo>
                  <a:pt x="335" y="13036"/>
                  <a:pt x="167" y="13203"/>
                  <a:pt x="0" y="13392"/>
                </a:cubicBezTo>
                <a:cubicBezTo>
                  <a:pt x="147" y="13559"/>
                  <a:pt x="314" y="13706"/>
                  <a:pt x="460" y="13873"/>
                </a:cubicBezTo>
                <a:cubicBezTo>
                  <a:pt x="502" y="13915"/>
                  <a:pt x="565" y="13936"/>
                  <a:pt x="607" y="13978"/>
                </a:cubicBezTo>
                <a:lnTo>
                  <a:pt x="711" y="14082"/>
                </a:lnTo>
                <a:cubicBezTo>
                  <a:pt x="774" y="14124"/>
                  <a:pt x="816" y="14166"/>
                  <a:pt x="858" y="14208"/>
                </a:cubicBezTo>
                <a:cubicBezTo>
                  <a:pt x="1067" y="14354"/>
                  <a:pt x="1276" y="14480"/>
                  <a:pt x="1507" y="14605"/>
                </a:cubicBezTo>
                <a:cubicBezTo>
                  <a:pt x="1946" y="14835"/>
                  <a:pt x="2385" y="14982"/>
                  <a:pt x="2846" y="15107"/>
                </a:cubicBezTo>
                <a:cubicBezTo>
                  <a:pt x="3724" y="15338"/>
                  <a:pt x="4603" y="15421"/>
                  <a:pt x="5419" y="15442"/>
                </a:cubicBezTo>
                <a:cubicBezTo>
                  <a:pt x="5496" y="15443"/>
                  <a:pt x="5573" y="15444"/>
                  <a:pt x="5649" y="15444"/>
                </a:cubicBezTo>
                <a:cubicBezTo>
                  <a:pt x="7206" y="15444"/>
                  <a:pt x="8572" y="15245"/>
                  <a:pt x="9709" y="15066"/>
                </a:cubicBezTo>
                <a:cubicBezTo>
                  <a:pt x="10922" y="14856"/>
                  <a:pt x="11864" y="14626"/>
                  <a:pt x="12533" y="14459"/>
                </a:cubicBezTo>
                <a:cubicBezTo>
                  <a:pt x="13182" y="14291"/>
                  <a:pt x="13538" y="14187"/>
                  <a:pt x="13517" y="14124"/>
                </a:cubicBezTo>
                <a:cubicBezTo>
                  <a:pt x="13517" y="14093"/>
                  <a:pt x="13423" y="14077"/>
                  <a:pt x="13245" y="14077"/>
                </a:cubicBezTo>
                <a:cubicBezTo>
                  <a:pt x="13067" y="14077"/>
                  <a:pt x="12805" y="14093"/>
                  <a:pt x="12471" y="14124"/>
                </a:cubicBezTo>
                <a:cubicBezTo>
                  <a:pt x="11801" y="14187"/>
                  <a:pt x="10818" y="14312"/>
                  <a:pt x="9625" y="14438"/>
                </a:cubicBezTo>
                <a:cubicBezTo>
                  <a:pt x="8654" y="14523"/>
                  <a:pt x="7530" y="14622"/>
                  <a:pt x="6311" y="14622"/>
                </a:cubicBezTo>
                <a:cubicBezTo>
                  <a:pt x="6032" y="14622"/>
                  <a:pt x="5749" y="14617"/>
                  <a:pt x="5461" y="14605"/>
                </a:cubicBezTo>
                <a:cubicBezTo>
                  <a:pt x="4666" y="14563"/>
                  <a:pt x="3871" y="14480"/>
                  <a:pt x="3076" y="14250"/>
                </a:cubicBezTo>
                <a:cubicBezTo>
                  <a:pt x="2678" y="14145"/>
                  <a:pt x="2281" y="13999"/>
                  <a:pt x="1925" y="13810"/>
                </a:cubicBezTo>
                <a:cubicBezTo>
                  <a:pt x="1737" y="13706"/>
                  <a:pt x="1569" y="13601"/>
                  <a:pt x="1402" y="13475"/>
                </a:cubicBezTo>
                <a:cubicBezTo>
                  <a:pt x="1360" y="13434"/>
                  <a:pt x="1318" y="13413"/>
                  <a:pt x="1297" y="13371"/>
                </a:cubicBezTo>
                <a:lnTo>
                  <a:pt x="1276" y="13371"/>
                </a:lnTo>
                <a:lnTo>
                  <a:pt x="1318" y="13329"/>
                </a:lnTo>
                <a:cubicBezTo>
                  <a:pt x="1360" y="13287"/>
                  <a:pt x="1402" y="13245"/>
                  <a:pt x="1444" y="13224"/>
                </a:cubicBezTo>
                <a:cubicBezTo>
                  <a:pt x="1528" y="13141"/>
                  <a:pt x="1611" y="13078"/>
                  <a:pt x="1695" y="13015"/>
                </a:cubicBezTo>
                <a:cubicBezTo>
                  <a:pt x="1883" y="12869"/>
                  <a:pt x="2051" y="12743"/>
                  <a:pt x="2239" y="12618"/>
                </a:cubicBezTo>
                <a:cubicBezTo>
                  <a:pt x="2595" y="12387"/>
                  <a:pt x="2992" y="12178"/>
                  <a:pt x="3369" y="12011"/>
                </a:cubicBezTo>
                <a:cubicBezTo>
                  <a:pt x="4143" y="11676"/>
                  <a:pt x="4959" y="11446"/>
                  <a:pt x="5733" y="11299"/>
                </a:cubicBezTo>
                <a:cubicBezTo>
                  <a:pt x="6288" y="11209"/>
                  <a:pt x="6832" y="11168"/>
                  <a:pt x="7353" y="11168"/>
                </a:cubicBezTo>
                <a:cubicBezTo>
                  <a:pt x="8285" y="11168"/>
                  <a:pt x="9143" y="11301"/>
                  <a:pt x="9855" y="11530"/>
                </a:cubicBezTo>
                <a:cubicBezTo>
                  <a:pt x="11006" y="11906"/>
                  <a:pt x="11780" y="12492"/>
                  <a:pt x="12261" y="12973"/>
                </a:cubicBezTo>
                <a:cubicBezTo>
                  <a:pt x="12715" y="13408"/>
                  <a:pt x="12927" y="13730"/>
                  <a:pt x="13002" y="13730"/>
                </a:cubicBezTo>
                <a:cubicBezTo>
                  <a:pt x="13007" y="13730"/>
                  <a:pt x="13011" y="13729"/>
                  <a:pt x="13015" y="13727"/>
                </a:cubicBezTo>
                <a:cubicBezTo>
                  <a:pt x="13056" y="13706"/>
                  <a:pt x="12994" y="13455"/>
                  <a:pt x="12722" y="13036"/>
                </a:cubicBezTo>
                <a:lnTo>
                  <a:pt x="12805" y="13036"/>
                </a:lnTo>
                <a:cubicBezTo>
                  <a:pt x="12847" y="12994"/>
                  <a:pt x="12722" y="12890"/>
                  <a:pt x="12491" y="12701"/>
                </a:cubicBezTo>
                <a:cubicBezTo>
                  <a:pt x="12303" y="12429"/>
                  <a:pt x="12031" y="12136"/>
                  <a:pt x="11675" y="11864"/>
                </a:cubicBezTo>
                <a:cubicBezTo>
                  <a:pt x="11299" y="11383"/>
                  <a:pt x="10901" y="10734"/>
                  <a:pt x="10629" y="9877"/>
                </a:cubicBezTo>
                <a:cubicBezTo>
                  <a:pt x="10253" y="8747"/>
                  <a:pt x="10127" y="7303"/>
                  <a:pt x="10378" y="5734"/>
                </a:cubicBezTo>
                <a:cubicBezTo>
                  <a:pt x="10525" y="4960"/>
                  <a:pt x="10755" y="4164"/>
                  <a:pt x="11090" y="3390"/>
                </a:cubicBezTo>
                <a:cubicBezTo>
                  <a:pt x="11278" y="2993"/>
                  <a:pt x="11466" y="2616"/>
                  <a:pt x="11717" y="2239"/>
                </a:cubicBezTo>
                <a:cubicBezTo>
                  <a:pt x="11822" y="2051"/>
                  <a:pt x="11947" y="1884"/>
                  <a:pt x="12094" y="1716"/>
                </a:cubicBezTo>
                <a:cubicBezTo>
                  <a:pt x="12157" y="1633"/>
                  <a:pt x="12219" y="1528"/>
                  <a:pt x="12303" y="1444"/>
                </a:cubicBezTo>
                <a:cubicBezTo>
                  <a:pt x="12345" y="1423"/>
                  <a:pt x="12366" y="1361"/>
                  <a:pt x="12408" y="1340"/>
                </a:cubicBezTo>
                <a:lnTo>
                  <a:pt x="12450" y="1277"/>
                </a:lnTo>
                <a:lnTo>
                  <a:pt x="12471" y="1298"/>
                </a:lnTo>
                <a:cubicBezTo>
                  <a:pt x="12491" y="1340"/>
                  <a:pt x="12533" y="1382"/>
                  <a:pt x="12554" y="1423"/>
                </a:cubicBezTo>
                <a:cubicBezTo>
                  <a:pt x="12680" y="1570"/>
                  <a:pt x="12784" y="1758"/>
                  <a:pt x="12889" y="1926"/>
                </a:cubicBezTo>
                <a:cubicBezTo>
                  <a:pt x="13077" y="2302"/>
                  <a:pt x="13224" y="2679"/>
                  <a:pt x="13328" y="3076"/>
                </a:cubicBezTo>
                <a:cubicBezTo>
                  <a:pt x="13559" y="3872"/>
                  <a:pt x="13642" y="4688"/>
                  <a:pt x="13684" y="5462"/>
                </a:cubicBezTo>
                <a:cubicBezTo>
                  <a:pt x="13747" y="7010"/>
                  <a:pt x="13621" y="8454"/>
                  <a:pt x="13517" y="9646"/>
                </a:cubicBezTo>
                <a:cubicBezTo>
                  <a:pt x="13391" y="10839"/>
                  <a:pt x="13266" y="11802"/>
                  <a:pt x="13203" y="12471"/>
                </a:cubicBezTo>
                <a:cubicBezTo>
                  <a:pt x="13140" y="13141"/>
                  <a:pt x="13140" y="13517"/>
                  <a:pt x="13203" y="13538"/>
                </a:cubicBezTo>
                <a:cubicBezTo>
                  <a:pt x="13266" y="13538"/>
                  <a:pt x="13370" y="13183"/>
                  <a:pt x="13538" y="12534"/>
                </a:cubicBezTo>
                <a:cubicBezTo>
                  <a:pt x="13705" y="11885"/>
                  <a:pt x="13935" y="10923"/>
                  <a:pt x="14144" y="9730"/>
                </a:cubicBezTo>
                <a:cubicBezTo>
                  <a:pt x="14333" y="8517"/>
                  <a:pt x="14542" y="7073"/>
                  <a:pt x="14521" y="5441"/>
                </a:cubicBezTo>
                <a:cubicBezTo>
                  <a:pt x="14500" y="4604"/>
                  <a:pt x="14416" y="3746"/>
                  <a:pt x="14186" y="2846"/>
                </a:cubicBezTo>
                <a:cubicBezTo>
                  <a:pt x="14082" y="2407"/>
                  <a:pt x="13914" y="1947"/>
                  <a:pt x="13684" y="1507"/>
                </a:cubicBezTo>
                <a:cubicBezTo>
                  <a:pt x="13559" y="1298"/>
                  <a:pt x="13433" y="1068"/>
                  <a:pt x="13287" y="879"/>
                </a:cubicBezTo>
                <a:cubicBezTo>
                  <a:pt x="13245" y="817"/>
                  <a:pt x="13203" y="775"/>
                  <a:pt x="13161" y="712"/>
                </a:cubicBezTo>
                <a:lnTo>
                  <a:pt x="13056" y="607"/>
                </a:lnTo>
                <a:cubicBezTo>
                  <a:pt x="13035" y="566"/>
                  <a:pt x="12994" y="503"/>
                  <a:pt x="12952" y="482"/>
                </a:cubicBezTo>
                <a:cubicBezTo>
                  <a:pt x="12784" y="315"/>
                  <a:pt x="12638" y="147"/>
                  <a:pt x="1247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7" name="Google Shape;717;p26"/>
          <p:cNvGrpSpPr/>
          <p:nvPr/>
        </p:nvGrpSpPr>
        <p:grpSpPr>
          <a:xfrm>
            <a:off x="6099172" y="3054077"/>
            <a:ext cx="2331529" cy="1252801"/>
            <a:chOff x="6099172" y="3054077"/>
            <a:chExt cx="2331529" cy="1252801"/>
          </a:xfrm>
        </p:grpSpPr>
        <p:sp>
          <p:nvSpPr>
            <p:cNvPr id="718" name="Google Shape;718;p26"/>
            <p:cNvSpPr txBox="1"/>
            <p:nvPr/>
          </p:nvSpPr>
          <p:spPr>
            <a:xfrm>
              <a:off x="6099172" y="3492952"/>
              <a:ext cx="731400" cy="73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04</a:t>
              </a:r>
              <a:endPara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grpSp>
          <p:nvGrpSpPr>
            <p:cNvPr id="719" name="Google Shape;719;p26"/>
            <p:cNvGrpSpPr/>
            <p:nvPr/>
          </p:nvGrpSpPr>
          <p:grpSpPr>
            <a:xfrm>
              <a:off x="6917500" y="3054077"/>
              <a:ext cx="1513201" cy="1252801"/>
              <a:chOff x="6917500" y="3054077"/>
              <a:chExt cx="1513201" cy="1252801"/>
            </a:xfrm>
          </p:grpSpPr>
          <p:sp>
            <p:nvSpPr>
              <p:cNvPr id="720" name="Google Shape;720;p26"/>
              <p:cNvSpPr txBox="1"/>
              <p:nvPr/>
            </p:nvSpPr>
            <p:spPr>
              <a:xfrm>
                <a:off x="6917501" y="3054077"/>
                <a:ext cx="1513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chemeClr val="accent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Mars</a:t>
                </a:r>
                <a:endParaRPr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721" name="Google Shape;721;p26"/>
              <p:cNvSpPr txBox="1"/>
              <p:nvPr/>
            </p:nvSpPr>
            <p:spPr>
              <a:xfrm>
                <a:off x="6917500" y="3419778"/>
                <a:ext cx="1513200" cy="88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accent2"/>
                    </a:solidFill>
                    <a:latin typeface="Barlow"/>
                    <a:ea typeface="Barlow"/>
                    <a:cs typeface="Barlow"/>
                    <a:sym typeface="Barlow"/>
                  </a:rPr>
                  <a:t>Despite being red, Mars is a very</a:t>
                </a:r>
                <a:r>
                  <a:rPr lang="en" b="1">
                    <a:solidFill>
                      <a:schemeClr val="accent2"/>
                    </a:solidFill>
                    <a:latin typeface="Barlow"/>
                    <a:ea typeface="Barlow"/>
                    <a:cs typeface="Barlow"/>
                    <a:sym typeface="Barlow"/>
                  </a:rPr>
                  <a:t> cold place</a:t>
                </a:r>
                <a:endParaRPr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</p:grpSp>
      <p:sp>
        <p:nvSpPr>
          <p:cNvPr id="722" name="Google Shape;722;p26"/>
          <p:cNvSpPr/>
          <p:nvPr/>
        </p:nvSpPr>
        <p:spPr>
          <a:xfrm rot="2700000">
            <a:off x="6316111" y="3126065"/>
            <a:ext cx="363547" cy="386096"/>
          </a:xfrm>
          <a:custGeom>
            <a:avLst/>
            <a:gdLst/>
            <a:ahLst/>
            <a:cxnLst/>
            <a:rect l="l" t="t" r="r" b="b"/>
            <a:pathLst>
              <a:path w="14542" h="15444" extrusionOk="0">
                <a:moveTo>
                  <a:pt x="12471" y="1"/>
                </a:moveTo>
                <a:cubicBezTo>
                  <a:pt x="12282" y="168"/>
                  <a:pt x="12115" y="335"/>
                  <a:pt x="11947" y="503"/>
                </a:cubicBezTo>
                <a:cubicBezTo>
                  <a:pt x="11906" y="545"/>
                  <a:pt x="11864" y="587"/>
                  <a:pt x="11822" y="628"/>
                </a:cubicBezTo>
                <a:lnTo>
                  <a:pt x="11738" y="712"/>
                </a:lnTo>
                <a:cubicBezTo>
                  <a:pt x="11696" y="754"/>
                  <a:pt x="11655" y="817"/>
                  <a:pt x="11613" y="859"/>
                </a:cubicBezTo>
                <a:cubicBezTo>
                  <a:pt x="11529" y="942"/>
                  <a:pt x="11445" y="1047"/>
                  <a:pt x="11383" y="1151"/>
                </a:cubicBezTo>
                <a:cubicBezTo>
                  <a:pt x="11215" y="1340"/>
                  <a:pt x="11069" y="1549"/>
                  <a:pt x="10943" y="1758"/>
                </a:cubicBezTo>
                <a:cubicBezTo>
                  <a:pt x="10692" y="2156"/>
                  <a:pt x="10462" y="2595"/>
                  <a:pt x="10274" y="3014"/>
                </a:cubicBezTo>
                <a:cubicBezTo>
                  <a:pt x="9918" y="3892"/>
                  <a:pt x="9688" y="4750"/>
                  <a:pt x="9562" y="5608"/>
                </a:cubicBezTo>
                <a:cubicBezTo>
                  <a:pt x="9311" y="7303"/>
                  <a:pt x="9520" y="8893"/>
                  <a:pt x="10022" y="10086"/>
                </a:cubicBezTo>
                <a:cubicBezTo>
                  <a:pt x="10169" y="10483"/>
                  <a:pt x="10357" y="10818"/>
                  <a:pt x="10546" y="11132"/>
                </a:cubicBezTo>
                <a:cubicBezTo>
                  <a:pt x="10399" y="11069"/>
                  <a:pt x="10253" y="10986"/>
                  <a:pt x="10085" y="10923"/>
                </a:cubicBezTo>
                <a:cubicBezTo>
                  <a:pt x="9224" y="10581"/>
                  <a:pt x="8182" y="10376"/>
                  <a:pt x="7044" y="10376"/>
                </a:cubicBezTo>
                <a:cubicBezTo>
                  <a:pt x="6580" y="10376"/>
                  <a:pt x="6099" y="10411"/>
                  <a:pt x="5608" y="10483"/>
                </a:cubicBezTo>
                <a:cubicBezTo>
                  <a:pt x="4750" y="10588"/>
                  <a:pt x="3871" y="10818"/>
                  <a:pt x="3013" y="11195"/>
                </a:cubicBezTo>
                <a:cubicBezTo>
                  <a:pt x="2595" y="11383"/>
                  <a:pt x="2155" y="11592"/>
                  <a:pt x="1758" y="11864"/>
                </a:cubicBezTo>
                <a:cubicBezTo>
                  <a:pt x="1548" y="11990"/>
                  <a:pt x="1339" y="12136"/>
                  <a:pt x="1151" y="12283"/>
                </a:cubicBezTo>
                <a:cubicBezTo>
                  <a:pt x="1046" y="12367"/>
                  <a:pt x="942" y="12450"/>
                  <a:pt x="858" y="12534"/>
                </a:cubicBezTo>
                <a:cubicBezTo>
                  <a:pt x="795" y="12576"/>
                  <a:pt x="753" y="12618"/>
                  <a:pt x="711" y="12659"/>
                </a:cubicBezTo>
                <a:lnTo>
                  <a:pt x="628" y="12743"/>
                </a:lnTo>
                <a:cubicBezTo>
                  <a:pt x="586" y="12764"/>
                  <a:pt x="544" y="12806"/>
                  <a:pt x="502" y="12848"/>
                </a:cubicBezTo>
                <a:cubicBezTo>
                  <a:pt x="335" y="13036"/>
                  <a:pt x="167" y="13203"/>
                  <a:pt x="0" y="13392"/>
                </a:cubicBezTo>
                <a:cubicBezTo>
                  <a:pt x="147" y="13559"/>
                  <a:pt x="314" y="13706"/>
                  <a:pt x="460" y="13873"/>
                </a:cubicBezTo>
                <a:cubicBezTo>
                  <a:pt x="502" y="13915"/>
                  <a:pt x="565" y="13936"/>
                  <a:pt x="607" y="13978"/>
                </a:cubicBezTo>
                <a:lnTo>
                  <a:pt x="711" y="14082"/>
                </a:lnTo>
                <a:cubicBezTo>
                  <a:pt x="774" y="14124"/>
                  <a:pt x="816" y="14166"/>
                  <a:pt x="858" y="14208"/>
                </a:cubicBezTo>
                <a:cubicBezTo>
                  <a:pt x="1067" y="14354"/>
                  <a:pt x="1276" y="14480"/>
                  <a:pt x="1507" y="14605"/>
                </a:cubicBezTo>
                <a:cubicBezTo>
                  <a:pt x="1946" y="14835"/>
                  <a:pt x="2385" y="14982"/>
                  <a:pt x="2846" y="15107"/>
                </a:cubicBezTo>
                <a:cubicBezTo>
                  <a:pt x="3724" y="15338"/>
                  <a:pt x="4603" y="15421"/>
                  <a:pt x="5419" y="15442"/>
                </a:cubicBezTo>
                <a:cubicBezTo>
                  <a:pt x="5496" y="15443"/>
                  <a:pt x="5573" y="15444"/>
                  <a:pt x="5649" y="15444"/>
                </a:cubicBezTo>
                <a:cubicBezTo>
                  <a:pt x="7206" y="15444"/>
                  <a:pt x="8572" y="15245"/>
                  <a:pt x="9709" y="15066"/>
                </a:cubicBezTo>
                <a:cubicBezTo>
                  <a:pt x="10922" y="14856"/>
                  <a:pt x="11864" y="14626"/>
                  <a:pt x="12533" y="14459"/>
                </a:cubicBezTo>
                <a:cubicBezTo>
                  <a:pt x="13182" y="14291"/>
                  <a:pt x="13538" y="14187"/>
                  <a:pt x="13517" y="14124"/>
                </a:cubicBezTo>
                <a:cubicBezTo>
                  <a:pt x="13517" y="14093"/>
                  <a:pt x="13423" y="14077"/>
                  <a:pt x="13245" y="14077"/>
                </a:cubicBezTo>
                <a:cubicBezTo>
                  <a:pt x="13067" y="14077"/>
                  <a:pt x="12805" y="14093"/>
                  <a:pt x="12471" y="14124"/>
                </a:cubicBezTo>
                <a:cubicBezTo>
                  <a:pt x="11801" y="14187"/>
                  <a:pt x="10818" y="14312"/>
                  <a:pt x="9625" y="14438"/>
                </a:cubicBezTo>
                <a:cubicBezTo>
                  <a:pt x="8654" y="14523"/>
                  <a:pt x="7530" y="14622"/>
                  <a:pt x="6311" y="14622"/>
                </a:cubicBezTo>
                <a:cubicBezTo>
                  <a:pt x="6032" y="14622"/>
                  <a:pt x="5749" y="14617"/>
                  <a:pt x="5461" y="14605"/>
                </a:cubicBezTo>
                <a:cubicBezTo>
                  <a:pt x="4666" y="14563"/>
                  <a:pt x="3871" y="14480"/>
                  <a:pt x="3076" y="14250"/>
                </a:cubicBezTo>
                <a:cubicBezTo>
                  <a:pt x="2678" y="14145"/>
                  <a:pt x="2281" y="13999"/>
                  <a:pt x="1925" y="13810"/>
                </a:cubicBezTo>
                <a:cubicBezTo>
                  <a:pt x="1737" y="13706"/>
                  <a:pt x="1569" y="13601"/>
                  <a:pt x="1402" y="13475"/>
                </a:cubicBezTo>
                <a:cubicBezTo>
                  <a:pt x="1360" y="13434"/>
                  <a:pt x="1318" y="13413"/>
                  <a:pt x="1297" y="13371"/>
                </a:cubicBezTo>
                <a:lnTo>
                  <a:pt x="1276" y="13371"/>
                </a:lnTo>
                <a:lnTo>
                  <a:pt x="1318" y="13329"/>
                </a:lnTo>
                <a:cubicBezTo>
                  <a:pt x="1360" y="13287"/>
                  <a:pt x="1402" y="13245"/>
                  <a:pt x="1444" y="13224"/>
                </a:cubicBezTo>
                <a:cubicBezTo>
                  <a:pt x="1528" y="13141"/>
                  <a:pt x="1611" y="13078"/>
                  <a:pt x="1695" y="13015"/>
                </a:cubicBezTo>
                <a:cubicBezTo>
                  <a:pt x="1883" y="12869"/>
                  <a:pt x="2051" y="12743"/>
                  <a:pt x="2239" y="12618"/>
                </a:cubicBezTo>
                <a:cubicBezTo>
                  <a:pt x="2595" y="12387"/>
                  <a:pt x="2992" y="12178"/>
                  <a:pt x="3369" y="12011"/>
                </a:cubicBezTo>
                <a:cubicBezTo>
                  <a:pt x="4143" y="11676"/>
                  <a:pt x="4959" y="11446"/>
                  <a:pt x="5733" y="11299"/>
                </a:cubicBezTo>
                <a:cubicBezTo>
                  <a:pt x="6288" y="11209"/>
                  <a:pt x="6832" y="11168"/>
                  <a:pt x="7353" y="11168"/>
                </a:cubicBezTo>
                <a:cubicBezTo>
                  <a:pt x="8285" y="11168"/>
                  <a:pt x="9143" y="11301"/>
                  <a:pt x="9855" y="11530"/>
                </a:cubicBezTo>
                <a:cubicBezTo>
                  <a:pt x="11006" y="11906"/>
                  <a:pt x="11780" y="12492"/>
                  <a:pt x="12261" y="12973"/>
                </a:cubicBezTo>
                <a:cubicBezTo>
                  <a:pt x="12715" y="13408"/>
                  <a:pt x="12927" y="13730"/>
                  <a:pt x="13002" y="13730"/>
                </a:cubicBezTo>
                <a:cubicBezTo>
                  <a:pt x="13007" y="13730"/>
                  <a:pt x="13011" y="13729"/>
                  <a:pt x="13015" y="13727"/>
                </a:cubicBezTo>
                <a:cubicBezTo>
                  <a:pt x="13056" y="13706"/>
                  <a:pt x="12994" y="13455"/>
                  <a:pt x="12722" y="13036"/>
                </a:cubicBezTo>
                <a:lnTo>
                  <a:pt x="12805" y="13036"/>
                </a:lnTo>
                <a:cubicBezTo>
                  <a:pt x="12847" y="12994"/>
                  <a:pt x="12722" y="12890"/>
                  <a:pt x="12491" y="12701"/>
                </a:cubicBezTo>
                <a:cubicBezTo>
                  <a:pt x="12303" y="12429"/>
                  <a:pt x="12031" y="12136"/>
                  <a:pt x="11675" y="11864"/>
                </a:cubicBezTo>
                <a:cubicBezTo>
                  <a:pt x="11299" y="11383"/>
                  <a:pt x="10901" y="10734"/>
                  <a:pt x="10629" y="9877"/>
                </a:cubicBezTo>
                <a:cubicBezTo>
                  <a:pt x="10253" y="8747"/>
                  <a:pt x="10127" y="7303"/>
                  <a:pt x="10378" y="5734"/>
                </a:cubicBezTo>
                <a:cubicBezTo>
                  <a:pt x="10525" y="4960"/>
                  <a:pt x="10755" y="4164"/>
                  <a:pt x="11090" y="3390"/>
                </a:cubicBezTo>
                <a:cubicBezTo>
                  <a:pt x="11278" y="2993"/>
                  <a:pt x="11466" y="2616"/>
                  <a:pt x="11717" y="2239"/>
                </a:cubicBezTo>
                <a:cubicBezTo>
                  <a:pt x="11822" y="2051"/>
                  <a:pt x="11947" y="1884"/>
                  <a:pt x="12094" y="1716"/>
                </a:cubicBezTo>
                <a:cubicBezTo>
                  <a:pt x="12157" y="1633"/>
                  <a:pt x="12219" y="1528"/>
                  <a:pt x="12303" y="1444"/>
                </a:cubicBezTo>
                <a:cubicBezTo>
                  <a:pt x="12345" y="1423"/>
                  <a:pt x="12366" y="1361"/>
                  <a:pt x="12408" y="1340"/>
                </a:cubicBezTo>
                <a:lnTo>
                  <a:pt x="12450" y="1277"/>
                </a:lnTo>
                <a:lnTo>
                  <a:pt x="12471" y="1298"/>
                </a:lnTo>
                <a:cubicBezTo>
                  <a:pt x="12491" y="1340"/>
                  <a:pt x="12533" y="1382"/>
                  <a:pt x="12554" y="1423"/>
                </a:cubicBezTo>
                <a:cubicBezTo>
                  <a:pt x="12680" y="1570"/>
                  <a:pt x="12784" y="1758"/>
                  <a:pt x="12889" y="1926"/>
                </a:cubicBezTo>
                <a:cubicBezTo>
                  <a:pt x="13077" y="2302"/>
                  <a:pt x="13224" y="2679"/>
                  <a:pt x="13328" y="3076"/>
                </a:cubicBezTo>
                <a:cubicBezTo>
                  <a:pt x="13559" y="3872"/>
                  <a:pt x="13642" y="4688"/>
                  <a:pt x="13684" y="5462"/>
                </a:cubicBezTo>
                <a:cubicBezTo>
                  <a:pt x="13747" y="7010"/>
                  <a:pt x="13621" y="8454"/>
                  <a:pt x="13517" y="9646"/>
                </a:cubicBezTo>
                <a:cubicBezTo>
                  <a:pt x="13391" y="10839"/>
                  <a:pt x="13266" y="11802"/>
                  <a:pt x="13203" y="12471"/>
                </a:cubicBezTo>
                <a:cubicBezTo>
                  <a:pt x="13140" y="13141"/>
                  <a:pt x="13140" y="13517"/>
                  <a:pt x="13203" y="13538"/>
                </a:cubicBezTo>
                <a:cubicBezTo>
                  <a:pt x="13266" y="13538"/>
                  <a:pt x="13370" y="13183"/>
                  <a:pt x="13538" y="12534"/>
                </a:cubicBezTo>
                <a:cubicBezTo>
                  <a:pt x="13705" y="11885"/>
                  <a:pt x="13935" y="10923"/>
                  <a:pt x="14144" y="9730"/>
                </a:cubicBezTo>
                <a:cubicBezTo>
                  <a:pt x="14333" y="8517"/>
                  <a:pt x="14542" y="7073"/>
                  <a:pt x="14521" y="5441"/>
                </a:cubicBezTo>
                <a:cubicBezTo>
                  <a:pt x="14500" y="4604"/>
                  <a:pt x="14416" y="3746"/>
                  <a:pt x="14186" y="2846"/>
                </a:cubicBezTo>
                <a:cubicBezTo>
                  <a:pt x="14082" y="2407"/>
                  <a:pt x="13914" y="1947"/>
                  <a:pt x="13684" y="1507"/>
                </a:cubicBezTo>
                <a:cubicBezTo>
                  <a:pt x="13559" y="1298"/>
                  <a:pt x="13433" y="1068"/>
                  <a:pt x="13287" y="879"/>
                </a:cubicBezTo>
                <a:cubicBezTo>
                  <a:pt x="13245" y="817"/>
                  <a:pt x="13203" y="775"/>
                  <a:pt x="13161" y="712"/>
                </a:cubicBezTo>
                <a:lnTo>
                  <a:pt x="13056" y="607"/>
                </a:lnTo>
                <a:cubicBezTo>
                  <a:pt x="13035" y="566"/>
                  <a:pt x="12994" y="503"/>
                  <a:pt x="12952" y="482"/>
                </a:cubicBezTo>
                <a:cubicBezTo>
                  <a:pt x="12784" y="315"/>
                  <a:pt x="12638" y="147"/>
                  <a:pt x="1247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27"/>
          <p:cNvSpPr txBox="1">
            <a:spLocks noGrp="1"/>
          </p:cNvSpPr>
          <p:nvPr>
            <p:ph type="title"/>
          </p:nvPr>
        </p:nvSpPr>
        <p:spPr>
          <a:xfrm>
            <a:off x="713250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grpSp>
        <p:nvGrpSpPr>
          <p:cNvPr id="728" name="Google Shape;728;p27"/>
          <p:cNvGrpSpPr/>
          <p:nvPr/>
        </p:nvGrpSpPr>
        <p:grpSpPr>
          <a:xfrm>
            <a:off x="2084678" y="1682513"/>
            <a:ext cx="2304300" cy="1097394"/>
            <a:chOff x="2084678" y="1682513"/>
            <a:chExt cx="2304300" cy="1097394"/>
          </a:xfrm>
        </p:grpSpPr>
        <p:sp>
          <p:nvSpPr>
            <p:cNvPr id="729" name="Google Shape;729;p27"/>
            <p:cNvSpPr txBox="1"/>
            <p:nvPr/>
          </p:nvSpPr>
          <p:spPr>
            <a:xfrm>
              <a:off x="2084678" y="1682513"/>
              <a:ext cx="2304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Mercury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730" name="Google Shape;730;p27"/>
            <p:cNvSpPr txBox="1"/>
            <p:nvPr/>
          </p:nvSpPr>
          <p:spPr>
            <a:xfrm>
              <a:off x="2084678" y="2139706"/>
              <a:ext cx="23043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Mercury is small and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the closest planet 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to the Sun 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731" name="Google Shape;731;p27"/>
          <p:cNvGrpSpPr/>
          <p:nvPr/>
        </p:nvGrpSpPr>
        <p:grpSpPr>
          <a:xfrm>
            <a:off x="713230" y="1682513"/>
            <a:ext cx="1097324" cy="1097251"/>
            <a:chOff x="1188732" y="1690713"/>
            <a:chExt cx="1488300" cy="1488000"/>
          </a:xfrm>
        </p:grpSpPr>
        <p:sp>
          <p:nvSpPr>
            <p:cNvPr id="732" name="Google Shape;732;p27"/>
            <p:cNvSpPr/>
            <p:nvPr/>
          </p:nvSpPr>
          <p:spPr>
            <a:xfrm>
              <a:off x="1243671" y="1745613"/>
              <a:ext cx="1378200" cy="137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7"/>
            <p:cNvSpPr/>
            <p:nvPr/>
          </p:nvSpPr>
          <p:spPr>
            <a:xfrm flipH="1">
              <a:off x="1188732" y="1690713"/>
              <a:ext cx="1488300" cy="1488000"/>
            </a:xfrm>
            <a:prstGeom prst="blockArc">
              <a:avLst>
                <a:gd name="adj1" fmla="val 13138227"/>
                <a:gd name="adj2" fmla="val 16198854"/>
                <a:gd name="adj3" fmla="val 807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4" name="Google Shape;734;p27"/>
          <p:cNvSpPr txBox="1"/>
          <p:nvPr/>
        </p:nvSpPr>
        <p:spPr>
          <a:xfrm>
            <a:off x="713190" y="2002530"/>
            <a:ext cx="109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10%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735" name="Google Shape;735;p27"/>
          <p:cNvGrpSpPr/>
          <p:nvPr/>
        </p:nvGrpSpPr>
        <p:grpSpPr>
          <a:xfrm>
            <a:off x="2084678" y="3145494"/>
            <a:ext cx="2304300" cy="1097394"/>
            <a:chOff x="2084678" y="3145494"/>
            <a:chExt cx="2304300" cy="1097394"/>
          </a:xfrm>
        </p:grpSpPr>
        <p:sp>
          <p:nvSpPr>
            <p:cNvPr id="736" name="Google Shape;736;p27"/>
            <p:cNvSpPr txBox="1"/>
            <p:nvPr/>
          </p:nvSpPr>
          <p:spPr>
            <a:xfrm>
              <a:off x="2084678" y="3145493"/>
              <a:ext cx="2304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Earth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737" name="Google Shape;737;p27"/>
            <p:cNvSpPr txBox="1"/>
            <p:nvPr/>
          </p:nvSpPr>
          <p:spPr>
            <a:xfrm>
              <a:off x="2084678" y="3602687"/>
              <a:ext cx="23043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Earth is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the third planet 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from the Sun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738" name="Google Shape;738;p27"/>
          <p:cNvGrpSpPr/>
          <p:nvPr/>
        </p:nvGrpSpPr>
        <p:grpSpPr>
          <a:xfrm>
            <a:off x="713230" y="3145494"/>
            <a:ext cx="1097324" cy="1097251"/>
            <a:chOff x="1188732" y="1690713"/>
            <a:chExt cx="1488300" cy="1488000"/>
          </a:xfrm>
        </p:grpSpPr>
        <p:sp>
          <p:nvSpPr>
            <p:cNvPr id="739" name="Google Shape;739;p27"/>
            <p:cNvSpPr/>
            <p:nvPr/>
          </p:nvSpPr>
          <p:spPr>
            <a:xfrm>
              <a:off x="1243671" y="1745613"/>
              <a:ext cx="1378200" cy="137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7"/>
            <p:cNvSpPr/>
            <p:nvPr/>
          </p:nvSpPr>
          <p:spPr>
            <a:xfrm flipH="1">
              <a:off x="1188732" y="1690713"/>
              <a:ext cx="1488300" cy="1488000"/>
            </a:xfrm>
            <a:prstGeom prst="blockArc">
              <a:avLst>
                <a:gd name="adj1" fmla="val 5342234"/>
                <a:gd name="adj2" fmla="val 16198854"/>
                <a:gd name="adj3" fmla="val 807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1" name="Google Shape;741;p27"/>
          <p:cNvSpPr txBox="1"/>
          <p:nvPr/>
        </p:nvSpPr>
        <p:spPr>
          <a:xfrm>
            <a:off x="713190" y="3465511"/>
            <a:ext cx="109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50%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742" name="Google Shape;742;p27"/>
          <p:cNvGrpSpPr/>
          <p:nvPr/>
        </p:nvGrpSpPr>
        <p:grpSpPr>
          <a:xfrm>
            <a:off x="7333380" y="1682513"/>
            <a:ext cx="1097324" cy="1097251"/>
            <a:chOff x="1188732" y="1690713"/>
            <a:chExt cx="1488300" cy="1488000"/>
          </a:xfrm>
        </p:grpSpPr>
        <p:sp>
          <p:nvSpPr>
            <p:cNvPr id="743" name="Google Shape;743;p27"/>
            <p:cNvSpPr/>
            <p:nvPr/>
          </p:nvSpPr>
          <p:spPr>
            <a:xfrm>
              <a:off x="1243671" y="1745613"/>
              <a:ext cx="1378200" cy="137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7"/>
            <p:cNvSpPr/>
            <p:nvPr/>
          </p:nvSpPr>
          <p:spPr>
            <a:xfrm flipH="1">
              <a:off x="1188732" y="1690713"/>
              <a:ext cx="1488300" cy="1488000"/>
            </a:xfrm>
            <a:prstGeom prst="blockArc">
              <a:avLst>
                <a:gd name="adj1" fmla="val 10750592"/>
                <a:gd name="adj2" fmla="val 16198854"/>
                <a:gd name="adj3" fmla="val 807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5" name="Google Shape;745;p27"/>
          <p:cNvSpPr txBox="1"/>
          <p:nvPr/>
        </p:nvSpPr>
        <p:spPr>
          <a:xfrm>
            <a:off x="7333340" y="2002530"/>
            <a:ext cx="109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25%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746" name="Google Shape;746;p27"/>
          <p:cNvGrpSpPr/>
          <p:nvPr/>
        </p:nvGrpSpPr>
        <p:grpSpPr>
          <a:xfrm>
            <a:off x="7333380" y="3145494"/>
            <a:ext cx="1097324" cy="1097251"/>
            <a:chOff x="1188732" y="1690713"/>
            <a:chExt cx="1488300" cy="1488000"/>
          </a:xfrm>
        </p:grpSpPr>
        <p:sp>
          <p:nvSpPr>
            <p:cNvPr id="747" name="Google Shape;747;p27"/>
            <p:cNvSpPr/>
            <p:nvPr/>
          </p:nvSpPr>
          <p:spPr>
            <a:xfrm>
              <a:off x="1243671" y="1745613"/>
              <a:ext cx="1378200" cy="137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7"/>
            <p:cNvSpPr/>
            <p:nvPr/>
          </p:nvSpPr>
          <p:spPr>
            <a:xfrm flipH="1">
              <a:off x="1188732" y="1690713"/>
              <a:ext cx="1488300" cy="1488000"/>
            </a:xfrm>
            <a:prstGeom prst="blockArc">
              <a:avLst>
                <a:gd name="adj1" fmla="val 21499284"/>
                <a:gd name="adj2" fmla="val 16198854"/>
                <a:gd name="adj3" fmla="val 807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9" name="Google Shape;749;p27"/>
          <p:cNvSpPr txBox="1"/>
          <p:nvPr/>
        </p:nvSpPr>
        <p:spPr>
          <a:xfrm>
            <a:off x="7333340" y="3465511"/>
            <a:ext cx="109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75%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750" name="Google Shape;750;p27"/>
          <p:cNvGrpSpPr/>
          <p:nvPr/>
        </p:nvGrpSpPr>
        <p:grpSpPr>
          <a:xfrm>
            <a:off x="4766328" y="1682513"/>
            <a:ext cx="2304300" cy="1097394"/>
            <a:chOff x="4766328" y="1682513"/>
            <a:chExt cx="2304300" cy="1097394"/>
          </a:xfrm>
        </p:grpSpPr>
        <p:sp>
          <p:nvSpPr>
            <p:cNvPr id="751" name="Google Shape;751;p27"/>
            <p:cNvSpPr txBox="1"/>
            <p:nvPr/>
          </p:nvSpPr>
          <p:spPr>
            <a:xfrm>
              <a:off x="4766328" y="1682513"/>
              <a:ext cx="2304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Venus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752" name="Google Shape;752;p27"/>
            <p:cNvSpPr txBox="1"/>
            <p:nvPr/>
          </p:nvSpPr>
          <p:spPr>
            <a:xfrm>
              <a:off x="4766328" y="2139706"/>
              <a:ext cx="23043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Venus is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 the second planet 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from the Sun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753" name="Google Shape;753;p27"/>
          <p:cNvGrpSpPr/>
          <p:nvPr/>
        </p:nvGrpSpPr>
        <p:grpSpPr>
          <a:xfrm>
            <a:off x="4766328" y="3145494"/>
            <a:ext cx="2304300" cy="1097394"/>
            <a:chOff x="4766328" y="3145494"/>
            <a:chExt cx="2304300" cy="1097394"/>
          </a:xfrm>
        </p:grpSpPr>
        <p:sp>
          <p:nvSpPr>
            <p:cNvPr id="754" name="Google Shape;754;p27"/>
            <p:cNvSpPr txBox="1"/>
            <p:nvPr/>
          </p:nvSpPr>
          <p:spPr>
            <a:xfrm>
              <a:off x="4766328" y="3145493"/>
              <a:ext cx="2304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Mars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755" name="Google Shape;755;p27"/>
            <p:cNvSpPr txBox="1"/>
            <p:nvPr/>
          </p:nvSpPr>
          <p:spPr>
            <a:xfrm>
              <a:off x="4766328" y="3602687"/>
              <a:ext cx="23043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Despite being red, Mars is actually a very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cold place</a:t>
              </a:r>
              <a:endParaRPr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28"/>
          <p:cNvSpPr txBox="1">
            <a:spLocks noGrp="1"/>
          </p:cNvSpPr>
          <p:nvPr>
            <p:ph type="title"/>
          </p:nvPr>
        </p:nvSpPr>
        <p:spPr>
          <a:xfrm>
            <a:off x="713225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grpSp>
        <p:nvGrpSpPr>
          <p:cNvPr id="761" name="Google Shape;761;p28"/>
          <p:cNvGrpSpPr/>
          <p:nvPr/>
        </p:nvGrpSpPr>
        <p:grpSpPr>
          <a:xfrm>
            <a:off x="713107" y="3419856"/>
            <a:ext cx="1655700" cy="1004561"/>
            <a:chOff x="713107" y="3599546"/>
            <a:chExt cx="1655700" cy="1004561"/>
          </a:xfrm>
        </p:grpSpPr>
        <p:sp>
          <p:nvSpPr>
            <p:cNvPr id="762" name="Google Shape;762;p28"/>
            <p:cNvSpPr txBox="1"/>
            <p:nvPr/>
          </p:nvSpPr>
          <p:spPr>
            <a:xfrm>
              <a:off x="713107" y="3599546"/>
              <a:ext cx="1655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Venus</a:t>
              </a:r>
              <a:endParaRPr sz="16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763" name="Google Shape;763;p28"/>
            <p:cNvSpPr txBox="1"/>
            <p:nvPr/>
          </p:nvSpPr>
          <p:spPr>
            <a:xfrm>
              <a:off x="713107" y="3963907"/>
              <a:ext cx="16557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Venus has a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beautiful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 name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764" name="Google Shape;764;p28"/>
          <p:cNvGrpSpPr/>
          <p:nvPr/>
        </p:nvGrpSpPr>
        <p:grpSpPr>
          <a:xfrm>
            <a:off x="713093" y="2048256"/>
            <a:ext cx="3675900" cy="1188840"/>
            <a:chOff x="713093" y="2139696"/>
            <a:chExt cx="3675900" cy="1188840"/>
          </a:xfrm>
        </p:grpSpPr>
        <p:sp>
          <p:nvSpPr>
            <p:cNvPr id="765" name="Google Shape;765;p28"/>
            <p:cNvSpPr txBox="1"/>
            <p:nvPr/>
          </p:nvSpPr>
          <p:spPr>
            <a:xfrm>
              <a:off x="713093" y="2139696"/>
              <a:ext cx="3675900" cy="4572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Character A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766" name="Google Shape;766;p28"/>
            <p:cNvSpPr txBox="1"/>
            <p:nvPr/>
          </p:nvSpPr>
          <p:spPr>
            <a:xfrm>
              <a:off x="713093" y="2688336"/>
              <a:ext cx="36759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Mercury is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the closest planet to the Sun 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and the smallest of them all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767" name="Google Shape;767;p28"/>
          <p:cNvGrpSpPr/>
          <p:nvPr/>
        </p:nvGrpSpPr>
        <p:grpSpPr>
          <a:xfrm>
            <a:off x="2733282" y="3419856"/>
            <a:ext cx="1655700" cy="1004561"/>
            <a:chOff x="2733282" y="3599546"/>
            <a:chExt cx="1655700" cy="1004561"/>
          </a:xfrm>
        </p:grpSpPr>
        <p:sp>
          <p:nvSpPr>
            <p:cNvPr id="768" name="Google Shape;768;p28"/>
            <p:cNvSpPr txBox="1"/>
            <p:nvPr/>
          </p:nvSpPr>
          <p:spPr>
            <a:xfrm>
              <a:off x="2733282" y="3599546"/>
              <a:ext cx="1655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Earth</a:t>
              </a:r>
              <a:endParaRPr sz="16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769" name="Google Shape;769;p28"/>
            <p:cNvSpPr txBox="1"/>
            <p:nvPr/>
          </p:nvSpPr>
          <p:spPr>
            <a:xfrm>
              <a:off x="2733282" y="3963907"/>
              <a:ext cx="16557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All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humans 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live on this planet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cxnSp>
        <p:nvCxnSpPr>
          <p:cNvPr id="770" name="Google Shape;770;p28"/>
          <p:cNvCxnSpPr>
            <a:stCxn id="766" idx="2"/>
            <a:endCxn id="762" idx="0"/>
          </p:cNvCxnSpPr>
          <p:nvPr/>
        </p:nvCxnSpPr>
        <p:spPr>
          <a:xfrm rot="5400000">
            <a:off x="1954643" y="2823396"/>
            <a:ext cx="182700" cy="1010100"/>
          </a:xfrm>
          <a:prstGeom prst="bentConnector3">
            <a:avLst>
              <a:gd name="adj1" fmla="val 50016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1" name="Google Shape;771;p28"/>
          <p:cNvCxnSpPr>
            <a:stCxn id="766" idx="2"/>
            <a:endCxn id="768" idx="0"/>
          </p:cNvCxnSpPr>
          <p:nvPr/>
        </p:nvCxnSpPr>
        <p:spPr>
          <a:xfrm rot="-5400000" flipH="1">
            <a:off x="2964743" y="2823396"/>
            <a:ext cx="182700" cy="1010100"/>
          </a:xfrm>
          <a:prstGeom prst="bentConnector3">
            <a:avLst>
              <a:gd name="adj1" fmla="val 50016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72" name="Google Shape;772;p28"/>
          <p:cNvGrpSpPr/>
          <p:nvPr/>
        </p:nvGrpSpPr>
        <p:grpSpPr>
          <a:xfrm>
            <a:off x="4753457" y="3419856"/>
            <a:ext cx="1655700" cy="1004561"/>
            <a:chOff x="4753457" y="3599546"/>
            <a:chExt cx="1655700" cy="1004561"/>
          </a:xfrm>
        </p:grpSpPr>
        <p:sp>
          <p:nvSpPr>
            <p:cNvPr id="773" name="Google Shape;773;p28"/>
            <p:cNvSpPr txBox="1"/>
            <p:nvPr/>
          </p:nvSpPr>
          <p:spPr>
            <a:xfrm>
              <a:off x="4753457" y="3599546"/>
              <a:ext cx="1655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Jupiter</a:t>
              </a:r>
              <a:endParaRPr sz="16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774" name="Google Shape;774;p28"/>
            <p:cNvSpPr txBox="1"/>
            <p:nvPr/>
          </p:nvSpPr>
          <p:spPr>
            <a:xfrm>
              <a:off x="4753457" y="3963907"/>
              <a:ext cx="16557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Jupiter is the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biggest 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planet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775" name="Google Shape;775;p28"/>
          <p:cNvSpPr txBox="1"/>
          <p:nvPr/>
        </p:nvSpPr>
        <p:spPr>
          <a:xfrm>
            <a:off x="4753443" y="2048256"/>
            <a:ext cx="3675900" cy="457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Character B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76" name="Google Shape;776;p28"/>
          <p:cNvSpPr txBox="1"/>
          <p:nvPr/>
        </p:nvSpPr>
        <p:spPr>
          <a:xfrm>
            <a:off x="4753443" y="2596896"/>
            <a:ext cx="3675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Despite being red, Mars is actually a cold place. It’s full of</a:t>
            </a: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 iron oxide dust</a:t>
            </a:r>
            <a:endParaRPr b="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777" name="Google Shape;777;p28"/>
          <p:cNvGrpSpPr/>
          <p:nvPr/>
        </p:nvGrpSpPr>
        <p:grpSpPr>
          <a:xfrm>
            <a:off x="6773632" y="3419856"/>
            <a:ext cx="1655700" cy="1004561"/>
            <a:chOff x="6773632" y="3599546"/>
            <a:chExt cx="1655700" cy="1004561"/>
          </a:xfrm>
        </p:grpSpPr>
        <p:sp>
          <p:nvSpPr>
            <p:cNvPr id="778" name="Google Shape;778;p28"/>
            <p:cNvSpPr txBox="1"/>
            <p:nvPr/>
          </p:nvSpPr>
          <p:spPr>
            <a:xfrm>
              <a:off x="6773632" y="3599546"/>
              <a:ext cx="1655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Saturn</a:t>
              </a:r>
              <a:endParaRPr sz="16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779" name="Google Shape;779;p28"/>
            <p:cNvSpPr txBox="1"/>
            <p:nvPr/>
          </p:nvSpPr>
          <p:spPr>
            <a:xfrm>
              <a:off x="6773632" y="3963907"/>
              <a:ext cx="16557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Saturn has several beautiful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rings</a:t>
              </a:r>
              <a:endParaRPr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cxnSp>
        <p:nvCxnSpPr>
          <p:cNvPr id="780" name="Google Shape;780;p28"/>
          <p:cNvCxnSpPr>
            <a:stCxn id="776" idx="2"/>
            <a:endCxn id="773" idx="0"/>
          </p:cNvCxnSpPr>
          <p:nvPr/>
        </p:nvCxnSpPr>
        <p:spPr>
          <a:xfrm rot="5400000">
            <a:off x="5994993" y="2823396"/>
            <a:ext cx="182700" cy="1010100"/>
          </a:xfrm>
          <a:prstGeom prst="bentConnector3">
            <a:avLst>
              <a:gd name="adj1" fmla="val 50016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1" name="Google Shape;781;p28"/>
          <p:cNvCxnSpPr>
            <a:stCxn id="776" idx="2"/>
            <a:endCxn id="778" idx="0"/>
          </p:cNvCxnSpPr>
          <p:nvPr/>
        </p:nvCxnSpPr>
        <p:spPr>
          <a:xfrm rot="-5400000" flipH="1">
            <a:off x="7005093" y="2823396"/>
            <a:ext cx="182700" cy="1010100"/>
          </a:xfrm>
          <a:prstGeom prst="bentConnector3">
            <a:avLst>
              <a:gd name="adj1" fmla="val 50016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2" name="Google Shape;782;p28"/>
          <p:cNvCxnSpPr>
            <a:stCxn id="765" idx="3"/>
            <a:endCxn id="775" idx="1"/>
          </p:cNvCxnSpPr>
          <p:nvPr/>
        </p:nvCxnSpPr>
        <p:spPr>
          <a:xfrm>
            <a:off x="4388993" y="2276856"/>
            <a:ext cx="3645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83" name="Google Shape;783;p28"/>
          <p:cNvGrpSpPr/>
          <p:nvPr/>
        </p:nvGrpSpPr>
        <p:grpSpPr>
          <a:xfrm>
            <a:off x="6408520" y="1499657"/>
            <a:ext cx="365765" cy="365765"/>
            <a:chOff x="-52043575" y="3983125"/>
            <a:chExt cx="319000" cy="318500"/>
          </a:xfrm>
        </p:grpSpPr>
        <p:sp>
          <p:nvSpPr>
            <p:cNvPr id="784" name="Google Shape;784;p28"/>
            <p:cNvSpPr/>
            <p:nvPr/>
          </p:nvSpPr>
          <p:spPr>
            <a:xfrm>
              <a:off x="-52043575" y="3983200"/>
              <a:ext cx="55150" cy="105750"/>
            </a:xfrm>
            <a:custGeom>
              <a:avLst/>
              <a:gdLst/>
              <a:ahLst/>
              <a:cxnLst/>
              <a:rect l="l" t="t" r="r" b="b"/>
              <a:pathLst>
                <a:path w="2206" h="4230" extrusionOk="0">
                  <a:moveTo>
                    <a:pt x="367" y="0"/>
                  </a:moveTo>
                  <a:cubicBezTo>
                    <a:pt x="339" y="0"/>
                    <a:pt x="311" y="3"/>
                    <a:pt x="284" y="8"/>
                  </a:cubicBezTo>
                  <a:cubicBezTo>
                    <a:pt x="126" y="40"/>
                    <a:pt x="0" y="197"/>
                    <a:pt x="0" y="355"/>
                  </a:cubicBezTo>
                  <a:lnTo>
                    <a:pt x="0" y="1867"/>
                  </a:lnTo>
                  <a:cubicBezTo>
                    <a:pt x="0" y="2875"/>
                    <a:pt x="630" y="3789"/>
                    <a:pt x="1512" y="4230"/>
                  </a:cubicBezTo>
                  <a:cubicBezTo>
                    <a:pt x="1512" y="3285"/>
                    <a:pt x="1733" y="2371"/>
                    <a:pt x="2206" y="1583"/>
                  </a:cubicBezTo>
                  <a:cubicBezTo>
                    <a:pt x="1607" y="1237"/>
                    <a:pt x="1103" y="764"/>
                    <a:pt x="725" y="166"/>
                  </a:cubicBezTo>
                  <a:cubicBezTo>
                    <a:pt x="647" y="61"/>
                    <a:pt x="503" y="0"/>
                    <a:pt x="3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8"/>
            <p:cNvSpPr/>
            <p:nvPr/>
          </p:nvSpPr>
          <p:spPr>
            <a:xfrm>
              <a:off x="-51985300" y="3983400"/>
              <a:ext cx="204800" cy="129975"/>
            </a:xfrm>
            <a:custGeom>
              <a:avLst/>
              <a:gdLst/>
              <a:ahLst/>
              <a:cxnLst/>
              <a:rect l="l" t="t" r="r" b="b"/>
              <a:pathLst>
                <a:path w="8192" h="5199" extrusionOk="0">
                  <a:moveTo>
                    <a:pt x="3718" y="0"/>
                  </a:moveTo>
                  <a:lnTo>
                    <a:pt x="3718" y="4096"/>
                  </a:lnTo>
                  <a:cubicBezTo>
                    <a:pt x="3718" y="4285"/>
                    <a:pt x="3561" y="4442"/>
                    <a:pt x="3340" y="4442"/>
                  </a:cubicBezTo>
                  <a:lnTo>
                    <a:pt x="1" y="4442"/>
                  </a:lnTo>
                  <a:lnTo>
                    <a:pt x="1" y="5198"/>
                  </a:lnTo>
                  <a:lnTo>
                    <a:pt x="8192" y="5198"/>
                  </a:lnTo>
                  <a:lnTo>
                    <a:pt x="8192" y="4442"/>
                  </a:lnTo>
                  <a:lnTo>
                    <a:pt x="4852" y="4442"/>
                  </a:lnTo>
                  <a:cubicBezTo>
                    <a:pt x="4814" y="4452"/>
                    <a:pt x="4778" y="4456"/>
                    <a:pt x="4743" y="4456"/>
                  </a:cubicBezTo>
                  <a:cubicBezTo>
                    <a:pt x="4548" y="4456"/>
                    <a:pt x="4411" y="4314"/>
                    <a:pt x="4411" y="4127"/>
                  </a:cubicBezTo>
                  <a:lnTo>
                    <a:pt x="4411" y="32"/>
                  </a:lnTo>
                  <a:cubicBezTo>
                    <a:pt x="4285" y="32"/>
                    <a:pt x="4159" y="0"/>
                    <a:pt x="40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8"/>
            <p:cNvSpPr/>
            <p:nvPr/>
          </p:nvSpPr>
          <p:spPr>
            <a:xfrm>
              <a:off x="-51855350" y="3987325"/>
              <a:ext cx="74075" cy="89825"/>
            </a:xfrm>
            <a:custGeom>
              <a:avLst/>
              <a:gdLst/>
              <a:ahLst/>
              <a:cxnLst/>
              <a:rect l="l" t="t" r="r" b="b"/>
              <a:pathLst>
                <a:path w="2963" h="3593" extrusionOk="0">
                  <a:moveTo>
                    <a:pt x="1" y="1"/>
                  </a:moveTo>
                  <a:lnTo>
                    <a:pt x="1" y="3592"/>
                  </a:lnTo>
                  <a:lnTo>
                    <a:pt x="2962" y="3592"/>
                  </a:lnTo>
                  <a:cubicBezTo>
                    <a:pt x="2836" y="2647"/>
                    <a:pt x="2427" y="1733"/>
                    <a:pt x="1765" y="1009"/>
                  </a:cubicBezTo>
                  <a:cubicBezTo>
                    <a:pt x="1261" y="505"/>
                    <a:pt x="663" y="19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8"/>
            <p:cNvSpPr/>
            <p:nvPr/>
          </p:nvSpPr>
          <p:spPr>
            <a:xfrm>
              <a:off x="-51985300" y="3987325"/>
              <a:ext cx="74050" cy="89825"/>
            </a:xfrm>
            <a:custGeom>
              <a:avLst/>
              <a:gdLst/>
              <a:ahLst/>
              <a:cxnLst/>
              <a:rect l="l" t="t" r="r" b="b"/>
              <a:pathLst>
                <a:path w="2962" h="3593" extrusionOk="0">
                  <a:moveTo>
                    <a:pt x="2962" y="1"/>
                  </a:moveTo>
                  <a:cubicBezTo>
                    <a:pt x="1324" y="473"/>
                    <a:pt x="158" y="1891"/>
                    <a:pt x="1" y="3592"/>
                  </a:cubicBezTo>
                  <a:lnTo>
                    <a:pt x="2962" y="3592"/>
                  </a:lnTo>
                  <a:lnTo>
                    <a:pt x="29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8"/>
            <p:cNvSpPr/>
            <p:nvPr/>
          </p:nvSpPr>
          <p:spPr>
            <a:xfrm>
              <a:off x="-51985300" y="4190350"/>
              <a:ext cx="204800" cy="111275"/>
            </a:xfrm>
            <a:custGeom>
              <a:avLst/>
              <a:gdLst/>
              <a:ahLst/>
              <a:cxnLst/>
              <a:rect l="l" t="t" r="r" b="b"/>
              <a:pathLst>
                <a:path w="8192" h="4451" extrusionOk="0">
                  <a:moveTo>
                    <a:pt x="5069" y="1024"/>
                  </a:moveTo>
                  <a:cubicBezTo>
                    <a:pt x="5167" y="1024"/>
                    <a:pt x="5262" y="1063"/>
                    <a:pt x="5325" y="1142"/>
                  </a:cubicBezTo>
                  <a:cubicBezTo>
                    <a:pt x="5514" y="1268"/>
                    <a:pt x="5514" y="1489"/>
                    <a:pt x="5356" y="1646"/>
                  </a:cubicBezTo>
                  <a:cubicBezTo>
                    <a:pt x="5010" y="1993"/>
                    <a:pt x="4537" y="2213"/>
                    <a:pt x="4002" y="2213"/>
                  </a:cubicBezTo>
                  <a:cubicBezTo>
                    <a:pt x="3498" y="2213"/>
                    <a:pt x="3025" y="1993"/>
                    <a:pt x="2710" y="1646"/>
                  </a:cubicBezTo>
                  <a:cubicBezTo>
                    <a:pt x="2552" y="1489"/>
                    <a:pt x="2552" y="1268"/>
                    <a:pt x="2710" y="1142"/>
                  </a:cubicBezTo>
                  <a:cubicBezTo>
                    <a:pt x="2789" y="1063"/>
                    <a:pt x="2891" y="1024"/>
                    <a:pt x="2986" y="1024"/>
                  </a:cubicBezTo>
                  <a:cubicBezTo>
                    <a:pt x="3080" y="1024"/>
                    <a:pt x="3167" y="1063"/>
                    <a:pt x="3214" y="1142"/>
                  </a:cubicBezTo>
                  <a:cubicBezTo>
                    <a:pt x="3435" y="1363"/>
                    <a:pt x="3726" y="1473"/>
                    <a:pt x="4014" y="1473"/>
                  </a:cubicBezTo>
                  <a:cubicBezTo>
                    <a:pt x="4301" y="1473"/>
                    <a:pt x="4585" y="1363"/>
                    <a:pt x="4789" y="1142"/>
                  </a:cubicBezTo>
                  <a:cubicBezTo>
                    <a:pt x="4868" y="1063"/>
                    <a:pt x="4971" y="1024"/>
                    <a:pt x="5069" y="1024"/>
                  </a:cubicBezTo>
                  <a:close/>
                  <a:moveTo>
                    <a:pt x="4080" y="0"/>
                  </a:moveTo>
                  <a:cubicBezTo>
                    <a:pt x="3372" y="0"/>
                    <a:pt x="2663" y="213"/>
                    <a:pt x="2048" y="638"/>
                  </a:cubicBezTo>
                  <a:cubicBezTo>
                    <a:pt x="1954" y="669"/>
                    <a:pt x="1922" y="701"/>
                    <a:pt x="1859" y="701"/>
                  </a:cubicBezTo>
                  <a:lnTo>
                    <a:pt x="1" y="701"/>
                  </a:lnTo>
                  <a:cubicBezTo>
                    <a:pt x="190" y="2780"/>
                    <a:pt x="1922" y="4450"/>
                    <a:pt x="4096" y="4450"/>
                  </a:cubicBezTo>
                  <a:cubicBezTo>
                    <a:pt x="6207" y="4450"/>
                    <a:pt x="8003" y="2780"/>
                    <a:pt x="8192" y="701"/>
                  </a:cubicBezTo>
                  <a:lnTo>
                    <a:pt x="6333" y="701"/>
                  </a:lnTo>
                  <a:cubicBezTo>
                    <a:pt x="6207" y="701"/>
                    <a:pt x="6144" y="701"/>
                    <a:pt x="6113" y="638"/>
                  </a:cubicBezTo>
                  <a:cubicBezTo>
                    <a:pt x="5498" y="213"/>
                    <a:pt x="4789" y="0"/>
                    <a:pt x="40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8"/>
            <p:cNvSpPr/>
            <p:nvPr/>
          </p:nvSpPr>
          <p:spPr>
            <a:xfrm>
              <a:off x="-51985300" y="4133050"/>
              <a:ext cx="204800" cy="55925"/>
            </a:xfrm>
            <a:custGeom>
              <a:avLst/>
              <a:gdLst/>
              <a:ahLst/>
              <a:cxnLst/>
              <a:rect l="l" t="t" r="r" b="b"/>
              <a:pathLst>
                <a:path w="8192" h="2237" extrusionOk="0">
                  <a:moveTo>
                    <a:pt x="2552" y="756"/>
                  </a:moveTo>
                  <a:cubicBezTo>
                    <a:pt x="2742" y="756"/>
                    <a:pt x="2899" y="914"/>
                    <a:pt x="2899" y="1103"/>
                  </a:cubicBezTo>
                  <a:cubicBezTo>
                    <a:pt x="2899" y="1292"/>
                    <a:pt x="2742" y="1449"/>
                    <a:pt x="2552" y="1449"/>
                  </a:cubicBezTo>
                  <a:cubicBezTo>
                    <a:pt x="2363" y="1449"/>
                    <a:pt x="2206" y="1292"/>
                    <a:pt x="2206" y="1103"/>
                  </a:cubicBezTo>
                  <a:cubicBezTo>
                    <a:pt x="2206" y="914"/>
                    <a:pt x="2363" y="756"/>
                    <a:pt x="2552" y="756"/>
                  </a:cubicBezTo>
                  <a:close/>
                  <a:moveTo>
                    <a:pt x="5545" y="756"/>
                  </a:moveTo>
                  <a:cubicBezTo>
                    <a:pt x="5734" y="756"/>
                    <a:pt x="5892" y="914"/>
                    <a:pt x="5892" y="1103"/>
                  </a:cubicBezTo>
                  <a:cubicBezTo>
                    <a:pt x="5892" y="1292"/>
                    <a:pt x="5734" y="1449"/>
                    <a:pt x="5545" y="1449"/>
                  </a:cubicBezTo>
                  <a:cubicBezTo>
                    <a:pt x="5356" y="1449"/>
                    <a:pt x="5199" y="1292"/>
                    <a:pt x="5199" y="1103"/>
                  </a:cubicBezTo>
                  <a:cubicBezTo>
                    <a:pt x="5167" y="914"/>
                    <a:pt x="5356" y="756"/>
                    <a:pt x="5545" y="756"/>
                  </a:cubicBezTo>
                  <a:close/>
                  <a:moveTo>
                    <a:pt x="1" y="0"/>
                  </a:moveTo>
                  <a:lnTo>
                    <a:pt x="1" y="2237"/>
                  </a:lnTo>
                  <a:lnTo>
                    <a:pt x="1733" y="2237"/>
                  </a:lnTo>
                  <a:cubicBezTo>
                    <a:pt x="2458" y="1796"/>
                    <a:pt x="3277" y="1575"/>
                    <a:pt x="4092" y="1575"/>
                  </a:cubicBezTo>
                  <a:cubicBezTo>
                    <a:pt x="4907" y="1575"/>
                    <a:pt x="5719" y="1796"/>
                    <a:pt x="6428" y="2237"/>
                  </a:cubicBezTo>
                  <a:lnTo>
                    <a:pt x="8192" y="2237"/>
                  </a:lnTo>
                  <a:lnTo>
                    <a:pt x="81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8"/>
            <p:cNvSpPr/>
            <p:nvPr/>
          </p:nvSpPr>
          <p:spPr>
            <a:xfrm>
              <a:off x="-51780525" y="3983125"/>
              <a:ext cx="55950" cy="105825"/>
            </a:xfrm>
            <a:custGeom>
              <a:avLst/>
              <a:gdLst/>
              <a:ahLst/>
              <a:cxnLst/>
              <a:rect l="l" t="t" r="r" b="b"/>
              <a:pathLst>
                <a:path w="2238" h="4233" extrusionOk="0">
                  <a:moveTo>
                    <a:pt x="1849" y="0"/>
                  </a:moveTo>
                  <a:cubicBezTo>
                    <a:pt x="1729" y="0"/>
                    <a:pt x="1618" y="47"/>
                    <a:pt x="1545" y="169"/>
                  </a:cubicBezTo>
                  <a:cubicBezTo>
                    <a:pt x="1135" y="767"/>
                    <a:pt x="631" y="1240"/>
                    <a:pt x="1" y="1586"/>
                  </a:cubicBezTo>
                  <a:cubicBezTo>
                    <a:pt x="473" y="2374"/>
                    <a:pt x="694" y="3288"/>
                    <a:pt x="694" y="4233"/>
                  </a:cubicBezTo>
                  <a:cubicBezTo>
                    <a:pt x="1576" y="3792"/>
                    <a:pt x="2206" y="2910"/>
                    <a:pt x="2206" y="1870"/>
                  </a:cubicBezTo>
                  <a:lnTo>
                    <a:pt x="2206" y="358"/>
                  </a:lnTo>
                  <a:cubicBezTo>
                    <a:pt x="2238" y="200"/>
                    <a:pt x="2112" y="106"/>
                    <a:pt x="1954" y="11"/>
                  </a:cubicBezTo>
                  <a:cubicBezTo>
                    <a:pt x="1919" y="4"/>
                    <a:pt x="1883" y="0"/>
                    <a:pt x="18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8"/>
            <p:cNvSpPr/>
            <p:nvPr/>
          </p:nvSpPr>
          <p:spPr>
            <a:xfrm>
              <a:off x="-52023900" y="4139350"/>
              <a:ext cx="18925" cy="63800"/>
            </a:xfrm>
            <a:custGeom>
              <a:avLst/>
              <a:gdLst/>
              <a:ahLst/>
              <a:cxnLst/>
              <a:rect l="l" t="t" r="r" b="b"/>
              <a:pathLst>
                <a:path w="757" h="2552" extrusionOk="0">
                  <a:moveTo>
                    <a:pt x="757" y="0"/>
                  </a:moveTo>
                  <a:cubicBezTo>
                    <a:pt x="316" y="221"/>
                    <a:pt x="1" y="693"/>
                    <a:pt x="1" y="1260"/>
                  </a:cubicBezTo>
                  <a:cubicBezTo>
                    <a:pt x="1" y="1796"/>
                    <a:pt x="316" y="2268"/>
                    <a:pt x="757" y="2552"/>
                  </a:cubicBezTo>
                  <a:lnTo>
                    <a:pt x="7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8"/>
            <p:cNvSpPr/>
            <p:nvPr/>
          </p:nvSpPr>
          <p:spPr>
            <a:xfrm>
              <a:off x="-51763200" y="4139350"/>
              <a:ext cx="18925" cy="63800"/>
            </a:xfrm>
            <a:custGeom>
              <a:avLst/>
              <a:gdLst/>
              <a:ahLst/>
              <a:cxnLst/>
              <a:rect l="l" t="t" r="r" b="b"/>
              <a:pathLst>
                <a:path w="757" h="2552" extrusionOk="0">
                  <a:moveTo>
                    <a:pt x="1" y="0"/>
                  </a:moveTo>
                  <a:lnTo>
                    <a:pt x="1" y="2552"/>
                  </a:lnTo>
                  <a:cubicBezTo>
                    <a:pt x="442" y="2268"/>
                    <a:pt x="757" y="1796"/>
                    <a:pt x="757" y="1260"/>
                  </a:cubicBezTo>
                  <a:cubicBezTo>
                    <a:pt x="757" y="693"/>
                    <a:pt x="442" y="221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3" name="Google Shape;793;p28"/>
          <p:cNvGrpSpPr/>
          <p:nvPr/>
        </p:nvGrpSpPr>
        <p:grpSpPr>
          <a:xfrm>
            <a:off x="2393769" y="1499613"/>
            <a:ext cx="314550" cy="365762"/>
            <a:chOff x="-51623775" y="3584850"/>
            <a:chExt cx="279625" cy="319025"/>
          </a:xfrm>
        </p:grpSpPr>
        <p:sp>
          <p:nvSpPr>
            <p:cNvPr id="794" name="Google Shape;794;p28"/>
            <p:cNvSpPr/>
            <p:nvPr/>
          </p:nvSpPr>
          <p:spPr>
            <a:xfrm>
              <a:off x="-51497750" y="3832175"/>
              <a:ext cx="26000" cy="13200"/>
            </a:xfrm>
            <a:custGeom>
              <a:avLst/>
              <a:gdLst/>
              <a:ahLst/>
              <a:cxnLst/>
              <a:rect l="l" t="t" r="r" b="b"/>
              <a:pathLst>
                <a:path w="1040" h="528" extrusionOk="0">
                  <a:moveTo>
                    <a:pt x="504" y="0"/>
                  </a:moveTo>
                  <a:cubicBezTo>
                    <a:pt x="378" y="189"/>
                    <a:pt x="252" y="252"/>
                    <a:pt x="0" y="410"/>
                  </a:cubicBezTo>
                  <a:cubicBezTo>
                    <a:pt x="158" y="489"/>
                    <a:pt x="339" y="528"/>
                    <a:pt x="520" y="528"/>
                  </a:cubicBezTo>
                  <a:cubicBezTo>
                    <a:pt x="701" y="528"/>
                    <a:pt x="882" y="489"/>
                    <a:pt x="1040" y="410"/>
                  </a:cubicBezTo>
                  <a:cubicBezTo>
                    <a:pt x="788" y="252"/>
                    <a:pt x="693" y="158"/>
                    <a:pt x="5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8"/>
            <p:cNvSpPr/>
            <p:nvPr/>
          </p:nvSpPr>
          <p:spPr>
            <a:xfrm>
              <a:off x="-51574150" y="3809300"/>
              <a:ext cx="78000" cy="26550"/>
            </a:xfrm>
            <a:custGeom>
              <a:avLst/>
              <a:gdLst/>
              <a:ahLst/>
              <a:cxnLst/>
              <a:rect l="l" t="t" r="r" b="b"/>
              <a:pathLst>
                <a:path w="3120" h="1062" extrusionOk="0">
                  <a:moveTo>
                    <a:pt x="2547" y="1"/>
                  </a:moveTo>
                  <a:cubicBezTo>
                    <a:pt x="2380" y="1"/>
                    <a:pt x="2203" y="61"/>
                    <a:pt x="2048" y="191"/>
                  </a:cubicBezTo>
                  <a:cubicBezTo>
                    <a:pt x="1784" y="477"/>
                    <a:pt x="1443" y="609"/>
                    <a:pt x="1078" y="609"/>
                  </a:cubicBezTo>
                  <a:cubicBezTo>
                    <a:pt x="921" y="609"/>
                    <a:pt x="760" y="585"/>
                    <a:pt x="599" y="537"/>
                  </a:cubicBezTo>
                  <a:lnTo>
                    <a:pt x="0" y="348"/>
                  </a:lnTo>
                  <a:lnTo>
                    <a:pt x="0" y="348"/>
                  </a:lnTo>
                  <a:cubicBezTo>
                    <a:pt x="401" y="819"/>
                    <a:pt x="977" y="1061"/>
                    <a:pt x="1572" y="1061"/>
                  </a:cubicBezTo>
                  <a:cubicBezTo>
                    <a:pt x="1773" y="1061"/>
                    <a:pt x="1975" y="1034"/>
                    <a:pt x="2174" y="978"/>
                  </a:cubicBezTo>
                  <a:cubicBezTo>
                    <a:pt x="2615" y="821"/>
                    <a:pt x="2804" y="632"/>
                    <a:pt x="3119" y="348"/>
                  </a:cubicBezTo>
                  <a:cubicBezTo>
                    <a:pt x="3008" y="125"/>
                    <a:pt x="2787" y="1"/>
                    <a:pt x="25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8"/>
            <p:cNvSpPr/>
            <p:nvPr/>
          </p:nvSpPr>
          <p:spPr>
            <a:xfrm>
              <a:off x="-51579675" y="3837675"/>
              <a:ext cx="190625" cy="66200"/>
            </a:xfrm>
            <a:custGeom>
              <a:avLst/>
              <a:gdLst/>
              <a:ahLst/>
              <a:cxnLst/>
              <a:rect l="l" t="t" r="r" b="b"/>
              <a:pathLst>
                <a:path w="7625" h="2648" extrusionOk="0">
                  <a:moveTo>
                    <a:pt x="7625" y="1"/>
                  </a:moveTo>
                  <a:lnTo>
                    <a:pt x="7625" y="1"/>
                  </a:lnTo>
                  <a:cubicBezTo>
                    <a:pt x="7121" y="442"/>
                    <a:pt x="6491" y="662"/>
                    <a:pt x="5829" y="662"/>
                  </a:cubicBezTo>
                  <a:cubicBezTo>
                    <a:pt x="5577" y="662"/>
                    <a:pt x="5356" y="631"/>
                    <a:pt x="5104" y="568"/>
                  </a:cubicBezTo>
                  <a:cubicBezTo>
                    <a:pt x="4758" y="914"/>
                    <a:pt x="4285" y="1103"/>
                    <a:pt x="3813" y="1103"/>
                  </a:cubicBezTo>
                  <a:cubicBezTo>
                    <a:pt x="3340" y="1103"/>
                    <a:pt x="2868" y="914"/>
                    <a:pt x="2521" y="568"/>
                  </a:cubicBezTo>
                  <a:cubicBezTo>
                    <a:pt x="2269" y="631"/>
                    <a:pt x="2048" y="662"/>
                    <a:pt x="1796" y="662"/>
                  </a:cubicBezTo>
                  <a:cubicBezTo>
                    <a:pt x="1135" y="662"/>
                    <a:pt x="505" y="442"/>
                    <a:pt x="1" y="1"/>
                  </a:cubicBezTo>
                  <a:lnTo>
                    <a:pt x="1" y="1"/>
                  </a:lnTo>
                  <a:cubicBezTo>
                    <a:pt x="599" y="1576"/>
                    <a:pt x="2111" y="2647"/>
                    <a:pt x="3813" y="2647"/>
                  </a:cubicBezTo>
                  <a:cubicBezTo>
                    <a:pt x="5514" y="2647"/>
                    <a:pt x="7058" y="1576"/>
                    <a:pt x="76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8"/>
            <p:cNvSpPr/>
            <p:nvPr/>
          </p:nvSpPr>
          <p:spPr>
            <a:xfrm>
              <a:off x="-51473350" y="3809250"/>
              <a:ext cx="78000" cy="26500"/>
            </a:xfrm>
            <a:custGeom>
              <a:avLst/>
              <a:gdLst/>
              <a:ahLst/>
              <a:cxnLst/>
              <a:rect l="l" t="t" r="r" b="b"/>
              <a:pathLst>
                <a:path w="3120" h="1060" extrusionOk="0">
                  <a:moveTo>
                    <a:pt x="600" y="1"/>
                  </a:moveTo>
                  <a:cubicBezTo>
                    <a:pt x="364" y="1"/>
                    <a:pt x="129" y="117"/>
                    <a:pt x="1" y="319"/>
                  </a:cubicBezTo>
                  <a:cubicBezTo>
                    <a:pt x="284" y="602"/>
                    <a:pt x="505" y="823"/>
                    <a:pt x="946" y="949"/>
                  </a:cubicBezTo>
                  <a:cubicBezTo>
                    <a:pt x="1155" y="1024"/>
                    <a:pt x="1369" y="1059"/>
                    <a:pt x="1580" y="1059"/>
                  </a:cubicBezTo>
                  <a:cubicBezTo>
                    <a:pt x="2163" y="1059"/>
                    <a:pt x="2727" y="790"/>
                    <a:pt x="3120" y="350"/>
                  </a:cubicBezTo>
                  <a:lnTo>
                    <a:pt x="3120" y="350"/>
                  </a:lnTo>
                  <a:lnTo>
                    <a:pt x="2521" y="539"/>
                  </a:lnTo>
                  <a:cubicBezTo>
                    <a:pt x="2369" y="587"/>
                    <a:pt x="2212" y="611"/>
                    <a:pt x="2056" y="611"/>
                  </a:cubicBezTo>
                  <a:cubicBezTo>
                    <a:pt x="1693" y="611"/>
                    <a:pt x="1336" y="479"/>
                    <a:pt x="1072" y="193"/>
                  </a:cubicBezTo>
                  <a:cubicBezTo>
                    <a:pt x="940" y="61"/>
                    <a:pt x="770" y="1"/>
                    <a:pt x="6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8"/>
            <p:cNvSpPr/>
            <p:nvPr/>
          </p:nvSpPr>
          <p:spPr>
            <a:xfrm>
              <a:off x="-51598575" y="3584850"/>
              <a:ext cx="226850" cy="111875"/>
            </a:xfrm>
            <a:custGeom>
              <a:avLst/>
              <a:gdLst/>
              <a:ahLst/>
              <a:cxnLst/>
              <a:rect l="l" t="t" r="r" b="b"/>
              <a:pathLst>
                <a:path w="9074" h="4475" extrusionOk="0">
                  <a:moveTo>
                    <a:pt x="757" y="1"/>
                  </a:moveTo>
                  <a:cubicBezTo>
                    <a:pt x="379" y="1"/>
                    <a:pt x="1" y="347"/>
                    <a:pt x="1" y="725"/>
                  </a:cubicBezTo>
                  <a:cubicBezTo>
                    <a:pt x="1" y="1009"/>
                    <a:pt x="158" y="1261"/>
                    <a:pt x="379" y="1355"/>
                  </a:cubicBezTo>
                  <a:lnTo>
                    <a:pt x="379" y="4474"/>
                  </a:lnTo>
                  <a:lnTo>
                    <a:pt x="3561" y="4474"/>
                  </a:lnTo>
                  <a:lnTo>
                    <a:pt x="3120" y="4033"/>
                  </a:lnTo>
                  <a:cubicBezTo>
                    <a:pt x="2962" y="3876"/>
                    <a:pt x="2962" y="3655"/>
                    <a:pt x="3120" y="3529"/>
                  </a:cubicBezTo>
                  <a:lnTo>
                    <a:pt x="4191" y="2458"/>
                  </a:lnTo>
                  <a:cubicBezTo>
                    <a:pt x="4269" y="2379"/>
                    <a:pt x="4364" y="2340"/>
                    <a:pt x="4455" y="2340"/>
                  </a:cubicBezTo>
                  <a:cubicBezTo>
                    <a:pt x="4545" y="2340"/>
                    <a:pt x="4632" y="2379"/>
                    <a:pt x="4695" y="2458"/>
                  </a:cubicBezTo>
                  <a:lnTo>
                    <a:pt x="5766" y="3529"/>
                  </a:lnTo>
                  <a:cubicBezTo>
                    <a:pt x="5923" y="3687"/>
                    <a:pt x="5923" y="3939"/>
                    <a:pt x="5766" y="4033"/>
                  </a:cubicBezTo>
                  <a:lnTo>
                    <a:pt x="5325" y="4474"/>
                  </a:lnTo>
                  <a:lnTo>
                    <a:pt x="8507" y="4474"/>
                  </a:lnTo>
                  <a:lnTo>
                    <a:pt x="8507" y="1355"/>
                  </a:lnTo>
                  <a:cubicBezTo>
                    <a:pt x="8759" y="1261"/>
                    <a:pt x="8885" y="1009"/>
                    <a:pt x="8885" y="725"/>
                  </a:cubicBezTo>
                  <a:cubicBezTo>
                    <a:pt x="9074" y="347"/>
                    <a:pt x="8696" y="1"/>
                    <a:pt x="8318" y="1"/>
                  </a:cubicBezTo>
                  <a:cubicBezTo>
                    <a:pt x="7908" y="1"/>
                    <a:pt x="7562" y="347"/>
                    <a:pt x="7562" y="725"/>
                  </a:cubicBezTo>
                  <a:cubicBezTo>
                    <a:pt x="7562" y="883"/>
                    <a:pt x="7625" y="1009"/>
                    <a:pt x="7688" y="1135"/>
                  </a:cubicBezTo>
                  <a:lnTo>
                    <a:pt x="6428" y="2143"/>
                  </a:lnTo>
                  <a:lnTo>
                    <a:pt x="5167" y="1135"/>
                  </a:lnTo>
                  <a:cubicBezTo>
                    <a:pt x="5262" y="1009"/>
                    <a:pt x="5293" y="883"/>
                    <a:pt x="5293" y="725"/>
                  </a:cubicBezTo>
                  <a:cubicBezTo>
                    <a:pt x="5293" y="347"/>
                    <a:pt x="4947" y="1"/>
                    <a:pt x="4537" y="1"/>
                  </a:cubicBezTo>
                  <a:cubicBezTo>
                    <a:pt x="4159" y="1"/>
                    <a:pt x="3781" y="347"/>
                    <a:pt x="3781" y="725"/>
                  </a:cubicBezTo>
                  <a:cubicBezTo>
                    <a:pt x="3781" y="883"/>
                    <a:pt x="3844" y="1009"/>
                    <a:pt x="3907" y="1135"/>
                  </a:cubicBezTo>
                  <a:lnTo>
                    <a:pt x="2647" y="2143"/>
                  </a:lnTo>
                  <a:lnTo>
                    <a:pt x="1387" y="1135"/>
                  </a:lnTo>
                  <a:cubicBezTo>
                    <a:pt x="1481" y="1009"/>
                    <a:pt x="1513" y="883"/>
                    <a:pt x="1513" y="725"/>
                  </a:cubicBezTo>
                  <a:cubicBezTo>
                    <a:pt x="1513" y="347"/>
                    <a:pt x="1166" y="1"/>
                    <a:pt x="7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8"/>
            <p:cNvSpPr/>
            <p:nvPr/>
          </p:nvSpPr>
          <p:spPr>
            <a:xfrm>
              <a:off x="-51623775" y="3703775"/>
              <a:ext cx="18125" cy="63825"/>
            </a:xfrm>
            <a:custGeom>
              <a:avLst/>
              <a:gdLst/>
              <a:ahLst/>
              <a:cxnLst/>
              <a:rect l="l" t="t" r="r" b="b"/>
              <a:pathLst>
                <a:path w="725" h="2553" extrusionOk="0">
                  <a:moveTo>
                    <a:pt x="725" y="1"/>
                  </a:moveTo>
                  <a:cubicBezTo>
                    <a:pt x="252" y="190"/>
                    <a:pt x="0" y="726"/>
                    <a:pt x="0" y="1261"/>
                  </a:cubicBezTo>
                  <a:cubicBezTo>
                    <a:pt x="0" y="1797"/>
                    <a:pt x="315" y="2301"/>
                    <a:pt x="725" y="2553"/>
                  </a:cubicBezTo>
                  <a:lnTo>
                    <a:pt x="7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8"/>
            <p:cNvSpPr/>
            <p:nvPr/>
          </p:nvSpPr>
          <p:spPr>
            <a:xfrm>
              <a:off x="-51363075" y="370300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1" y="0"/>
                  </a:moveTo>
                  <a:lnTo>
                    <a:pt x="1" y="2552"/>
                  </a:lnTo>
                  <a:cubicBezTo>
                    <a:pt x="442" y="2269"/>
                    <a:pt x="757" y="1796"/>
                    <a:pt x="757" y="1261"/>
                  </a:cubicBezTo>
                  <a:cubicBezTo>
                    <a:pt x="757" y="757"/>
                    <a:pt x="442" y="221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8"/>
            <p:cNvSpPr/>
            <p:nvPr/>
          </p:nvSpPr>
          <p:spPr>
            <a:xfrm>
              <a:off x="-51586750" y="3716375"/>
              <a:ext cx="207150" cy="89775"/>
            </a:xfrm>
            <a:custGeom>
              <a:avLst/>
              <a:gdLst/>
              <a:ahLst/>
              <a:cxnLst/>
              <a:rect l="l" t="t" r="r" b="b"/>
              <a:pathLst>
                <a:path w="8286" h="3591" extrusionOk="0">
                  <a:moveTo>
                    <a:pt x="2615" y="757"/>
                  </a:moveTo>
                  <a:cubicBezTo>
                    <a:pt x="2804" y="757"/>
                    <a:pt x="2962" y="915"/>
                    <a:pt x="2962" y="1104"/>
                  </a:cubicBezTo>
                  <a:cubicBezTo>
                    <a:pt x="2962" y="1293"/>
                    <a:pt x="2804" y="1450"/>
                    <a:pt x="2615" y="1450"/>
                  </a:cubicBezTo>
                  <a:cubicBezTo>
                    <a:pt x="2394" y="1450"/>
                    <a:pt x="2237" y="1293"/>
                    <a:pt x="2237" y="1104"/>
                  </a:cubicBezTo>
                  <a:cubicBezTo>
                    <a:pt x="2237" y="915"/>
                    <a:pt x="2394" y="757"/>
                    <a:pt x="2615" y="757"/>
                  </a:cubicBezTo>
                  <a:close/>
                  <a:moveTo>
                    <a:pt x="5608" y="757"/>
                  </a:moveTo>
                  <a:cubicBezTo>
                    <a:pt x="5797" y="757"/>
                    <a:pt x="5955" y="915"/>
                    <a:pt x="5955" y="1104"/>
                  </a:cubicBezTo>
                  <a:cubicBezTo>
                    <a:pt x="5955" y="1293"/>
                    <a:pt x="5797" y="1450"/>
                    <a:pt x="5608" y="1450"/>
                  </a:cubicBezTo>
                  <a:cubicBezTo>
                    <a:pt x="5387" y="1450"/>
                    <a:pt x="5230" y="1293"/>
                    <a:pt x="5230" y="1104"/>
                  </a:cubicBezTo>
                  <a:cubicBezTo>
                    <a:pt x="5198" y="915"/>
                    <a:pt x="5387" y="757"/>
                    <a:pt x="5608" y="757"/>
                  </a:cubicBezTo>
                  <a:close/>
                  <a:moveTo>
                    <a:pt x="95" y="1"/>
                  </a:moveTo>
                  <a:lnTo>
                    <a:pt x="95" y="3088"/>
                  </a:lnTo>
                  <a:lnTo>
                    <a:pt x="0" y="3088"/>
                  </a:lnTo>
                  <a:lnTo>
                    <a:pt x="1386" y="3561"/>
                  </a:lnTo>
                  <a:cubicBezTo>
                    <a:pt x="1451" y="3577"/>
                    <a:pt x="1517" y="3585"/>
                    <a:pt x="1581" y="3585"/>
                  </a:cubicBezTo>
                  <a:cubicBezTo>
                    <a:pt x="1764" y="3585"/>
                    <a:pt x="1939" y="3520"/>
                    <a:pt x="2079" y="3404"/>
                  </a:cubicBezTo>
                  <a:cubicBezTo>
                    <a:pt x="2371" y="3112"/>
                    <a:pt x="2737" y="2970"/>
                    <a:pt x="3098" y="2970"/>
                  </a:cubicBezTo>
                  <a:cubicBezTo>
                    <a:pt x="3478" y="2970"/>
                    <a:pt x="3852" y="3128"/>
                    <a:pt x="4127" y="3435"/>
                  </a:cubicBezTo>
                  <a:cubicBezTo>
                    <a:pt x="4415" y="3132"/>
                    <a:pt x="4791" y="2982"/>
                    <a:pt x="5166" y="2982"/>
                  </a:cubicBezTo>
                  <a:cubicBezTo>
                    <a:pt x="5531" y="2982"/>
                    <a:pt x="5895" y="3124"/>
                    <a:pt x="6175" y="3404"/>
                  </a:cubicBezTo>
                  <a:cubicBezTo>
                    <a:pt x="6329" y="3535"/>
                    <a:pt x="6483" y="3591"/>
                    <a:pt x="6658" y="3591"/>
                  </a:cubicBezTo>
                  <a:cubicBezTo>
                    <a:pt x="6734" y="3591"/>
                    <a:pt x="6814" y="3580"/>
                    <a:pt x="6900" y="3561"/>
                  </a:cubicBezTo>
                  <a:lnTo>
                    <a:pt x="8286" y="3088"/>
                  </a:lnTo>
                  <a:lnTo>
                    <a:pt x="82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8"/>
            <p:cNvSpPr/>
            <p:nvPr/>
          </p:nvSpPr>
          <p:spPr>
            <a:xfrm>
              <a:off x="-51497750" y="3666775"/>
              <a:ext cx="26000" cy="26800"/>
            </a:xfrm>
            <a:custGeom>
              <a:avLst/>
              <a:gdLst/>
              <a:ahLst/>
              <a:cxnLst/>
              <a:rect l="l" t="t" r="r" b="b"/>
              <a:pathLst>
                <a:path w="1040" h="1072" extrusionOk="0">
                  <a:moveTo>
                    <a:pt x="536" y="0"/>
                  </a:moveTo>
                  <a:lnTo>
                    <a:pt x="0" y="536"/>
                  </a:lnTo>
                  <a:lnTo>
                    <a:pt x="536" y="1071"/>
                  </a:lnTo>
                  <a:lnTo>
                    <a:pt x="1040" y="536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29"/>
          <p:cNvSpPr txBox="1">
            <a:spLocks noGrp="1"/>
          </p:cNvSpPr>
          <p:nvPr>
            <p:ph type="title"/>
          </p:nvPr>
        </p:nvSpPr>
        <p:spPr>
          <a:xfrm>
            <a:off x="713225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grpSp>
        <p:nvGrpSpPr>
          <p:cNvPr id="808" name="Google Shape;808;p29"/>
          <p:cNvGrpSpPr/>
          <p:nvPr/>
        </p:nvGrpSpPr>
        <p:grpSpPr>
          <a:xfrm>
            <a:off x="850250" y="3145614"/>
            <a:ext cx="1655100" cy="1280113"/>
            <a:chOff x="850250" y="3145614"/>
            <a:chExt cx="1655100" cy="1280113"/>
          </a:xfrm>
        </p:grpSpPr>
        <p:sp>
          <p:nvSpPr>
            <p:cNvPr id="809" name="Google Shape;809;p29"/>
            <p:cNvSpPr txBox="1"/>
            <p:nvPr/>
          </p:nvSpPr>
          <p:spPr>
            <a:xfrm>
              <a:off x="850250" y="3602827"/>
              <a:ext cx="16551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Mercury is the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closest planet 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to the Sun 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10" name="Google Shape;810;p29"/>
            <p:cNvSpPr txBox="1"/>
            <p:nvPr/>
          </p:nvSpPr>
          <p:spPr>
            <a:xfrm>
              <a:off x="850250" y="3145614"/>
              <a:ext cx="1655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Mercury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sp>
        <p:nvSpPr>
          <p:cNvPr id="811" name="Google Shape;811;p29"/>
          <p:cNvSpPr txBox="1"/>
          <p:nvPr/>
        </p:nvSpPr>
        <p:spPr>
          <a:xfrm>
            <a:off x="850250" y="2322614"/>
            <a:ext cx="1655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XXXX</a:t>
            </a:r>
            <a:endParaRPr sz="1800" b="1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12" name="Google Shape;812;p29"/>
          <p:cNvSpPr/>
          <p:nvPr/>
        </p:nvSpPr>
        <p:spPr>
          <a:xfrm>
            <a:off x="713150" y="2937625"/>
            <a:ext cx="19293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29"/>
          <p:cNvSpPr/>
          <p:nvPr/>
        </p:nvSpPr>
        <p:spPr>
          <a:xfrm>
            <a:off x="2642541" y="2937625"/>
            <a:ext cx="19293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4" name="Google Shape;814;p29"/>
          <p:cNvCxnSpPr/>
          <p:nvPr/>
        </p:nvCxnSpPr>
        <p:spPr>
          <a:xfrm rot="10800000">
            <a:off x="713050" y="2551175"/>
            <a:ext cx="0" cy="18699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15" name="Google Shape;815;p29"/>
          <p:cNvCxnSpPr/>
          <p:nvPr/>
        </p:nvCxnSpPr>
        <p:spPr>
          <a:xfrm rot="10800000">
            <a:off x="2642450" y="1499725"/>
            <a:ext cx="0" cy="1869900"/>
          </a:xfrm>
          <a:prstGeom prst="straightConnector1">
            <a:avLst/>
          </a:prstGeom>
          <a:noFill/>
          <a:ln w="19050" cap="rnd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grpSp>
        <p:nvGrpSpPr>
          <p:cNvPr id="816" name="Google Shape;816;p29"/>
          <p:cNvGrpSpPr/>
          <p:nvPr/>
        </p:nvGrpSpPr>
        <p:grpSpPr>
          <a:xfrm>
            <a:off x="2779583" y="1499713"/>
            <a:ext cx="1655158" cy="1280102"/>
            <a:chOff x="2779583" y="1499713"/>
            <a:chExt cx="1655158" cy="1280102"/>
          </a:xfrm>
        </p:grpSpPr>
        <p:sp>
          <p:nvSpPr>
            <p:cNvPr id="817" name="Google Shape;817;p29"/>
            <p:cNvSpPr txBox="1"/>
            <p:nvPr/>
          </p:nvSpPr>
          <p:spPr>
            <a:xfrm>
              <a:off x="2779583" y="1956914"/>
              <a:ext cx="16551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Venus is the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second planet 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from the Sun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18" name="Google Shape;818;p29"/>
            <p:cNvSpPr txBox="1"/>
            <p:nvPr/>
          </p:nvSpPr>
          <p:spPr>
            <a:xfrm>
              <a:off x="2779641" y="1499713"/>
              <a:ext cx="1655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Venus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sp>
        <p:nvSpPr>
          <p:cNvPr id="819" name="Google Shape;819;p29"/>
          <p:cNvSpPr txBox="1"/>
          <p:nvPr/>
        </p:nvSpPr>
        <p:spPr>
          <a:xfrm>
            <a:off x="2779583" y="3145614"/>
            <a:ext cx="1655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XXXX</a:t>
            </a:r>
            <a:endParaRPr sz="1800" b="1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820" name="Google Shape;820;p29"/>
          <p:cNvGrpSpPr/>
          <p:nvPr/>
        </p:nvGrpSpPr>
        <p:grpSpPr>
          <a:xfrm>
            <a:off x="4709100" y="3145614"/>
            <a:ext cx="1655100" cy="1280113"/>
            <a:chOff x="4709100" y="3145614"/>
            <a:chExt cx="1655100" cy="1280113"/>
          </a:xfrm>
        </p:grpSpPr>
        <p:sp>
          <p:nvSpPr>
            <p:cNvPr id="821" name="Google Shape;821;p29"/>
            <p:cNvSpPr txBox="1"/>
            <p:nvPr/>
          </p:nvSpPr>
          <p:spPr>
            <a:xfrm>
              <a:off x="4709100" y="3602827"/>
              <a:ext cx="16551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Earth is the only planet that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 harbors life</a:t>
              </a:r>
              <a:endParaRPr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22" name="Google Shape;822;p29"/>
            <p:cNvSpPr txBox="1"/>
            <p:nvPr/>
          </p:nvSpPr>
          <p:spPr>
            <a:xfrm>
              <a:off x="4709100" y="3145614"/>
              <a:ext cx="1655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Earth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sp>
        <p:nvSpPr>
          <p:cNvPr id="823" name="Google Shape;823;p29"/>
          <p:cNvSpPr txBox="1"/>
          <p:nvPr/>
        </p:nvSpPr>
        <p:spPr>
          <a:xfrm>
            <a:off x="4709100" y="2322614"/>
            <a:ext cx="1655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XXXX</a:t>
            </a:r>
            <a:endParaRPr sz="1800" b="1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24" name="Google Shape;824;p29"/>
          <p:cNvSpPr/>
          <p:nvPr/>
        </p:nvSpPr>
        <p:spPr>
          <a:xfrm>
            <a:off x="4572000" y="2937625"/>
            <a:ext cx="19293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29"/>
          <p:cNvSpPr/>
          <p:nvPr/>
        </p:nvSpPr>
        <p:spPr>
          <a:xfrm>
            <a:off x="6501391" y="2937625"/>
            <a:ext cx="19293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6" name="Google Shape;826;p29"/>
          <p:cNvCxnSpPr/>
          <p:nvPr/>
        </p:nvCxnSpPr>
        <p:spPr>
          <a:xfrm rot="10800000">
            <a:off x="4571900" y="2551175"/>
            <a:ext cx="0" cy="18699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27" name="Google Shape;827;p29"/>
          <p:cNvCxnSpPr/>
          <p:nvPr/>
        </p:nvCxnSpPr>
        <p:spPr>
          <a:xfrm rot="10800000">
            <a:off x="6501300" y="1499725"/>
            <a:ext cx="0" cy="1869900"/>
          </a:xfrm>
          <a:prstGeom prst="straightConnector1">
            <a:avLst/>
          </a:prstGeom>
          <a:noFill/>
          <a:ln w="19050" cap="rnd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grpSp>
        <p:nvGrpSpPr>
          <p:cNvPr id="828" name="Google Shape;828;p29"/>
          <p:cNvGrpSpPr/>
          <p:nvPr/>
        </p:nvGrpSpPr>
        <p:grpSpPr>
          <a:xfrm>
            <a:off x="6638433" y="1499713"/>
            <a:ext cx="1655158" cy="1280102"/>
            <a:chOff x="6638433" y="1499713"/>
            <a:chExt cx="1655158" cy="1280102"/>
          </a:xfrm>
        </p:grpSpPr>
        <p:sp>
          <p:nvSpPr>
            <p:cNvPr id="829" name="Google Shape;829;p29"/>
            <p:cNvSpPr txBox="1"/>
            <p:nvPr/>
          </p:nvSpPr>
          <p:spPr>
            <a:xfrm>
              <a:off x="6638433" y="1956914"/>
              <a:ext cx="16551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Despite being red, Mars is actually a very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 cold place</a:t>
              </a:r>
              <a:endParaRPr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30" name="Google Shape;830;p29"/>
            <p:cNvSpPr txBox="1"/>
            <p:nvPr/>
          </p:nvSpPr>
          <p:spPr>
            <a:xfrm>
              <a:off x="6638491" y="1499713"/>
              <a:ext cx="1655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Mars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sp>
        <p:nvSpPr>
          <p:cNvPr id="831" name="Google Shape;831;p29"/>
          <p:cNvSpPr txBox="1"/>
          <p:nvPr/>
        </p:nvSpPr>
        <p:spPr>
          <a:xfrm>
            <a:off x="6638433" y="3145614"/>
            <a:ext cx="1655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XXXX</a:t>
            </a:r>
            <a:endParaRPr sz="1800" b="1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0"/>
          <p:cNvSpPr txBox="1">
            <a:spLocks noGrp="1"/>
          </p:cNvSpPr>
          <p:nvPr>
            <p:ph type="title"/>
          </p:nvPr>
        </p:nvSpPr>
        <p:spPr>
          <a:xfrm>
            <a:off x="713250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grpSp>
        <p:nvGrpSpPr>
          <p:cNvPr id="837" name="Google Shape;837;p30"/>
          <p:cNvGrpSpPr/>
          <p:nvPr/>
        </p:nvGrpSpPr>
        <p:grpSpPr>
          <a:xfrm>
            <a:off x="5453420" y="2276806"/>
            <a:ext cx="1397080" cy="1371594"/>
            <a:chOff x="5453420" y="2276806"/>
            <a:chExt cx="1397080" cy="1371594"/>
          </a:xfrm>
        </p:grpSpPr>
        <p:sp>
          <p:nvSpPr>
            <p:cNvPr id="838" name="Google Shape;838;p30"/>
            <p:cNvSpPr txBox="1"/>
            <p:nvPr/>
          </p:nvSpPr>
          <p:spPr>
            <a:xfrm>
              <a:off x="5453420" y="2276806"/>
              <a:ext cx="139708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Mars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839" name="Google Shape;839;p30"/>
            <p:cNvSpPr txBox="1"/>
            <p:nvPr/>
          </p:nvSpPr>
          <p:spPr>
            <a:xfrm>
              <a:off x="5453420" y="2734000"/>
              <a:ext cx="139708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Despite being red, Mars is a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cold place</a:t>
              </a:r>
              <a:endParaRPr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840" name="Google Shape;840;p30"/>
          <p:cNvGrpSpPr/>
          <p:nvPr/>
        </p:nvGrpSpPr>
        <p:grpSpPr>
          <a:xfrm>
            <a:off x="712814" y="2276806"/>
            <a:ext cx="1397080" cy="2148919"/>
            <a:chOff x="712814" y="2276806"/>
            <a:chExt cx="1397080" cy="2148919"/>
          </a:xfrm>
        </p:grpSpPr>
        <p:grpSp>
          <p:nvGrpSpPr>
            <p:cNvPr id="841" name="Google Shape;841;p30"/>
            <p:cNvGrpSpPr/>
            <p:nvPr/>
          </p:nvGrpSpPr>
          <p:grpSpPr>
            <a:xfrm>
              <a:off x="712814" y="2276806"/>
              <a:ext cx="1397080" cy="1371594"/>
              <a:chOff x="712814" y="2276806"/>
              <a:chExt cx="1397080" cy="1371594"/>
            </a:xfrm>
          </p:grpSpPr>
          <p:sp>
            <p:nvSpPr>
              <p:cNvPr id="842" name="Google Shape;842;p30"/>
              <p:cNvSpPr txBox="1"/>
              <p:nvPr/>
            </p:nvSpPr>
            <p:spPr>
              <a:xfrm>
                <a:off x="712814" y="2276806"/>
                <a:ext cx="139708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chemeClr val="accent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Mercury</a:t>
                </a:r>
                <a:endParaRPr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843" name="Google Shape;843;p30"/>
              <p:cNvSpPr txBox="1"/>
              <p:nvPr/>
            </p:nvSpPr>
            <p:spPr>
              <a:xfrm>
                <a:off x="712814" y="2734000"/>
                <a:ext cx="139708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accent2"/>
                    </a:solidFill>
                    <a:latin typeface="Barlow"/>
                    <a:ea typeface="Barlow"/>
                    <a:cs typeface="Barlow"/>
                    <a:sym typeface="Barlow"/>
                  </a:rPr>
                  <a:t>Mercury was named after a </a:t>
                </a:r>
                <a:r>
                  <a:rPr lang="en" b="1">
                    <a:solidFill>
                      <a:schemeClr val="accent2"/>
                    </a:solidFill>
                    <a:latin typeface="Barlow"/>
                    <a:ea typeface="Barlow"/>
                    <a:cs typeface="Barlow"/>
                    <a:sym typeface="Barlow"/>
                  </a:rPr>
                  <a:t>Roman god</a:t>
                </a:r>
                <a:endParaRPr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844" name="Google Shape;844;p30"/>
            <p:cNvSpPr txBox="1"/>
            <p:nvPr/>
          </p:nvSpPr>
          <p:spPr>
            <a:xfrm>
              <a:off x="1137022" y="3877025"/>
              <a:ext cx="5487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01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grpSp>
        <p:nvGrpSpPr>
          <p:cNvPr id="845" name="Google Shape;845;p30"/>
          <p:cNvGrpSpPr/>
          <p:nvPr/>
        </p:nvGrpSpPr>
        <p:grpSpPr>
          <a:xfrm>
            <a:off x="2293016" y="1499674"/>
            <a:ext cx="1397080" cy="2148726"/>
            <a:chOff x="2293016" y="1499674"/>
            <a:chExt cx="1397080" cy="2148726"/>
          </a:xfrm>
        </p:grpSpPr>
        <p:grpSp>
          <p:nvGrpSpPr>
            <p:cNvPr id="846" name="Google Shape;846;p30"/>
            <p:cNvGrpSpPr/>
            <p:nvPr/>
          </p:nvGrpSpPr>
          <p:grpSpPr>
            <a:xfrm>
              <a:off x="2293016" y="2276806"/>
              <a:ext cx="1397080" cy="1371594"/>
              <a:chOff x="2293016" y="2276806"/>
              <a:chExt cx="1397080" cy="1371594"/>
            </a:xfrm>
          </p:grpSpPr>
          <p:sp>
            <p:nvSpPr>
              <p:cNvPr id="847" name="Google Shape;847;p30"/>
              <p:cNvSpPr txBox="1"/>
              <p:nvPr/>
            </p:nvSpPr>
            <p:spPr>
              <a:xfrm>
                <a:off x="2293016" y="2276806"/>
                <a:ext cx="139708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chemeClr val="accent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Venus</a:t>
                </a:r>
                <a:endParaRPr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848" name="Google Shape;848;p30"/>
              <p:cNvSpPr txBox="1"/>
              <p:nvPr/>
            </p:nvSpPr>
            <p:spPr>
              <a:xfrm>
                <a:off x="2293016" y="2734000"/>
                <a:ext cx="139708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accent2"/>
                    </a:solidFill>
                    <a:latin typeface="Barlow"/>
                    <a:ea typeface="Barlow"/>
                    <a:cs typeface="Barlow"/>
                    <a:sym typeface="Barlow"/>
                  </a:rPr>
                  <a:t>Venus is the </a:t>
                </a:r>
                <a:r>
                  <a:rPr lang="en" b="1">
                    <a:solidFill>
                      <a:schemeClr val="accent2"/>
                    </a:solidFill>
                    <a:latin typeface="Barlow"/>
                    <a:ea typeface="Barlow"/>
                    <a:cs typeface="Barlow"/>
                    <a:sym typeface="Barlow"/>
                  </a:rPr>
                  <a:t>second planet </a:t>
                </a:r>
                <a:r>
                  <a:rPr lang="en">
                    <a:solidFill>
                      <a:schemeClr val="accent2"/>
                    </a:solidFill>
                    <a:latin typeface="Barlow"/>
                    <a:ea typeface="Barlow"/>
                    <a:cs typeface="Barlow"/>
                    <a:sym typeface="Barlow"/>
                  </a:rPr>
                  <a:t>from the Sun</a:t>
                </a:r>
                <a:endParaRPr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849" name="Google Shape;849;p30"/>
            <p:cNvSpPr txBox="1"/>
            <p:nvPr/>
          </p:nvSpPr>
          <p:spPr>
            <a:xfrm>
              <a:off x="2717206" y="1499674"/>
              <a:ext cx="5487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02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grpSp>
        <p:nvGrpSpPr>
          <p:cNvPr id="850" name="Google Shape;850;p30"/>
          <p:cNvGrpSpPr/>
          <p:nvPr/>
        </p:nvGrpSpPr>
        <p:grpSpPr>
          <a:xfrm>
            <a:off x="3873218" y="2276806"/>
            <a:ext cx="1397080" cy="2148919"/>
            <a:chOff x="3873218" y="2276806"/>
            <a:chExt cx="1397080" cy="2148919"/>
          </a:xfrm>
        </p:grpSpPr>
        <p:grpSp>
          <p:nvGrpSpPr>
            <p:cNvPr id="851" name="Google Shape;851;p30"/>
            <p:cNvGrpSpPr/>
            <p:nvPr/>
          </p:nvGrpSpPr>
          <p:grpSpPr>
            <a:xfrm>
              <a:off x="3873218" y="2276806"/>
              <a:ext cx="1397080" cy="1371594"/>
              <a:chOff x="3873218" y="2276806"/>
              <a:chExt cx="1397080" cy="1371594"/>
            </a:xfrm>
          </p:grpSpPr>
          <p:sp>
            <p:nvSpPr>
              <p:cNvPr id="852" name="Google Shape;852;p30"/>
              <p:cNvSpPr txBox="1"/>
              <p:nvPr/>
            </p:nvSpPr>
            <p:spPr>
              <a:xfrm>
                <a:off x="3873218" y="2276806"/>
                <a:ext cx="139708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chemeClr val="accent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Earth</a:t>
                </a:r>
                <a:endParaRPr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853" name="Google Shape;853;p30"/>
              <p:cNvSpPr txBox="1"/>
              <p:nvPr/>
            </p:nvSpPr>
            <p:spPr>
              <a:xfrm>
                <a:off x="3873218" y="2734000"/>
                <a:ext cx="139708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accent2"/>
                    </a:solidFill>
                    <a:latin typeface="Barlow"/>
                    <a:ea typeface="Barlow"/>
                    <a:cs typeface="Barlow"/>
                    <a:sym typeface="Barlow"/>
                  </a:rPr>
                  <a:t>Earth is the planet that </a:t>
                </a:r>
                <a:r>
                  <a:rPr lang="en" b="1">
                    <a:solidFill>
                      <a:schemeClr val="accent2"/>
                    </a:solidFill>
                    <a:latin typeface="Barlow"/>
                    <a:ea typeface="Barlow"/>
                    <a:cs typeface="Barlow"/>
                    <a:sym typeface="Barlow"/>
                  </a:rPr>
                  <a:t>harbors life</a:t>
                </a:r>
                <a:endParaRPr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854" name="Google Shape;854;p30"/>
            <p:cNvSpPr txBox="1"/>
            <p:nvPr/>
          </p:nvSpPr>
          <p:spPr>
            <a:xfrm>
              <a:off x="4297408" y="3877025"/>
              <a:ext cx="5487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03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sp>
        <p:nvSpPr>
          <p:cNvPr id="855" name="Google Shape;855;p30"/>
          <p:cNvSpPr txBox="1"/>
          <p:nvPr/>
        </p:nvSpPr>
        <p:spPr>
          <a:xfrm>
            <a:off x="5877609" y="1499674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04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856" name="Google Shape;856;p30"/>
          <p:cNvGrpSpPr/>
          <p:nvPr/>
        </p:nvGrpSpPr>
        <p:grpSpPr>
          <a:xfrm>
            <a:off x="7033621" y="2276806"/>
            <a:ext cx="1397080" cy="2148919"/>
            <a:chOff x="7033621" y="2276806"/>
            <a:chExt cx="1397080" cy="2148919"/>
          </a:xfrm>
        </p:grpSpPr>
        <p:grpSp>
          <p:nvGrpSpPr>
            <p:cNvPr id="857" name="Google Shape;857;p30"/>
            <p:cNvGrpSpPr/>
            <p:nvPr/>
          </p:nvGrpSpPr>
          <p:grpSpPr>
            <a:xfrm>
              <a:off x="7033621" y="2276806"/>
              <a:ext cx="1397080" cy="1371594"/>
              <a:chOff x="7033621" y="2276806"/>
              <a:chExt cx="1397080" cy="1371594"/>
            </a:xfrm>
          </p:grpSpPr>
          <p:sp>
            <p:nvSpPr>
              <p:cNvPr id="858" name="Google Shape;858;p30"/>
              <p:cNvSpPr txBox="1"/>
              <p:nvPr/>
            </p:nvSpPr>
            <p:spPr>
              <a:xfrm>
                <a:off x="7033621" y="2276806"/>
                <a:ext cx="139708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chemeClr val="accent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Jupiter</a:t>
                </a:r>
                <a:endParaRPr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859" name="Google Shape;859;p30"/>
              <p:cNvSpPr txBox="1"/>
              <p:nvPr/>
            </p:nvSpPr>
            <p:spPr>
              <a:xfrm>
                <a:off x="7033621" y="2734000"/>
                <a:ext cx="139708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accent2"/>
                    </a:solidFill>
                    <a:latin typeface="Barlow"/>
                    <a:ea typeface="Barlow"/>
                    <a:cs typeface="Barlow"/>
                    <a:sym typeface="Barlow"/>
                  </a:rPr>
                  <a:t>Jupiter was named after a </a:t>
                </a:r>
                <a:r>
                  <a:rPr lang="en" b="1">
                    <a:solidFill>
                      <a:schemeClr val="accent2"/>
                    </a:solidFill>
                    <a:latin typeface="Barlow"/>
                    <a:ea typeface="Barlow"/>
                    <a:cs typeface="Barlow"/>
                    <a:sym typeface="Barlow"/>
                  </a:rPr>
                  <a:t>Roman god</a:t>
                </a:r>
                <a:endParaRPr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860" name="Google Shape;860;p30"/>
            <p:cNvSpPr txBox="1"/>
            <p:nvPr/>
          </p:nvSpPr>
          <p:spPr>
            <a:xfrm>
              <a:off x="7457811" y="3877025"/>
              <a:ext cx="5487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05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cxnSp>
        <p:nvCxnSpPr>
          <p:cNvPr id="861" name="Google Shape;861;p30"/>
          <p:cNvCxnSpPr>
            <a:stCxn id="844" idx="3"/>
            <a:endCxn id="849" idx="1"/>
          </p:cNvCxnSpPr>
          <p:nvPr/>
        </p:nvCxnSpPr>
        <p:spPr>
          <a:xfrm rot="10800000" flipH="1">
            <a:off x="1685722" y="1773875"/>
            <a:ext cx="1031400" cy="2377500"/>
          </a:xfrm>
          <a:prstGeom prst="bentConnector3">
            <a:avLst>
              <a:gd name="adj1" fmla="val 50004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2" name="Google Shape;862;p30"/>
          <p:cNvCxnSpPr>
            <a:stCxn id="849" idx="3"/>
            <a:endCxn id="854" idx="1"/>
          </p:cNvCxnSpPr>
          <p:nvPr/>
        </p:nvCxnSpPr>
        <p:spPr>
          <a:xfrm>
            <a:off x="3265906" y="1774024"/>
            <a:ext cx="1031400" cy="2377500"/>
          </a:xfrm>
          <a:prstGeom prst="bentConnector3">
            <a:avLst>
              <a:gd name="adj1" fmla="val 50005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3" name="Google Shape;863;p30"/>
          <p:cNvCxnSpPr>
            <a:stCxn id="854" idx="3"/>
            <a:endCxn id="855" idx="1"/>
          </p:cNvCxnSpPr>
          <p:nvPr/>
        </p:nvCxnSpPr>
        <p:spPr>
          <a:xfrm rot="10800000" flipH="1">
            <a:off x="4846108" y="1773875"/>
            <a:ext cx="1031400" cy="2377500"/>
          </a:xfrm>
          <a:prstGeom prst="bentConnector3">
            <a:avLst>
              <a:gd name="adj1" fmla="val 50005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4" name="Google Shape;864;p30"/>
          <p:cNvCxnSpPr>
            <a:stCxn id="855" idx="3"/>
            <a:endCxn id="860" idx="1"/>
          </p:cNvCxnSpPr>
          <p:nvPr/>
        </p:nvCxnSpPr>
        <p:spPr>
          <a:xfrm>
            <a:off x="6426309" y="1774024"/>
            <a:ext cx="1031400" cy="2377500"/>
          </a:xfrm>
          <a:prstGeom prst="bentConnector3">
            <a:avLst>
              <a:gd name="adj1" fmla="val 50005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5" name="Google Shape;865;p30"/>
          <p:cNvCxnSpPr>
            <a:stCxn id="843" idx="2"/>
            <a:endCxn id="844" idx="0"/>
          </p:cNvCxnSpPr>
          <p:nvPr/>
        </p:nvCxnSpPr>
        <p:spPr>
          <a:xfrm>
            <a:off x="1411354" y="3648400"/>
            <a:ext cx="0" cy="228600"/>
          </a:xfrm>
          <a:prstGeom prst="straightConnector1">
            <a:avLst/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6" name="Google Shape;866;p30"/>
          <p:cNvCxnSpPr>
            <a:stCxn id="849" idx="2"/>
            <a:endCxn id="847" idx="0"/>
          </p:cNvCxnSpPr>
          <p:nvPr/>
        </p:nvCxnSpPr>
        <p:spPr>
          <a:xfrm>
            <a:off x="2991556" y="2048374"/>
            <a:ext cx="0" cy="228300"/>
          </a:xfrm>
          <a:prstGeom prst="straightConnector1">
            <a:avLst/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7" name="Google Shape;867;p30"/>
          <p:cNvCxnSpPr>
            <a:stCxn id="854" idx="0"/>
            <a:endCxn id="853" idx="2"/>
          </p:cNvCxnSpPr>
          <p:nvPr/>
        </p:nvCxnSpPr>
        <p:spPr>
          <a:xfrm rot="10800000">
            <a:off x="4571758" y="3648425"/>
            <a:ext cx="0" cy="228600"/>
          </a:xfrm>
          <a:prstGeom prst="straightConnector1">
            <a:avLst/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8" name="Google Shape;868;p30"/>
          <p:cNvCxnSpPr>
            <a:stCxn id="859" idx="2"/>
            <a:endCxn id="860" idx="0"/>
          </p:cNvCxnSpPr>
          <p:nvPr/>
        </p:nvCxnSpPr>
        <p:spPr>
          <a:xfrm>
            <a:off x="7732161" y="3648400"/>
            <a:ext cx="0" cy="228600"/>
          </a:xfrm>
          <a:prstGeom prst="straightConnector1">
            <a:avLst/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9" name="Google Shape;869;p30"/>
          <p:cNvCxnSpPr>
            <a:stCxn id="855" idx="2"/>
            <a:endCxn id="838" idx="0"/>
          </p:cNvCxnSpPr>
          <p:nvPr/>
        </p:nvCxnSpPr>
        <p:spPr>
          <a:xfrm>
            <a:off x="6151959" y="2048374"/>
            <a:ext cx="0" cy="228300"/>
          </a:xfrm>
          <a:prstGeom prst="straightConnector1">
            <a:avLst/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70" name="Google Shape;870;p30"/>
          <p:cNvGrpSpPr/>
          <p:nvPr/>
        </p:nvGrpSpPr>
        <p:grpSpPr>
          <a:xfrm>
            <a:off x="4388985" y="1792289"/>
            <a:ext cx="365546" cy="329202"/>
            <a:chOff x="-42996150" y="3612600"/>
            <a:chExt cx="323750" cy="288900"/>
          </a:xfrm>
        </p:grpSpPr>
        <p:sp>
          <p:nvSpPr>
            <p:cNvPr id="871" name="Google Shape;871;p30"/>
            <p:cNvSpPr/>
            <p:nvPr/>
          </p:nvSpPr>
          <p:spPr>
            <a:xfrm>
              <a:off x="-42914225" y="3612600"/>
              <a:ext cx="241825" cy="239275"/>
            </a:xfrm>
            <a:custGeom>
              <a:avLst/>
              <a:gdLst/>
              <a:ahLst/>
              <a:cxnLst/>
              <a:rect l="l" t="t" r="r" b="b"/>
              <a:pathLst>
                <a:path w="9673" h="9571" extrusionOk="0">
                  <a:moveTo>
                    <a:pt x="5963" y="1"/>
                  </a:moveTo>
                  <a:cubicBezTo>
                    <a:pt x="5661" y="1"/>
                    <a:pt x="5365" y="127"/>
                    <a:pt x="5136" y="371"/>
                  </a:cubicBezTo>
                  <a:lnTo>
                    <a:pt x="0" y="5507"/>
                  </a:lnTo>
                  <a:lnTo>
                    <a:pt x="4064" y="9571"/>
                  </a:lnTo>
                  <a:lnTo>
                    <a:pt x="9200" y="4436"/>
                  </a:lnTo>
                  <a:cubicBezTo>
                    <a:pt x="9672" y="3963"/>
                    <a:pt x="9672" y="3207"/>
                    <a:pt x="9200" y="2734"/>
                  </a:cubicBezTo>
                  <a:lnTo>
                    <a:pt x="6868" y="434"/>
                  </a:lnTo>
                  <a:cubicBezTo>
                    <a:pt x="6609" y="143"/>
                    <a:pt x="6283" y="1"/>
                    <a:pt x="59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0"/>
            <p:cNvSpPr/>
            <p:nvPr/>
          </p:nvSpPr>
          <p:spPr>
            <a:xfrm>
              <a:off x="-42946525" y="3762850"/>
              <a:ext cx="118950" cy="118950"/>
            </a:xfrm>
            <a:custGeom>
              <a:avLst/>
              <a:gdLst/>
              <a:ahLst/>
              <a:cxnLst/>
              <a:rect l="l" t="t" r="r" b="b"/>
              <a:pathLst>
                <a:path w="4758" h="4758" extrusionOk="0">
                  <a:moveTo>
                    <a:pt x="725" y="1"/>
                  </a:moveTo>
                  <a:lnTo>
                    <a:pt x="473" y="284"/>
                  </a:lnTo>
                  <a:cubicBezTo>
                    <a:pt x="253" y="505"/>
                    <a:pt x="95" y="820"/>
                    <a:pt x="95" y="1198"/>
                  </a:cubicBezTo>
                  <a:cubicBezTo>
                    <a:pt x="95" y="1450"/>
                    <a:pt x="190" y="1765"/>
                    <a:pt x="442" y="1986"/>
                  </a:cubicBezTo>
                  <a:cubicBezTo>
                    <a:pt x="631" y="2112"/>
                    <a:pt x="599" y="2458"/>
                    <a:pt x="442" y="2616"/>
                  </a:cubicBezTo>
                  <a:lnTo>
                    <a:pt x="1" y="3025"/>
                  </a:lnTo>
                  <a:lnTo>
                    <a:pt x="1733" y="4758"/>
                  </a:lnTo>
                  <a:lnTo>
                    <a:pt x="2174" y="4348"/>
                  </a:lnTo>
                  <a:cubicBezTo>
                    <a:pt x="2253" y="4270"/>
                    <a:pt x="2363" y="4230"/>
                    <a:pt x="2478" y="4230"/>
                  </a:cubicBezTo>
                  <a:cubicBezTo>
                    <a:pt x="2592" y="4230"/>
                    <a:pt x="2710" y="4270"/>
                    <a:pt x="2804" y="4348"/>
                  </a:cubicBezTo>
                  <a:cubicBezTo>
                    <a:pt x="3025" y="4569"/>
                    <a:pt x="3340" y="4695"/>
                    <a:pt x="3655" y="4695"/>
                  </a:cubicBezTo>
                  <a:cubicBezTo>
                    <a:pt x="3970" y="4695"/>
                    <a:pt x="4254" y="4569"/>
                    <a:pt x="4506" y="4348"/>
                  </a:cubicBezTo>
                  <a:lnTo>
                    <a:pt x="4758" y="4065"/>
                  </a:lnTo>
                  <a:lnTo>
                    <a:pt x="7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-42996150" y="3855800"/>
              <a:ext cx="78000" cy="45700"/>
            </a:xfrm>
            <a:custGeom>
              <a:avLst/>
              <a:gdLst/>
              <a:ahLst/>
              <a:cxnLst/>
              <a:rect l="l" t="t" r="r" b="b"/>
              <a:pathLst>
                <a:path w="3120" h="1828" extrusionOk="0">
                  <a:moveTo>
                    <a:pt x="1450" y="0"/>
                  </a:moveTo>
                  <a:lnTo>
                    <a:pt x="253" y="1166"/>
                  </a:lnTo>
                  <a:cubicBezTo>
                    <a:pt x="1" y="1355"/>
                    <a:pt x="190" y="1828"/>
                    <a:pt x="536" y="1828"/>
                  </a:cubicBezTo>
                  <a:lnTo>
                    <a:pt x="2773" y="1828"/>
                  </a:lnTo>
                  <a:cubicBezTo>
                    <a:pt x="2931" y="1828"/>
                    <a:pt x="3025" y="1765"/>
                    <a:pt x="3120" y="1670"/>
                  </a:cubicBezTo>
                  <a:lnTo>
                    <a:pt x="14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4" name="Google Shape;874;p30"/>
          <p:cNvGrpSpPr/>
          <p:nvPr/>
        </p:nvGrpSpPr>
        <p:grpSpPr>
          <a:xfrm>
            <a:off x="2808787" y="3794765"/>
            <a:ext cx="365538" cy="356600"/>
            <a:chOff x="-40748275" y="3238700"/>
            <a:chExt cx="322600" cy="316950"/>
          </a:xfrm>
        </p:grpSpPr>
        <p:sp>
          <p:nvSpPr>
            <p:cNvPr id="875" name="Google Shape;875;p30"/>
            <p:cNvSpPr/>
            <p:nvPr/>
          </p:nvSpPr>
          <p:spPr>
            <a:xfrm>
              <a:off x="-40709675" y="3273750"/>
              <a:ext cx="84300" cy="84300"/>
            </a:xfrm>
            <a:custGeom>
              <a:avLst/>
              <a:gdLst/>
              <a:ahLst/>
              <a:cxnLst/>
              <a:rect l="l" t="t" r="r" b="b"/>
              <a:pathLst>
                <a:path w="3372" h="3372" extrusionOk="0">
                  <a:moveTo>
                    <a:pt x="2710" y="0"/>
                  </a:moveTo>
                  <a:lnTo>
                    <a:pt x="1" y="2710"/>
                  </a:lnTo>
                  <a:lnTo>
                    <a:pt x="694" y="3371"/>
                  </a:lnTo>
                  <a:lnTo>
                    <a:pt x="3372" y="662"/>
                  </a:lnTo>
                  <a:lnTo>
                    <a:pt x="271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0"/>
            <p:cNvSpPr/>
            <p:nvPr/>
          </p:nvSpPr>
          <p:spPr>
            <a:xfrm>
              <a:off x="-40578925" y="3247175"/>
              <a:ext cx="151250" cy="149475"/>
            </a:xfrm>
            <a:custGeom>
              <a:avLst/>
              <a:gdLst/>
              <a:ahLst/>
              <a:cxnLst/>
              <a:rect l="l" t="t" r="r" b="b"/>
              <a:pathLst>
                <a:path w="6050" h="5979" extrusionOk="0">
                  <a:moveTo>
                    <a:pt x="2663" y="0"/>
                  </a:moveTo>
                  <a:cubicBezTo>
                    <a:pt x="2552" y="0"/>
                    <a:pt x="2442" y="39"/>
                    <a:pt x="2363" y="118"/>
                  </a:cubicBezTo>
                  <a:lnTo>
                    <a:pt x="1261" y="1221"/>
                  </a:lnTo>
                  <a:lnTo>
                    <a:pt x="2678" y="2639"/>
                  </a:lnTo>
                  <a:cubicBezTo>
                    <a:pt x="2836" y="2796"/>
                    <a:pt x="2836" y="3080"/>
                    <a:pt x="2678" y="3237"/>
                  </a:cubicBezTo>
                  <a:cubicBezTo>
                    <a:pt x="2637" y="3278"/>
                    <a:pt x="2560" y="3302"/>
                    <a:pt x="2473" y="3302"/>
                  </a:cubicBezTo>
                  <a:cubicBezTo>
                    <a:pt x="2360" y="3302"/>
                    <a:pt x="2232" y="3263"/>
                    <a:pt x="2143" y="3174"/>
                  </a:cubicBezTo>
                  <a:lnTo>
                    <a:pt x="725" y="1756"/>
                  </a:lnTo>
                  <a:lnTo>
                    <a:pt x="0" y="2481"/>
                  </a:lnTo>
                  <a:lnTo>
                    <a:pt x="3529" y="5978"/>
                  </a:lnTo>
                  <a:lnTo>
                    <a:pt x="5892" y="3615"/>
                  </a:lnTo>
                  <a:cubicBezTo>
                    <a:pt x="6049" y="3458"/>
                    <a:pt x="6049" y="3174"/>
                    <a:pt x="5892" y="3017"/>
                  </a:cubicBezTo>
                  <a:lnTo>
                    <a:pt x="2962" y="118"/>
                  </a:lnTo>
                  <a:cubicBezTo>
                    <a:pt x="2883" y="39"/>
                    <a:pt x="2773" y="0"/>
                    <a:pt x="26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0"/>
            <p:cNvSpPr/>
            <p:nvPr/>
          </p:nvSpPr>
          <p:spPr>
            <a:xfrm>
              <a:off x="-40678175" y="3305250"/>
              <a:ext cx="213475" cy="213475"/>
            </a:xfrm>
            <a:custGeom>
              <a:avLst/>
              <a:gdLst/>
              <a:ahLst/>
              <a:cxnLst/>
              <a:rect l="l" t="t" r="r" b="b"/>
              <a:pathLst>
                <a:path w="8539" h="8539" extrusionOk="0">
                  <a:moveTo>
                    <a:pt x="2679" y="0"/>
                  </a:moveTo>
                  <a:lnTo>
                    <a:pt x="1" y="2678"/>
                  </a:lnTo>
                  <a:lnTo>
                    <a:pt x="5861" y="8538"/>
                  </a:lnTo>
                  <a:lnTo>
                    <a:pt x="8539" y="5860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0"/>
            <p:cNvSpPr/>
            <p:nvPr/>
          </p:nvSpPr>
          <p:spPr>
            <a:xfrm>
              <a:off x="-40513550" y="3469850"/>
              <a:ext cx="87875" cy="85800"/>
            </a:xfrm>
            <a:custGeom>
              <a:avLst/>
              <a:gdLst/>
              <a:ahLst/>
              <a:cxnLst/>
              <a:rect l="l" t="t" r="r" b="b"/>
              <a:pathLst>
                <a:path w="3515" h="3432" extrusionOk="0">
                  <a:moveTo>
                    <a:pt x="2426" y="1"/>
                  </a:moveTo>
                  <a:lnTo>
                    <a:pt x="0" y="2427"/>
                  </a:lnTo>
                  <a:lnTo>
                    <a:pt x="2899" y="3404"/>
                  </a:lnTo>
                  <a:cubicBezTo>
                    <a:pt x="2948" y="3423"/>
                    <a:pt x="2996" y="3432"/>
                    <a:pt x="3044" y="3432"/>
                  </a:cubicBezTo>
                  <a:cubicBezTo>
                    <a:pt x="3302" y="3432"/>
                    <a:pt x="3514" y="3166"/>
                    <a:pt x="3434" y="2899"/>
                  </a:cubicBezTo>
                  <a:lnTo>
                    <a:pt x="24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-40738025" y="3404500"/>
              <a:ext cx="150450" cy="149475"/>
            </a:xfrm>
            <a:custGeom>
              <a:avLst/>
              <a:gdLst/>
              <a:ahLst/>
              <a:cxnLst/>
              <a:rect l="l" t="t" r="r" b="b"/>
              <a:pathLst>
                <a:path w="6018" h="5979" extrusionOk="0">
                  <a:moveTo>
                    <a:pt x="2521" y="0"/>
                  </a:moveTo>
                  <a:lnTo>
                    <a:pt x="1796" y="725"/>
                  </a:lnTo>
                  <a:lnTo>
                    <a:pt x="3308" y="2205"/>
                  </a:lnTo>
                  <a:cubicBezTo>
                    <a:pt x="3466" y="2363"/>
                    <a:pt x="3466" y="2646"/>
                    <a:pt x="3308" y="2804"/>
                  </a:cubicBezTo>
                  <a:cubicBezTo>
                    <a:pt x="3230" y="2883"/>
                    <a:pt x="3119" y="2922"/>
                    <a:pt x="3009" y="2922"/>
                  </a:cubicBezTo>
                  <a:cubicBezTo>
                    <a:pt x="2899" y="2922"/>
                    <a:pt x="2789" y="2883"/>
                    <a:pt x="2710" y="2804"/>
                  </a:cubicBezTo>
                  <a:lnTo>
                    <a:pt x="1229" y="1292"/>
                  </a:lnTo>
                  <a:lnTo>
                    <a:pt x="158" y="2363"/>
                  </a:lnTo>
                  <a:cubicBezTo>
                    <a:pt x="0" y="2520"/>
                    <a:pt x="0" y="2804"/>
                    <a:pt x="158" y="2962"/>
                  </a:cubicBezTo>
                  <a:lnTo>
                    <a:pt x="3056" y="5860"/>
                  </a:lnTo>
                  <a:cubicBezTo>
                    <a:pt x="3135" y="5939"/>
                    <a:pt x="3245" y="5978"/>
                    <a:pt x="3356" y="5978"/>
                  </a:cubicBezTo>
                  <a:cubicBezTo>
                    <a:pt x="3466" y="5978"/>
                    <a:pt x="3576" y="5939"/>
                    <a:pt x="3655" y="5860"/>
                  </a:cubicBezTo>
                  <a:lnTo>
                    <a:pt x="6018" y="3497"/>
                  </a:lnTo>
                  <a:lnTo>
                    <a:pt x="25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0"/>
            <p:cNvSpPr/>
            <p:nvPr/>
          </p:nvSpPr>
          <p:spPr>
            <a:xfrm>
              <a:off x="-40748275" y="3238700"/>
              <a:ext cx="92175" cy="87850"/>
            </a:xfrm>
            <a:custGeom>
              <a:avLst/>
              <a:gdLst/>
              <a:ahLst/>
              <a:cxnLst/>
              <a:rect l="l" t="t" r="r" b="b"/>
              <a:pathLst>
                <a:path w="3687" h="3514" extrusionOk="0">
                  <a:moveTo>
                    <a:pt x="2281" y="0"/>
                  </a:moveTo>
                  <a:cubicBezTo>
                    <a:pt x="1915" y="0"/>
                    <a:pt x="1545" y="142"/>
                    <a:pt x="1261" y="426"/>
                  </a:cubicBezTo>
                  <a:lnTo>
                    <a:pt x="568" y="1119"/>
                  </a:lnTo>
                  <a:cubicBezTo>
                    <a:pt x="1" y="1686"/>
                    <a:pt x="1" y="2568"/>
                    <a:pt x="568" y="3135"/>
                  </a:cubicBezTo>
                  <a:lnTo>
                    <a:pt x="946" y="3513"/>
                  </a:lnTo>
                  <a:lnTo>
                    <a:pt x="3687" y="804"/>
                  </a:lnTo>
                  <a:lnTo>
                    <a:pt x="3277" y="426"/>
                  </a:lnTo>
                  <a:cubicBezTo>
                    <a:pt x="3010" y="142"/>
                    <a:pt x="2647" y="0"/>
                    <a:pt x="22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1" name="Google Shape;881;p30"/>
          <p:cNvGrpSpPr/>
          <p:nvPr/>
        </p:nvGrpSpPr>
        <p:grpSpPr>
          <a:xfrm>
            <a:off x="7553955" y="1774014"/>
            <a:ext cx="356413" cy="365768"/>
            <a:chOff x="-37804925" y="3953450"/>
            <a:chExt cx="315075" cy="318225"/>
          </a:xfrm>
        </p:grpSpPr>
        <p:sp>
          <p:nvSpPr>
            <p:cNvPr id="882" name="Google Shape;882;p30"/>
            <p:cNvSpPr/>
            <p:nvPr/>
          </p:nvSpPr>
          <p:spPr>
            <a:xfrm>
              <a:off x="-37614300" y="3955025"/>
              <a:ext cx="124450" cy="186200"/>
            </a:xfrm>
            <a:custGeom>
              <a:avLst/>
              <a:gdLst/>
              <a:ahLst/>
              <a:cxnLst/>
              <a:rect l="l" t="t" r="r" b="b"/>
              <a:pathLst>
                <a:path w="4978" h="7448" extrusionOk="0">
                  <a:moveTo>
                    <a:pt x="2489" y="820"/>
                  </a:moveTo>
                  <a:cubicBezTo>
                    <a:pt x="3403" y="820"/>
                    <a:pt x="4127" y="1576"/>
                    <a:pt x="4127" y="2490"/>
                  </a:cubicBezTo>
                  <a:cubicBezTo>
                    <a:pt x="4127" y="3372"/>
                    <a:pt x="3403" y="4128"/>
                    <a:pt x="2489" y="4128"/>
                  </a:cubicBezTo>
                  <a:cubicBezTo>
                    <a:pt x="1575" y="4128"/>
                    <a:pt x="819" y="3372"/>
                    <a:pt x="819" y="2490"/>
                  </a:cubicBezTo>
                  <a:cubicBezTo>
                    <a:pt x="819" y="1576"/>
                    <a:pt x="1575" y="820"/>
                    <a:pt x="2489" y="820"/>
                  </a:cubicBezTo>
                  <a:close/>
                  <a:moveTo>
                    <a:pt x="2489" y="1"/>
                  </a:moveTo>
                  <a:cubicBezTo>
                    <a:pt x="1103" y="1"/>
                    <a:pt x="0" y="1104"/>
                    <a:pt x="0" y="2490"/>
                  </a:cubicBezTo>
                  <a:cubicBezTo>
                    <a:pt x="0" y="3214"/>
                    <a:pt x="315" y="3845"/>
                    <a:pt x="819" y="4317"/>
                  </a:cubicBezTo>
                  <a:lnTo>
                    <a:pt x="819" y="7058"/>
                  </a:lnTo>
                  <a:cubicBezTo>
                    <a:pt x="819" y="7287"/>
                    <a:pt x="1012" y="7448"/>
                    <a:pt x="1225" y="7448"/>
                  </a:cubicBezTo>
                  <a:cubicBezTo>
                    <a:pt x="1334" y="7448"/>
                    <a:pt x="1448" y="7406"/>
                    <a:pt x="1544" y="7310"/>
                  </a:cubicBezTo>
                  <a:lnTo>
                    <a:pt x="2489" y="6365"/>
                  </a:lnTo>
                  <a:lnTo>
                    <a:pt x="3434" y="7310"/>
                  </a:lnTo>
                  <a:cubicBezTo>
                    <a:pt x="3530" y="7406"/>
                    <a:pt x="3640" y="7448"/>
                    <a:pt x="3744" y="7448"/>
                  </a:cubicBezTo>
                  <a:cubicBezTo>
                    <a:pt x="3948" y="7448"/>
                    <a:pt x="4127" y="7287"/>
                    <a:pt x="4127" y="7058"/>
                  </a:cubicBezTo>
                  <a:lnTo>
                    <a:pt x="4127" y="4317"/>
                  </a:lnTo>
                  <a:cubicBezTo>
                    <a:pt x="4663" y="3845"/>
                    <a:pt x="4978" y="3214"/>
                    <a:pt x="4978" y="2490"/>
                  </a:cubicBezTo>
                  <a:cubicBezTo>
                    <a:pt x="4978" y="1104"/>
                    <a:pt x="3875" y="1"/>
                    <a:pt x="2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0"/>
            <p:cNvSpPr/>
            <p:nvPr/>
          </p:nvSpPr>
          <p:spPr>
            <a:xfrm>
              <a:off x="-37761600" y="4230700"/>
              <a:ext cx="270175" cy="40975"/>
            </a:xfrm>
            <a:custGeom>
              <a:avLst/>
              <a:gdLst/>
              <a:ahLst/>
              <a:cxnLst/>
              <a:rect l="l" t="t" r="r" b="b"/>
              <a:pathLst>
                <a:path w="10807" h="1639" extrusionOk="0">
                  <a:moveTo>
                    <a:pt x="1450" y="1"/>
                  </a:moveTo>
                  <a:cubicBezTo>
                    <a:pt x="1292" y="788"/>
                    <a:pt x="662" y="1387"/>
                    <a:pt x="1" y="1639"/>
                  </a:cubicBezTo>
                  <a:lnTo>
                    <a:pt x="8822" y="1639"/>
                  </a:lnTo>
                  <a:cubicBezTo>
                    <a:pt x="9799" y="1639"/>
                    <a:pt x="10649" y="946"/>
                    <a:pt x="108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0"/>
            <p:cNvSpPr/>
            <p:nvPr/>
          </p:nvSpPr>
          <p:spPr>
            <a:xfrm>
              <a:off x="-37804925" y="3953450"/>
              <a:ext cx="274125" cy="295675"/>
            </a:xfrm>
            <a:custGeom>
              <a:avLst/>
              <a:gdLst/>
              <a:ahLst/>
              <a:cxnLst/>
              <a:rect l="l" t="t" r="r" b="b"/>
              <a:pathLst>
                <a:path w="10965" h="11827" extrusionOk="0">
                  <a:moveTo>
                    <a:pt x="379" y="1"/>
                  </a:moveTo>
                  <a:cubicBezTo>
                    <a:pt x="158" y="1"/>
                    <a:pt x="1" y="221"/>
                    <a:pt x="1" y="411"/>
                  </a:cubicBezTo>
                  <a:lnTo>
                    <a:pt x="1" y="10618"/>
                  </a:lnTo>
                  <a:cubicBezTo>
                    <a:pt x="1" y="11280"/>
                    <a:pt x="537" y="11815"/>
                    <a:pt x="1198" y="11815"/>
                  </a:cubicBezTo>
                  <a:cubicBezTo>
                    <a:pt x="1247" y="11823"/>
                    <a:pt x="1295" y="11826"/>
                    <a:pt x="1342" y="11826"/>
                  </a:cubicBezTo>
                  <a:cubicBezTo>
                    <a:pt x="1912" y="11826"/>
                    <a:pt x="2395" y="11318"/>
                    <a:pt x="2395" y="10650"/>
                  </a:cubicBezTo>
                  <a:cubicBezTo>
                    <a:pt x="2395" y="10398"/>
                    <a:pt x="2584" y="10272"/>
                    <a:pt x="2836" y="10272"/>
                  </a:cubicBezTo>
                  <a:lnTo>
                    <a:pt x="10965" y="10272"/>
                  </a:lnTo>
                  <a:lnTo>
                    <a:pt x="10965" y="8255"/>
                  </a:lnTo>
                  <a:cubicBezTo>
                    <a:pt x="10807" y="8161"/>
                    <a:pt x="10650" y="8098"/>
                    <a:pt x="10492" y="7972"/>
                  </a:cubicBezTo>
                  <a:lnTo>
                    <a:pt x="10146" y="7625"/>
                  </a:lnTo>
                  <a:lnTo>
                    <a:pt x="9799" y="7972"/>
                  </a:lnTo>
                  <a:cubicBezTo>
                    <a:pt x="9547" y="8224"/>
                    <a:pt x="9232" y="8318"/>
                    <a:pt x="8917" y="8318"/>
                  </a:cubicBezTo>
                  <a:cubicBezTo>
                    <a:pt x="8255" y="8318"/>
                    <a:pt x="7720" y="7783"/>
                    <a:pt x="7720" y="7058"/>
                  </a:cubicBezTo>
                  <a:lnTo>
                    <a:pt x="7720" y="4664"/>
                  </a:lnTo>
                  <a:cubicBezTo>
                    <a:pt x="7184" y="4065"/>
                    <a:pt x="6869" y="3309"/>
                    <a:pt x="6869" y="2490"/>
                  </a:cubicBezTo>
                  <a:cubicBezTo>
                    <a:pt x="6869" y="1513"/>
                    <a:pt x="7310" y="600"/>
                    <a:pt x="8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5" name="Google Shape;885;p30"/>
          <p:cNvSpPr/>
          <p:nvPr/>
        </p:nvSpPr>
        <p:spPr>
          <a:xfrm>
            <a:off x="1228575" y="1774014"/>
            <a:ext cx="365545" cy="365751"/>
          </a:xfrm>
          <a:custGeom>
            <a:avLst/>
            <a:gdLst/>
            <a:ahLst/>
            <a:cxnLst/>
            <a:rect l="l" t="t" r="r" b="b"/>
            <a:pathLst>
              <a:path w="12477" h="12647" extrusionOk="0">
                <a:moveTo>
                  <a:pt x="3750" y="4538"/>
                </a:moveTo>
                <a:cubicBezTo>
                  <a:pt x="4223" y="4538"/>
                  <a:pt x="4601" y="4884"/>
                  <a:pt x="4601" y="5357"/>
                </a:cubicBezTo>
                <a:cubicBezTo>
                  <a:pt x="4601" y="5829"/>
                  <a:pt x="4223" y="6176"/>
                  <a:pt x="3750" y="6176"/>
                </a:cubicBezTo>
                <a:cubicBezTo>
                  <a:pt x="3277" y="6176"/>
                  <a:pt x="2931" y="5829"/>
                  <a:pt x="2931" y="5357"/>
                </a:cubicBezTo>
                <a:cubicBezTo>
                  <a:pt x="2931" y="4884"/>
                  <a:pt x="3277" y="4538"/>
                  <a:pt x="3750" y="4538"/>
                </a:cubicBezTo>
                <a:close/>
                <a:moveTo>
                  <a:pt x="6239" y="4538"/>
                </a:moveTo>
                <a:cubicBezTo>
                  <a:pt x="6711" y="4538"/>
                  <a:pt x="7058" y="4884"/>
                  <a:pt x="7058" y="5357"/>
                </a:cubicBezTo>
                <a:cubicBezTo>
                  <a:pt x="7058" y="5829"/>
                  <a:pt x="6711" y="6176"/>
                  <a:pt x="6239" y="6176"/>
                </a:cubicBezTo>
                <a:cubicBezTo>
                  <a:pt x="5766" y="6176"/>
                  <a:pt x="5420" y="5829"/>
                  <a:pt x="5420" y="5357"/>
                </a:cubicBezTo>
                <a:cubicBezTo>
                  <a:pt x="5420" y="4884"/>
                  <a:pt x="5766" y="4538"/>
                  <a:pt x="6239" y="4538"/>
                </a:cubicBezTo>
                <a:close/>
                <a:moveTo>
                  <a:pt x="8728" y="4538"/>
                </a:moveTo>
                <a:cubicBezTo>
                  <a:pt x="9200" y="4538"/>
                  <a:pt x="9547" y="4884"/>
                  <a:pt x="9547" y="5357"/>
                </a:cubicBezTo>
                <a:cubicBezTo>
                  <a:pt x="9547" y="5829"/>
                  <a:pt x="9200" y="6176"/>
                  <a:pt x="8728" y="6176"/>
                </a:cubicBezTo>
                <a:cubicBezTo>
                  <a:pt x="8255" y="6176"/>
                  <a:pt x="7877" y="5829"/>
                  <a:pt x="7877" y="5357"/>
                </a:cubicBezTo>
                <a:cubicBezTo>
                  <a:pt x="7877" y="4884"/>
                  <a:pt x="8255" y="4538"/>
                  <a:pt x="8728" y="4538"/>
                </a:cubicBezTo>
                <a:close/>
                <a:moveTo>
                  <a:pt x="6239" y="1"/>
                </a:moveTo>
                <a:cubicBezTo>
                  <a:pt x="2805" y="1"/>
                  <a:pt x="1" y="2395"/>
                  <a:pt x="1" y="5357"/>
                </a:cubicBezTo>
                <a:cubicBezTo>
                  <a:pt x="1" y="7436"/>
                  <a:pt x="1387" y="9200"/>
                  <a:pt x="3309" y="10082"/>
                </a:cubicBezTo>
                <a:lnTo>
                  <a:pt x="3309" y="12256"/>
                </a:lnTo>
                <a:cubicBezTo>
                  <a:pt x="3309" y="12486"/>
                  <a:pt x="3502" y="12646"/>
                  <a:pt x="3715" y="12646"/>
                </a:cubicBezTo>
                <a:cubicBezTo>
                  <a:pt x="3824" y="12646"/>
                  <a:pt x="3938" y="12604"/>
                  <a:pt x="4034" y="12508"/>
                </a:cubicBezTo>
                <a:lnTo>
                  <a:pt x="5609" y="10681"/>
                </a:lnTo>
                <a:cubicBezTo>
                  <a:pt x="5798" y="10681"/>
                  <a:pt x="5987" y="10713"/>
                  <a:pt x="6239" y="10713"/>
                </a:cubicBezTo>
                <a:cubicBezTo>
                  <a:pt x="9641" y="10713"/>
                  <a:pt x="12477" y="8350"/>
                  <a:pt x="12477" y="5357"/>
                </a:cubicBezTo>
                <a:cubicBezTo>
                  <a:pt x="12477" y="2395"/>
                  <a:pt x="9704" y="1"/>
                  <a:pt x="623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6" name="Google Shape;886;p30"/>
          <p:cNvGrpSpPr/>
          <p:nvPr/>
        </p:nvGrpSpPr>
        <p:grpSpPr>
          <a:xfrm>
            <a:off x="5969075" y="3822195"/>
            <a:ext cx="365769" cy="329170"/>
            <a:chOff x="-40378075" y="3267450"/>
            <a:chExt cx="317425" cy="289075"/>
          </a:xfrm>
        </p:grpSpPr>
        <p:sp>
          <p:nvSpPr>
            <p:cNvPr id="887" name="Google Shape;887;p30"/>
            <p:cNvSpPr/>
            <p:nvPr/>
          </p:nvSpPr>
          <p:spPr>
            <a:xfrm>
              <a:off x="-40218975" y="3308400"/>
              <a:ext cx="158325" cy="248125"/>
            </a:xfrm>
            <a:custGeom>
              <a:avLst/>
              <a:gdLst/>
              <a:ahLst/>
              <a:cxnLst/>
              <a:rect l="l" t="t" r="r" b="b"/>
              <a:pathLst>
                <a:path w="6333" h="9925" extrusionOk="0">
                  <a:moveTo>
                    <a:pt x="4694" y="1"/>
                  </a:moveTo>
                  <a:lnTo>
                    <a:pt x="4694" y="7877"/>
                  </a:lnTo>
                  <a:cubicBezTo>
                    <a:pt x="4694" y="8097"/>
                    <a:pt x="4474" y="8255"/>
                    <a:pt x="4253" y="8255"/>
                  </a:cubicBezTo>
                  <a:cubicBezTo>
                    <a:pt x="2993" y="8255"/>
                    <a:pt x="1638" y="8696"/>
                    <a:pt x="693" y="9452"/>
                  </a:cubicBezTo>
                  <a:cubicBezTo>
                    <a:pt x="536" y="9546"/>
                    <a:pt x="189" y="9925"/>
                    <a:pt x="0" y="9925"/>
                  </a:cubicBezTo>
                  <a:lnTo>
                    <a:pt x="5073" y="9925"/>
                  </a:lnTo>
                  <a:cubicBezTo>
                    <a:pt x="5734" y="9925"/>
                    <a:pt x="6333" y="9357"/>
                    <a:pt x="6333" y="8696"/>
                  </a:cubicBezTo>
                  <a:lnTo>
                    <a:pt x="6333" y="1229"/>
                  </a:lnTo>
                  <a:cubicBezTo>
                    <a:pt x="6333" y="536"/>
                    <a:pt x="5766" y="1"/>
                    <a:pt x="50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0"/>
            <p:cNvSpPr/>
            <p:nvPr/>
          </p:nvSpPr>
          <p:spPr>
            <a:xfrm>
              <a:off x="-40316650" y="3267450"/>
              <a:ext cx="86675" cy="257575"/>
            </a:xfrm>
            <a:custGeom>
              <a:avLst/>
              <a:gdLst/>
              <a:ahLst/>
              <a:cxnLst/>
              <a:rect l="l" t="t" r="r" b="b"/>
              <a:pathLst>
                <a:path w="3467" h="10303" extrusionOk="0">
                  <a:moveTo>
                    <a:pt x="1" y="0"/>
                  </a:moveTo>
                  <a:lnTo>
                    <a:pt x="1" y="9105"/>
                  </a:lnTo>
                  <a:cubicBezTo>
                    <a:pt x="1166" y="9200"/>
                    <a:pt x="2489" y="9578"/>
                    <a:pt x="3466" y="10302"/>
                  </a:cubicBezTo>
                  <a:lnTo>
                    <a:pt x="3466" y="1197"/>
                  </a:lnTo>
                  <a:cubicBezTo>
                    <a:pt x="2489" y="473"/>
                    <a:pt x="1229" y="95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0"/>
            <p:cNvSpPr/>
            <p:nvPr/>
          </p:nvSpPr>
          <p:spPr>
            <a:xfrm>
              <a:off x="-40209525" y="3267450"/>
              <a:ext cx="86650" cy="257575"/>
            </a:xfrm>
            <a:custGeom>
              <a:avLst/>
              <a:gdLst/>
              <a:ahLst/>
              <a:cxnLst/>
              <a:rect l="l" t="t" r="r" b="b"/>
              <a:pathLst>
                <a:path w="3466" h="10303" extrusionOk="0">
                  <a:moveTo>
                    <a:pt x="3466" y="0"/>
                  </a:moveTo>
                  <a:cubicBezTo>
                    <a:pt x="2300" y="95"/>
                    <a:pt x="977" y="473"/>
                    <a:pt x="0" y="1197"/>
                  </a:cubicBezTo>
                  <a:lnTo>
                    <a:pt x="0" y="10302"/>
                  </a:lnTo>
                  <a:cubicBezTo>
                    <a:pt x="977" y="9578"/>
                    <a:pt x="2237" y="9200"/>
                    <a:pt x="3466" y="9105"/>
                  </a:cubicBezTo>
                  <a:lnTo>
                    <a:pt x="34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0"/>
            <p:cNvSpPr/>
            <p:nvPr/>
          </p:nvSpPr>
          <p:spPr>
            <a:xfrm>
              <a:off x="-40378075" y="3308400"/>
              <a:ext cx="157550" cy="248125"/>
            </a:xfrm>
            <a:custGeom>
              <a:avLst/>
              <a:gdLst/>
              <a:ahLst/>
              <a:cxnLst/>
              <a:rect l="l" t="t" r="r" b="b"/>
              <a:pathLst>
                <a:path w="6302" h="9925" extrusionOk="0"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664"/>
                  </a:lnTo>
                  <a:cubicBezTo>
                    <a:pt x="32" y="9357"/>
                    <a:pt x="567" y="9925"/>
                    <a:pt x="1229" y="9925"/>
                  </a:cubicBezTo>
                  <a:lnTo>
                    <a:pt x="6301" y="9925"/>
                  </a:lnTo>
                  <a:cubicBezTo>
                    <a:pt x="6112" y="9925"/>
                    <a:pt x="5766" y="9609"/>
                    <a:pt x="5608" y="9452"/>
                  </a:cubicBezTo>
                  <a:cubicBezTo>
                    <a:pt x="4631" y="8664"/>
                    <a:pt x="3277" y="8255"/>
                    <a:pt x="2048" y="8255"/>
                  </a:cubicBezTo>
                  <a:cubicBezTo>
                    <a:pt x="1828" y="8255"/>
                    <a:pt x="1638" y="8066"/>
                    <a:pt x="1638" y="7877"/>
                  </a:cubicBezTo>
                  <a:lnTo>
                    <a:pt x="16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31"/>
          <p:cNvSpPr txBox="1">
            <a:spLocks noGrp="1"/>
          </p:cNvSpPr>
          <p:nvPr>
            <p:ph type="title"/>
          </p:nvPr>
        </p:nvSpPr>
        <p:spPr>
          <a:xfrm>
            <a:off x="713225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sp>
        <p:nvSpPr>
          <p:cNvPr id="896" name="Google Shape;896;p31"/>
          <p:cNvSpPr txBox="1"/>
          <p:nvPr/>
        </p:nvSpPr>
        <p:spPr>
          <a:xfrm>
            <a:off x="713199" y="3785525"/>
            <a:ext cx="1072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74320" lvl="0" indent="-2260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Idea A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74320" lvl="0" indent="-2260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Idea B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97" name="Google Shape;897;p31"/>
          <p:cNvSpPr txBox="1"/>
          <p:nvPr/>
        </p:nvSpPr>
        <p:spPr>
          <a:xfrm>
            <a:off x="1972609" y="3785525"/>
            <a:ext cx="1072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74320" lvl="0" indent="-2260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Idea A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74320" lvl="0" indent="-2260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Idea B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98" name="Google Shape;898;p31"/>
          <p:cNvSpPr txBox="1"/>
          <p:nvPr/>
        </p:nvSpPr>
        <p:spPr>
          <a:xfrm>
            <a:off x="3406156" y="3785525"/>
            <a:ext cx="1072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74320" lvl="0" indent="-2260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Idea A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74320" lvl="0" indent="-2260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Idea B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99" name="Google Shape;899;p31"/>
          <p:cNvSpPr txBox="1"/>
          <p:nvPr/>
        </p:nvSpPr>
        <p:spPr>
          <a:xfrm>
            <a:off x="4665553" y="3785525"/>
            <a:ext cx="1072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74320" lvl="0" indent="-2260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Idea A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74320" lvl="0" indent="-2260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Idea B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00" name="Google Shape;900;p31"/>
          <p:cNvSpPr txBox="1"/>
          <p:nvPr/>
        </p:nvSpPr>
        <p:spPr>
          <a:xfrm>
            <a:off x="6099112" y="3785525"/>
            <a:ext cx="1072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74320" lvl="0" indent="-2260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Idea A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74320" lvl="0" indent="-2260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Idea B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01" name="Google Shape;901;p31"/>
          <p:cNvSpPr txBox="1"/>
          <p:nvPr/>
        </p:nvSpPr>
        <p:spPr>
          <a:xfrm>
            <a:off x="7358497" y="3785525"/>
            <a:ext cx="1072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74320" lvl="0" indent="-2260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Idea A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74320" lvl="0" indent="-2260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Idea B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02" name="Google Shape;902;p31"/>
          <p:cNvSpPr txBox="1"/>
          <p:nvPr/>
        </p:nvSpPr>
        <p:spPr>
          <a:xfrm>
            <a:off x="2743201" y="1499675"/>
            <a:ext cx="3657600" cy="457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Book title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903" name="Google Shape;903;p31"/>
          <p:cNvGrpSpPr/>
          <p:nvPr/>
        </p:nvGrpSpPr>
        <p:grpSpPr>
          <a:xfrm>
            <a:off x="712865" y="2276739"/>
            <a:ext cx="2332039" cy="1188907"/>
            <a:chOff x="712814" y="2276806"/>
            <a:chExt cx="1397100" cy="1188907"/>
          </a:xfrm>
        </p:grpSpPr>
        <p:sp>
          <p:nvSpPr>
            <p:cNvPr id="904" name="Google Shape;904;p31"/>
            <p:cNvSpPr txBox="1"/>
            <p:nvPr/>
          </p:nvSpPr>
          <p:spPr>
            <a:xfrm>
              <a:off x="712814" y="2276806"/>
              <a:ext cx="1397100" cy="4572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Introduction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905" name="Google Shape;905;p31"/>
            <p:cNvSpPr txBox="1"/>
            <p:nvPr/>
          </p:nvSpPr>
          <p:spPr>
            <a:xfrm>
              <a:off x="712814" y="2825513"/>
              <a:ext cx="13971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Mercury is the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smallest 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planet in the Solar System</a:t>
              </a:r>
              <a:endParaRPr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906" name="Google Shape;906;p31"/>
          <p:cNvGrpSpPr/>
          <p:nvPr/>
        </p:nvGrpSpPr>
        <p:grpSpPr>
          <a:xfrm>
            <a:off x="3405977" y="2276739"/>
            <a:ext cx="2332039" cy="1188907"/>
            <a:chOff x="712814" y="2276806"/>
            <a:chExt cx="1397100" cy="1188907"/>
          </a:xfrm>
        </p:grpSpPr>
        <p:sp>
          <p:nvSpPr>
            <p:cNvPr id="907" name="Google Shape;907;p31"/>
            <p:cNvSpPr txBox="1"/>
            <p:nvPr/>
          </p:nvSpPr>
          <p:spPr>
            <a:xfrm>
              <a:off x="712814" y="2276806"/>
              <a:ext cx="1397100" cy="4572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Body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908" name="Google Shape;908;p31"/>
            <p:cNvSpPr txBox="1"/>
            <p:nvPr/>
          </p:nvSpPr>
          <p:spPr>
            <a:xfrm>
              <a:off x="712814" y="2825513"/>
              <a:ext cx="13971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Venus is the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second 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planet from the Sun</a:t>
              </a:r>
              <a:endParaRPr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909" name="Google Shape;909;p31"/>
          <p:cNvGrpSpPr/>
          <p:nvPr/>
        </p:nvGrpSpPr>
        <p:grpSpPr>
          <a:xfrm>
            <a:off x="6099102" y="2276739"/>
            <a:ext cx="2332039" cy="1188907"/>
            <a:chOff x="712814" y="2276806"/>
            <a:chExt cx="1397100" cy="1188907"/>
          </a:xfrm>
        </p:grpSpPr>
        <p:sp>
          <p:nvSpPr>
            <p:cNvPr id="910" name="Google Shape;910;p31"/>
            <p:cNvSpPr txBox="1"/>
            <p:nvPr/>
          </p:nvSpPr>
          <p:spPr>
            <a:xfrm>
              <a:off x="712814" y="2276806"/>
              <a:ext cx="1397100" cy="4572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Conclusion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911" name="Google Shape;911;p31"/>
            <p:cNvSpPr txBox="1"/>
            <p:nvPr/>
          </p:nvSpPr>
          <p:spPr>
            <a:xfrm>
              <a:off x="712814" y="2825513"/>
              <a:ext cx="13971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Earth is the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third planet  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and harbors life</a:t>
              </a:r>
              <a:endParaRPr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cxnSp>
        <p:nvCxnSpPr>
          <p:cNvPr id="912" name="Google Shape;912;p31"/>
          <p:cNvCxnSpPr>
            <a:stCxn id="902" idx="2"/>
            <a:endCxn id="907" idx="0"/>
          </p:cNvCxnSpPr>
          <p:nvPr/>
        </p:nvCxnSpPr>
        <p:spPr>
          <a:xfrm>
            <a:off x="4572001" y="1956875"/>
            <a:ext cx="0" cy="3198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3" name="Google Shape;913;p31"/>
          <p:cNvCxnSpPr>
            <a:stCxn id="902" idx="2"/>
            <a:endCxn id="904" idx="0"/>
          </p:cNvCxnSpPr>
          <p:nvPr/>
        </p:nvCxnSpPr>
        <p:spPr>
          <a:xfrm rot="5400000">
            <a:off x="3065551" y="770225"/>
            <a:ext cx="319800" cy="2693100"/>
          </a:xfrm>
          <a:prstGeom prst="bentConnector3">
            <a:avLst>
              <a:gd name="adj1" fmla="val 5001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4" name="Google Shape;914;p31"/>
          <p:cNvCxnSpPr>
            <a:stCxn id="902" idx="2"/>
            <a:endCxn id="910" idx="0"/>
          </p:cNvCxnSpPr>
          <p:nvPr/>
        </p:nvCxnSpPr>
        <p:spPr>
          <a:xfrm rot="-5400000" flipH="1">
            <a:off x="5758651" y="770225"/>
            <a:ext cx="319800" cy="2693100"/>
          </a:xfrm>
          <a:prstGeom prst="bentConnector3">
            <a:avLst>
              <a:gd name="adj1" fmla="val 5001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5" name="Google Shape;915;p31"/>
          <p:cNvCxnSpPr>
            <a:stCxn id="905" idx="2"/>
            <a:endCxn id="896" idx="0"/>
          </p:cNvCxnSpPr>
          <p:nvPr/>
        </p:nvCxnSpPr>
        <p:spPr>
          <a:xfrm rot="5400000">
            <a:off x="1404134" y="3310696"/>
            <a:ext cx="319800" cy="629700"/>
          </a:xfrm>
          <a:prstGeom prst="bentConnector3">
            <a:avLst>
              <a:gd name="adj1" fmla="val 50012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31"/>
          <p:cNvCxnSpPr>
            <a:stCxn id="905" idx="2"/>
            <a:endCxn id="897" idx="0"/>
          </p:cNvCxnSpPr>
          <p:nvPr/>
        </p:nvCxnSpPr>
        <p:spPr>
          <a:xfrm rot="-5400000" flipH="1">
            <a:off x="2033834" y="3310696"/>
            <a:ext cx="319800" cy="629700"/>
          </a:xfrm>
          <a:prstGeom prst="bentConnector3">
            <a:avLst>
              <a:gd name="adj1" fmla="val 50012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31"/>
          <p:cNvCxnSpPr>
            <a:stCxn id="908" idx="2"/>
            <a:endCxn id="898" idx="0"/>
          </p:cNvCxnSpPr>
          <p:nvPr/>
        </p:nvCxnSpPr>
        <p:spPr>
          <a:xfrm rot="5400000">
            <a:off x="4097247" y="3310696"/>
            <a:ext cx="319800" cy="629700"/>
          </a:xfrm>
          <a:prstGeom prst="bentConnector3">
            <a:avLst>
              <a:gd name="adj1" fmla="val 50012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8" name="Google Shape;918;p31"/>
          <p:cNvCxnSpPr>
            <a:stCxn id="908" idx="2"/>
            <a:endCxn id="899" idx="0"/>
          </p:cNvCxnSpPr>
          <p:nvPr/>
        </p:nvCxnSpPr>
        <p:spPr>
          <a:xfrm rot="-5400000" flipH="1">
            <a:off x="4726947" y="3310696"/>
            <a:ext cx="319800" cy="629700"/>
          </a:xfrm>
          <a:prstGeom prst="bentConnector3">
            <a:avLst>
              <a:gd name="adj1" fmla="val 50012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9" name="Google Shape;919;p31"/>
          <p:cNvCxnSpPr>
            <a:stCxn id="911" idx="2"/>
            <a:endCxn id="900" idx="0"/>
          </p:cNvCxnSpPr>
          <p:nvPr/>
        </p:nvCxnSpPr>
        <p:spPr>
          <a:xfrm rot="5400000">
            <a:off x="6790222" y="3310546"/>
            <a:ext cx="319800" cy="630000"/>
          </a:xfrm>
          <a:prstGeom prst="bentConnector3">
            <a:avLst>
              <a:gd name="adj1" fmla="val 50012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0" name="Google Shape;920;p31"/>
          <p:cNvCxnSpPr>
            <a:stCxn id="911" idx="2"/>
            <a:endCxn id="901" idx="0"/>
          </p:cNvCxnSpPr>
          <p:nvPr/>
        </p:nvCxnSpPr>
        <p:spPr>
          <a:xfrm rot="-5400000" flipH="1">
            <a:off x="7419922" y="3310846"/>
            <a:ext cx="319800" cy="629400"/>
          </a:xfrm>
          <a:prstGeom prst="bentConnector3">
            <a:avLst>
              <a:gd name="adj1" fmla="val 50012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32"/>
          <p:cNvSpPr txBox="1">
            <a:spLocks noGrp="1"/>
          </p:cNvSpPr>
          <p:nvPr>
            <p:ph type="title"/>
          </p:nvPr>
        </p:nvSpPr>
        <p:spPr>
          <a:xfrm>
            <a:off x="713225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grpSp>
        <p:nvGrpSpPr>
          <p:cNvPr id="926" name="Google Shape;926;p32"/>
          <p:cNvGrpSpPr/>
          <p:nvPr/>
        </p:nvGrpSpPr>
        <p:grpSpPr>
          <a:xfrm>
            <a:off x="3566100" y="1499681"/>
            <a:ext cx="2011800" cy="1010084"/>
            <a:chOff x="3566100" y="1316731"/>
            <a:chExt cx="2011800" cy="1010084"/>
          </a:xfrm>
        </p:grpSpPr>
        <p:sp>
          <p:nvSpPr>
            <p:cNvPr id="927" name="Google Shape;927;p32"/>
            <p:cNvSpPr txBox="1"/>
            <p:nvPr/>
          </p:nvSpPr>
          <p:spPr>
            <a:xfrm>
              <a:off x="3566100" y="1316731"/>
              <a:ext cx="20118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Introduction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928" name="Google Shape;928;p32"/>
            <p:cNvSpPr txBox="1"/>
            <p:nvPr/>
          </p:nvSpPr>
          <p:spPr>
            <a:xfrm>
              <a:off x="3566100" y="1686615"/>
              <a:ext cx="20118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Venus is the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second 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planet from the Sun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929" name="Google Shape;929;p32"/>
          <p:cNvGrpSpPr/>
          <p:nvPr/>
        </p:nvGrpSpPr>
        <p:grpSpPr>
          <a:xfrm>
            <a:off x="3566100" y="2544509"/>
            <a:ext cx="2011800" cy="1010084"/>
            <a:chOff x="3566100" y="2366134"/>
            <a:chExt cx="2011800" cy="1010084"/>
          </a:xfrm>
        </p:grpSpPr>
        <p:sp>
          <p:nvSpPr>
            <p:cNvPr id="930" name="Google Shape;930;p32"/>
            <p:cNvSpPr txBox="1"/>
            <p:nvPr/>
          </p:nvSpPr>
          <p:spPr>
            <a:xfrm>
              <a:off x="3566100" y="2366134"/>
              <a:ext cx="20118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Body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931" name="Google Shape;931;p32"/>
            <p:cNvSpPr txBox="1"/>
            <p:nvPr/>
          </p:nvSpPr>
          <p:spPr>
            <a:xfrm>
              <a:off x="3566100" y="2736018"/>
              <a:ext cx="20118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Earth is the planet where we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life</a:t>
              </a:r>
              <a:endParaRPr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932" name="Google Shape;932;p32"/>
          <p:cNvGrpSpPr/>
          <p:nvPr/>
        </p:nvGrpSpPr>
        <p:grpSpPr>
          <a:xfrm>
            <a:off x="3566100" y="3589337"/>
            <a:ext cx="2011800" cy="1010084"/>
            <a:chOff x="3566100" y="3415537"/>
            <a:chExt cx="2011800" cy="1010084"/>
          </a:xfrm>
        </p:grpSpPr>
        <p:sp>
          <p:nvSpPr>
            <p:cNvPr id="933" name="Google Shape;933;p32"/>
            <p:cNvSpPr txBox="1"/>
            <p:nvPr/>
          </p:nvSpPr>
          <p:spPr>
            <a:xfrm>
              <a:off x="3566100" y="3415537"/>
              <a:ext cx="20118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Conclusion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934" name="Google Shape;934;p32"/>
            <p:cNvSpPr txBox="1"/>
            <p:nvPr/>
          </p:nvSpPr>
          <p:spPr>
            <a:xfrm>
              <a:off x="3566100" y="3785421"/>
              <a:ext cx="20118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Despite being red, Mars is a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cold place</a:t>
              </a:r>
              <a:endParaRPr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935" name="Google Shape;935;p32"/>
          <p:cNvGrpSpPr/>
          <p:nvPr/>
        </p:nvGrpSpPr>
        <p:grpSpPr>
          <a:xfrm>
            <a:off x="896008" y="2544509"/>
            <a:ext cx="2011800" cy="1279881"/>
            <a:chOff x="896008" y="3145834"/>
            <a:chExt cx="2011800" cy="1279881"/>
          </a:xfrm>
        </p:grpSpPr>
        <p:sp>
          <p:nvSpPr>
            <p:cNvPr id="936" name="Google Shape;936;p32"/>
            <p:cNvSpPr txBox="1"/>
            <p:nvPr/>
          </p:nvSpPr>
          <p:spPr>
            <a:xfrm>
              <a:off x="896008" y="3145834"/>
              <a:ext cx="20118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Character A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937" name="Google Shape;937;p32"/>
            <p:cNvSpPr txBox="1"/>
            <p:nvPr/>
          </p:nvSpPr>
          <p:spPr>
            <a:xfrm>
              <a:off x="896008" y="3511316"/>
              <a:ext cx="20118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Mercury is the closest planet to the Sun and the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smallest of them all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938" name="Google Shape;938;p32"/>
          <p:cNvGrpSpPr/>
          <p:nvPr/>
        </p:nvGrpSpPr>
        <p:grpSpPr>
          <a:xfrm>
            <a:off x="6236217" y="2544509"/>
            <a:ext cx="2011800" cy="1279881"/>
            <a:chOff x="6236217" y="3145834"/>
            <a:chExt cx="2011800" cy="1279881"/>
          </a:xfrm>
        </p:grpSpPr>
        <p:sp>
          <p:nvSpPr>
            <p:cNvPr id="939" name="Google Shape;939;p32"/>
            <p:cNvSpPr txBox="1"/>
            <p:nvPr/>
          </p:nvSpPr>
          <p:spPr>
            <a:xfrm>
              <a:off x="6236217" y="3145834"/>
              <a:ext cx="20118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Character B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940" name="Google Shape;940;p32"/>
            <p:cNvSpPr txBox="1"/>
            <p:nvPr/>
          </p:nvSpPr>
          <p:spPr>
            <a:xfrm>
              <a:off x="6236217" y="3511316"/>
              <a:ext cx="20118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Jupiter is a gas giant and the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biggest planet 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in the Solar System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cxnSp>
        <p:nvCxnSpPr>
          <p:cNvPr id="941" name="Google Shape;941;p32"/>
          <p:cNvCxnSpPr>
            <a:stCxn id="936" idx="3"/>
            <a:endCxn id="927" idx="1"/>
          </p:cNvCxnSpPr>
          <p:nvPr/>
        </p:nvCxnSpPr>
        <p:spPr>
          <a:xfrm rot="10800000" flipH="1">
            <a:off x="2907808" y="1728209"/>
            <a:ext cx="658200" cy="1044900"/>
          </a:xfrm>
          <a:prstGeom prst="bentConnector3">
            <a:avLst>
              <a:gd name="adj1" fmla="val 50007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942" name="Google Shape;942;p32"/>
          <p:cNvCxnSpPr>
            <a:stCxn id="936" idx="3"/>
            <a:endCxn id="933" idx="1"/>
          </p:cNvCxnSpPr>
          <p:nvPr/>
        </p:nvCxnSpPr>
        <p:spPr>
          <a:xfrm>
            <a:off x="2907808" y="2773109"/>
            <a:ext cx="658200" cy="1044900"/>
          </a:xfrm>
          <a:prstGeom prst="bentConnector3">
            <a:avLst>
              <a:gd name="adj1" fmla="val 50007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943" name="Google Shape;943;p32"/>
          <p:cNvCxnSpPr>
            <a:stCxn id="939" idx="1"/>
            <a:endCxn id="927" idx="3"/>
          </p:cNvCxnSpPr>
          <p:nvPr/>
        </p:nvCxnSpPr>
        <p:spPr>
          <a:xfrm rot="10800000">
            <a:off x="5578017" y="1728209"/>
            <a:ext cx="658200" cy="1044900"/>
          </a:xfrm>
          <a:prstGeom prst="bentConnector3">
            <a:avLst>
              <a:gd name="adj1" fmla="val 50009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944" name="Google Shape;944;p32"/>
          <p:cNvCxnSpPr>
            <a:stCxn id="939" idx="1"/>
            <a:endCxn id="933" idx="3"/>
          </p:cNvCxnSpPr>
          <p:nvPr/>
        </p:nvCxnSpPr>
        <p:spPr>
          <a:xfrm flipH="1">
            <a:off x="5578017" y="2773109"/>
            <a:ext cx="658200" cy="1044900"/>
          </a:xfrm>
          <a:prstGeom prst="bentConnector3">
            <a:avLst>
              <a:gd name="adj1" fmla="val 50009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945" name="Google Shape;945;p32"/>
          <p:cNvCxnSpPr>
            <a:stCxn id="936" idx="3"/>
            <a:endCxn id="930" idx="1"/>
          </p:cNvCxnSpPr>
          <p:nvPr/>
        </p:nvCxnSpPr>
        <p:spPr>
          <a:xfrm>
            <a:off x="2907808" y="2773109"/>
            <a:ext cx="658200" cy="0"/>
          </a:xfrm>
          <a:prstGeom prst="straightConnector1">
            <a:avLst/>
          </a:prstGeom>
          <a:noFill/>
          <a:ln w="19050" cap="rnd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946" name="Google Shape;946;p32"/>
          <p:cNvCxnSpPr>
            <a:stCxn id="939" idx="1"/>
            <a:endCxn id="930" idx="3"/>
          </p:cNvCxnSpPr>
          <p:nvPr/>
        </p:nvCxnSpPr>
        <p:spPr>
          <a:xfrm rot="10800000">
            <a:off x="5578017" y="2773109"/>
            <a:ext cx="658200" cy="0"/>
          </a:xfrm>
          <a:prstGeom prst="straightConnector1">
            <a:avLst/>
          </a:prstGeom>
          <a:noFill/>
          <a:ln w="19050" cap="rnd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33"/>
          <p:cNvSpPr txBox="1">
            <a:spLocks noGrp="1"/>
          </p:cNvSpPr>
          <p:nvPr>
            <p:ph type="title"/>
          </p:nvPr>
        </p:nvSpPr>
        <p:spPr>
          <a:xfrm>
            <a:off x="713250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graphicFrame>
        <p:nvGraphicFramePr>
          <p:cNvPr id="952" name="Google Shape;952;p33"/>
          <p:cNvGraphicFramePr/>
          <p:nvPr/>
        </p:nvGraphicFramePr>
        <p:xfrm>
          <a:off x="835888" y="14953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{665CF192-9494-4A03-9D32-231AD63D6525}</a:tableStyleId>
              </a:tblPr>
              <a:tblGrid>
                <a:gridCol w="68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2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2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2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5425">
                <a:tc gridSpan="7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This month</a:t>
                      </a:r>
                      <a:endParaRPr sz="1600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Mon</a:t>
                      </a:r>
                      <a:endParaRPr b="1"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Tue</a:t>
                      </a:r>
                      <a:endParaRPr b="1"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Wed</a:t>
                      </a:r>
                      <a:endParaRPr b="1"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Thu</a:t>
                      </a:r>
                      <a:endParaRPr b="1"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Fri</a:t>
                      </a:r>
                      <a:endParaRPr b="1"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Sat</a:t>
                      </a:r>
                      <a:endParaRPr b="1"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Sun</a:t>
                      </a:r>
                      <a:endParaRPr b="1"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01</a:t>
                      </a:r>
                      <a:endParaRPr sz="1000">
                        <a:solidFill>
                          <a:schemeClr val="dk1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2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02</a:t>
                      </a: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2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03</a:t>
                      </a: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2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04</a:t>
                      </a: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2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05</a:t>
                      </a: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2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06</a:t>
                      </a: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2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07</a:t>
                      </a: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2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08</a:t>
                      </a: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09</a:t>
                      </a:r>
                      <a:endParaRPr sz="1000">
                        <a:solidFill>
                          <a:schemeClr val="dk1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2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10</a:t>
                      </a: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11</a:t>
                      </a:r>
                      <a:endParaRPr sz="1000">
                        <a:solidFill>
                          <a:schemeClr val="dk1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2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12</a:t>
                      </a: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2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13</a:t>
                      </a: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14</a:t>
                      </a:r>
                      <a:endParaRPr sz="1000">
                        <a:solidFill>
                          <a:schemeClr val="dk1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2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15</a:t>
                      </a: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2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16</a:t>
                      </a: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17</a:t>
                      </a:r>
                      <a:endParaRPr sz="1000">
                        <a:solidFill>
                          <a:schemeClr val="dk1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2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18</a:t>
                      </a: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2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19</a:t>
                      </a: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2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20</a:t>
                      </a: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2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21</a:t>
                      </a: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22</a:t>
                      </a:r>
                      <a:endParaRPr sz="1000">
                        <a:solidFill>
                          <a:schemeClr val="dk1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2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23</a:t>
                      </a: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2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24</a:t>
                      </a: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25</a:t>
                      </a:r>
                      <a:endParaRPr sz="1000">
                        <a:solidFill>
                          <a:schemeClr val="dk1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2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26</a:t>
                      </a: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2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27</a:t>
                      </a: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2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28</a:t>
                      </a: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2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29</a:t>
                      </a: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30</a:t>
                      </a:r>
                      <a:endParaRPr sz="1000">
                        <a:solidFill>
                          <a:schemeClr val="dk1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2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31</a:t>
                      </a: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accent2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45700" marR="45700" marT="45700" marB="45700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53" name="Google Shape;953;p33"/>
          <p:cNvSpPr/>
          <p:nvPr/>
        </p:nvSpPr>
        <p:spPr>
          <a:xfrm>
            <a:off x="6099175" y="1613901"/>
            <a:ext cx="228600" cy="228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4" name="Google Shape;954;p33"/>
          <p:cNvGrpSpPr/>
          <p:nvPr/>
        </p:nvGrpSpPr>
        <p:grpSpPr>
          <a:xfrm>
            <a:off x="6422003" y="1499637"/>
            <a:ext cx="2008646" cy="1006183"/>
            <a:chOff x="6364022" y="1453911"/>
            <a:chExt cx="1883400" cy="1006183"/>
          </a:xfrm>
        </p:grpSpPr>
        <p:sp>
          <p:nvSpPr>
            <p:cNvPr id="955" name="Google Shape;955;p33"/>
            <p:cNvSpPr txBox="1"/>
            <p:nvPr/>
          </p:nvSpPr>
          <p:spPr>
            <a:xfrm>
              <a:off x="6364022" y="1453911"/>
              <a:ext cx="1883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Lesson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956" name="Google Shape;956;p33"/>
            <p:cNvSpPr txBox="1"/>
            <p:nvPr/>
          </p:nvSpPr>
          <p:spPr>
            <a:xfrm>
              <a:off x="6364022" y="1819895"/>
              <a:ext cx="18834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Mercury is  the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smallest 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planet of them all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957" name="Google Shape;957;p33"/>
          <p:cNvSpPr/>
          <p:nvPr/>
        </p:nvSpPr>
        <p:spPr>
          <a:xfrm>
            <a:off x="6099175" y="2802600"/>
            <a:ext cx="228600" cy="228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8" name="Google Shape;958;p33"/>
          <p:cNvGrpSpPr/>
          <p:nvPr/>
        </p:nvGrpSpPr>
        <p:grpSpPr>
          <a:xfrm>
            <a:off x="6422003" y="2688336"/>
            <a:ext cx="2008646" cy="1006183"/>
            <a:chOff x="6364022" y="1453911"/>
            <a:chExt cx="1883400" cy="1006183"/>
          </a:xfrm>
        </p:grpSpPr>
        <p:sp>
          <p:nvSpPr>
            <p:cNvPr id="959" name="Google Shape;959;p33"/>
            <p:cNvSpPr txBox="1"/>
            <p:nvPr/>
          </p:nvSpPr>
          <p:spPr>
            <a:xfrm>
              <a:off x="6364022" y="1453911"/>
              <a:ext cx="1883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Literature test</a:t>
              </a:r>
              <a:endParaRPr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960" name="Google Shape;960;p33"/>
            <p:cNvSpPr txBox="1"/>
            <p:nvPr/>
          </p:nvSpPr>
          <p:spPr>
            <a:xfrm>
              <a:off x="6364022" y="1819895"/>
              <a:ext cx="18834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Venus is </a:t>
              </a: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the second planet</a:t>
              </a: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 from the Sun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34"/>
          <p:cNvSpPr txBox="1">
            <a:spLocks noGrp="1"/>
          </p:cNvSpPr>
          <p:nvPr>
            <p:ph type="title"/>
          </p:nvPr>
        </p:nvSpPr>
        <p:spPr>
          <a:xfrm>
            <a:off x="713225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sp>
        <p:nvSpPr>
          <p:cNvPr id="966" name="Google Shape;966;p34"/>
          <p:cNvSpPr txBox="1"/>
          <p:nvPr/>
        </p:nvSpPr>
        <p:spPr>
          <a:xfrm>
            <a:off x="713250" y="1499675"/>
            <a:ext cx="771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Directions: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 Read the statements and choose the correct answer filling the text box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67" name="Google Shape;967;p34"/>
          <p:cNvSpPr txBox="1"/>
          <p:nvPr/>
        </p:nvSpPr>
        <p:spPr>
          <a:xfrm>
            <a:off x="1353475" y="2048325"/>
            <a:ext cx="30357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Who is the author of the epic poem "</a:t>
            </a:r>
            <a:r>
              <a:rPr lang="en" sz="1800" i="1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The Iliad</a:t>
            </a: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"?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68" name="Google Shape;968;p34"/>
          <p:cNvSpPr txBox="1"/>
          <p:nvPr/>
        </p:nvSpPr>
        <p:spPr>
          <a:xfrm>
            <a:off x="713238" y="2048256"/>
            <a:ext cx="64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01</a:t>
            </a:r>
            <a:endParaRPr sz="1800" b="1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69" name="Google Shape;969;p34"/>
          <p:cNvSpPr txBox="1"/>
          <p:nvPr/>
        </p:nvSpPr>
        <p:spPr>
          <a:xfrm>
            <a:off x="1856425" y="2871216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Homer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70" name="Google Shape;970;p34"/>
          <p:cNvSpPr/>
          <p:nvPr/>
        </p:nvSpPr>
        <p:spPr>
          <a:xfrm>
            <a:off x="1353475" y="2871232"/>
            <a:ext cx="365700" cy="365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A</a:t>
            </a:r>
            <a:endParaRPr b="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71" name="Google Shape;971;p34"/>
          <p:cNvSpPr txBox="1"/>
          <p:nvPr/>
        </p:nvSpPr>
        <p:spPr>
          <a:xfrm>
            <a:off x="1856425" y="3282692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Virgil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72" name="Google Shape;972;p34"/>
          <p:cNvSpPr/>
          <p:nvPr/>
        </p:nvSpPr>
        <p:spPr>
          <a:xfrm>
            <a:off x="1353475" y="3282712"/>
            <a:ext cx="365700" cy="3657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B</a:t>
            </a:r>
            <a:endParaRPr b="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73" name="Google Shape;973;p34"/>
          <p:cNvSpPr txBox="1"/>
          <p:nvPr/>
        </p:nvSpPr>
        <p:spPr>
          <a:xfrm>
            <a:off x="1856400" y="3694216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Sophocles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74" name="Google Shape;974;p34"/>
          <p:cNvSpPr/>
          <p:nvPr/>
        </p:nvSpPr>
        <p:spPr>
          <a:xfrm>
            <a:off x="1353450" y="3694232"/>
            <a:ext cx="365700" cy="3657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C</a:t>
            </a:r>
            <a:endParaRPr b="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75" name="Google Shape;975;p34"/>
          <p:cNvSpPr txBox="1"/>
          <p:nvPr/>
        </p:nvSpPr>
        <p:spPr>
          <a:xfrm>
            <a:off x="1856400" y="4105692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Ovid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76" name="Google Shape;976;p34"/>
          <p:cNvSpPr/>
          <p:nvPr/>
        </p:nvSpPr>
        <p:spPr>
          <a:xfrm>
            <a:off x="1353450" y="4105712"/>
            <a:ext cx="365700" cy="3657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D</a:t>
            </a:r>
            <a:endParaRPr b="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77" name="Google Shape;977;p34"/>
          <p:cNvSpPr txBox="1"/>
          <p:nvPr/>
        </p:nvSpPr>
        <p:spPr>
          <a:xfrm>
            <a:off x="5395075" y="2048325"/>
            <a:ext cx="30357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How wrote the epic poem "</a:t>
            </a:r>
            <a:r>
              <a:rPr lang="en" sz="1800" i="1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The Aeneid</a:t>
            </a: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"?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78" name="Google Shape;978;p34"/>
          <p:cNvSpPr txBox="1"/>
          <p:nvPr/>
        </p:nvSpPr>
        <p:spPr>
          <a:xfrm>
            <a:off x="4754838" y="2048256"/>
            <a:ext cx="64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02</a:t>
            </a:r>
            <a:endParaRPr sz="1800" b="1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79" name="Google Shape;979;p34"/>
          <p:cNvSpPr txBox="1"/>
          <p:nvPr/>
        </p:nvSpPr>
        <p:spPr>
          <a:xfrm>
            <a:off x="5898025" y="2871216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Horace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80" name="Google Shape;980;p34"/>
          <p:cNvSpPr/>
          <p:nvPr/>
        </p:nvSpPr>
        <p:spPr>
          <a:xfrm>
            <a:off x="5395075" y="2871232"/>
            <a:ext cx="365700" cy="3657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A</a:t>
            </a:r>
            <a:endParaRPr b="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81" name="Google Shape;981;p34"/>
          <p:cNvSpPr txBox="1"/>
          <p:nvPr/>
        </p:nvSpPr>
        <p:spPr>
          <a:xfrm>
            <a:off x="5898025" y="3282692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Virgil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82" name="Google Shape;982;p34"/>
          <p:cNvSpPr/>
          <p:nvPr/>
        </p:nvSpPr>
        <p:spPr>
          <a:xfrm>
            <a:off x="5395075" y="3282712"/>
            <a:ext cx="365700" cy="3657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B</a:t>
            </a:r>
            <a:endParaRPr b="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83" name="Google Shape;983;p34"/>
          <p:cNvSpPr txBox="1"/>
          <p:nvPr/>
        </p:nvSpPr>
        <p:spPr>
          <a:xfrm>
            <a:off x="5898000" y="3694216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Cicero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84" name="Google Shape;984;p34"/>
          <p:cNvSpPr/>
          <p:nvPr/>
        </p:nvSpPr>
        <p:spPr>
          <a:xfrm>
            <a:off x="5395050" y="3694232"/>
            <a:ext cx="365700" cy="3657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C</a:t>
            </a:r>
            <a:endParaRPr b="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85" name="Google Shape;985;p34"/>
          <p:cNvSpPr txBox="1"/>
          <p:nvPr/>
        </p:nvSpPr>
        <p:spPr>
          <a:xfrm>
            <a:off x="5898000" y="4105692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Ovid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86" name="Google Shape;986;p34"/>
          <p:cNvSpPr/>
          <p:nvPr/>
        </p:nvSpPr>
        <p:spPr>
          <a:xfrm>
            <a:off x="5395050" y="4105712"/>
            <a:ext cx="365700" cy="3657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D</a:t>
            </a:r>
            <a:endParaRPr b="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35"/>
          <p:cNvSpPr txBox="1">
            <a:spLocks noGrp="1"/>
          </p:cNvSpPr>
          <p:nvPr>
            <p:ph type="title"/>
          </p:nvPr>
        </p:nvSpPr>
        <p:spPr>
          <a:xfrm>
            <a:off x="713225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sp>
        <p:nvSpPr>
          <p:cNvPr id="992" name="Google Shape;992;p35"/>
          <p:cNvSpPr txBox="1"/>
          <p:nvPr/>
        </p:nvSpPr>
        <p:spPr>
          <a:xfrm>
            <a:off x="713250" y="1499675"/>
            <a:ext cx="771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Directions: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 Read the statements and choose true or false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aphicFrame>
        <p:nvGraphicFramePr>
          <p:cNvPr id="993" name="Google Shape;993;p35"/>
          <p:cNvGraphicFramePr/>
          <p:nvPr/>
        </p:nvGraphicFramePr>
        <p:xfrm>
          <a:off x="713225" y="20483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{1E3BE59E-2B17-4233-BA13-607EB56BA245}</a:tableStyleId>
              </a:tblPr>
              <a:tblGrid>
                <a:gridCol w="598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Statements</a:t>
                      </a:r>
                      <a:endParaRPr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True</a:t>
                      </a:r>
                      <a:endParaRPr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False</a:t>
                      </a:r>
                      <a:endParaRPr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The ancient Greek playwright Euripides is known for writing </a:t>
                      </a:r>
                      <a:r>
                        <a:rPr lang="en" b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comedies</a:t>
                      </a:r>
                      <a:endParaRPr b="1"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The character of Achilles is </a:t>
                      </a:r>
                      <a:r>
                        <a:rPr lang="en" b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invulnerable </a:t>
                      </a:r>
                      <a:r>
                        <a:rPr lang="en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except for his heel</a:t>
                      </a:r>
                      <a:endParaRPr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Sappho is known for her poems addressing </a:t>
                      </a:r>
                      <a:r>
                        <a:rPr lang="en" b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love and desire</a:t>
                      </a:r>
                      <a:endParaRPr b="1"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William Shakespeare's play "</a:t>
                      </a:r>
                      <a:r>
                        <a:rPr lang="en" i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Romeo and Juliet</a:t>
                      </a:r>
                      <a:r>
                        <a:rPr lang="en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" is based on an </a:t>
                      </a:r>
                      <a:r>
                        <a:rPr lang="en" b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Greek myth</a:t>
                      </a:r>
                      <a:endParaRPr b="1"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94" name="Google Shape;994;p35"/>
          <p:cNvGrpSpPr/>
          <p:nvPr/>
        </p:nvGrpSpPr>
        <p:grpSpPr>
          <a:xfrm>
            <a:off x="6963168" y="3067430"/>
            <a:ext cx="339253" cy="339253"/>
            <a:chOff x="1492675" y="4992125"/>
            <a:chExt cx="481825" cy="481825"/>
          </a:xfrm>
        </p:grpSpPr>
        <p:sp>
          <p:nvSpPr>
            <p:cNvPr id="995" name="Google Shape;995;p35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96" name="Google Shape;996;p35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97" name="Google Shape;997;p35"/>
          <p:cNvGrpSpPr/>
          <p:nvPr/>
        </p:nvGrpSpPr>
        <p:grpSpPr>
          <a:xfrm>
            <a:off x="7828449" y="2588936"/>
            <a:ext cx="339253" cy="339253"/>
            <a:chOff x="2085525" y="4992125"/>
            <a:chExt cx="481825" cy="481825"/>
          </a:xfrm>
        </p:grpSpPr>
        <p:sp>
          <p:nvSpPr>
            <p:cNvPr id="998" name="Google Shape;998;p35"/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99" name="Google Shape;999;p35"/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00" name="Google Shape;1000;p35"/>
          <p:cNvGrpSpPr/>
          <p:nvPr/>
        </p:nvGrpSpPr>
        <p:grpSpPr>
          <a:xfrm>
            <a:off x="6963168" y="3543661"/>
            <a:ext cx="339253" cy="339253"/>
            <a:chOff x="1492675" y="4992125"/>
            <a:chExt cx="481825" cy="481825"/>
          </a:xfrm>
        </p:grpSpPr>
        <p:sp>
          <p:nvSpPr>
            <p:cNvPr id="1001" name="Google Shape;1001;p35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02" name="Google Shape;1002;p35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03" name="Google Shape;1003;p35"/>
          <p:cNvGrpSpPr/>
          <p:nvPr/>
        </p:nvGrpSpPr>
        <p:grpSpPr>
          <a:xfrm>
            <a:off x="7828449" y="4018380"/>
            <a:ext cx="339253" cy="339253"/>
            <a:chOff x="2085525" y="4992125"/>
            <a:chExt cx="481825" cy="481825"/>
          </a:xfrm>
        </p:grpSpPr>
        <p:sp>
          <p:nvSpPr>
            <p:cNvPr id="1004" name="Google Shape;1004;p35"/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05" name="Google Shape;1005;p35"/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36"/>
          <p:cNvSpPr txBox="1">
            <a:spLocks noGrp="1"/>
          </p:cNvSpPr>
          <p:nvPr>
            <p:ph type="title"/>
          </p:nvPr>
        </p:nvSpPr>
        <p:spPr>
          <a:xfrm>
            <a:off x="713250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sp>
        <p:nvSpPr>
          <p:cNvPr id="1011" name="Google Shape;1011;p36"/>
          <p:cNvSpPr txBox="1"/>
          <p:nvPr/>
        </p:nvSpPr>
        <p:spPr>
          <a:xfrm>
            <a:off x="713250" y="1499675"/>
            <a:ext cx="771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Directions: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 Read each question and answer according to what you have studied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12" name="Google Shape;1012;p36"/>
          <p:cNvSpPr txBox="1"/>
          <p:nvPr/>
        </p:nvSpPr>
        <p:spPr>
          <a:xfrm>
            <a:off x="1353474" y="2048325"/>
            <a:ext cx="70773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What are the key themes explored in "</a:t>
            </a:r>
            <a:r>
              <a:rPr lang="en" sz="1800" i="1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The Iliad</a:t>
            </a: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" and how do they reflect the values of ancient Greek society?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13" name="Google Shape;1013;p36"/>
          <p:cNvSpPr txBox="1"/>
          <p:nvPr/>
        </p:nvSpPr>
        <p:spPr>
          <a:xfrm>
            <a:off x="713238" y="2048256"/>
            <a:ext cx="64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01</a:t>
            </a:r>
            <a:endParaRPr sz="1800" b="1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14" name="Google Shape;1014;p36"/>
          <p:cNvSpPr txBox="1"/>
          <p:nvPr/>
        </p:nvSpPr>
        <p:spPr>
          <a:xfrm>
            <a:off x="1353450" y="2825496"/>
            <a:ext cx="7077300" cy="36570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Write </a:t>
            </a: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your answer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 here…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15" name="Google Shape;1015;p36"/>
          <p:cNvSpPr txBox="1"/>
          <p:nvPr/>
        </p:nvSpPr>
        <p:spPr>
          <a:xfrm>
            <a:off x="1353474" y="3282850"/>
            <a:ext cx="70773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Who wrote the ancient Indian epic "</a:t>
            </a:r>
            <a:r>
              <a:rPr lang="en" sz="1800" i="1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Mahabharata</a:t>
            </a: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" and what is its primary focus?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16" name="Google Shape;1016;p36"/>
          <p:cNvSpPr txBox="1"/>
          <p:nvPr/>
        </p:nvSpPr>
        <p:spPr>
          <a:xfrm>
            <a:off x="713238" y="3282781"/>
            <a:ext cx="64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02</a:t>
            </a:r>
            <a:endParaRPr sz="1800" b="1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17" name="Google Shape;1017;p36"/>
          <p:cNvSpPr txBox="1"/>
          <p:nvPr/>
        </p:nvSpPr>
        <p:spPr>
          <a:xfrm>
            <a:off x="1353450" y="4060021"/>
            <a:ext cx="7077300" cy="36570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Write </a:t>
            </a: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your answer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 here…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37"/>
          <p:cNvSpPr txBox="1">
            <a:spLocks noGrp="1"/>
          </p:cNvSpPr>
          <p:nvPr>
            <p:ph type="title"/>
          </p:nvPr>
        </p:nvSpPr>
        <p:spPr>
          <a:xfrm>
            <a:off x="713225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sp>
        <p:nvSpPr>
          <p:cNvPr id="1023" name="Google Shape;1023;p37"/>
          <p:cNvSpPr txBox="1"/>
          <p:nvPr/>
        </p:nvSpPr>
        <p:spPr>
          <a:xfrm>
            <a:off x="713250" y="1499675"/>
            <a:ext cx="771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Directions: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 Write a short essay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24" name="Google Shape;1024;p37"/>
          <p:cNvSpPr txBox="1"/>
          <p:nvPr/>
        </p:nvSpPr>
        <p:spPr>
          <a:xfrm>
            <a:off x="713250" y="2048375"/>
            <a:ext cx="3675900" cy="23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74320" lvl="0" indent="-2260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Choose your favorite classical play or book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 and write a short essay discussing its themes, characters, and significance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74320" lvl="0" indent="-226059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1400"/>
              <a:buChar char="●"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Your essay should be </a:t>
            </a: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well-structured, 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provide specific </a:t>
            </a: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examples from the text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, and demonstrate your understanding of the work's </a:t>
            </a: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literary elements</a:t>
            </a:r>
            <a:endParaRPr b="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25" name="Google Shape;1025;p37"/>
          <p:cNvSpPr/>
          <p:nvPr/>
        </p:nvSpPr>
        <p:spPr>
          <a:xfrm>
            <a:off x="4754850" y="2048375"/>
            <a:ext cx="3675900" cy="23775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Write your essay here…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38"/>
          <p:cNvSpPr txBox="1">
            <a:spLocks noGrp="1"/>
          </p:cNvSpPr>
          <p:nvPr>
            <p:ph type="title"/>
          </p:nvPr>
        </p:nvSpPr>
        <p:spPr>
          <a:xfrm>
            <a:off x="713225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sp>
        <p:nvSpPr>
          <p:cNvPr id="1031" name="Google Shape;1031;p38"/>
          <p:cNvSpPr txBox="1"/>
          <p:nvPr/>
        </p:nvSpPr>
        <p:spPr>
          <a:xfrm>
            <a:off x="713250" y="1499675"/>
            <a:ext cx="771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Directions: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 Complete the diagram according to what you have studied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32" name="Google Shape;1032;p38"/>
          <p:cNvSpPr txBox="1"/>
          <p:nvPr/>
        </p:nvSpPr>
        <p:spPr>
          <a:xfrm>
            <a:off x="713249" y="3008525"/>
            <a:ext cx="2331600" cy="457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Genres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33" name="Google Shape;1033;p38"/>
          <p:cNvSpPr txBox="1"/>
          <p:nvPr/>
        </p:nvSpPr>
        <p:spPr>
          <a:xfrm>
            <a:off x="6099174" y="2048375"/>
            <a:ext cx="233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Oedipus Rex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 by Sophocles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34" name="Google Shape;1034;p38"/>
          <p:cNvSpPr txBox="1"/>
          <p:nvPr/>
        </p:nvSpPr>
        <p:spPr>
          <a:xfrm>
            <a:off x="3406199" y="2048375"/>
            <a:ext cx="2331600" cy="457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… 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35" name="Google Shape;1035;p38"/>
          <p:cNvSpPr txBox="1"/>
          <p:nvPr/>
        </p:nvSpPr>
        <p:spPr>
          <a:xfrm>
            <a:off x="3406199" y="2688425"/>
            <a:ext cx="2331600" cy="457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Epic poetry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36" name="Google Shape;1036;p38"/>
          <p:cNvSpPr txBox="1"/>
          <p:nvPr/>
        </p:nvSpPr>
        <p:spPr>
          <a:xfrm>
            <a:off x="3406199" y="3328475"/>
            <a:ext cx="2331600" cy="457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… 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37" name="Google Shape;1037;p38"/>
          <p:cNvSpPr txBox="1"/>
          <p:nvPr/>
        </p:nvSpPr>
        <p:spPr>
          <a:xfrm>
            <a:off x="3406199" y="3968525"/>
            <a:ext cx="2331600" cy="457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… 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38" name="Google Shape;1038;p38"/>
          <p:cNvSpPr txBox="1"/>
          <p:nvPr/>
        </p:nvSpPr>
        <p:spPr>
          <a:xfrm>
            <a:off x="6099174" y="2688425"/>
            <a:ext cx="233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The Iliad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 by Homer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39" name="Google Shape;1039;p38"/>
          <p:cNvSpPr txBox="1"/>
          <p:nvPr/>
        </p:nvSpPr>
        <p:spPr>
          <a:xfrm>
            <a:off x="6099174" y="3328475"/>
            <a:ext cx="233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Lysistrata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 by Aristophanes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40" name="Google Shape;1040;p38"/>
          <p:cNvSpPr txBox="1"/>
          <p:nvPr/>
        </p:nvSpPr>
        <p:spPr>
          <a:xfrm>
            <a:off x="6099174" y="3968525"/>
            <a:ext cx="233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Medea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 by Euripides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041" name="Google Shape;1041;p38"/>
          <p:cNvCxnSpPr>
            <a:stCxn id="1032" idx="3"/>
            <a:endCxn id="1034" idx="1"/>
          </p:cNvCxnSpPr>
          <p:nvPr/>
        </p:nvCxnSpPr>
        <p:spPr>
          <a:xfrm rot="10800000" flipH="1">
            <a:off x="3044849" y="2277125"/>
            <a:ext cx="361200" cy="960000"/>
          </a:xfrm>
          <a:prstGeom prst="bentConnector3">
            <a:avLst>
              <a:gd name="adj1" fmla="val 50021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2" name="Google Shape;1042;p38"/>
          <p:cNvCxnSpPr>
            <a:stCxn id="1032" idx="3"/>
            <a:endCxn id="1035" idx="1"/>
          </p:cNvCxnSpPr>
          <p:nvPr/>
        </p:nvCxnSpPr>
        <p:spPr>
          <a:xfrm rot="10800000" flipH="1">
            <a:off x="3044849" y="2917025"/>
            <a:ext cx="361200" cy="320100"/>
          </a:xfrm>
          <a:prstGeom prst="bentConnector3">
            <a:avLst>
              <a:gd name="adj1" fmla="val 50021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3" name="Google Shape;1043;p38"/>
          <p:cNvCxnSpPr>
            <a:stCxn id="1032" idx="3"/>
            <a:endCxn id="1036" idx="1"/>
          </p:cNvCxnSpPr>
          <p:nvPr/>
        </p:nvCxnSpPr>
        <p:spPr>
          <a:xfrm>
            <a:off x="3044849" y="3237125"/>
            <a:ext cx="361200" cy="320100"/>
          </a:xfrm>
          <a:prstGeom prst="bentConnector3">
            <a:avLst>
              <a:gd name="adj1" fmla="val 50021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4" name="Google Shape;1044;p38"/>
          <p:cNvCxnSpPr>
            <a:stCxn id="1032" idx="3"/>
            <a:endCxn id="1037" idx="1"/>
          </p:cNvCxnSpPr>
          <p:nvPr/>
        </p:nvCxnSpPr>
        <p:spPr>
          <a:xfrm>
            <a:off x="3044849" y="3237125"/>
            <a:ext cx="361200" cy="960000"/>
          </a:xfrm>
          <a:prstGeom prst="bentConnector3">
            <a:avLst>
              <a:gd name="adj1" fmla="val 50021"/>
            </a:avLst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5" name="Google Shape;1045;p38"/>
          <p:cNvCxnSpPr>
            <a:stCxn id="1034" idx="3"/>
            <a:endCxn id="1033" idx="1"/>
          </p:cNvCxnSpPr>
          <p:nvPr/>
        </p:nvCxnSpPr>
        <p:spPr>
          <a:xfrm>
            <a:off x="5737799" y="2276975"/>
            <a:ext cx="361500" cy="0"/>
          </a:xfrm>
          <a:prstGeom prst="straightConnector1">
            <a:avLst/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046" name="Google Shape;1046;p38"/>
          <p:cNvCxnSpPr>
            <a:stCxn id="1035" idx="3"/>
            <a:endCxn id="1038" idx="1"/>
          </p:cNvCxnSpPr>
          <p:nvPr/>
        </p:nvCxnSpPr>
        <p:spPr>
          <a:xfrm>
            <a:off x="5737799" y="2917025"/>
            <a:ext cx="361500" cy="0"/>
          </a:xfrm>
          <a:prstGeom prst="straightConnector1">
            <a:avLst/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047" name="Google Shape;1047;p38"/>
          <p:cNvCxnSpPr>
            <a:stCxn id="1036" idx="3"/>
            <a:endCxn id="1039" idx="1"/>
          </p:cNvCxnSpPr>
          <p:nvPr/>
        </p:nvCxnSpPr>
        <p:spPr>
          <a:xfrm>
            <a:off x="5737799" y="3557075"/>
            <a:ext cx="361500" cy="0"/>
          </a:xfrm>
          <a:prstGeom prst="straightConnector1">
            <a:avLst/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048" name="Google Shape;1048;p38"/>
          <p:cNvCxnSpPr>
            <a:stCxn id="1037" idx="3"/>
            <a:endCxn id="1040" idx="1"/>
          </p:cNvCxnSpPr>
          <p:nvPr/>
        </p:nvCxnSpPr>
        <p:spPr>
          <a:xfrm>
            <a:off x="5737799" y="4197125"/>
            <a:ext cx="361500" cy="0"/>
          </a:xfrm>
          <a:prstGeom prst="straightConnector1">
            <a:avLst/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39"/>
          <p:cNvSpPr txBox="1">
            <a:spLocks noGrp="1"/>
          </p:cNvSpPr>
          <p:nvPr>
            <p:ph type="title"/>
          </p:nvPr>
        </p:nvSpPr>
        <p:spPr>
          <a:xfrm>
            <a:off x="713250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sp>
        <p:nvSpPr>
          <p:cNvPr id="1054" name="Google Shape;1054;p39"/>
          <p:cNvSpPr txBox="1"/>
          <p:nvPr/>
        </p:nvSpPr>
        <p:spPr>
          <a:xfrm>
            <a:off x="713250" y="1499675"/>
            <a:ext cx="771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Directions: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 Read the statements and fill in the blanks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55" name="Google Shape;1055;p39"/>
          <p:cNvSpPr txBox="1"/>
          <p:nvPr/>
        </p:nvSpPr>
        <p:spPr>
          <a:xfrm>
            <a:off x="1353476" y="2048425"/>
            <a:ext cx="7077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The ancient Greek poet __________ wrote 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The Iliad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 and 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The Odyssey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56" name="Google Shape;1056;p39"/>
          <p:cNvSpPr txBox="1"/>
          <p:nvPr/>
        </p:nvSpPr>
        <p:spPr>
          <a:xfrm>
            <a:off x="713238" y="2048376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01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57" name="Google Shape;1057;p39"/>
          <p:cNvSpPr txBox="1"/>
          <p:nvPr/>
        </p:nvSpPr>
        <p:spPr>
          <a:xfrm>
            <a:off x="1353476" y="2505505"/>
            <a:ext cx="7077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Playwright __________ authored 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Oedipus Rex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 and 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Antigone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 in ancient Greece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58" name="Google Shape;1058;p39"/>
          <p:cNvSpPr txBox="1"/>
          <p:nvPr/>
        </p:nvSpPr>
        <p:spPr>
          <a:xfrm>
            <a:off x="713238" y="2505456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02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59" name="Google Shape;1059;p39"/>
          <p:cNvSpPr txBox="1"/>
          <p:nvPr/>
        </p:nvSpPr>
        <p:spPr>
          <a:xfrm>
            <a:off x="1353476" y="2962625"/>
            <a:ext cx="7077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Aesop's __________ teach morals through short animal stories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60" name="Google Shape;1060;p39"/>
          <p:cNvSpPr txBox="1"/>
          <p:nvPr/>
        </p:nvSpPr>
        <p:spPr>
          <a:xfrm>
            <a:off x="713238" y="2962576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03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61" name="Google Shape;1061;p39"/>
          <p:cNvSpPr txBox="1"/>
          <p:nvPr/>
        </p:nvSpPr>
        <p:spPr>
          <a:xfrm>
            <a:off x="1353476" y="3419705"/>
            <a:ext cx="7077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__________ is an Indian epic delving into duty, righteousness, and reality's nature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62" name="Google Shape;1062;p39"/>
          <p:cNvSpPr txBox="1"/>
          <p:nvPr/>
        </p:nvSpPr>
        <p:spPr>
          <a:xfrm>
            <a:off x="713238" y="3419656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04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63" name="Google Shape;1063;p39"/>
          <p:cNvSpPr txBox="1"/>
          <p:nvPr/>
        </p:nvSpPr>
        <p:spPr>
          <a:xfrm>
            <a:off x="1353476" y="3876830"/>
            <a:ext cx="7077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The Art of War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 by __________ offers insights into ancient Chinese military strategies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64" name="Google Shape;1064;p39"/>
          <p:cNvSpPr txBox="1"/>
          <p:nvPr/>
        </p:nvSpPr>
        <p:spPr>
          <a:xfrm>
            <a:off x="713238" y="3876781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05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40"/>
          <p:cNvSpPr txBox="1">
            <a:spLocks noGrp="1"/>
          </p:cNvSpPr>
          <p:nvPr>
            <p:ph type="title"/>
          </p:nvPr>
        </p:nvSpPr>
        <p:spPr>
          <a:xfrm>
            <a:off x="713225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sp>
        <p:nvSpPr>
          <p:cNvPr id="1070" name="Google Shape;1070;p40"/>
          <p:cNvSpPr txBox="1"/>
          <p:nvPr/>
        </p:nvSpPr>
        <p:spPr>
          <a:xfrm>
            <a:off x="713250" y="1499675"/>
            <a:ext cx="771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Directions: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 Classify the following plays/books into their respective categories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aphicFrame>
        <p:nvGraphicFramePr>
          <p:cNvPr id="1071" name="Google Shape;1071;p40"/>
          <p:cNvGraphicFramePr/>
          <p:nvPr/>
        </p:nvGraphicFramePr>
        <p:xfrm>
          <a:off x="3776450" y="20483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{665CF192-9494-4A03-9D32-231AD63D6525}</a:tableStyleId>
              </a:tblPr>
              <a:tblGrid>
                <a:gridCol w="1551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1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1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65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Comedy</a:t>
                      </a:r>
                      <a:endParaRPr sz="1800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Epic</a:t>
                      </a:r>
                      <a:endParaRPr sz="1800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Tragedy</a:t>
                      </a:r>
                      <a:endParaRPr sz="1800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09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"</a:t>
                      </a:r>
                      <a:r>
                        <a:rPr lang="en" i="1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Oedipus Rex</a:t>
                      </a:r>
                      <a:r>
                        <a:rPr lang="en">
                          <a:solidFill>
                            <a:schemeClr val="accent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" by Sophocles</a:t>
                      </a:r>
                      <a:endParaRPr>
                        <a:solidFill>
                          <a:schemeClr val="accent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72" name="Google Shape;1072;p40"/>
          <p:cNvSpPr txBox="1"/>
          <p:nvPr/>
        </p:nvSpPr>
        <p:spPr>
          <a:xfrm>
            <a:off x="713250" y="2048375"/>
            <a:ext cx="2693100" cy="23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74320" lvl="0" indent="-2260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Oedipus Rex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 by Sophocles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74320" lvl="0" indent="-2260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Lysistrata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 by Aristophanes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74320" lvl="0" indent="-2260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The Iliad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 by Homer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74320" lvl="0" indent="-2260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The Aeneid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 by Virgil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74320" lvl="0" indent="-2260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Antigone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 by Sophocles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74320" lvl="0" indent="-2260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The Clouds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 by Aristophanes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74320" lvl="0" indent="-2260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Medea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 by Euripides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74320" lvl="0" indent="-2260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The Odyssey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 by Homer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073" name="Google Shape;1073;p40"/>
          <p:cNvCxnSpPr/>
          <p:nvPr/>
        </p:nvCxnSpPr>
        <p:spPr>
          <a:xfrm>
            <a:off x="1030228" y="2254531"/>
            <a:ext cx="2277900" cy="0"/>
          </a:xfrm>
          <a:prstGeom prst="straightConnector1">
            <a:avLst/>
          </a:prstGeom>
          <a:noFill/>
          <a:ln w="1905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41"/>
          <p:cNvSpPr txBox="1">
            <a:spLocks noGrp="1"/>
          </p:cNvSpPr>
          <p:nvPr>
            <p:ph type="title"/>
          </p:nvPr>
        </p:nvSpPr>
        <p:spPr>
          <a:xfrm>
            <a:off x="713225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sp>
        <p:nvSpPr>
          <p:cNvPr id="1079" name="Google Shape;1079;p41"/>
          <p:cNvSpPr txBox="1"/>
          <p:nvPr/>
        </p:nvSpPr>
        <p:spPr>
          <a:xfrm>
            <a:off x="713250" y="1499675"/>
            <a:ext cx="771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Directions: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 Arrange the following events from Homer's epic poem "The Iliad" in chronological order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80" name="Google Shape;1080;p41"/>
          <p:cNvSpPr txBox="1"/>
          <p:nvPr/>
        </p:nvSpPr>
        <p:spPr>
          <a:xfrm>
            <a:off x="713251" y="2048425"/>
            <a:ext cx="6711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Hector kills Patroclus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, Achilles' friend, wearing Achilles' armor.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81" name="Google Shape;1081;p41"/>
          <p:cNvSpPr txBox="1"/>
          <p:nvPr/>
        </p:nvSpPr>
        <p:spPr>
          <a:xfrm>
            <a:off x="7607813" y="2048376"/>
            <a:ext cx="822900" cy="3657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…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82" name="Google Shape;1082;p41"/>
          <p:cNvSpPr txBox="1"/>
          <p:nvPr/>
        </p:nvSpPr>
        <p:spPr>
          <a:xfrm>
            <a:off x="713251" y="2505505"/>
            <a:ext cx="6711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Achilles </a:t>
            </a: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withdraws from battle 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due to his conflict with Agamemnon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83" name="Google Shape;1083;p41"/>
          <p:cNvSpPr txBox="1"/>
          <p:nvPr/>
        </p:nvSpPr>
        <p:spPr>
          <a:xfrm>
            <a:off x="7607813" y="2505456"/>
            <a:ext cx="822900" cy="3657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01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84" name="Google Shape;1084;p41"/>
          <p:cNvSpPr txBox="1"/>
          <p:nvPr/>
        </p:nvSpPr>
        <p:spPr>
          <a:xfrm>
            <a:off x="713251" y="2962625"/>
            <a:ext cx="6711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Achilles </a:t>
            </a: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avenges Patroclus' death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 by killing Hector in single combat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85" name="Google Shape;1085;p41"/>
          <p:cNvSpPr txBox="1"/>
          <p:nvPr/>
        </p:nvSpPr>
        <p:spPr>
          <a:xfrm>
            <a:off x="7607813" y="2962576"/>
            <a:ext cx="822900" cy="3657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…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86" name="Google Shape;1086;p41"/>
          <p:cNvSpPr txBox="1"/>
          <p:nvPr/>
        </p:nvSpPr>
        <p:spPr>
          <a:xfrm>
            <a:off x="713251" y="3419705"/>
            <a:ext cx="6711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The Greek leaders, including Agamemnon and Achilles, </a:t>
            </a: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assemble at Troy for the war</a:t>
            </a:r>
            <a:endParaRPr b="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87" name="Google Shape;1087;p41"/>
          <p:cNvSpPr txBox="1"/>
          <p:nvPr/>
        </p:nvSpPr>
        <p:spPr>
          <a:xfrm>
            <a:off x="7607813" y="3419656"/>
            <a:ext cx="822900" cy="3657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… 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88" name="Google Shape;1088;p41"/>
          <p:cNvSpPr txBox="1"/>
          <p:nvPr/>
        </p:nvSpPr>
        <p:spPr>
          <a:xfrm>
            <a:off x="713251" y="3876830"/>
            <a:ext cx="6711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Achilles </a:t>
            </a: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rejoins the battle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 after the death of Patroclus, seeking vengeance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89" name="Google Shape;1089;p41"/>
          <p:cNvSpPr txBox="1"/>
          <p:nvPr/>
        </p:nvSpPr>
        <p:spPr>
          <a:xfrm>
            <a:off x="7607813" y="3876781"/>
            <a:ext cx="822900" cy="3657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… 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42"/>
          <p:cNvSpPr txBox="1">
            <a:spLocks noGrp="1"/>
          </p:cNvSpPr>
          <p:nvPr>
            <p:ph type="title"/>
          </p:nvPr>
        </p:nvSpPr>
        <p:spPr>
          <a:xfrm>
            <a:off x="713250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sp>
        <p:nvSpPr>
          <p:cNvPr id="1095" name="Google Shape;1095;p42"/>
          <p:cNvSpPr txBox="1"/>
          <p:nvPr/>
        </p:nvSpPr>
        <p:spPr>
          <a:xfrm>
            <a:off x="713250" y="1499675"/>
            <a:ext cx="771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Directions: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 Read the statements and correct the mistakes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96" name="Google Shape;1096;p42"/>
          <p:cNvSpPr txBox="1"/>
          <p:nvPr/>
        </p:nvSpPr>
        <p:spPr>
          <a:xfrm>
            <a:off x="1216050" y="2048425"/>
            <a:ext cx="7214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Homer's "</a:t>
            </a:r>
            <a:r>
              <a:rPr lang="en" b="1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Iliad</a:t>
            </a: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 is a play written by the famous Greek playwright</a:t>
            </a:r>
            <a:endParaRPr b="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1097" name="Google Shape;1097;p42"/>
          <p:cNvGrpSpPr/>
          <p:nvPr/>
        </p:nvGrpSpPr>
        <p:grpSpPr>
          <a:xfrm>
            <a:off x="713254" y="2436956"/>
            <a:ext cx="320028" cy="320028"/>
            <a:chOff x="1492675" y="4992125"/>
            <a:chExt cx="481825" cy="481825"/>
          </a:xfrm>
        </p:grpSpPr>
        <p:sp>
          <p:nvSpPr>
            <p:cNvPr id="1098" name="Google Shape;1098;p42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99" name="Google Shape;1099;p42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00" name="Google Shape;1100;p42"/>
          <p:cNvGrpSpPr/>
          <p:nvPr/>
        </p:nvGrpSpPr>
        <p:grpSpPr>
          <a:xfrm>
            <a:off x="713249" y="2071262"/>
            <a:ext cx="320028" cy="320028"/>
            <a:chOff x="2085525" y="4992125"/>
            <a:chExt cx="481825" cy="481825"/>
          </a:xfrm>
        </p:grpSpPr>
        <p:sp>
          <p:nvSpPr>
            <p:cNvPr id="1101" name="Google Shape;1101;p42"/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02" name="Google Shape;1102;p42"/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103" name="Google Shape;1103;p42"/>
          <p:cNvSpPr txBox="1"/>
          <p:nvPr/>
        </p:nvSpPr>
        <p:spPr>
          <a:xfrm>
            <a:off x="1216050" y="2414124"/>
            <a:ext cx="7214700" cy="3657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Homer's 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Iliad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 is an epic poem written by the famous Greek poet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04" name="Google Shape;1104;p42"/>
          <p:cNvSpPr txBox="1"/>
          <p:nvPr/>
        </p:nvSpPr>
        <p:spPr>
          <a:xfrm>
            <a:off x="1216050" y="2871419"/>
            <a:ext cx="7214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Julius Caesar, the Roman Emperor, wrote "</a:t>
            </a:r>
            <a:r>
              <a:rPr lang="en" b="1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The Art of War</a:t>
            </a: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endParaRPr b="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1105" name="Google Shape;1105;p42"/>
          <p:cNvGrpSpPr/>
          <p:nvPr/>
        </p:nvGrpSpPr>
        <p:grpSpPr>
          <a:xfrm>
            <a:off x="713254" y="3259962"/>
            <a:ext cx="320028" cy="320028"/>
            <a:chOff x="1492675" y="4992125"/>
            <a:chExt cx="481825" cy="481825"/>
          </a:xfrm>
        </p:grpSpPr>
        <p:sp>
          <p:nvSpPr>
            <p:cNvPr id="1106" name="Google Shape;1106;p42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07" name="Google Shape;1107;p42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08" name="Google Shape;1108;p42"/>
          <p:cNvGrpSpPr/>
          <p:nvPr/>
        </p:nvGrpSpPr>
        <p:grpSpPr>
          <a:xfrm>
            <a:off x="713249" y="2894256"/>
            <a:ext cx="320028" cy="320028"/>
            <a:chOff x="2085525" y="4992125"/>
            <a:chExt cx="481825" cy="481825"/>
          </a:xfrm>
        </p:grpSpPr>
        <p:sp>
          <p:nvSpPr>
            <p:cNvPr id="1109" name="Google Shape;1109;p42"/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10" name="Google Shape;1110;p42"/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111" name="Google Shape;1111;p42"/>
          <p:cNvSpPr txBox="1"/>
          <p:nvPr/>
        </p:nvSpPr>
        <p:spPr>
          <a:xfrm>
            <a:off x="1216050" y="3237130"/>
            <a:ext cx="7214700" cy="3657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… 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12" name="Google Shape;1112;p42"/>
          <p:cNvSpPr txBox="1"/>
          <p:nvPr/>
        </p:nvSpPr>
        <p:spPr>
          <a:xfrm>
            <a:off x="1216050" y="3694419"/>
            <a:ext cx="7214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r>
              <a:rPr lang="en" b="1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The Bhagavad Gita</a:t>
            </a: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 is an ancient Chinese text discussing military strategies</a:t>
            </a:r>
            <a:endParaRPr b="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1113" name="Google Shape;1113;p42"/>
          <p:cNvGrpSpPr/>
          <p:nvPr/>
        </p:nvGrpSpPr>
        <p:grpSpPr>
          <a:xfrm>
            <a:off x="713254" y="4082962"/>
            <a:ext cx="320028" cy="320028"/>
            <a:chOff x="1492675" y="4992125"/>
            <a:chExt cx="481825" cy="481825"/>
          </a:xfrm>
        </p:grpSpPr>
        <p:sp>
          <p:nvSpPr>
            <p:cNvPr id="1114" name="Google Shape;1114;p42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15" name="Google Shape;1115;p42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16" name="Google Shape;1116;p42"/>
          <p:cNvGrpSpPr/>
          <p:nvPr/>
        </p:nvGrpSpPr>
        <p:grpSpPr>
          <a:xfrm>
            <a:off x="713249" y="3717256"/>
            <a:ext cx="320028" cy="320028"/>
            <a:chOff x="2085525" y="4992125"/>
            <a:chExt cx="481825" cy="481825"/>
          </a:xfrm>
        </p:grpSpPr>
        <p:sp>
          <p:nvSpPr>
            <p:cNvPr id="1117" name="Google Shape;1117;p42"/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18" name="Google Shape;1118;p42"/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119" name="Google Shape;1119;p42"/>
          <p:cNvSpPr txBox="1"/>
          <p:nvPr/>
        </p:nvSpPr>
        <p:spPr>
          <a:xfrm>
            <a:off x="1216050" y="4060130"/>
            <a:ext cx="7214700" cy="3657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… 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43"/>
          <p:cNvSpPr txBox="1">
            <a:spLocks noGrp="1"/>
          </p:cNvSpPr>
          <p:nvPr>
            <p:ph type="title"/>
          </p:nvPr>
        </p:nvSpPr>
        <p:spPr>
          <a:xfrm>
            <a:off x="713225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sp>
        <p:nvSpPr>
          <p:cNvPr id="1125" name="Google Shape;1125;p43"/>
          <p:cNvSpPr txBox="1"/>
          <p:nvPr/>
        </p:nvSpPr>
        <p:spPr>
          <a:xfrm>
            <a:off x="713250" y="1499675"/>
            <a:ext cx="771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Directions: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 Read the following statements and identify which character is being described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26" name="Google Shape;1126;p43"/>
          <p:cNvSpPr txBox="1"/>
          <p:nvPr/>
        </p:nvSpPr>
        <p:spPr>
          <a:xfrm>
            <a:off x="1353475" y="2048425"/>
            <a:ext cx="4565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This character is </a:t>
            </a: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the hero of an ancient Greek epic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, known for his cunning and wit during the Trojan War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27" name="Google Shape;1127;p43"/>
          <p:cNvSpPr txBox="1"/>
          <p:nvPr/>
        </p:nvSpPr>
        <p:spPr>
          <a:xfrm>
            <a:off x="713238" y="2048376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01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28" name="Google Shape;1128;p43"/>
          <p:cNvSpPr txBox="1"/>
          <p:nvPr/>
        </p:nvSpPr>
        <p:spPr>
          <a:xfrm>
            <a:off x="6099175" y="2048425"/>
            <a:ext cx="2331600" cy="640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Odysseus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29" name="Google Shape;1129;p43"/>
          <p:cNvSpPr txBox="1"/>
          <p:nvPr/>
        </p:nvSpPr>
        <p:spPr>
          <a:xfrm>
            <a:off x="1353475" y="2917040"/>
            <a:ext cx="4565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He is a tragic figure who unknowingly </a:t>
            </a: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kills his father and marries his mother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, fulfilling a terrible prophecy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30" name="Google Shape;1130;p43"/>
          <p:cNvSpPr txBox="1"/>
          <p:nvPr/>
        </p:nvSpPr>
        <p:spPr>
          <a:xfrm>
            <a:off x="713238" y="2916991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02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31" name="Google Shape;1131;p43"/>
          <p:cNvSpPr txBox="1"/>
          <p:nvPr/>
        </p:nvSpPr>
        <p:spPr>
          <a:xfrm>
            <a:off x="6099175" y="2917040"/>
            <a:ext cx="2331600" cy="640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… 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32" name="Google Shape;1132;p43"/>
          <p:cNvSpPr txBox="1"/>
          <p:nvPr/>
        </p:nvSpPr>
        <p:spPr>
          <a:xfrm>
            <a:off x="1353475" y="3785715"/>
            <a:ext cx="4565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She is </a:t>
            </a: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a powerful sorceress in Greek mythology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, known for her ability to transform men into animals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33" name="Google Shape;1133;p43"/>
          <p:cNvSpPr txBox="1"/>
          <p:nvPr/>
        </p:nvSpPr>
        <p:spPr>
          <a:xfrm>
            <a:off x="713238" y="3785666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03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34" name="Google Shape;1134;p43"/>
          <p:cNvSpPr txBox="1"/>
          <p:nvPr/>
        </p:nvSpPr>
        <p:spPr>
          <a:xfrm>
            <a:off x="6099175" y="3785715"/>
            <a:ext cx="2331600" cy="640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… 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44"/>
          <p:cNvSpPr txBox="1">
            <a:spLocks noGrp="1"/>
          </p:cNvSpPr>
          <p:nvPr>
            <p:ph type="title"/>
          </p:nvPr>
        </p:nvSpPr>
        <p:spPr>
          <a:xfrm>
            <a:off x="713225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sp>
        <p:nvSpPr>
          <p:cNvPr id="1140" name="Google Shape;1140;p44"/>
          <p:cNvSpPr txBox="1"/>
          <p:nvPr/>
        </p:nvSpPr>
        <p:spPr>
          <a:xfrm>
            <a:off x="713250" y="1499675"/>
            <a:ext cx="771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Directions: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 Choose a specific classical work that contains each of these themes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1" name="Google Shape;1141;p44"/>
          <p:cNvSpPr txBox="1"/>
          <p:nvPr/>
        </p:nvSpPr>
        <p:spPr>
          <a:xfrm>
            <a:off x="712814" y="2871216"/>
            <a:ext cx="1397100" cy="457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Destiny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42" name="Google Shape;1142;p44"/>
          <p:cNvSpPr txBox="1"/>
          <p:nvPr/>
        </p:nvSpPr>
        <p:spPr>
          <a:xfrm>
            <a:off x="712814" y="3602736"/>
            <a:ext cx="1397100" cy="7314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Oedipus Rex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 by Sophocles</a:t>
            </a:r>
            <a:endParaRPr b="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3" name="Google Shape;1143;p44"/>
          <p:cNvSpPr txBox="1"/>
          <p:nvPr/>
        </p:nvSpPr>
        <p:spPr>
          <a:xfrm>
            <a:off x="2293016" y="2871216"/>
            <a:ext cx="1397100" cy="457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Love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44" name="Google Shape;1144;p44"/>
          <p:cNvSpPr txBox="1"/>
          <p:nvPr/>
        </p:nvSpPr>
        <p:spPr>
          <a:xfrm>
            <a:off x="2293025" y="3602736"/>
            <a:ext cx="1397100" cy="7314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…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5" name="Google Shape;1145;p44"/>
          <p:cNvSpPr txBox="1"/>
          <p:nvPr/>
        </p:nvSpPr>
        <p:spPr>
          <a:xfrm>
            <a:off x="3873218" y="2871216"/>
            <a:ext cx="1397100" cy="457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War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46" name="Google Shape;1146;p44"/>
          <p:cNvSpPr txBox="1"/>
          <p:nvPr/>
        </p:nvSpPr>
        <p:spPr>
          <a:xfrm>
            <a:off x="3873225" y="3602736"/>
            <a:ext cx="1397100" cy="7314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…</a:t>
            </a:r>
            <a:endParaRPr b="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7" name="Google Shape;1147;p44"/>
          <p:cNvSpPr txBox="1"/>
          <p:nvPr/>
        </p:nvSpPr>
        <p:spPr>
          <a:xfrm>
            <a:off x="5453420" y="2871216"/>
            <a:ext cx="1397100" cy="457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Revenge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48" name="Google Shape;1148;p44"/>
          <p:cNvSpPr txBox="1"/>
          <p:nvPr/>
        </p:nvSpPr>
        <p:spPr>
          <a:xfrm>
            <a:off x="5453426" y="3602736"/>
            <a:ext cx="1397100" cy="7314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…</a:t>
            </a:r>
            <a:endParaRPr b="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9" name="Google Shape;1149;p44"/>
          <p:cNvSpPr txBox="1"/>
          <p:nvPr/>
        </p:nvSpPr>
        <p:spPr>
          <a:xfrm>
            <a:off x="7033621" y="2871216"/>
            <a:ext cx="1397100" cy="457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Ethics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50" name="Google Shape;1150;p44"/>
          <p:cNvSpPr txBox="1"/>
          <p:nvPr/>
        </p:nvSpPr>
        <p:spPr>
          <a:xfrm>
            <a:off x="7033626" y="3602736"/>
            <a:ext cx="1397100" cy="7314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…</a:t>
            </a:r>
            <a:endParaRPr b="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51" name="Google Shape;1151;p44"/>
          <p:cNvSpPr txBox="1"/>
          <p:nvPr/>
        </p:nvSpPr>
        <p:spPr>
          <a:xfrm>
            <a:off x="3200393" y="2048381"/>
            <a:ext cx="2743200" cy="457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Themes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cxnSp>
        <p:nvCxnSpPr>
          <p:cNvPr id="1152" name="Google Shape;1152;p44"/>
          <p:cNvCxnSpPr>
            <a:stCxn id="1151" idx="2"/>
            <a:endCxn id="1141" idx="0"/>
          </p:cNvCxnSpPr>
          <p:nvPr/>
        </p:nvCxnSpPr>
        <p:spPr>
          <a:xfrm rot="5400000">
            <a:off x="2808893" y="1108181"/>
            <a:ext cx="365700" cy="3160500"/>
          </a:xfrm>
          <a:prstGeom prst="bentConnector3">
            <a:avLst>
              <a:gd name="adj1" fmla="val 49991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3" name="Google Shape;1153;p44"/>
          <p:cNvCxnSpPr>
            <a:stCxn id="1151" idx="2"/>
            <a:endCxn id="1143" idx="0"/>
          </p:cNvCxnSpPr>
          <p:nvPr/>
        </p:nvCxnSpPr>
        <p:spPr>
          <a:xfrm rot="5400000">
            <a:off x="3598943" y="1898231"/>
            <a:ext cx="365700" cy="1580400"/>
          </a:xfrm>
          <a:prstGeom prst="bentConnector3">
            <a:avLst>
              <a:gd name="adj1" fmla="val 49991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4" name="Google Shape;1154;p44"/>
          <p:cNvCxnSpPr>
            <a:stCxn id="1151" idx="2"/>
            <a:endCxn id="1147" idx="0"/>
          </p:cNvCxnSpPr>
          <p:nvPr/>
        </p:nvCxnSpPr>
        <p:spPr>
          <a:xfrm rot="-5400000" flipH="1">
            <a:off x="5179193" y="1898381"/>
            <a:ext cx="365700" cy="1580100"/>
          </a:xfrm>
          <a:prstGeom prst="bentConnector3">
            <a:avLst>
              <a:gd name="adj1" fmla="val 49991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5" name="Google Shape;1155;p44"/>
          <p:cNvCxnSpPr>
            <a:stCxn id="1151" idx="2"/>
            <a:endCxn id="1149" idx="0"/>
          </p:cNvCxnSpPr>
          <p:nvPr/>
        </p:nvCxnSpPr>
        <p:spPr>
          <a:xfrm rot="-5400000" flipH="1">
            <a:off x="5969243" y="1108331"/>
            <a:ext cx="365700" cy="3160200"/>
          </a:xfrm>
          <a:prstGeom prst="bentConnector3">
            <a:avLst>
              <a:gd name="adj1" fmla="val 49991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6" name="Google Shape;1156;p44"/>
          <p:cNvCxnSpPr>
            <a:stCxn id="1151" idx="2"/>
            <a:endCxn id="1145" idx="0"/>
          </p:cNvCxnSpPr>
          <p:nvPr/>
        </p:nvCxnSpPr>
        <p:spPr>
          <a:xfrm flipH="1">
            <a:off x="4571693" y="2505581"/>
            <a:ext cx="300" cy="3657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44"/>
          <p:cNvCxnSpPr>
            <a:stCxn id="1141" idx="2"/>
            <a:endCxn id="1142" idx="0"/>
          </p:cNvCxnSpPr>
          <p:nvPr/>
        </p:nvCxnSpPr>
        <p:spPr>
          <a:xfrm>
            <a:off x="1411364" y="3328416"/>
            <a:ext cx="0" cy="2742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8" name="Google Shape;1158;p44"/>
          <p:cNvCxnSpPr>
            <a:stCxn id="1143" idx="2"/>
            <a:endCxn id="1144" idx="0"/>
          </p:cNvCxnSpPr>
          <p:nvPr/>
        </p:nvCxnSpPr>
        <p:spPr>
          <a:xfrm>
            <a:off x="2991566" y="3328416"/>
            <a:ext cx="0" cy="2742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9" name="Google Shape;1159;p44"/>
          <p:cNvCxnSpPr>
            <a:endCxn id="1146" idx="0"/>
          </p:cNvCxnSpPr>
          <p:nvPr/>
        </p:nvCxnSpPr>
        <p:spPr>
          <a:xfrm>
            <a:off x="4571775" y="3328536"/>
            <a:ext cx="0" cy="2742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0" name="Google Shape;1160;p44"/>
          <p:cNvCxnSpPr>
            <a:stCxn id="1147" idx="2"/>
            <a:endCxn id="1148" idx="0"/>
          </p:cNvCxnSpPr>
          <p:nvPr/>
        </p:nvCxnSpPr>
        <p:spPr>
          <a:xfrm>
            <a:off x="6151970" y="3328416"/>
            <a:ext cx="0" cy="2742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1" name="Google Shape;1161;p44"/>
          <p:cNvCxnSpPr>
            <a:stCxn id="1149" idx="2"/>
            <a:endCxn id="1150" idx="0"/>
          </p:cNvCxnSpPr>
          <p:nvPr/>
        </p:nvCxnSpPr>
        <p:spPr>
          <a:xfrm>
            <a:off x="7732171" y="3328416"/>
            <a:ext cx="0" cy="2742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45"/>
          <p:cNvSpPr txBox="1">
            <a:spLocks noGrp="1"/>
          </p:cNvSpPr>
          <p:nvPr>
            <p:ph type="title"/>
          </p:nvPr>
        </p:nvSpPr>
        <p:spPr>
          <a:xfrm>
            <a:off x="713250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sp>
        <p:nvSpPr>
          <p:cNvPr id="1167" name="Google Shape;1167;p45"/>
          <p:cNvSpPr txBox="1"/>
          <p:nvPr/>
        </p:nvSpPr>
        <p:spPr>
          <a:xfrm>
            <a:off x="713250" y="1499675"/>
            <a:ext cx="771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Directions: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 Match the given classical books/plays with their respective authors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68" name="Google Shape;1168;p45"/>
          <p:cNvSpPr txBox="1"/>
          <p:nvPr/>
        </p:nvSpPr>
        <p:spPr>
          <a:xfrm>
            <a:off x="1353475" y="2231438"/>
            <a:ext cx="1518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The Aeneid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69" name="Google Shape;1169;p45"/>
          <p:cNvSpPr txBox="1"/>
          <p:nvPr/>
        </p:nvSpPr>
        <p:spPr>
          <a:xfrm>
            <a:off x="713238" y="2231389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01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70" name="Google Shape;1170;p45"/>
          <p:cNvSpPr txBox="1"/>
          <p:nvPr/>
        </p:nvSpPr>
        <p:spPr>
          <a:xfrm>
            <a:off x="2871290" y="2231388"/>
            <a:ext cx="1518000" cy="3657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Virgil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1" name="Google Shape;1171;p45"/>
          <p:cNvSpPr txBox="1"/>
          <p:nvPr/>
        </p:nvSpPr>
        <p:spPr>
          <a:xfrm>
            <a:off x="1353475" y="2779959"/>
            <a:ext cx="1518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The Iliad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2" name="Google Shape;1172;p45"/>
          <p:cNvSpPr txBox="1"/>
          <p:nvPr/>
        </p:nvSpPr>
        <p:spPr>
          <a:xfrm>
            <a:off x="713238" y="2779910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02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73" name="Google Shape;1173;p45"/>
          <p:cNvSpPr txBox="1"/>
          <p:nvPr/>
        </p:nvSpPr>
        <p:spPr>
          <a:xfrm>
            <a:off x="2871290" y="2779909"/>
            <a:ext cx="1518000" cy="3657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… 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4" name="Google Shape;1174;p45"/>
          <p:cNvSpPr txBox="1"/>
          <p:nvPr/>
        </p:nvSpPr>
        <p:spPr>
          <a:xfrm>
            <a:off x="1353475" y="3328534"/>
            <a:ext cx="1518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Oedipus Rex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5" name="Google Shape;1175;p45"/>
          <p:cNvSpPr txBox="1"/>
          <p:nvPr/>
        </p:nvSpPr>
        <p:spPr>
          <a:xfrm>
            <a:off x="713238" y="3328485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03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76" name="Google Shape;1176;p45"/>
          <p:cNvSpPr txBox="1"/>
          <p:nvPr/>
        </p:nvSpPr>
        <p:spPr>
          <a:xfrm>
            <a:off x="2871290" y="3328484"/>
            <a:ext cx="1518000" cy="3657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… 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7" name="Google Shape;1177;p45"/>
          <p:cNvSpPr txBox="1"/>
          <p:nvPr/>
        </p:nvSpPr>
        <p:spPr>
          <a:xfrm>
            <a:off x="1353475" y="3877159"/>
            <a:ext cx="1518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Metamorphoses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8" name="Google Shape;1178;p45"/>
          <p:cNvSpPr txBox="1"/>
          <p:nvPr/>
        </p:nvSpPr>
        <p:spPr>
          <a:xfrm>
            <a:off x="713238" y="3877110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04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79" name="Google Shape;1179;p45"/>
          <p:cNvSpPr txBox="1"/>
          <p:nvPr/>
        </p:nvSpPr>
        <p:spPr>
          <a:xfrm>
            <a:off x="2871290" y="3877109"/>
            <a:ext cx="1518000" cy="3657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… 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0" name="Google Shape;1180;p45"/>
          <p:cNvSpPr txBox="1"/>
          <p:nvPr/>
        </p:nvSpPr>
        <p:spPr>
          <a:xfrm>
            <a:off x="5395075" y="2231438"/>
            <a:ext cx="1518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The Republic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1" name="Google Shape;1181;p45"/>
          <p:cNvSpPr txBox="1"/>
          <p:nvPr/>
        </p:nvSpPr>
        <p:spPr>
          <a:xfrm>
            <a:off x="4754838" y="2231389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05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82" name="Google Shape;1182;p45"/>
          <p:cNvSpPr txBox="1"/>
          <p:nvPr/>
        </p:nvSpPr>
        <p:spPr>
          <a:xfrm>
            <a:off x="6912890" y="2231388"/>
            <a:ext cx="1518000" cy="3657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…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3" name="Google Shape;1183;p45"/>
          <p:cNvSpPr txBox="1"/>
          <p:nvPr/>
        </p:nvSpPr>
        <p:spPr>
          <a:xfrm>
            <a:off x="5395075" y="2779959"/>
            <a:ext cx="1518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Antigone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4" name="Google Shape;1184;p45"/>
          <p:cNvSpPr txBox="1"/>
          <p:nvPr/>
        </p:nvSpPr>
        <p:spPr>
          <a:xfrm>
            <a:off x="4754838" y="2779910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06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85" name="Google Shape;1185;p45"/>
          <p:cNvSpPr txBox="1"/>
          <p:nvPr/>
        </p:nvSpPr>
        <p:spPr>
          <a:xfrm>
            <a:off x="6912890" y="2779909"/>
            <a:ext cx="1518000" cy="3657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… 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6" name="Google Shape;1186;p45"/>
          <p:cNvSpPr txBox="1"/>
          <p:nvPr/>
        </p:nvSpPr>
        <p:spPr>
          <a:xfrm>
            <a:off x="5395075" y="3328534"/>
            <a:ext cx="1518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The Odyssey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7" name="Google Shape;1187;p45"/>
          <p:cNvSpPr txBox="1"/>
          <p:nvPr/>
        </p:nvSpPr>
        <p:spPr>
          <a:xfrm>
            <a:off x="4754838" y="3328485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07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88" name="Google Shape;1188;p45"/>
          <p:cNvSpPr txBox="1"/>
          <p:nvPr/>
        </p:nvSpPr>
        <p:spPr>
          <a:xfrm>
            <a:off x="6912890" y="3328484"/>
            <a:ext cx="1518000" cy="3657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… 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9" name="Google Shape;1189;p45"/>
          <p:cNvSpPr txBox="1"/>
          <p:nvPr/>
        </p:nvSpPr>
        <p:spPr>
          <a:xfrm>
            <a:off x="5395075" y="3877159"/>
            <a:ext cx="1518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r>
              <a:rPr lang="en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Medea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90" name="Google Shape;1190;p45"/>
          <p:cNvSpPr txBox="1"/>
          <p:nvPr/>
        </p:nvSpPr>
        <p:spPr>
          <a:xfrm>
            <a:off x="4754838" y="3877110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08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91" name="Google Shape;1191;p45"/>
          <p:cNvSpPr txBox="1"/>
          <p:nvPr/>
        </p:nvSpPr>
        <p:spPr>
          <a:xfrm>
            <a:off x="6912890" y="3877109"/>
            <a:ext cx="1518000" cy="3657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… 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46"/>
          <p:cNvSpPr txBox="1">
            <a:spLocks noGrp="1"/>
          </p:cNvSpPr>
          <p:nvPr>
            <p:ph type="title"/>
          </p:nvPr>
        </p:nvSpPr>
        <p:spPr>
          <a:xfrm>
            <a:off x="713225" y="722375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literature lesson infographics</a:t>
            </a:r>
            <a:endParaRPr/>
          </a:p>
        </p:txBody>
      </p:sp>
      <p:sp>
        <p:nvSpPr>
          <p:cNvPr id="1197" name="Google Shape;1197;p46"/>
          <p:cNvSpPr txBox="1"/>
          <p:nvPr/>
        </p:nvSpPr>
        <p:spPr>
          <a:xfrm>
            <a:off x="713250" y="1499675"/>
            <a:ext cx="771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Directions:</a:t>
            </a: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 Imagine you had the opportunity to meet your favorite ancient author…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98" name="Google Shape;1198;p46"/>
          <p:cNvSpPr txBox="1"/>
          <p:nvPr/>
        </p:nvSpPr>
        <p:spPr>
          <a:xfrm>
            <a:off x="713250" y="2048375"/>
            <a:ext cx="2331600" cy="23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74320" lvl="0" indent="-2260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icksand"/>
              <a:buAutoNum type="arabicPeriod"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Who would it be and why do you choose it?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74320" lvl="0" indent="-226059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AutoNum type="arabicPeriod"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Write a dialogue between yourself and your chosen author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74320" lvl="0" indent="-226059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1400"/>
              <a:buFont typeface="Barlow"/>
              <a:buAutoNum type="arabicPeriod"/>
            </a:pPr>
            <a:r>
              <a:rPr lang="en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Imagine what their answers would be based on what you studied</a:t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1199" name="Google Shape;1199;p46"/>
          <p:cNvGrpSpPr/>
          <p:nvPr/>
        </p:nvGrpSpPr>
        <p:grpSpPr>
          <a:xfrm>
            <a:off x="3406166" y="2048377"/>
            <a:ext cx="5024478" cy="731400"/>
            <a:chOff x="3406166" y="2048377"/>
            <a:chExt cx="5024478" cy="731400"/>
          </a:xfrm>
        </p:grpSpPr>
        <p:sp>
          <p:nvSpPr>
            <p:cNvPr id="1200" name="Google Shape;1200;p46"/>
            <p:cNvSpPr txBox="1"/>
            <p:nvPr/>
          </p:nvSpPr>
          <p:spPr>
            <a:xfrm>
              <a:off x="3406166" y="2048377"/>
              <a:ext cx="5024478" cy="3657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Question 01…</a:t>
              </a:r>
              <a:endParaRPr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01" name="Google Shape;1201;p46"/>
            <p:cNvSpPr txBox="1"/>
            <p:nvPr/>
          </p:nvSpPr>
          <p:spPr>
            <a:xfrm>
              <a:off x="3406166" y="2414077"/>
              <a:ext cx="5024478" cy="3657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Imagine a response… 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202" name="Google Shape;1202;p46"/>
          <p:cNvGrpSpPr/>
          <p:nvPr/>
        </p:nvGrpSpPr>
        <p:grpSpPr>
          <a:xfrm>
            <a:off x="3406166" y="2871352"/>
            <a:ext cx="5024478" cy="731400"/>
            <a:chOff x="3406166" y="2866678"/>
            <a:chExt cx="5024478" cy="731400"/>
          </a:xfrm>
        </p:grpSpPr>
        <p:sp>
          <p:nvSpPr>
            <p:cNvPr id="1203" name="Google Shape;1203;p46"/>
            <p:cNvSpPr txBox="1"/>
            <p:nvPr/>
          </p:nvSpPr>
          <p:spPr>
            <a:xfrm>
              <a:off x="3406166" y="2866678"/>
              <a:ext cx="5024478" cy="3657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Question 02…</a:t>
              </a:r>
              <a:endParaRPr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04" name="Google Shape;1204;p46"/>
            <p:cNvSpPr txBox="1"/>
            <p:nvPr/>
          </p:nvSpPr>
          <p:spPr>
            <a:xfrm>
              <a:off x="3406166" y="3232378"/>
              <a:ext cx="5024478" cy="3657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Imagine a response… 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205" name="Google Shape;1205;p46"/>
          <p:cNvGrpSpPr/>
          <p:nvPr/>
        </p:nvGrpSpPr>
        <p:grpSpPr>
          <a:xfrm>
            <a:off x="3406166" y="3694328"/>
            <a:ext cx="5024478" cy="731400"/>
            <a:chOff x="3406166" y="3684978"/>
            <a:chExt cx="5024478" cy="731400"/>
          </a:xfrm>
        </p:grpSpPr>
        <p:sp>
          <p:nvSpPr>
            <p:cNvPr id="1206" name="Google Shape;1206;p46"/>
            <p:cNvSpPr txBox="1"/>
            <p:nvPr/>
          </p:nvSpPr>
          <p:spPr>
            <a:xfrm>
              <a:off x="3406166" y="3684978"/>
              <a:ext cx="5024478" cy="3657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Question 03…</a:t>
              </a:r>
              <a:endParaRPr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07" name="Google Shape;1207;p46"/>
            <p:cNvSpPr txBox="1"/>
            <p:nvPr/>
          </p:nvSpPr>
          <p:spPr>
            <a:xfrm>
              <a:off x="3406166" y="4050678"/>
              <a:ext cx="5024478" cy="3657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Imagine a response… </a:t>
              </a:r>
              <a:endPara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Classical Literature Lesson for High School Infographics by Slidesgo">
  <a:themeElements>
    <a:clrScheme name="Simple Light">
      <a:dk1>
        <a:srgbClr val="332825"/>
      </a:dk1>
      <a:lt1>
        <a:srgbClr val="3D302D"/>
      </a:lt1>
      <a:dk2>
        <a:srgbClr val="64514A"/>
      </a:dk2>
      <a:lt2>
        <a:srgbClr val="C2A792"/>
      </a:lt2>
      <a:accent1>
        <a:srgbClr val="D8C7B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1882</Words>
  <Application>Microsoft Office PowerPoint</Application>
  <PresentationFormat>Экран (16:9)</PresentationFormat>
  <Paragraphs>426</Paragraphs>
  <Slides>30</Slides>
  <Notes>30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9" baseType="lpstr">
      <vt:lpstr>Barlow Medium</vt:lpstr>
      <vt:lpstr>Quicksand</vt:lpstr>
      <vt:lpstr>Merriweather</vt:lpstr>
      <vt:lpstr>Montserrat</vt:lpstr>
      <vt:lpstr>Inconsolata</vt:lpstr>
      <vt:lpstr>Barlow</vt:lpstr>
      <vt:lpstr>Arial</vt:lpstr>
      <vt:lpstr>Karla</vt:lpstr>
      <vt:lpstr>Classical Literature Lesson for High School Infographics by Slidesgo</vt:lpstr>
      <vt:lpstr>Classical Literature Lesson for High School Infographics</vt:lpstr>
      <vt:lpstr>About classical literature lesson for high school infographics</vt:lpstr>
      <vt:lpstr>Classical literature lesson infographics</vt:lpstr>
      <vt:lpstr>Classical literature lesson infographics</vt:lpstr>
      <vt:lpstr>Classical literature lesson infographics</vt:lpstr>
      <vt:lpstr>Classical literature lesson infographics</vt:lpstr>
      <vt:lpstr>Classical literature lesson infographics</vt:lpstr>
      <vt:lpstr>Classical literature lesson infographics</vt:lpstr>
      <vt:lpstr>Classical literature lesson infographics</vt:lpstr>
      <vt:lpstr>Classical literature lesson infographics</vt:lpstr>
      <vt:lpstr>Classical literature lesson infographics</vt:lpstr>
      <vt:lpstr>Classical literature lesson infographics</vt:lpstr>
      <vt:lpstr>Classical literature lesson infographics</vt:lpstr>
      <vt:lpstr>Classical literature lesson infographics</vt:lpstr>
      <vt:lpstr>Classical literature lesson infographics</vt:lpstr>
      <vt:lpstr>Classical literature lesson infographics</vt:lpstr>
      <vt:lpstr>Classical literature lesson infographics</vt:lpstr>
      <vt:lpstr>Classical literature lesson infographics</vt:lpstr>
      <vt:lpstr>Classical literature lesson infographics</vt:lpstr>
      <vt:lpstr>Classical literature lesson infographics</vt:lpstr>
      <vt:lpstr>Classical literature lesson infographics</vt:lpstr>
      <vt:lpstr>Classical literature lesson infographics</vt:lpstr>
      <vt:lpstr>Classical literature lesson infographics</vt:lpstr>
      <vt:lpstr>Classical literature lesson infographics</vt:lpstr>
      <vt:lpstr>Classical literature lesson infographics</vt:lpstr>
      <vt:lpstr>Classical literature lesson infographics</vt:lpstr>
      <vt:lpstr>Classical literature lesson infographics</vt:lpstr>
      <vt:lpstr>Classical literature lesson infographics</vt:lpstr>
      <vt:lpstr>Classical literature lesson infographics</vt:lpstr>
      <vt:lpstr>Classical literature lesson infographics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Classical Literature Lesson for High School Infographics</dc:title>
  <cp:lastModifiedBy>я</cp:lastModifiedBy>
  <cp:revision>1</cp:revision>
  <dcterms:modified xsi:type="dcterms:W3CDTF">2026-02-19T06:34:28Z</dcterms:modified>
</cp:coreProperties>
</file>
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 id="273" r:id="rId16"/>
    <p:sldId id="276" r:id="rId17"/>
    <p:sldId id="277" r:id="rId18"/>
    <p:sldId id="278" r:id="rId19"/>
    <p:sldId id="279" r:id="rId20"/>
    <p:sldId id="280" r:id="rId21"/>
    <p:sldId id="281" r:id="rId22"/>
    <p:sldId id="283" r:id="rId23"/>
    <p:sldId id="284" r:id="rId24"/>
    <p:sldId id="285" r:id="rId25"/>
    <p:sldId id="286" r:id="rId26"/>
    <p:sldId id="287" r:id="rId27"/>
    <p:sldId id="289" r:id="rId28"/>
    <p:sldId id="290" r:id="rId29"/>
  </p:sldIdLst>
  <p:sldSz cx="9144000" cy="5143500" type="screen16x9"/>
  <p:notesSz cx="6858000" cy="9144000"/>
  <p:embeddedFontLst>
    <p:embeddedFont>
      <p:font typeface="Germania One" panose="020B0604020202020204" charset="0"/>
      <p:regular r:id="rId31"/>
    </p:embeddedFont>
    <p:embeddedFont>
      <p:font typeface="Calibri" panose="020F0502020204030204" pitchFamily="34" charset="0"/>
      <p:regular r:id="rId32"/>
      <p:bold r:id="rId33"/>
      <p:italic r:id="rId34"/>
      <p:boldItalic r:id="rId35"/>
    </p:embeddedFont>
    <p:embeddedFont>
      <p:font typeface="Anaheim" panose="020B0604020202020204" charset="0"/>
      <p:regular r:id="rId36"/>
      <p:bold r:id="rId37"/>
    </p:embeddedFont>
    <p:embeddedFont>
      <p:font typeface="Inter Tight" panose="020B0604020202020204" charset="0"/>
      <p:regular r:id="rId38"/>
      <p:bold r:id="rId39"/>
      <p:italic r:id="rId40"/>
      <p:boldItalic r:id="rId41"/>
    </p:embeddedFont>
    <p:embeddedFont>
      <p:font typeface="Inter Tight SemiBold" panose="020B0604020202020204" charset="0"/>
      <p:regular r:id="rId42"/>
      <p:bold r:id="rId43"/>
      <p:italic r:id="rId44"/>
      <p:boldItalic r:id="rId45"/>
    </p:embeddedFont>
    <p:embeddedFont>
      <p:font typeface="DM Sans" panose="020B060402020202020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058C78-6472-4ECB-A7C8-18051B10B224}">
  <a:tblStyle styleId="{86058C78-6472-4ECB-A7C8-18051B10B22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E3C6D68-C921-4B30-94EC-B7CE02458C92}"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80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29dba1b564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0" name="Google Shape;1040;g29dba1b564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4" name="Google Shape;106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7" name="Google Shape;10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8" name="Google Shape;1148;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6"/>
        <p:cNvGrpSpPr/>
        <p:nvPr/>
      </p:nvGrpSpPr>
      <p:grpSpPr>
        <a:xfrm>
          <a:off x="0" y="0"/>
          <a:ext cx="0" cy="0"/>
          <a:chOff x="0" y="0"/>
          <a:chExt cx="0" cy="0"/>
        </a:xfrm>
      </p:grpSpPr>
      <p:sp>
        <p:nvSpPr>
          <p:cNvPr id="1187" name="Google Shape;1187;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8" name="Google Shape;1188;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3"/>
        <p:cNvGrpSpPr/>
        <p:nvPr/>
      </p:nvGrpSpPr>
      <p:grpSpPr>
        <a:xfrm>
          <a:off x="0" y="0"/>
          <a:ext cx="0" cy="0"/>
          <a:chOff x="0" y="0"/>
          <a:chExt cx="0" cy="0"/>
        </a:xfrm>
      </p:grpSpPr>
      <p:sp>
        <p:nvSpPr>
          <p:cNvPr id="1194" name="Google Shape;1194;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5" name="Google Shape;1195;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2"/>
        <p:cNvGrpSpPr/>
        <p:nvPr/>
      </p:nvGrpSpPr>
      <p:grpSpPr>
        <a:xfrm>
          <a:off x="0" y="0"/>
          <a:ext cx="0" cy="0"/>
          <a:chOff x="0" y="0"/>
          <a:chExt cx="0" cy="0"/>
        </a:xfrm>
      </p:grpSpPr>
      <p:sp>
        <p:nvSpPr>
          <p:cNvPr id="1213" name="Google Shape;1213;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4" name="Google Shape;1214;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0"/>
        <p:cNvGrpSpPr/>
        <p:nvPr/>
      </p:nvGrpSpPr>
      <p:grpSpPr>
        <a:xfrm>
          <a:off x="0" y="0"/>
          <a:ext cx="0" cy="0"/>
          <a:chOff x="0" y="0"/>
          <a:chExt cx="0" cy="0"/>
        </a:xfrm>
      </p:grpSpPr>
      <p:sp>
        <p:nvSpPr>
          <p:cNvPr id="1281" name="Google Shape;1281;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2" name="Google Shape;1282;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p:cNvGrpSpPr/>
        <p:nvPr/>
      </p:nvGrpSpPr>
      <p:grpSpPr>
        <a:xfrm>
          <a:off x="0" y="0"/>
          <a:ext cx="0" cy="0"/>
          <a:chOff x="0" y="0"/>
          <a:chExt cx="0" cy="0"/>
        </a:xfrm>
      </p:grpSpPr>
      <p:sp>
        <p:nvSpPr>
          <p:cNvPr id="1292" name="Google Shape;1292;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3" name="Google Shape;1293;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4"/>
        <p:cNvGrpSpPr/>
        <p:nvPr/>
      </p:nvGrpSpPr>
      <p:grpSpPr>
        <a:xfrm>
          <a:off x="0" y="0"/>
          <a:ext cx="0" cy="0"/>
          <a:chOff x="0" y="0"/>
          <a:chExt cx="0" cy="0"/>
        </a:xfrm>
      </p:grpSpPr>
      <p:sp>
        <p:nvSpPr>
          <p:cNvPr id="1305" name="Google Shape;1305;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6" name="Google Shape;1306;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5" name="Google Shape;1355;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1"/>
        <p:cNvGrpSpPr/>
        <p:nvPr/>
      </p:nvGrpSpPr>
      <p:grpSpPr>
        <a:xfrm>
          <a:off x="0" y="0"/>
          <a:ext cx="0" cy="0"/>
          <a:chOff x="0" y="0"/>
          <a:chExt cx="0" cy="0"/>
        </a:xfrm>
      </p:grpSpPr>
      <p:sp>
        <p:nvSpPr>
          <p:cNvPr id="1502" name="Google Shape;1502;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3" name="Google Shape;1503;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3"/>
        <p:cNvGrpSpPr/>
        <p:nvPr/>
      </p:nvGrpSpPr>
      <p:grpSpPr>
        <a:xfrm>
          <a:off x="0" y="0"/>
          <a:ext cx="0" cy="0"/>
          <a:chOff x="0" y="0"/>
          <a:chExt cx="0" cy="0"/>
        </a:xfrm>
      </p:grpSpPr>
      <p:sp>
        <p:nvSpPr>
          <p:cNvPr id="1714" name="Google Shape;1714;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5" name="Google Shape;1715;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p:cNvGrpSpPr/>
        <p:nvPr/>
      </p:nvGrpSpPr>
      <p:grpSpPr>
        <a:xfrm>
          <a:off x="0" y="0"/>
          <a:ext cx="0" cy="0"/>
          <a:chOff x="0" y="0"/>
          <a:chExt cx="0" cy="0"/>
        </a:xfrm>
      </p:grpSpPr>
      <p:sp>
        <p:nvSpPr>
          <p:cNvPr id="1730" name="Google Shape;1730;gd5260bdd85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d5260bdd85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0"/>
        <p:cNvGrpSpPr/>
        <p:nvPr/>
      </p:nvGrpSpPr>
      <p:grpSpPr>
        <a:xfrm>
          <a:off x="0" y="0"/>
          <a:ext cx="0" cy="0"/>
          <a:chOff x="0" y="0"/>
          <a:chExt cx="0" cy="0"/>
        </a:xfrm>
      </p:grpSpPr>
      <p:sp>
        <p:nvSpPr>
          <p:cNvPr id="1771" name="Google Shape;1771;g54dda1946d_4_2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2" name="Google Shape;1772;g54dda1946d_4_2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1"/>
        <p:cNvGrpSpPr/>
        <p:nvPr/>
      </p:nvGrpSpPr>
      <p:grpSpPr>
        <a:xfrm>
          <a:off x="0" y="0"/>
          <a:ext cx="0" cy="0"/>
          <a:chOff x="0" y="0"/>
          <a:chExt cx="0" cy="0"/>
        </a:xfrm>
      </p:grpSpPr>
      <p:sp>
        <p:nvSpPr>
          <p:cNvPr id="1782" name="Google Shape;1782;g54dda1946d_4_2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3" name="Google Shape;1783;g54dda1946d_4_2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1"/>
        <p:cNvGrpSpPr/>
        <p:nvPr/>
      </p:nvGrpSpPr>
      <p:grpSpPr>
        <a:xfrm>
          <a:off x="0" y="0"/>
          <a:ext cx="0" cy="0"/>
          <a:chOff x="0" y="0"/>
          <a:chExt cx="0" cy="0"/>
        </a:xfrm>
      </p:grpSpPr>
      <p:sp>
        <p:nvSpPr>
          <p:cNvPr id="1842" name="Google Shape;1842;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3" name="Google Shape;1843;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5"/>
        <p:cNvGrpSpPr/>
        <p:nvPr/>
      </p:nvGrpSpPr>
      <p:grpSpPr>
        <a:xfrm>
          <a:off x="0" y="0"/>
          <a:ext cx="0" cy="0"/>
          <a:chOff x="0" y="0"/>
          <a:chExt cx="0" cy="0"/>
        </a:xfrm>
      </p:grpSpPr>
      <p:sp>
        <p:nvSpPr>
          <p:cNvPr id="1866" name="Google Shape;186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7" name="Google Shape;186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5"/>
        <p:cNvGrpSpPr/>
        <p:nvPr/>
      </p:nvGrpSpPr>
      <p:grpSpPr>
        <a:xfrm>
          <a:off x="0" y="0"/>
          <a:ext cx="0" cy="0"/>
          <a:chOff x="0" y="0"/>
          <a:chExt cx="0" cy="0"/>
        </a:xfrm>
      </p:grpSpPr>
      <p:sp>
        <p:nvSpPr>
          <p:cNvPr id="1976" name="Google Shape;1976;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7" name="Google Shape;1977;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1"/>
        <p:cNvGrpSpPr/>
        <p:nvPr/>
      </p:nvGrpSpPr>
      <p:grpSpPr>
        <a:xfrm>
          <a:off x="0" y="0"/>
          <a:ext cx="0" cy="0"/>
          <a:chOff x="0" y="0"/>
          <a:chExt cx="0" cy="0"/>
        </a:xfrm>
      </p:grpSpPr>
      <p:sp>
        <p:nvSpPr>
          <p:cNvPr id="1982" name="Google Shape;1982;g54dda1946d_4_2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3" name="Google Shape;1983;g54dda1946d_4_2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3"/>
        <p:cNvGrpSpPr/>
        <p:nvPr/>
      </p:nvGrpSpPr>
      <p:grpSpPr>
        <a:xfrm>
          <a:off x="0" y="0"/>
          <a:ext cx="0" cy="0"/>
          <a:chOff x="0" y="0"/>
          <a:chExt cx="0" cy="0"/>
        </a:xfrm>
      </p:grpSpPr>
      <p:sp>
        <p:nvSpPr>
          <p:cNvPr id="2014" name="Google Shape;2014;g29e1fe484a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5" name="Google Shape;2015;g29e1fe484a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0"/>
        <p:cNvGrpSpPr/>
        <p:nvPr/>
      </p:nvGrpSpPr>
      <p:grpSpPr>
        <a:xfrm>
          <a:off x="0" y="0"/>
          <a:ext cx="0" cy="0"/>
          <a:chOff x="0" y="0"/>
          <a:chExt cx="0" cy="0"/>
        </a:xfrm>
      </p:grpSpPr>
      <p:sp>
        <p:nvSpPr>
          <p:cNvPr id="2031" name="Google Shape;2031;g29e1fe484a9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2" name="Google Shape;2032;g29e1fe484a9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7"/>
        <p:cNvGrpSpPr/>
        <p:nvPr/>
      </p:nvGrpSpPr>
      <p:grpSpPr>
        <a:xfrm>
          <a:off x="0" y="0"/>
          <a:ext cx="0" cy="0"/>
          <a:chOff x="0" y="0"/>
          <a:chExt cx="0" cy="0"/>
        </a:xfrm>
      </p:grpSpPr>
      <p:sp>
        <p:nvSpPr>
          <p:cNvPr id="2068" name="Google Shape;2068;g29e1fe484a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9" name="Google Shape;2069;g29e1fe484a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2"/>
        <p:cNvGrpSpPr/>
        <p:nvPr/>
      </p:nvGrpSpPr>
      <p:grpSpPr>
        <a:xfrm>
          <a:off x="0" y="0"/>
          <a:ext cx="0" cy="0"/>
          <a:chOff x="0" y="0"/>
          <a:chExt cx="0" cy="0"/>
        </a:xfrm>
      </p:grpSpPr>
      <p:sp>
        <p:nvSpPr>
          <p:cNvPr id="2083" name="Google Shape;2083;g29e1fe484a9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4" name="Google Shape;2084;g29e1fe484a9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0"/>
        <p:cNvGrpSpPr/>
        <p:nvPr/>
      </p:nvGrpSpPr>
      <p:grpSpPr>
        <a:xfrm>
          <a:off x="0" y="0"/>
          <a:ext cx="0" cy="0"/>
          <a:chOff x="0" y="0"/>
          <a:chExt cx="0" cy="0"/>
        </a:xfrm>
      </p:grpSpPr>
      <p:sp>
        <p:nvSpPr>
          <p:cNvPr id="2091" name="Google Shape;2091;g29e1fe484a9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2" name="Google Shape;2092;g29e1fe484a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6"/>
        <p:cNvGrpSpPr/>
        <p:nvPr/>
      </p:nvGrpSpPr>
      <p:grpSpPr>
        <a:xfrm>
          <a:off x="0" y="0"/>
          <a:ext cx="0" cy="0"/>
          <a:chOff x="0" y="0"/>
          <a:chExt cx="0" cy="0"/>
        </a:xfrm>
      </p:grpSpPr>
      <p:sp>
        <p:nvSpPr>
          <p:cNvPr id="2107" name="Google Shape;2107;g29e1fe484a9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8" name="Google Shape;2108;g29e1fe484a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3"/>
        <p:cNvGrpSpPr/>
        <p:nvPr/>
      </p:nvGrpSpPr>
      <p:grpSpPr>
        <a:xfrm>
          <a:off x="0" y="0"/>
          <a:ext cx="0" cy="0"/>
          <a:chOff x="0" y="0"/>
          <a:chExt cx="0" cy="0"/>
        </a:xfrm>
      </p:grpSpPr>
      <p:sp>
        <p:nvSpPr>
          <p:cNvPr id="2114" name="Google Shape;2114;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5" name="Google Shape;2115;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91053" y="104525"/>
            <a:ext cx="9118505" cy="5148668"/>
            <a:chOff x="-91053" y="104525"/>
            <a:chExt cx="9118505" cy="5148668"/>
          </a:xfrm>
        </p:grpSpPr>
        <p:grpSp>
          <p:nvGrpSpPr>
            <p:cNvPr id="10" name="Google Shape;10;p2"/>
            <p:cNvGrpSpPr/>
            <p:nvPr/>
          </p:nvGrpSpPr>
          <p:grpSpPr>
            <a:xfrm>
              <a:off x="6845649" y="104525"/>
              <a:ext cx="2181803" cy="2335108"/>
              <a:chOff x="6789974" y="208750"/>
              <a:chExt cx="2181803" cy="2335108"/>
            </a:xfrm>
          </p:grpSpPr>
          <p:sp>
            <p:nvSpPr>
              <p:cNvPr id="11" name="Google Shape;11;p2"/>
              <p:cNvSpPr/>
              <p:nvPr/>
            </p:nvSpPr>
            <p:spPr>
              <a:xfrm>
                <a:off x="8622036" y="2194213"/>
                <a:ext cx="187137" cy="349645"/>
              </a:xfrm>
              <a:custGeom>
                <a:avLst/>
                <a:gdLst/>
                <a:ahLst/>
                <a:cxnLst/>
                <a:rect l="l" t="t" r="r" b="b"/>
                <a:pathLst>
                  <a:path w="284619" h="531780" extrusionOk="0">
                    <a:moveTo>
                      <a:pt x="113167" y="0"/>
                    </a:moveTo>
                    <a:cubicBezTo>
                      <a:pt x="113167" y="0"/>
                      <a:pt x="249661" y="28289"/>
                      <a:pt x="278236" y="179165"/>
                    </a:cubicBezTo>
                    <a:cubicBezTo>
                      <a:pt x="306811" y="330041"/>
                      <a:pt x="231563" y="405765"/>
                      <a:pt x="208132" y="455581"/>
                    </a:cubicBezTo>
                    <a:cubicBezTo>
                      <a:pt x="184700" y="505396"/>
                      <a:pt x="208989" y="531781"/>
                      <a:pt x="208989" y="531781"/>
                    </a:cubicBezTo>
                    <a:cubicBezTo>
                      <a:pt x="208989" y="531781"/>
                      <a:pt x="144028" y="519779"/>
                      <a:pt x="68114" y="413766"/>
                    </a:cubicBezTo>
                    <a:cubicBezTo>
                      <a:pt x="-7705" y="307753"/>
                      <a:pt x="-12277" y="188595"/>
                      <a:pt x="15917" y="121634"/>
                    </a:cubicBezTo>
                    <a:cubicBezTo>
                      <a:pt x="44016" y="54578"/>
                      <a:pt x="74496" y="27813"/>
                      <a:pt x="113072"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12;p2"/>
              <p:cNvSpPr/>
              <p:nvPr/>
            </p:nvSpPr>
            <p:spPr>
              <a:xfrm>
                <a:off x="8685363" y="1997720"/>
                <a:ext cx="239235" cy="150602"/>
              </a:xfrm>
              <a:custGeom>
                <a:avLst/>
                <a:gdLst/>
                <a:ahLst/>
                <a:cxnLst/>
                <a:rect l="l" t="t" r="r" b="b"/>
                <a:pathLst>
                  <a:path w="363855" h="229053" extrusionOk="0">
                    <a:moveTo>
                      <a:pt x="0" y="87289"/>
                    </a:moveTo>
                    <a:cubicBezTo>
                      <a:pt x="0" y="87289"/>
                      <a:pt x="22479" y="224354"/>
                      <a:pt x="192024" y="228069"/>
                    </a:cubicBezTo>
                    <a:cubicBezTo>
                      <a:pt x="305276" y="236070"/>
                      <a:pt x="308420" y="192160"/>
                      <a:pt x="363855" y="209114"/>
                    </a:cubicBezTo>
                    <a:cubicBezTo>
                      <a:pt x="291465" y="19091"/>
                      <a:pt x="183071" y="-12056"/>
                      <a:pt x="104965" y="3469"/>
                    </a:cubicBezTo>
                    <a:cubicBezTo>
                      <a:pt x="26861" y="18995"/>
                      <a:pt x="0" y="87385"/>
                      <a:pt x="0" y="873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3;p2"/>
              <p:cNvSpPr/>
              <p:nvPr/>
            </p:nvSpPr>
            <p:spPr>
              <a:xfrm>
                <a:off x="8491353" y="2034124"/>
                <a:ext cx="185109" cy="180152"/>
              </a:xfrm>
              <a:custGeom>
                <a:avLst/>
                <a:gdLst/>
                <a:ahLst/>
                <a:cxnLst/>
                <a:rect l="l" t="t" r="r" b="b"/>
                <a:pathLst>
                  <a:path w="281535" h="273996" extrusionOk="0">
                    <a:moveTo>
                      <a:pt x="281440" y="32823"/>
                    </a:moveTo>
                    <a:cubicBezTo>
                      <a:pt x="281440" y="32823"/>
                      <a:pt x="283726" y="118263"/>
                      <a:pt x="217241" y="177032"/>
                    </a:cubicBezTo>
                    <a:cubicBezTo>
                      <a:pt x="150662" y="235801"/>
                      <a:pt x="133231" y="271139"/>
                      <a:pt x="44267" y="256852"/>
                    </a:cubicBezTo>
                    <a:cubicBezTo>
                      <a:pt x="13788" y="251613"/>
                      <a:pt x="4834" y="273997"/>
                      <a:pt x="4834" y="273997"/>
                    </a:cubicBezTo>
                    <a:cubicBezTo>
                      <a:pt x="4834" y="273997"/>
                      <a:pt x="-14597" y="194368"/>
                      <a:pt x="24456" y="121120"/>
                    </a:cubicBezTo>
                    <a:cubicBezTo>
                      <a:pt x="63508" y="47873"/>
                      <a:pt x="179427" y="-52806"/>
                      <a:pt x="281535" y="328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4;p2"/>
              <p:cNvSpPr/>
              <p:nvPr/>
            </p:nvSpPr>
            <p:spPr>
              <a:xfrm>
                <a:off x="8543957" y="1830625"/>
                <a:ext cx="160497" cy="452103"/>
              </a:xfrm>
              <a:custGeom>
                <a:avLst/>
                <a:gdLst/>
                <a:ahLst/>
                <a:cxnLst/>
                <a:rect l="l" t="t" r="r" b="b"/>
                <a:pathLst>
                  <a:path w="244102" h="687609" extrusionOk="0">
                    <a:moveTo>
                      <a:pt x="243935" y="687610"/>
                    </a:moveTo>
                    <a:cubicBezTo>
                      <a:pt x="243935" y="687610"/>
                      <a:pt x="258032" y="178022"/>
                      <a:pt x="27432" y="0"/>
                    </a:cubicBezTo>
                    <a:lnTo>
                      <a:pt x="0" y="17431"/>
                    </a:lnTo>
                    <a:cubicBezTo>
                      <a:pt x="0" y="17431"/>
                      <a:pt x="219170" y="115634"/>
                      <a:pt x="243935" y="68761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5;p2"/>
              <p:cNvSpPr/>
              <p:nvPr/>
            </p:nvSpPr>
            <p:spPr>
              <a:xfrm>
                <a:off x="8495154" y="1896893"/>
                <a:ext cx="195896" cy="78219"/>
              </a:xfrm>
              <a:custGeom>
                <a:avLst/>
                <a:gdLst/>
                <a:ahLst/>
                <a:cxnLst/>
                <a:rect l="l" t="t" r="r" b="b"/>
                <a:pathLst>
                  <a:path w="297941" h="118964" extrusionOk="0">
                    <a:moveTo>
                      <a:pt x="297942" y="55995"/>
                    </a:moveTo>
                    <a:cubicBezTo>
                      <a:pt x="297942" y="55995"/>
                      <a:pt x="208407" y="187536"/>
                      <a:pt x="0" y="70378"/>
                    </a:cubicBezTo>
                    <a:cubicBezTo>
                      <a:pt x="135350" y="-19062"/>
                      <a:pt x="203454" y="-22586"/>
                      <a:pt x="297942" y="559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16;p2"/>
              <p:cNvSpPr/>
              <p:nvPr/>
            </p:nvSpPr>
            <p:spPr>
              <a:xfrm>
                <a:off x="8590830" y="1850710"/>
                <a:ext cx="145285" cy="121817"/>
              </a:xfrm>
              <a:custGeom>
                <a:avLst/>
                <a:gdLst/>
                <a:ahLst/>
                <a:cxnLst/>
                <a:rect l="l" t="t" r="r" b="b"/>
                <a:pathLst>
                  <a:path w="220966" h="185273" extrusionOk="0">
                    <a:moveTo>
                      <a:pt x="220967" y="185166"/>
                    </a:moveTo>
                    <a:lnTo>
                      <a:pt x="185629" y="57721"/>
                    </a:lnTo>
                    <a:lnTo>
                      <a:pt x="463" y="0"/>
                    </a:lnTo>
                    <a:cubicBezTo>
                      <a:pt x="-11729" y="196024"/>
                      <a:pt x="220967" y="185166"/>
                      <a:pt x="220967" y="1851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7;p2"/>
              <p:cNvSpPr/>
              <p:nvPr/>
            </p:nvSpPr>
            <p:spPr>
              <a:xfrm>
                <a:off x="8420698" y="1725822"/>
                <a:ext cx="212309" cy="238469"/>
              </a:xfrm>
              <a:custGeom>
                <a:avLst/>
                <a:gdLst/>
                <a:ahLst/>
                <a:cxnLst/>
                <a:rect l="l" t="t" r="r" b="b"/>
                <a:pathLst>
                  <a:path w="322903" h="362691" extrusionOk="0">
                    <a:moveTo>
                      <a:pt x="321659" y="164020"/>
                    </a:moveTo>
                    <a:cubicBezTo>
                      <a:pt x="321659" y="164020"/>
                      <a:pt x="360807" y="387953"/>
                      <a:pt x="0" y="360331"/>
                    </a:cubicBezTo>
                    <a:cubicBezTo>
                      <a:pt x="41148" y="220790"/>
                      <a:pt x="78867" y="61436"/>
                      <a:pt x="78867" y="61436"/>
                    </a:cubicBezTo>
                    <a:lnTo>
                      <a:pt x="256889" y="0"/>
                    </a:lnTo>
                    <a:lnTo>
                      <a:pt x="321659" y="16402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p2"/>
              <p:cNvSpPr/>
              <p:nvPr/>
            </p:nvSpPr>
            <p:spPr>
              <a:xfrm>
                <a:off x="8504706" y="1454224"/>
                <a:ext cx="295029" cy="478879"/>
              </a:xfrm>
              <a:custGeom>
                <a:avLst/>
                <a:gdLst/>
                <a:ahLst/>
                <a:cxnLst/>
                <a:rect l="l" t="t" r="r" b="b"/>
                <a:pathLst>
                  <a:path w="448713" h="728333" extrusionOk="0">
                    <a:moveTo>
                      <a:pt x="319024" y="53795"/>
                    </a:moveTo>
                    <a:cubicBezTo>
                      <a:pt x="319024" y="53795"/>
                      <a:pt x="468662" y="93991"/>
                      <a:pt x="446469" y="299445"/>
                    </a:cubicBezTo>
                    <a:cubicBezTo>
                      <a:pt x="424275" y="504899"/>
                      <a:pt x="323501" y="490898"/>
                      <a:pt x="430943" y="728261"/>
                    </a:cubicBezTo>
                    <a:cubicBezTo>
                      <a:pt x="294640" y="729690"/>
                      <a:pt x="121285" y="711592"/>
                      <a:pt x="82423" y="521759"/>
                    </a:cubicBezTo>
                    <a:cubicBezTo>
                      <a:pt x="43561" y="331925"/>
                      <a:pt x="-177229" y="-162613"/>
                      <a:pt x="318929" y="5370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9;p2"/>
              <p:cNvSpPr/>
              <p:nvPr/>
            </p:nvSpPr>
            <p:spPr>
              <a:xfrm>
                <a:off x="8385034" y="1491939"/>
                <a:ext cx="175832" cy="445277"/>
              </a:xfrm>
              <a:custGeom>
                <a:avLst/>
                <a:gdLst/>
                <a:ahLst/>
                <a:cxnLst/>
                <a:rect l="l" t="t" r="r" b="b"/>
                <a:pathLst>
                  <a:path w="267425" h="677227" extrusionOk="0">
                    <a:moveTo>
                      <a:pt x="255270" y="95250"/>
                    </a:moveTo>
                    <a:cubicBezTo>
                      <a:pt x="255270" y="95250"/>
                      <a:pt x="351949" y="662273"/>
                      <a:pt x="0" y="677227"/>
                    </a:cubicBezTo>
                    <a:cubicBezTo>
                      <a:pt x="97631" y="511588"/>
                      <a:pt x="-96583" y="44101"/>
                      <a:pt x="146399" y="0"/>
                    </a:cubicBezTo>
                    <a:cubicBezTo>
                      <a:pt x="246221" y="47244"/>
                      <a:pt x="255270" y="95250"/>
                      <a:pt x="255270" y="9525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20;p2"/>
              <p:cNvSpPr/>
              <p:nvPr/>
            </p:nvSpPr>
            <p:spPr>
              <a:xfrm>
                <a:off x="8258770" y="1296787"/>
                <a:ext cx="713007" cy="512505"/>
              </a:xfrm>
              <a:custGeom>
                <a:avLst/>
                <a:gdLst/>
                <a:ahLst/>
                <a:cxnLst/>
                <a:rect l="l" t="t" r="r" b="b"/>
                <a:pathLst>
                  <a:path w="1084421" h="779475" extrusionOk="0">
                    <a:moveTo>
                      <a:pt x="150019" y="458057"/>
                    </a:moveTo>
                    <a:cubicBezTo>
                      <a:pt x="200501" y="395097"/>
                      <a:pt x="239649" y="337947"/>
                      <a:pt x="321850" y="325660"/>
                    </a:cubicBezTo>
                    <a:cubicBezTo>
                      <a:pt x="340995" y="535591"/>
                      <a:pt x="242792" y="650081"/>
                      <a:pt x="129445" y="662654"/>
                    </a:cubicBezTo>
                    <a:cubicBezTo>
                      <a:pt x="16097" y="675227"/>
                      <a:pt x="0" y="771906"/>
                      <a:pt x="0" y="771906"/>
                    </a:cubicBezTo>
                    <a:cubicBezTo>
                      <a:pt x="0" y="771906"/>
                      <a:pt x="16288" y="700754"/>
                      <a:pt x="178118" y="696278"/>
                    </a:cubicBezTo>
                    <a:cubicBezTo>
                      <a:pt x="339852" y="691801"/>
                      <a:pt x="392144" y="529400"/>
                      <a:pt x="405003" y="392811"/>
                    </a:cubicBezTo>
                    <a:cubicBezTo>
                      <a:pt x="417767" y="256222"/>
                      <a:pt x="514541" y="278321"/>
                      <a:pt x="514541" y="278321"/>
                    </a:cubicBezTo>
                    <a:cubicBezTo>
                      <a:pt x="514541" y="278321"/>
                      <a:pt x="680180" y="370332"/>
                      <a:pt x="716185" y="565880"/>
                    </a:cubicBezTo>
                    <a:cubicBezTo>
                      <a:pt x="752284" y="761429"/>
                      <a:pt x="858012" y="834104"/>
                      <a:pt x="1018889" y="735997"/>
                    </a:cubicBezTo>
                    <a:cubicBezTo>
                      <a:pt x="715899" y="810101"/>
                      <a:pt x="780383" y="460248"/>
                      <a:pt x="688181" y="327755"/>
                    </a:cubicBezTo>
                    <a:cubicBezTo>
                      <a:pt x="781050" y="244507"/>
                      <a:pt x="837914" y="255270"/>
                      <a:pt x="879062" y="396812"/>
                    </a:cubicBezTo>
                    <a:cubicBezTo>
                      <a:pt x="920210" y="538353"/>
                      <a:pt x="983361" y="597313"/>
                      <a:pt x="1084422" y="491204"/>
                    </a:cubicBezTo>
                    <a:cubicBezTo>
                      <a:pt x="982790" y="546163"/>
                      <a:pt x="953834" y="489680"/>
                      <a:pt x="904018" y="342614"/>
                    </a:cubicBezTo>
                    <a:cubicBezTo>
                      <a:pt x="854297" y="195453"/>
                      <a:pt x="791909" y="207454"/>
                      <a:pt x="721233" y="239459"/>
                    </a:cubicBezTo>
                    <a:cubicBezTo>
                      <a:pt x="650558" y="271367"/>
                      <a:pt x="613410" y="243364"/>
                      <a:pt x="575977" y="189833"/>
                    </a:cubicBezTo>
                    <a:cubicBezTo>
                      <a:pt x="538543" y="136303"/>
                      <a:pt x="534257" y="0"/>
                      <a:pt x="534257" y="0"/>
                    </a:cubicBezTo>
                    <a:lnTo>
                      <a:pt x="477488" y="571"/>
                    </a:lnTo>
                    <a:cubicBezTo>
                      <a:pt x="467868" y="168212"/>
                      <a:pt x="420148" y="228314"/>
                      <a:pt x="343757" y="248888"/>
                    </a:cubicBezTo>
                    <a:cubicBezTo>
                      <a:pt x="267272" y="269558"/>
                      <a:pt x="207931" y="295656"/>
                      <a:pt x="152210" y="395478"/>
                    </a:cubicBezTo>
                    <a:cubicBezTo>
                      <a:pt x="96488" y="495205"/>
                      <a:pt x="16955" y="490728"/>
                      <a:pt x="16955" y="490728"/>
                    </a:cubicBezTo>
                    <a:cubicBezTo>
                      <a:pt x="16955" y="490728"/>
                      <a:pt x="99632" y="521113"/>
                      <a:pt x="150019" y="458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21;p2"/>
              <p:cNvSpPr/>
              <p:nvPr/>
            </p:nvSpPr>
            <p:spPr>
              <a:xfrm>
                <a:off x="6789974" y="344934"/>
                <a:ext cx="350898" cy="186673"/>
              </a:xfrm>
              <a:custGeom>
                <a:avLst/>
                <a:gdLst/>
                <a:ahLst/>
                <a:cxnLst/>
                <a:rect l="l" t="t" r="r" b="b"/>
                <a:pathLst>
                  <a:path w="533685" h="283914" extrusionOk="0">
                    <a:moveTo>
                      <a:pt x="533686" y="166484"/>
                    </a:moveTo>
                    <a:cubicBezTo>
                      <a:pt x="533686" y="166484"/>
                      <a:pt x="502634" y="30562"/>
                      <a:pt x="351187" y="5130"/>
                    </a:cubicBezTo>
                    <a:cubicBezTo>
                      <a:pt x="199739" y="-20397"/>
                      <a:pt x="125540" y="56375"/>
                      <a:pt x="76200" y="80854"/>
                    </a:cubicBezTo>
                    <a:cubicBezTo>
                      <a:pt x="26860" y="105238"/>
                      <a:pt x="0" y="81521"/>
                      <a:pt x="0" y="81521"/>
                    </a:cubicBezTo>
                    <a:cubicBezTo>
                      <a:pt x="0" y="81521"/>
                      <a:pt x="13335" y="146291"/>
                      <a:pt x="120872" y="219919"/>
                    </a:cubicBezTo>
                    <a:cubicBezTo>
                      <a:pt x="228410" y="293643"/>
                      <a:pt x="347567" y="295643"/>
                      <a:pt x="414052" y="266115"/>
                    </a:cubicBezTo>
                    <a:cubicBezTo>
                      <a:pt x="480441" y="236588"/>
                      <a:pt x="506635" y="205632"/>
                      <a:pt x="533686" y="16648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22;p2"/>
              <p:cNvSpPr/>
              <p:nvPr/>
            </p:nvSpPr>
            <p:spPr>
              <a:xfrm>
                <a:off x="7183849" y="225106"/>
                <a:ext cx="151751" cy="237606"/>
              </a:xfrm>
              <a:custGeom>
                <a:avLst/>
                <a:gdLst/>
                <a:ahLst/>
                <a:cxnLst/>
                <a:rect l="l" t="t" r="r" b="b"/>
                <a:pathLst>
                  <a:path w="230800" h="361378" extrusionOk="0">
                    <a:moveTo>
                      <a:pt x="146200" y="361379"/>
                    </a:moveTo>
                    <a:cubicBezTo>
                      <a:pt x="146200" y="361379"/>
                      <a:pt x="8659" y="341757"/>
                      <a:pt x="1611" y="172212"/>
                    </a:cubicBezTo>
                    <a:cubicBezTo>
                      <a:pt x="-8772" y="59150"/>
                      <a:pt x="35139" y="55150"/>
                      <a:pt x="17041" y="0"/>
                    </a:cubicBezTo>
                    <a:cubicBezTo>
                      <a:pt x="208494" y="68485"/>
                      <a:pt x="241926" y="176213"/>
                      <a:pt x="228020" y="254603"/>
                    </a:cubicBezTo>
                    <a:cubicBezTo>
                      <a:pt x="214113" y="333089"/>
                      <a:pt x="146295" y="361283"/>
                      <a:pt x="146295" y="3612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23;p2"/>
              <p:cNvSpPr/>
              <p:nvPr/>
            </p:nvSpPr>
            <p:spPr>
              <a:xfrm>
                <a:off x="7124779" y="471628"/>
                <a:ext cx="177556" cy="187685"/>
              </a:xfrm>
              <a:custGeom>
                <a:avLst/>
                <a:gdLst/>
                <a:ahLst/>
                <a:cxnLst/>
                <a:rect l="l" t="t" r="r" b="b"/>
                <a:pathLst>
                  <a:path w="270047" h="285452" extrusionOk="0">
                    <a:moveTo>
                      <a:pt x="235458" y="0"/>
                    </a:moveTo>
                    <a:cubicBezTo>
                      <a:pt x="235458" y="0"/>
                      <a:pt x="149924" y="-571"/>
                      <a:pt x="92583" y="67151"/>
                    </a:cubicBezTo>
                    <a:cubicBezTo>
                      <a:pt x="35243" y="134874"/>
                      <a:pt x="191" y="153067"/>
                      <a:pt x="16288" y="241745"/>
                    </a:cubicBezTo>
                    <a:cubicBezTo>
                      <a:pt x="22193" y="272129"/>
                      <a:pt x="0" y="281559"/>
                      <a:pt x="0" y="281559"/>
                    </a:cubicBezTo>
                    <a:cubicBezTo>
                      <a:pt x="0" y="281559"/>
                      <a:pt x="80010" y="299371"/>
                      <a:pt x="152495" y="258794"/>
                    </a:cubicBezTo>
                    <a:cubicBezTo>
                      <a:pt x="224885" y="218218"/>
                      <a:pt x="323183" y="100298"/>
                      <a:pt x="23545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4;p2"/>
              <p:cNvSpPr/>
              <p:nvPr/>
            </p:nvSpPr>
            <p:spPr>
              <a:xfrm>
                <a:off x="7052262" y="447778"/>
                <a:ext cx="454921" cy="151881"/>
              </a:xfrm>
              <a:custGeom>
                <a:avLst/>
                <a:gdLst/>
                <a:ahLst/>
                <a:cxnLst/>
                <a:rect l="l" t="t" r="r" b="b"/>
                <a:pathLst>
                  <a:path w="691895" h="230997" extrusionOk="0">
                    <a:moveTo>
                      <a:pt x="0" y="779"/>
                    </a:moveTo>
                    <a:cubicBezTo>
                      <a:pt x="0" y="779"/>
                      <a:pt x="509207" y="-23796"/>
                      <a:pt x="691896" y="203185"/>
                    </a:cubicBezTo>
                    <a:lnTo>
                      <a:pt x="675037" y="230998"/>
                    </a:lnTo>
                    <a:cubicBezTo>
                      <a:pt x="675037" y="230998"/>
                      <a:pt x="572357" y="13923"/>
                      <a:pt x="0" y="779"/>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5;p2"/>
              <p:cNvSpPr/>
              <p:nvPr/>
            </p:nvSpPr>
            <p:spPr>
              <a:xfrm>
                <a:off x="8468750"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6;p2"/>
              <p:cNvSpPr/>
              <p:nvPr/>
            </p:nvSpPr>
            <p:spPr>
              <a:xfrm>
                <a:off x="8515802"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p2"/>
              <p:cNvSpPr/>
              <p:nvPr/>
            </p:nvSpPr>
            <p:spPr>
              <a:xfrm>
                <a:off x="8511031"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8;p2"/>
              <p:cNvSpPr/>
              <p:nvPr/>
            </p:nvSpPr>
            <p:spPr>
              <a:xfrm>
                <a:off x="8571989"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9;p2"/>
              <p:cNvSpPr/>
              <p:nvPr/>
            </p:nvSpPr>
            <p:spPr>
              <a:xfrm>
                <a:off x="8340266"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30;p2"/>
              <p:cNvSpPr/>
              <p:nvPr/>
            </p:nvSpPr>
            <p:spPr>
              <a:xfrm>
                <a:off x="8384032"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31;p2"/>
              <p:cNvSpPr/>
              <p:nvPr/>
            </p:nvSpPr>
            <p:spPr>
              <a:xfrm>
                <a:off x="7138356" y="564593"/>
                <a:ext cx="360441" cy="297931"/>
              </a:xfrm>
              <a:custGeom>
                <a:avLst/>
                <a:gdLst/>
                <a:ahLst/>
                <a:cxnLst/>
                <a:rect l="l" t="t" r="r" b="b"/>
                <a:pathLst>
                  <a:path w="548199" h="453127" extrusionOk="0">
                    <a:moveTo>
                      <a:pt x="540544" y="35737"/>
                    </a:moveTo>
                    <a:cubicBezTo>
                      <a:pt x="540544" y="35737"/>
                      <a:pt x="394621" y="-55798"/>
                      <a:pt x="240125" y="54121"/>
                    </a:cubicBezTo>
                    <a:cubicBezTo>
                      <a:pt x="85534" y="164134"/>
                      <a:pt x="87821" y="296056"/>
                      <a:pt x="66008" y="360540"/>
                    </a:cubicBezTo>
                    <a:cubicBezTo>
                      <a:pt x="44196" y="425024"/>
                      <a:pt x="0" y="427691"/>
                      <a:pt x="0" y="427691"/>
                    </a:cubicBezTo>
                    <a:cubicBezTo>
                      <a:pt x="0" y="427691"/>
                      <a:pt x="68199" y="472649"/>
                      <a:pt x="226504" y="443026"/>
                    </a:cubicBezTo>
                    <a:cubicBezTo>
                      <a:pt x="384810" y="413404"/>
                      <a:pt x="490728" y="311105"/>
                      <a:pt x="523018" y="227285"/>
                    </a:cubicBezTo>
                    <a:cubicBezTo>
                      <a:pt x="555307" y="143465"/>
                      <a:pt x="551021" y="93459"/>
                      <a:pt x="540449" y="356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32;p2"/>
              <p:cNvSpPr/>
              <p:nvPr/>
            </p:nvSpPr>
            <p:spPr>
              <a:xfrm>
                <a:off x="7340765" y="303182"/>
                <a:ext cx="288718" cy="194157"/>
              </a:xfrm>
              <a:custGeom>
                <a:avLst/>
                <a:gdLst/>
                <a:ahLst/>
                <a:cxnLst/>
                <a:rect l="l" t="t" r="r" b="b"/>
                <a:pathLst>
                  <a:path w="439115" h="295296" extrusionOk="0">
                    <a:moveTo>
                      <a:pt x="428625" y="259190"/>
                    </a:moveTo>
                    <a:cubicBezTo>
                      <a:pt x="428625" y="259190"/>
                      <a:pt x="291275" y="362155"/>
                      <a:pt x="136969" y="220328"/>
                    </a:cubicBezTo>
                    <a:cubicBezTo>
                      <a:pt x="29146" y="130603"/>
                      <a:pt x="63913" y="88693"/>
                      <a:pt x="0" y="56403"/>
                    </a:cubicBezTo>
                    <a:cubicBezTo>
                      <a:pt x="227171" y="-51039"/>
                      <a:pt x="350425" y="13921"/>
                      <a:pt x="406813" y="94598"/>
                    </a:cubicBezTo>
                    <a:cubicBezTo>
                      <a:pt x="463201" y="175275"/>
                      <a:pt x="428625" y="259285"/>
                      <a:pt x="428625" y="2592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33;p2"/>
              <p:cNvSpPr/>
              <p:nvPr/>
            </p:nvSpPr>
            <p:spPr>
              <a:xfrm>
                <a:off x="7585913" y="481827"/>
                <a:ext cx="152170" cy="296976"/>
              </a:xfrm>
              <a:custGeom>
                <a:avLst/>
                <a:gdLst/>
                <a:ahLst/>
                <a:cxnLst/>
                <a:rect l="l" t="t" r="r" b="b"/>
                <a:pathLst>
                  <a:path w="231437" h="451675" extrusionOk="0">
                    <a:moveTo>
                      <a:pt x="66954" y="0"/>
                    </a:moveTo>
                    <a:cubicBezTo>
                      <a:pt x="66954" y="0"/>
                      <a:pt x="-8294" y="74200"/>
                      <a:pt x="755" y="183547"/>
                    </a:cubicBezTo>
                    <a:cubicBezTo>
                      <a:pt x="9804" y="292894"/>
                      <a:pt x="-4865" y="339376"/>
                      <a:pt x="86671" y="402717"/>
                    </a:cubicBezTo>
                    <a:cubicBezTo>
                      <a:pt x="118389" y="424148"/>
                      <a:pt x="107245" y="451675"/>
                      <a:pt x="107245" y="451675"/>
                    </a:cubicBezTo>
                    <a:cubicBezTo>
                      <a:pt x="107245" y="451675"/>
                      <a:pt x="192779" y="397383"/>
                      <a:pt x="220592" y="298609"/>
                    </a:cubicBezTo>
                    <a:cubicBezTo>
                      <a:pt x="248405" y="199930"/>
                      <a:pt x="231260" y="10954"/>
                      <a:pt x="66954"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34;p2"/>
              <p:cNvSpPr/>
              <p:nvPr/>
            </p:nvSpPr>
            <p:spPr>
              <a:xfrm>
                <a:off x="7411092" y="377529"/>
                <a:ext cx="519990" cy="282693"/>
              </a:xfrm>
              <a:custGeom>
                <a:avLst/>
                <a:gdLst/>
                <a:ahLst/>
                <a:cxnLst/>
                <a:rect l="l" t="t" r="r" b="b"/>
                <a:pathLst>
                  <a:path w="790860" h="429951" extrusionOk="0">
                    <a:moveTo>
                      <a:pt x="0" y="429951"/>
                    </a:moveTo>
                    <a:cubicBezTo>
                      <a:pt x="0" y="429951"/>
                      <a:pt x="423482" y="-36393"/>
                      <a:pt x="781336" y="2279"/>
                    </a:cubicBezTo>
                    <a:lnTo>
                      <a:pt x="790861" y="41331"/>
                    </a:lnTo>
                    <a:cubicBezTo>
                      <a:pt x="790861" y="41331"/>
                      <a:pt x="511492" y="-58681"/>
                      <a:pt x="0" y="42995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35;p2"/>
              <p:cNvSpPr/>
              <p:nvPr/>
            </p:nvSpPr>
            <p:spPr>
              <a:xfrm>
                <a:off x="7596520"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36;p2"/>
              <p:cNvSpPr/>
              <p:nvPr/>
            </p:nvSpPr>
            <p:spPr>
              <a:xfrm>
                <a:off x="7847445" y="665717"/>
                <a:ext cx="479283" cy="815715"/>
              </a:xfrm>
              <a:custGeom>
                <a:avLst/>
                <a:gdLst/>
                <a:ahLst/>
                <a:cxnLst/>
                <a:rect l="l" t="t" r="r" b="b"/>
                <a:pathLst>
                  <a:path w="728948" h="1240631" extrusionOk="0">
                    <a:moveTo>
                      <a:pt x="665321" y="67913"/>
                    </a:moveTo>
                    <a:cubicBezTo>
                      <a:pt x="668084" y="50864"/>
                      <a:pt x="660273" y="21717"/>
                      <a:pt x="588645" y="0"/>
                    </a:cubicBezTo>
                    <a:cubicBezTo>
                      <a:pt x="602456" y="149923"/>
                      <a:pt x="577120" y="370713"/>
                      <a:pt x="519589" y="435578"/>
                    </a:cubicBezTo>
                    <a:cubicBezTo>
                      <a:pt x="462058" y="500444"/>
                      <a:pt x="441960" y="629317"/>
                      <a:pt x="356902" y="694468"/>
                    </a:cubicBezTo>
                    <a:cubicBezTo>
                      <a:pt x="271843" y="759619"/>
                      <a:pt x="216884" y="778574"/>
                      <a:pt x="0" y="835914"/>
                    </a:cubicBezTo>
                    <a:lnTo>
                      <a:pt x="9430" y="857250"/>
                    </a:lnTo>
                    <a:cubicBezTo>
                      <a:pt x="9430" y="857250"/>
                      <a:pt x="183547" y="809530"/>
                      <a:pt x="272034" y="778002"/>
                    </a:cubicBezTo>
                    <a:cubicBezTo>
                      <a:pt x="196596" y="892112"/>
                      <a:pt x="102965" y="1018604"/>
                      <a:pt x="2000" y="1025747"/>
                    </a:cubicBezTo>
                    <a:cubicBezTo>
                      <a:pt x="23813" y="1065371"/>
                      <a:pt x="130778" y="1039749"/>
                      <a:pt x="311944" y="789813"/>
                    </a:cubicBezTo>
                    <a:cubicBezTo>
                      <a:pt x="348139" y="734282"/>
                      <a:pt x="381667" y="718661"/>
                      <a:pt x="381667" y="718661"/>
                    </a:cubicBezTo>
                    <a:cubicBezTo>
                      <a:pt x="381667" y="718661"/>
                      <a:pt x="345853" y="810863"/>
                      <a:pt x="350330" y="945642"/>
                    </a:cubicBezTo>
                    <a:cubicBezTo>
                      <a:pt x="354806" y="1080326"/>
                      <a:pt x="255365" y="1240631"/>
                      <a:pt x="255365" y="1240631"/>
                    </a:cubicBezTo>
                    <a:lnTo>
                      <a:pt x="289084" y="1240250"/>
                    </a:lnTo>
                    <a:cubicBezTo>
                      <a:pt x="289084" y="1240250"/>
                      <a:pt x="373380" y="1098518"/>
                      <a:pt x="378047" y="957548"/>
                    </a:cubicBezTo>
                    <a:cubicBezTo>
                      <a:pt x="382714" y="816578"/>
                      <a:pt x="397478" y="761333"/>
                      <a:pt x="448532" y="662845"/>
                    </a:cubicBezTo>
                    <a:cubicBezTo>
                      <a:pt x="499586" y="564356"/>
                      <a:pt x="523494" y="502825"/>
                      <a:pt x="551212" y="520922"/>
                    </a:cubicBezTo>
                    <a:cubicBezTo>
                      <a:pt x="578930" y="539020"/>
                      <a:pt x="614267" y="697897"/>
                      <a:pt x="615220" y="789813"/>
                    </a:cubicBezTo>
                    <a:cubicBezTo>
                      <a:pt x="616172" y="881634"/>
                      <a:pt x="553879" y="1084421"/>
                      <a:pt x="553879" y="1084421"/>
                    </a:cubicBezTo>
                    <a:lnTo>
                      <a:pt x="590455" y="1065657"/>
                    </a:lnTo>
                    <a:cubicBezTo>
                      <a:pt x="590455" y="1065657"/>
                      <a:pt x="634841" y="918210"/>
                      <a:pt x="637413" y="866108"/>
                    </a:cubicBezTo>
                    <a:cubicBezTo>
                      <a:pt x="668941" y="957644"/>
                      <a:pt x="704659" y="1150239"/>
                      <a:pt x="704659" y="1150239"/>
                    </a:cubicBezTo>
                    <a:lnTo>
                      <a:pt x="728948" y="1125474"/>
                    </a:lnTo>
                    <a:cubicBezTo>
                      <a:pt x="728948" y="1125474"/>
                      <a:pt x="677609" y="899351"/>
                      <a:pt x="655225" y="801624"/>
                    </a:cubicBezTo>
                    <a:cubicBezTo>
                      <a:pt x="632746" y="703897"/>
                      <a:pt x="640556" y="562928"/>
                      <a:pt x="575405" y="487013"/>
                    </a:cubicBezTo>
                    <a:cubicBezTo>
                      <a:pt x="582930" y="402717"/>
                      <a:pt x="656749" y="253365"/>
                      <a:pt x="660844" y="118300"/>
                    </a:cubicBezTo>
                    <a:cubicBezTo>
                      <a:pt x="661321" y="101346"/>
                      <a:pt x="662845" y="84582"/>
                      <a:pt x="665512" y="679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37;p2"/>
              <p:cNvSpPr/>
              <p:nvPr/>
            </p:nvSpPr>
            <p:spPr>
              <a:xfrm>
                <a:off x="8346491" y="1441133"/>
                <a:ext cx="70545" cy="80386"/>
              </a:xfrm>
              <a:custGeom>
                <a:avLst/>
                <a:gdLst/>
                <a:ahLst/>
                <a:cxnLst/>
                <a:rect l="l" t="t" r="r" b="b"/>
                <a:pathLst>
                  <a:path w="107293" h="122260" extrusionOk="0">
                    <a:moveTo>
                      <a:pt x="40481" y="0"/>
                    </a:moveTo>
                    <a:cubicBezTo>
                      <a:pt x="40481" y="0"/>
                      <a:pt x="118110" y="28003"/>
                      <a:pt x="106013" y="45434"/>
                    </a:cubicBezTo>
                    <a:cubicBezTo>
                      <a:pt x="93917" y="62960"/>
                      <a:pt x="58960" y="43339"/>
                      <a:pt x="58960" y="43339"/>
                    </a:cubicBezTo>
                    <a:cubicBezTo>
                      <a:pt x="58960" y="43339"/>
                      <a:pt x="110109" y="106775"/>
                      <a:pt x="93917" y="118872"/>
                    </a:cubicBezTo>
                    <a:cubicBezTo>
                      <a:pt x="77724" y="130969"/>
                      <a:pt x="31052" y="75247"/>
                      <a:pt x="31052" y="75247"/>
                    </a:cubicBezTo>
                    <a:cubicBezTo>
                      <a:pt x="31052" y="75247"/>
                      <a:pt x="34862" y="115157"/>
                      <a:pt x="24194" y="121825"/>
                    </a:cubicBezTo>
                    <a:cubicBezTo>
                      <a:pt x="13525" y="128397"/>
                      <a:pt x="0" y="58388"/>
                      <a:pt x="0" y="58388"/>
                    </a:cubicBezTo>
                    <a:lnTo>
                      <a:pt x="40481"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38;p2"/>
              <p:cNvSpPr/>
              <p:nvPr/>
            </p:nvSpPr>
            <p:spPr>
              <a:xfrm>
                <a:off x="8277964" y="1376129"/>
                <a:ext cx="121902" cy="112555"/>
              </a:xfrm>
              <a:custGeom>
                <a:avLst/>
                <a:gdLst/>
                <a:ahLst/>
                <a:cxnLst/>
                <a:rect l="l" t="t" r="r" b="b"/>
                <a:pathLst>
                  <a:path w="185402" h="171186" extrusionOk="0">
                    <a:moveTo>
                      <a:pt x="13358" y="139153"/>
                    </a:moveTo>
                    <a:cubicBezTo>
                      <a:pt x="-16265" y="95338"/>
                      <a:pt x="6595" y="52571"/>
                      <a:pt x="50410" y="23044"/>
                    </a:cubicBezTo>
                    <a:cubicBezTo>
                      <a:pt x="94225" y="-6484"/>
                      <a:pt x="142422" y="-11818"/>
                      <a:pt x="172045" y="31997"/>
                    </a:cubicBezTo>
                    <a:cubicBezTo>
                      <a:pt x="201667" y="75812"/>
                      <a:pt x="178807" y="118579"/>
                      <a:pt x="134992" y="148107"/>
                    </a:cubicBezTo>
                    <a:cubicBezTo>
                      <a:pt x="91177" y="177729"/>
                      <a:pt x="42981" y="182968"/>
                      <a:pt x="13358" y="139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39;p2"/>
              <p:cNvSpPr/>
              <p:nvPr/>
            </p:nvSpPr>
            <p:spPr>
              <a:xfrm>
                <a:off x="7946531" y="1521222"/>
                <a:ext cx="84572" cy="78746"/>
              </a:xfrm>
              <a:custGeom>
                <a:avLst/>
                <a:gdLst/>
                <a:ahLst/>
                <a:cxnLst/>
                <a:rect l="l" t="t" r="r" b="b"/>
                <a:pathLst>
                  <a:path w="128627" h="119766" extrusionOk="0">
                    <a:moveTo>
                      <a:pt x="127098" y="12478"/>
                    </a:moveTo>
                    <a:cubicBezTo>
                      <a:pt x="127098" y="12478"/>
                      <a:pt x="135480" y="100679"/>
                      <a:pt x="113001" y="96965"/>
                    </a:cubicBezTo>
                    <a:cubicBezTo>
                      <a:pt x="90522" y="93250"/>
                      <a:pt x="93475" y="50292"/>
                      <a:pt x="93475" y="50292"/>
                    </a:cubicBezTo>
                    <a:cubicBezTo>
                      <a:pt x="93475" y="50292"/>
                      <a:pt x="55279" y="128969"/>
                      <a:pt x="36134" y="118872"/>
                    </a:cubicBezTo>
                    <a:cubicBezTo>
                      <a:pt x="16989" y="108680"/>
                      <a:pt x="49660" y="37814"/>
                      <a:pt x="49660" y="37814"/>
                    </a:cubicBezTo>
                    <a:cubicBezTo>
                      <a:pt x="49660" y="37814"/>
                      <a:pt x="12607" y="59817"/>
                      <a:pt x="1368" y="52483"/>
                    </a:cubicBezTo>
                    <a:cubicBezTo>
                      <a:pt x="-9872" y="45149"/>
                      <a:pt x="51850" y="0"/>
                      <a:pt x="51850" y="0"/>
                    </a:cubicBezTo>
                    <a:lnTo>
                      <a:pt x="127098" y="12573"/>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40;p2"/>
              <p:cNvSpPr/>
              <p:nvPr/>
            </p:nvSpPr>
            <p:spPr>
              <a:xfrm>
                <a:off x="7956988" y="1432681"/>
                <a:ext cx="131857" cy="119065"/>
              </a:xfrm>
              <a:custGeom>
                <a:avLst/>
                <a:gdLst/>
                <a:ahLst/>
                <a:cxnLst/>
                <a:rect l="l" t="t" r="r" b="b"/>
                <a:pathLst>
                  <a:path w="200543" h="181087" extrusionOk="0">
                    <a:moveTo>
                      <a:pt x="11927" y="38013"/>
                    </a:moveTo>
                    <a:cubicBezTo>
                      <a:pt x="40883" y="-10755"/>
                      <a:pt x="92890" y="-8183"/>
                      <a:pt x="141658" y="20868"/>
                    </a:cubicBezTo>
                    <a:cubicBezTo>
                      <a:pt x="190426" y="49824"/>
                      <a:pt x="217667" y="94211"/>
                      <a:pt x="188616" y="143074"/>
                    </a:cubicBezTo>
                    <a:cubicBezTo>
                      <a:pt x="159660" y="191842"/>
                      <a:pt x="107654" y="189270"/>
                      <a:pt x="58886" y="160219"/>
                    </a:cubicBezTo>
                    <a:cubicBezTo>
                      <a:pt x="10117" y="131263"/>
                      <a:pt x="-17124" y="86876"/>
                      <a:pt x="11927" y="380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41;p2"/>
              <p:cNvSpPr/>
              <p:nvPr/>
            </p:nvSpPr>
            <p:spPr>
              <a:xfrm>
                <a:off x="7741832" y="1359665"/>
                <a:ext cx="91181" cy="77026"/>
              </a:xfrm>
              <a:custGeom>
                <a:avLst/>
                <a:gdLst/>
                <a:ahLst/>
                <a:cxnLst/>
                <a:rect l="l" t="t" r="r" b="b"/>
                <a:pathLst>
                  <a:path w="138679" h="117150" extrusionOk="0">
                    <a:moveTo>
                      <a:pt x="138680" y="58584"/>
                    </a:moveTo>
                    <a:cubicBezTo>
                      <a:pt x="138680" y="58584"/>
                      <a:pt x="88769" y="131831"/>
                      <a:pt x="73814" y="114496"/>
                    </a:cubicBezTo>
                    <a:cubicBezTo>
                      <a:pt x="58860" y="97160"/>
                      <a:pt x="88578" y="66109"/>
                      <a:pt x="88578" y="66109"/>
                    </a:cubicBezTo>
                    <a:cubicBezTo>
                      <a:pt x="88578" y="66109"/>
                      <a:pt x="8949" y="102208"/>
                      <a:pt x="662" y="82206"/>
                    </a:cubicBezTo>
                    <a:cubicBezTo>
                      <a:pt x="-7529" y="62203"/>
                      <a:pt x="62956" y="28580"/>
                      <a:pt x="62956" y="28580"/>
                    </a:cubicBezTo>
                    <a:cubicBezTo>
                      <a:pt x="62956" y="28580"/>
                      <a:pt x="20379" y="21817"/>
                      <a:pt x="16379" y="8959"/>
                    </a:cubicBezTo>
                    <a:cubicBezTo>
                      <a:pt x="12378" y="-3900"/>
                      <a:pt x="88769" y="862"/>
                      <a:pt x="88769" y="862"/>
                    </a:cubicBezTo>
                    <a:lnTo>
                      <a:pt x="138584" y="58679"/>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42;p2"/>
              <p:cNvSpPr/>
              <p:nvPr/>
            </p:nvSpPr>
            <p:spPr>
              <a:xfrm>
                <a:off x="7794877" y="1297887"/>
                <a:ext cx="112874" cy="134199"/>
              </a:xfrm>
              <a:custGeom>
                <a:avLst/>
                <a:gdLst/>
                <a:ahLst/>
                <a:cxnLst/>
                <a:rect l="l" t="t" r="r" b="b"/>
                <a:pathLst>
                  <a:path w="171671" h="204105" extrusionOk="0">
                    <a:moveTo>
                      <a:pt x="51451" y="5183"/>
                    </a:moveTo>
                    <a:cubicBezTo>
                      <a:pt x="104981" y="-13771"/>
                      <a:pt x="143176" y="21471"/>
                      <a:pt x="162226" y="74906"/>
                    </a:cubicBezTo>
                    <a:cubicBezTo>
                      <a:pt x="181181" y="128437"/>
                      <a:pt x="173752" y="179872"/>
                      <a:pt x="120221" y="198922"/>
                    </a:cubicBezTo>
                    <a:cubicBezTo>
                      <a:pt x="66691" y="217877"/>
                      <a:pt x="28495" y="182634"/>
                      <a:pt x="9445" y="129199"/>
                    </a:cubicBezTo>
                    <a:cubicBezTo>
                      <a:pt x="-9509" y="75668"/>
                      <a:pt x="-2080" y="24233"/>
                      <a:pt x="51451" y="51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43;p2"/>
              <p:cNvSpPr/>
              <p:nvPr/>
            </p:nvSpPr>
            <p:spPr>
              <a:xfrm>
                <a:off x="8179939" y="1428995"/>
                <a:ext cx="66146" cy="69332"/>
              </a:xfrm>
              <a:custGeom>
                <a:avLst/>
                <a:gdLst/>
                <a:ahLst/>
                <a:cxnLst/>
                <a:rect l="l" t="t" r="r" b="b"/>
                <a:pathLst>
                  <a:path w="100602" h="105448" extrusionOk="0">
                    <a:moveTo>
                      <a:pt x="77716" y="0"/>
                    </a:moveTo>
                    <a:cubicBezTo>
                      <a:pt x="77716" y="0"/>
                      <a:pt x="113053" y="59531"/>
                      <a:pt x="95908" y="64389"/>
                    </a:cubicBezTo>
                    <a:cubicBezTo>
                      <a:pt x="78763" y="69247"/>
                      <a:pt x="66571" y="37909"/>
                      <a:pt x="66571" y="37909"/>
                    </a:cubicBezTo>
                    <a:cubicBezTo>
                      <a:pt x="66571" y="37909"/>
                      <a:pt x="65905" y="106204"/>
                      <a:pt x="48950" y="105442"/>
                    </a:cubicBezTo>
                    <a:cubicBezTo>
                      <a:pt x="32091" y="104680"/>
                      <a:pt x="31519" y="43625"/>
                      <a:pt x="31519" y="43625"/>
                    </a:cubicBezTo>
                    <a:cubicBezTo>
                      <a:pt x="31519" y="43625"/>
                      <a:pt x="12660" y="71533"/>
                      <a:pt x="2278" y="70104"/>
                    </a:cubicBezTo>
                    <a:cubicBezTo>
                      <a:pt x="-8105" y="68675"/>
                      <a:pt x="20375" y="16192"/>
                      <a:pt x="20375" y="16192"/>
                    </a:cubicBezTo>
                    <a:lnTo>
                      <a:pt x="77716"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44;p2"/>
              <p:cNvSpPr/>
              <p:nvPr/>
            </p:nvSpPr>
            <p:spPr>
              <a:xfrm>
                <a:off x="8160746" y="1363241"/>
                <a:ext cx="105548" cy="83720"/>
              </a:xfrm>
              <a:custGeom>
                <a:avLst/>
                <a:gdLst/>
                <a:ahLst/>
                <a:cxnLst/>
                <a:rect l="l" t="t" r="r" b="b"/>
                <a:pathLst>
                  <a:path w="160529" h="127331" extrusionOk="0">
                    <a:moveTo>
                      <a:pt x="350" y="56093"/>
                    </a:moveTo>
                    <a:cubicBezTo>
                      <a:pt x="4541" y="11993"/>
                      <a:pt x="42069" y="-3533"/>
                      <a:pt x="86265" y="658"/>
                    </a:cubicBezTo>
                    <a:cubicBezTo>
                      <a:pt x="130461" y="4849"/>
                      <a:pt x="164370" y="27137"/>
                      <a:pt x="160179" y="71238"/>
                    </a:cubicBezTo>
                    <a:cubicBezTo>
                      <a:pt x="155988" y="115339"/>
                      <a:pt x="118460" y="130865"/>
                      <a:pt x="74264" y="126674"/>
                    </a:cubicBezTo>
                    <a:cubicBezTo>
                      <a:pt x="30163" y="122483"/>
                      <a:pt x="-3841" y="100194"/>
                      <a:pt x="350" y="5609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45;p2"/>
              <p:cNvSpPr/>
              <p:nvPr/>
            </p:nvSpPr>
            <p:spPr>
              <a:xfrm>
                <a:off x="7751743" y="1199998"/>
                <a:ext cx="71618" cy="64405"/>
              </a:xfrm>
              <a:custGeom>
                <a:avLst/>
                <a:gdLst/>
                <a:ahLst/>
                <a:cxnLst/>
                <a:rect l="l" t="t" r="r" b="b"/>
                <a:pathLst>
                  <a:path w="108924" h="97954" extrusionOk="0">
                    <a:moveTo>
                      <a:pt x="108829" y="65524"/>
                    </a:moveTo>
                    <a:cubicBezTo>
                      <a:pt x="108829" y="65524"/>
                      <a:pt x="56251" y="110577"/>
                      <a:pt x="48536" y="94479"/>
                    </a:cubicBezTo>
                    <a:cubicBezTo>
                      <a:pt x="40821" y="78382"/>
                      <a:pt x="69586" y="61047"/>
                      <a:pt x="69586" y="61047"/>
                    </a:cubicBezTo>
                    <a:cubicBezTo>
                      <a:pt x="69586" y="61047"/>
                      <a:pt x="2149" y="72000"/>
                      <a:pt x="54" y="55237"/>
                    </a:cubicBezTo>
                    <a:cubicBezTo>
                      <a:pt x="-2042" y="38473"/>
                      <a:pt x="57966" y="27424"/>
                      <a:pt x="57966" y="27424"/>
                    </a:cubicBezTo>
                    <a:cubicBezTo>
                      <a:pt x="57966" y="27424"/>
                      <a:pt x="27295" y="13612"/>
                      <a:pt x="26914" y="3135"/>
                    </a:cubicBezTo>
                    <a:cubicBezTo>
                      <a:pt x="26533" y="-7343"/>
                      <a:pt x="83112" y="11803"/>
                      <a:pt x="83112" y="11803"/>
                    </a:cubicBezTo>
                    <a:lnTo>
                      <a:pt x="108924" y="65524"/>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46;p2"/>
              <p:cNvSpPr/>
              <p:nvPr/>
            </p:nvSpPr>
            <p:spPr>
              <a:xfrm>
                <a:off x="7802103" y="1168991"/>
                <a:ext cx="83567" cy="105585"/>
              </a:xfrm>
              <a:custGeom>
                <a:avLst/>
                <a:gdLst/>
                <a:ahLst/>
                <a:cxnLst/>
                <a:rect l="l" t="t" r="r" b="b"/>
                <a:pathLst>
                  <a:path w="127098" h="160586" extrusionOk="0">
                    <a:moveTo>
                      <a:pt x="57310" y="236"/>
                    </a:moveTo>
                    <a:cubicBezTo>
                      <a:pt x="101506" y="-3193"/>
                      <a:pt x="123223" y="31192"/>
                      <a:pt x="126652" y="75388"/>
                    </a:cubicBezTo>
                    <a:cubicBezTo>
                      <a:pt x="130081" y="119584"/>
                      <a:pt x="113984" y="156922"/>
                      <a:pt x="69788" y="160351"/>
                    </a:cubicBezTo>
                    <a:cubicBezTo>
                      <a:pt x="25592" y="163780"/>
                      <a:pt x="3875" y="129395"/>
                      <a:pt x="446" y="85199"/>
                    </a:cubicBezTo>
                    <a:cubicBezTo>
                      <a:pt x="-2983" y="41003"/>
                      <a:pt x="13114" y="3665"/>
                      <a:pt x="57310" y="23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47;p2"/>
              <p:cNvSpPr/>
              <p:nvPr/>
            </p:nvSpPr>
            <p:spPr>
              <a:xfrm>
                <a:off x="7733159"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48;p2"/>
              <p:cNvSpPr/>
              <p:nvPr/>
            </p:nvSpPr>
            <p:spPr>
              <a:xfrm>
                <a:off x="8000978"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49;p2"/>
              <p:cNvSpPr/>
              <p:nvPr/>
            </p:nvSpPr>
            <p:spPr>
              <a:xfrm>
                <a:off x="8093845"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50;p2"/>
              <p:cNvSpPr/>
              <p:nvPr/>
            </p:nvSpPr>
            <p:spPr>
              <a:xfrm>
                <a:off x="7821280"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51;p2"/>
              <p:cNvSpPr/>
              <p:nvPr/>
            </p:nvSpPr>
            <p:spPr>
              <a:xfrm>
                <a:off x="8229676"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52;p2"/>
              <p:cNvSpPr/>
              <p:nvPr/>
            </p:nvSpPr>
            <p:spPr>
              <a:xfrm>
                <a:off x="8005118"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53;p2"/>
              <p:cNvSpPr/>
              <p:nvPr/>
            </p:nvSpPr>
            <p:spPr>
              <a:xfrm>
                <a:off x="7900136"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54;p2"/>
              <p:cNvSpPr/>
              <p:nvPr/>
            </p:nvSpPr>
            <p:spPr>
              <a:xfrm>
                <a:off x="8160100"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55;p2"/>
              <p:cNvSpPr/>
              <p:nvPr/>
            </p:nvSpPr>
            <p:spPr>
              <a:xfrm>
                <a:off x="8183090"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56;p2"/>
              <p:cNvSpPr/>
              <p:nvPr/>
            </p:nvSpPr>
            <p:spPr>
              <a:xfrm>
                <a:off x="8039593"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57;p2"/>
              <p:cNvSpPr/>
              <p:nvPr/>
            </p:nvSpPr>
            <p:spPr>
              <a:xfrm>
                <a:off x="8291682"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58;p2"/>
              <p:cNvSpPr/>
              <p:nvPr/>
            </p:nvSpPr>
            <p:spPr>
              <a:xfrm>
                <a:off x="7815720"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59;p2"/>
              <p:cNvSpPr/>
              <p:nvPr/>
            </p:nvSpPr>
            <p:spPr>
              <a:xfrm>
                <a:off x="8077948"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60;p2"/>
              <p:cNvSpPr/>
              <p:nvPr/>
            </p:nvSpPr>
            <p:spPr>
              <a:xfrm>
                <a:off x="7981400"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61;p2"/>
              <p:cNvSpPr/>
              <p:nvPr/>
            </p:nvSpPr>
            <p:spPr>
              <a:xfrm>
                <a:off x="8130630"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62;p2"/>
              <p:cNvSpPr/>
              <p:nvPr/>
            </p:nvSpPr>
            <p:spPr>
              <a:xfrm>
                <a:off x="8058426"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63;p2"/>
              <p:cNvSpPr/>
              <p:nvPr/>
            </p:nvSpPr>
            <p:spPr>
              <a:xfrm>
                <a:off x="8028567" y="560378"/>
                <a:ext cx="151706" cy="167532"/>
              </a:xfrm>
              <a:custGeom>
                <a:avLst/>
                <a:gdLst/>
                <a:ahLst/>
                <a:cxnLst/>
                <a:rect l="l" t="t" r="r" b="b"/>
                <a:pathLst>
                  <a:path w="230732" h="254801" extrusionOk="0">
                    <a:moveTo>
                      <a:pt x="53648" y="5007"/>
                    </a:moveTo>
                    <a:cubicBezTo>
                      <a:pt x="53648" y="5007"/>
                      <a:pt x="2308" y="16152"/>
                      <a:pt x="22" y="123975"/>
                    </a:cubicBezTo>
                    <a:cubicBezTo>
                      <a:pt x="-2264" y="231798"/>
                      <a:pt x="176520" y="295996"/>
                      <a:pt x="230717" y="224749"/>
                    </a:cubicBezTo>
                    <a:cubicBezTo>
                      <a:pt x="231860" y="164361"/>
                      <a:pt x="169852" y="-33855"/>
                      <a:pt x="53648" y="500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 name="Google Shape;64;p2"/>
              <p:cNvSpPr/>
              <p:nvPr/>
            </p:nvSpPr>
            <p:spPr>
              <a:xfrm>
                <a:off x="8148375"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 name="Google Shape;65;p2"/>
              <p:cNvSpPr/>
              <p:nvPr/>
            </p:nvSpPr>
            <p:spPr>
              <a:xfrm>
                <a:off x="8072897"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66;p2"/>
              <p:cNvSpPr/>
              <p:nvPr/>
            </p:nvSpPr>
            <p:spPr>
              <a:xfrm>
                <a:off x="8129226"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67;p2"/>
              <p:cNvSpPr/>
              <p:nvPr/>
            </p:nvSpPr>
            <p:spPr>
              <a:xfrm>
                <a:off x="8048633"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68;p2"/>
              <p:cNvSpPr/>
              <p:nvPr/>
            </p:nvSpPr>
            <p:spPr>
              <a:xfrm>
                <a:off x="7986223"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9" name="Google Shape;69;p2"/>
            <p:cNvSpPr/>
            <p:nvPr/>
          </p:nvSpPr>
          <p:spPr>
            <a:xfrm rot="-5400000">
              <a:off x="479520"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0" name="Google Shape;70;p2"/>
            <p:cNvGrpSpPr/>
            <p:nvPr/>
          </p:nvGrpSpPr>
          <p:grpSpPr>
            <a:xfrm rot="-7200174">
              <a:off x="104371" y="3849580"/>
              <a:ext cx="1229917" cy="1161379"/>
              <a:chOff x="10862245" y="208750"/>
              <a:chExt cx="1369738" cy="1293408"/>
            </a:xfrm>
          </p:grpSpPr>
          <p:sp>
            <p:nvSpPr>
              <p:cNvPr id="71" name="Google Shape;71;p2"/>
              <p:cNvSpPr/>
              <p:nvPr/>
            </p:nvSpPr>
            <p:spPr>
              <a:xfrm>
                <a:off x="11776756"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 name="Google Shape;72;p2"/>
              <p:cNvSpPr/>
              <p:nvPr/>
            </p:nvSpPr>
            <p:spPr>
              <a:xfrm>
                <a:off x="11837714"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 name="Google Shape;73;p2"/>
              <p:cNvSpPr/>
              <p:nvPr/>
            </p:nvSpPr>
            <p:spPr>
              <a:xfrm>
                <a:off x="11605991"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 name="Google Shape;74;p2"/>
              <p:cNvSpPr/>
              <p:nvPr/>
            </p:nvSpPr>
            <p:spPr>
              <a:xfrm>
                <a:off x="11649757"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5" name="Google Shape;75;p2"/>
              <p:cNvGrpSpPr/>
              <p:nvPr/>
            </p:nvGrpSpPr>
            <p:grpSpPr>
              <a:xfrm>
                <a:off x="10862245" y="208750"/>
                <a:ext cx="1369738" cy="1031739"/>
                <a:chOff x="10862245" y="208750"/>
                <a:chExt cx="1369738" cy="1031739"/>
              </a:xfrm>
            </p:grpSpPr>
            <p:sp>
              <p:nvSpPr>
                <p:cNvPr id="76" name="Google Shape;76;p2"/>
                <p:cNvSpPr/>
                <p:nvPr/>
              </p:nvSpPr>
              <p:spPr>
                <a:xfrm>
                  <a:off x="10862245"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7" name="Google Shape;77;p2"/>
                <p:cNvGrpSpPr/>
                <p:nvPr/>
              </p:nvGrpSpPr>
              <p:grpSpPr>
                <a:xfrm>
                  <a:off x="10998884" y="208750"/>
                  <a:ext cx="1233099" cy="739873"/>
                  <a:chOff x="10998884" y="208750"/>
                  <a:chExt cx="1233099" cy="739873"/>
                </a:xfrm>
              </p:grpSpPr>
              <p:sp>
                <p:nvSpPr>
                  <p:cNvPr id="78" name="Google Shape;78;p2"/>
                  <p:cNvSpPr/>
                  <p:nvPr/>
                </p:nvSpPr>
                <p:spPr>
                  <a:xfrm>
                    <a:off x="11734475"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79;p2"/>
                  <p:cNvSpPr/>
                  <p:nvPr/>
                </p:nvSpPr>
                <p:spPr>
                  <a:xfrm>
                    <a:off x="11781527"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0" name="Google Shape;80;p2"/>
                  <p:cNvGrpSpPr/>
                  <p:nvPr/>
                </p:nvGrpSpPr>
                <p:grpSpPr>
                  <a:xfrm>
                    <a:off x="10998884" y="208750"/>
                    <a:ext cx="777560" cy="739873"/>
                    <a:chOff x="10998884" y="208750"/>
                    <a:chExt cx="777560" cy="739873"/>
                  </a:xfrm>
                </p:grpSpPr>
                <p:sp>
                  <p:nvSpPr>
                    <p:cNvPr id="81" name="Google Shape;81;p2"/>
                    <p:cNvSpPr/>
                    <p:nvPr/>
                  </p:nvSpPr>
                  <p:spPr>
                    <a:xfrm>
                      <a:off x="10998884"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 name="Google Shape;82;p2"/>
                    <p:cNvSpPr/>
                    <p:nvPr/>
                  </p:nvSpPr>
                  <p:spPr>
                    <a:xfrm>
                      <a:off x="11266703"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 name="Google Shape;83;p2"/>
                    <p:cNvSpPr/>
                    <p:nvPr/>
                  </p:nvSpPr>
                  <p:spPr>
                    <a:xfrm>
                      <a:off x="11359570"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 name="Google Shape;84;p2"/>
                    <p:cNvSpPr/>
                    <p:nvPr/>
                  </p:nvSpPr>
                  <p:spPr>
                    <a:xfrm>
                      <a:off x="11087005"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 name="Google Shape;85;p2"/>
                    <p:cNvSpPr/>
                    <p:nvPr/>
                  </p:nvSpPr>
                  <p:spPr>
                    <a:xfrm>
                      <a:off x="11495401"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86;p2"/>
                    <p:cNvSpPr/>
                    <p:nvPr/>
                  </p:nvSpPr>
                  <p:spPr>
                    <a:xfrm>
                      <a:off x="11270843"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 name="Google Shape;87;p2"/>
                    <p:cNvSpPr/>
                    <p:nvPr/>
                  </p:nvSpPr>
                  <p:spPr>
                    <a:xfrm>
                      <a:off x="11165861"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 name="Google Shape;88;p2"/>
                    <p:cNvSpPr/>
                    <p:nvPr/>
                  </p:nvSpPr>
                  <p:spPr>
                    <a:xfrm>
                      <a:off x="11425825"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 name="Google Shape;89;p2"/>
                    <p:cNvSpPr/>
                    <p:nvPr/>
                  </p:nvSpPr>
                  <p:spPr>
                    <a:xfrm>
                      <a:off x="11448815"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 name="Google Shape;90;p2"/>
                    <p:cNvSpPr/>
                    <p:nvPr/>
                  </p:nvSpPr>
                  <p:spPr>
                    <a:xfrm>
                      <a:off x="11305318"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 name="Google Shape;91;p2"/>
                    <p:cNvSpPr/>
                    <p:nvPr/>
                  </p:nvSpPr>
                  <p:spPr>
                    <a:xfrm>
                      <a:off x="11557407"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 name="Google Shape;92;p2"/>
                    <p:cNvSpPr/>
                    <p:nvPr/>
                  </p:nvSpPr>
                  <p:spPr>
                    <a:xfrm>
                      <a:off x="11081445"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 name="Google Shape;93;p2"/>
                    <p:cNvSpPr/>
                    <p:nvPr/>
                  </p:nvSpPr>
                  <p:spPr>
                    <a:xfrm>
                      <a:off x="11343673"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 name="Google Shape;94;p2"/>
                    <p:cNvSpPr/>
                    <p:nvPr/>
                  </p:nvSpPr>
                  <p:spPr>
                    <a:xfrm>
                      <a:off x="11247125"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 name="Google Shape;95;p2"/>
                    <p:cNvSpPr/>
                    <p:nvPr/>
                  </p:nvSpPr>
                  <p:spPr>
                    <a:xfrm>
                      <a:off x="11396355"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 name="Google Shape;96;p2"/>
                    <p:cNvSpPr/>
                    <p:nvPr/>
                  </p:nvSpPr>
                  <p:spPr>
                    <a:xfrm>
                      <a:off x="11324151"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 name="Google Shape;97;p2"/>
                    <p:cNvSpPr/>
                    <p:nvPr/>
                  </p:nvSpPr>
                  <p:spPr>
                    <a:xfrm>
                      <a:off x="11414100"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 name="Google Shape;98;p2"/>
                    <p:cNvSpPr/>
                    <p:nvPr/>
                  </p:nvSpPr>
                  <p:spPr>
                    <a:xfrm>
                      <a:off x="11338622"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 name="Google Shape;99;p2"/>
                    <p:cNvSpPr/>
                    <p:nvPr/>
                  </p:nvSpPr>
                  <p:spPr>
                    <a:xfrm>
                      <a:off x="11394951"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 name="Google Shape;100;p2"/>
                    <p:cNvSpPr/>
                    <p:nvPr/>
                  </p:nvSpPr>
                  <p:spPr>
                    <a:xfrm>
                      <a:off x="11314358"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 name="Google Shape;101;p2"/>
                    <p:cNvSpPr/>
                    <p:nvPr/>
                  </p:nvSpPr>
                  <p:spPr>
                    <a:xfrm>
                      <a:off x="11251948"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
          <p:nvSpPr>
            <p:cNvPr id="102" name="Google Shape;102;p2"/>
            <p:cNvSpPr/>
            <p:nvPr/>
          </p:nvSpPr>
          <p:spPr>
            <a:xfrm rot="5400000">
              <a:off x="7190750"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03" name="Google Shape;103;p2"/>
          <p:cNvSpPr txBox="1">
            <a:spLocks noGrp="1"/>
          </p:cNvSpPr>
          <p:nvPr>
            <p:ph type="ctrTitle"/>
          </p:nvPr>
        </p:nvSpPr>
        <p:spPr>
          <a:xfrm>
            <a:off x="1333163" y="1136094"/>
            <a:ext cx="3288600" cy="19866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4" name="Google Shape;104;p2"/>
          <p:cNvSpPr txBox="1">
            <a:spLocks noGrp="1"/>
          </p:cNvSpPr>
          <p:nvPr>
            <p:ph type="subTitle" idx="1"/>
          </p:nvPr>
        </p:nvSpPr>
        <p:spPr>
          <a:xfrm>
            <a:off x="1333163" y="3122706"/>
            <a:ext cx="2622900" cy="732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5"/>
        <p:cNvGrpSpPr/>
        <p:nvPr/>
      </p:nvGrpSpPr>
      <p:grpSpPr>
        <a:xfrm>
          <a:off x="0" y="0"/>
          <a:ext cx="0" cy="0"/>
          <a:chOff x="0" y="0"/>
          <a:chExt cx="0" cy="0"/>
        </a:xfrm>
      </p:grpSpPr>
      <p:grpSp>
        <p:nvGrpSpPr>
          <p:cNvPr id="106" name="Google Shape;106;p3"/>
          <p:cNvGrpSpPr/>
          <p:nvPr/>
        </p:nvGrpSpPr>
        <p:grpSpPr>
          <a:xfrm>
            <a:off x="116475" y="104526"/>
            <a:ext cx="8910974" cy="4926803"/>
            <a:chOff x="116475" y="104526"/>
            <a:chExt cx="8910974" cy="4926803"/>
          </a:xfrm>
        </p:grpSpPr>
        <p:grpSp>
          <p:nvGrpSpPr>
            <p:cNvPr id="107" name="Google Shape;107;p3"/>
            <p:cNvGrpSpPr/>
            <p:nvPr/>
          </p:nvGrpSpPr>
          <p:grpSpPr>
            <a:xfrm rot="-5400000">
              <a:off x="11214" y="209796"/>
              <a:ext cx="890088" cy="679549"/>
              <a:chOff x="-2148526" y="755363"/>
              <a:chExt cx="890088" cy="679549"/>
            </a:xfrm>
          </p:grpSpPr>
          <p:sp>
            <p:nvSpPr>
              <p:cNvPr id="108" name="Google Shape;108;p3"/>
              <p:cNvSpPr/>
              <p:nvPr/>
            </p:nvSpPr>
            <p:spPr>
              <a:xfrm rot="2903071">
                <a:off x="-2097591" y="862257"/>
                <a:ext cx="361131" cy="298501"/>
              </a:xfrm>
              <a:custGeom>
                <a:avLst/>
                <a:gdLst/>
                <a:ahLst/>
                <a:cxnLst/>
                <a:rect l="l" t="t" r="r" b="b"/>
                <a:pathLst>
                  <a:path w="548199" h="453127" extrusionOk="0">
                    <a:moveTo>
                      <a:pt x="540544" y="35737"/>
                    </a:moveTo>
                    <a:cubicBezTo>
                      <a:pt x="540544" y="35737"/>
                      <a:pt x="394621" y="-55798"/>
                      <a:pt x="240125" y="54121"/>
                    </a:cubicBezTo>
                    <a:cubicBezTo>
                      <a:pt x="85534" y="164134"/>
                      <a:pt x="87821" y="296056"/>
                      <a:pt x="66008" y="360540"/>
                    </a:cubicBezTo>
                    <a:cubicBezTo>
                      <a:pt x="44196" y="425024"/>
                      <a:pt x="0" y="427691"/>
                      <a:pt x="0" y="427691"/>
                    </a:cubicBezTo>
                    <a:cubicBezTo>
                      <a:pt x="0" y="427691"/>
                      <a:pt x="68199" y="472649"/>
                      <a:pt x="226504" y="443026"/>
                    </a:cubicBezTo>
                    <a:cubicBezTo>
                      <a:pt x="384810" y="413404"/>
                      <a:pt x="490728" y="311105"/>
                      <a:pt x="523018" y="227285"/>
                    </a:cubicBezTo>
                    <a:cubicBezTo>
                      <a:pt x="555307" y="143465"/>
                      <a:pt x="551021" y="93459"/>
                      <a:pt x="540449" y="356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 name="Google Shape;109;p3"/>
              <p:cNvSpPr/>
              <p:nvPr/>
            </p:nvSpPr>
            <p:spPr>
              <a:xfrm rot="2903071">
                <a:off x="-1716778" y="830827"/>
                <a:ext cx="289271" cy="194529"/>
              </a:xfrm>
              <a:custGeom>
                <a:avLst/>
                <a:gdLst/>
                <a:ahLst/>
                <a:cxnLst/>
                <a:rect l="l" t="t" r="r" b="b"/>
                <a:pathLst>
                  <a:path w="439115" h="295296" extrusionOk="0">
                    <a:moveTo>
                      <a:pt x="428625" y="259190"/>
                    </a:moveTo>
                    <a:cubicBezTo>
                      <a:pt x="428625" y="259190"/>
                      <a:pt x="291275" y="362155"/>
                      <a:pt x="136969" y="220328"/>
                    </a:cubicBezTo>
                    <a:cubicBezTo>
                      <a:pt x="29146" y="130603"/>
                      <a:pt x="63913" y="88693"/>
                      <a:pt x="0" y="56403"/>
                    </a:cubicBezTo>
                    <a:cubicBezTo>
                      <a:pt x="227171" y="-51039"/>
                      <a:pt x="350425" y="13921"/>
                      <a:pt x="406813" y="94598"/>
                    </a:cubicBezTo>
                    <a:cubicBezTo>
                      <a:pt x="463201" y="175275"/>
                      <a:pt x="428625" y="259285"/>
                      <a:pt x="428625" y="2592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 name="Google Shape;110;p3"/>
              <p:cNvSpPr/>
              <p:nvPr/>
            </p:nvSpPr>
            <p:spPr>
              <a:xfrm rot="2903071">
                <a:off x="-1703295" y="1064329"/>
                <a:ext cx="152461" cy="297545"/>
              </a:xfrm>
              <a:custGeom>
                <a:avLst/>
                <a:gdLst/>
                <a:ahLst/>
                <a:cxnLst/>
                <a:rect l="l" t="t" r="r" b="b"/>
                <a:pathLst>
                  <a:path w="231437" h="451675" extrusionOk="0">
                    <a:moveTo>
                      <a:pt x="66954" y="0"/>
                    </a:moveTo>
                    <a:cubicBezTo>
                      <a:pt x="66954" y="0"/>
                      <a:pt x="-8294" y="74200"/>
                      <a:pt x="755" y="183547"/>
                    </a:cubicBezTo>
                    <a:cubicBezTo>
                      <a:pt x="9804" y="292894"/>
                      <a:pt x="-4865" y="339376"/>
                      <a:pt x="86671" y="402717"/>
                    </a:cubicBezTo>
                    <a:cubicBezTo>
                      <a:pt x="118389" y="424148"/>
                      <a:pt x="107245" y="451675"/>
                      <a:pt x="107245" y="451675"/>
                    </a:cubicBezTo>
                    <a:cubicBezTo>
                      <a:pt x="107245" y="451675"/>
                      <a:pt x="192779" y="397383"/>
                      <a:pt x="220592" y="298609"/>
                    </a:cubicBezTo>
                    <a:cubicBezTo>
                      <a:pt x="248405" y="199930"/>
                      <a:pt x="231260" y="10954"/>
                      <a:pt x="66954"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 name="Google Shape;111;p3"/>
              <p:cNvSpPr/>
              <p:nvPr/>
            </p:nvSpPr>
            <p:spPr>
              <a:xfrm rot="2903071">
                <a:off x="-1797807" y="1004494"/>
                <a:ext cx="520986" cy="283234"/>
              </a:xfrm>
              <a:custGeom>
                <a:avLst/>
                <a:gdLst/>
                <a:ahLst/>
                <a:cxnLst/>
                <a:rect l="l" t="t" r="r" b="b"/>
                <a:pathLst>
                  <a:path w="790860" h="429951" extrusionOk="0">
                    <a:moveTo>
                      <a:pt x="0" y="429951"/>
                    </a:moveTo>
                    <a:cubicBezTo>
                      <a:pt x="0" y="429951"/>
                      <a:pt x="423482" y="-36393"/>
                      <a:pt x="781336" y="2279"/>
                    </a:cubicBezTo>
                    <a:lnTo>
                      <a:pt x="790861" y="41331"/>
                    </a:lnTo>
                    <a:cubicBezTo>
                      <a:pt x="790861" y="41331"/>
                      <a:pt x="511492" y="-58681"/>
                      <a:pt x="0" y="42995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12" name="Google Shape;112;p3"/>
            <p:cNvSpPr/>
            <p:nvPr/>
          </p:nvSpPr>
          <p:spPr>
            <a:xfrm rot="5400000" flipH="1">
              <a:off x="7197553"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 name="Google Shape;113;p3"/>
            <p:cNvSpPr/>
            <p:nvPr/>
          </p:nvSpPr>
          <p:spPr>
            <a:xfrm rot="-5400000" flipH="1">
              <a:off x="480870"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14" name="Google Shape;114;p3"/>
          <p:cNvSpPr txBox="1">
            <a:spLocks noGrp="1"/>
          </p:cNvSpPr>
          <p:nvPr>
            <p:ph type="title"/>
          </p:nvPr>
        </p:nvSpPr>
        <p:spPr>
          <a:xfrm>
            <a:off x="713225" y="2214300"/>
            <a:ext cx="3890400" cy="9159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5" name="Google Shape;115;p3"/>
          <p:cNvSpPr txBox="1">
            <a:spLocks noGrp="1"/>
          </p:cNvSpPr>
          <p:nvPr>
            <p:ph type="title" idx="2" hasCustomPrompt="1"/>
          </p:nvPr>
        </p:nvSpPr>
        <p:spPr>
          <a:xfrm>
            <a:off x="713225" y="1298400"/>
            <a:ext cx="1652100" cy="915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16" name="Google Shape;116;p3"/>
          <p:cNvSpPr txBox="1">
            <a:spLocks noGrp="1"/>
          </p:cNvSpPr>
          <p:nvPr>
            <p:ph type="subTitle" idx="1"/>
          </p:nvPr>
        </p:nvSpPr>
        <p:spPr>
          <a:xfrm>
            <a:off x="713225" y="3130200"/>
            <a:ext cx="2506800" cy="714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6"/>
        <p:cNvGrpSpPr/>
        <p:nvPr/>
      </p:nvGrpSpPr>
      <p:grpSpPr>
        <a:xfrm>
          <a:off x="0" y="0"/>
          <a:ext cx="0" cy="0"/>
          <a:chOff x="0" y="0"/>
          <a:chExt cx="0" cy="0"/>
        </a:xfrm>
      </p:grpSpPr>
      <p:grpSp>
        <p:nvGrpSpPr>
          <p:cNvPr id="197" name="Google Shape;197;p6"/>
          <p:cNvGrpSpPr/>
          <p:nvPr/>
        </p:nvGrpSpPr>
        <p:grpSpPr>
          <a:xfrm>
            <a:off x="7407123" y="-74077"/>
            <a:ext cx="1622489" cy="1575531"/>
            <a:chOff x="7407123" y="-74077"/>
            <a:chExt cx="1622489" cy="1575531"/>
          </a:xfrm>
        </p:grpSpPr>
        <p:grpSp>
          <p:nvGrpSpPr>
            <p:cNvPr id="198" name="Google Shape;198;p6"/>
            <p:cNvGrpSpPr/>
            <p:nvPr/>
          </p:nvGrpSpPr>
          <p:grpSpPr>
            <a:xfrm rot="-2270569">
              <a:off x="7521980" y="127502"/>
              <a:ext cx="890092" cy="679552"/>
              <a:chOff x="-2148526" y="755363"/>
              <a:chExt cx="890088" cy="679549"/>
            </a:xfrm>
          </p:grpSpPr>
          <p:sp>
            <p:nvSpPr>
              <p:cNvPr id="199" name="Google Shape;199;p6"/>
              <p:cNvSpPr/>
              <p:nvPr/>
            </p:nvSpPr>
            <p:spPr>
              <a:xfrm rot="2903071">
                <a:off x="-2097591" y="862257"/>
                <a:ext cx="361131" cy="298501"/>
              </a:xfrm>
              <a:custGeom>
                <a:avLst/>
                <a:gdLst/>
                <a:ahLst/>
                <a:cxnLst/>
                <a:rect l="l" t="t" r="r" b="b"/>
                <a:pathLst>
                  <a:path w="548199" h="453127" extrusionOk="0">
                    <a:moveTo>
                      <a:pt x="540544" y="35737"/>
                    </a:moveTo>
                    <a:cubicBezTo>
                      <a:pt x="540544" y="35737"/>
                      <a:pt x="394621" y="-55798"/>
                      <a:pt x="240125" y="54121"/>
                    </a:cubicBezTo>
                    <a:cubicBezTo>
                      <a:pt x="85534" y="164134"/>
                      <a:pt x="87821" y="296056"/>
                      <a:pt x="66008" y="360540"/>
                    </a:cubicBezTo>
                    <a:cubicBezTo>
                      <a:pt x="44196" y="425024"/>
                      <a:pt x="0" y="427691"/>
                      <a:pt x="0" y="427691"/>
                    </a:cubicBezTo>
                    <a:cubicBezTo>
                      <a:pt x="0" y="427691"/>
                      <a:pt x="68199" y="472649"/>
                      <a:pt x="226504" y="443026"/>
                    </a:cubicBezTo>
                    <a:cubicBezTo>
                      <a:pt x="384810" y="413404"/>
                      <a:pt x="490728" y="311105"/>
                      <a:pt x="523018" y="227285"/>
                    </a:cubicBezTo>
                    <a:cubicBezTo>
                      <a:pt x="555307" y="143465"/>
                      <a:pt x="551021" y="93459"/>
                      <a:pt x="540449" y="356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 name="Google Shape;200;p6"/>
              <p:cNvSpPr/>
              <p:nvPr/>
            </p:nvSpPr>
            <p:spPr>
              <a:xfrm rot="2903071">
                <a:off x="-1716778" y="830827"/>
                <a:ext cx="289271" cy="194529"/>
              </a:xfrm>
              <a:custGeom>
                <a:avLst/>
                <a:gdLst/>
                <a:ahLst/>
                <a:cxnLst/>
                <a:rect l="l" t="t" r="r" b="b"/>
                <a:pathLst>
                  <a:path w="439115" h="295296" extrusionOk="0">
                    <a:moveTo>
                      <a:pt x="428625" y="259190"/>
                    </a:moveTo>
                    <a:cubicBezTo>
                      <a:pt x="428625" y="259190"/>
                      <a:pt x="291275" y="362155"/>
                      <a:pt x="136969" y="220328"/>
                    </a:cubicBezTo>
                    <a:cubicBezTo>
                      <a:pt x="29146" y="130603"/>
                      <a:pt x="63913" y="88693"/>
                      <a:pt x="0" y="56403"/>
                    </a:cubicBezTo>
                    <a:cubicBezTo>
                      <a:pt x="227171" y="-51039"/>
                      <a:pt x="350425" y="13921"/>
                      <a:pt x="406813" y="94598"/>
                    </a:cubicBezTo>
                    <a:cubicBezTo>
                      <a:pt x="463201" y="175275"/>
                      <a:pt x="428625" y="259285"/>
                      <a:pt x="428625" y="2592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 name="Google Shape;201;p6"/>
              <p:cNvSpPr/>
              <p:nvPr/>
            </p:nvSpPr>
            <p:spPr>
              <a:xfrm rot="2903071">
                <a:off x="-1703295" y="1064329"/>
                <a:ext cx="152461" cy="297545"/>
              </a:xfrm>
              <a:custGeom>
                <a:avLst/>
                <a:gdLst/>
                <a:ahLst/>
                <a:cxnLst/>
                <a:rect l="l" t="t" r="r" b="b"/>
                <a:pathLst>
                  <a:path w="231437" h="451675" extrusionOk="0">
                    <a:moveTo>
                      <a:pt x="66954" y="0"/>
                    </a:moveTo>
                    <a:cubicBezTo>
                      <a:pt x="66954" y="0"/>
                      <a:pt x="-8294" y="74200"/>
                      <a:pt x="755" y="183547"/>
                    </a:cubicBezTo>
                    <a:cubicBezTo>
                      <a:pt x="9804" y="292894"/>
                      <a:pt x="-4865" y="339376"/>
                      <a:pt x="86671" y="402717"/>
                    </a:cubicBezTo>
                    <a:cubicBezTo>
                      <a:pt x="118389" y="424148"/>
                      <a:pt x="107245" y="451675"/>
                      <a:pt x="107245" y="451675"/>
                    </a:cubicBezTo>
                    <a:cubicBezTo>
                      <a:pt x="107245" y="451675"/>
                      <a:pt x="192779" y="397383"/>
                      <a:pt x="220592" y="298609"/>
                    </a:cubicBezTo>
                    <a:cubicBezTo>
                      <a:pt x="248405" y="199930"/>
                      <a:pt x="231260" y="10954"/>
                      <a:pt x="66954"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 name="Google Shape;202;p6"/>
              <p:cNvSpPr/>
              <p:nvPr/>
            </p:nvSpPr>
            <p:spPr>
              <a:xfrm rot="2903071">
                <a:off x="-1797807" y="1004494"/>
                <a:ext cx="520986" cy="283234"/>
              </a:xfrm>
              <a:custGeom>
                <a:avLst/>
                <a:gdLst/>
                <a:ahLst/>
                <a:cxnLst/>
                <a:rect l="l" t="t" r="r" b="b"/>
                <a:pathLst>
                  <a:path w="790860" h="429951" extrusionOk="0">
                    <a:moveTo>
                      <a:pt x="0" y="429951"/>
                    </a:moveTo>
                    <a:cubicBezTo>
                      <a:pt x="0" y="429951"/>
                      <a:pt x="423482" y="-36393"/>
                      <a:pt x="781336" y="2279"/>
                    </a:cubicBezTo>
                    <a:lnTo>
                      <a:pt x="790861" y="41331"/>
                    </a:lnTo>
                    <a:cubicBezTo>
                      <a:pt x="790861" y="41331"/>
                      <a:pt x="511492" y="-58681"/>
                      <a:pt x="0" y="42995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3" name="Google Shape;203;p6"/>
            <p:cNvSpPr/>
            <p:nvPr/>
          </p:nvSpPr>
          <p:spPr>
            <a:xfrm>
              <a:off x="8454895" y="1422708"/>
              <a:ext cx="84572" cy="78746"/>
            </a:xfrm>
            <a:custGeom>
              <a:avLst/>
              <a:gdLst/>
              <a:ahLst/>
              <a:cxnLst/>
              <a:rect l="l" t="t" r="r" b="b"/>
              <a:pathLst>
                <a:path w="128627" h="119766" extrusionOk="0">
                  <a:moveTo>
                    <a:pt x="127098" y="12478"/>
                  </a:moveTo>
                  <a:cubicBezTo>
                    <a:pt x="127098" y="12478"/>
                    <a:pt x="135480" y="100679"/>
                    <a:pt x="113001" y="96965"/>
                  </a:cubicBezTo>
                  <a:cubicBezTo>
                    <a:pt x="90522" y="93250"/>
                    <a:pt x="93475" y="50292"/>
                    <a:pt x="93475" y="50292"/>
                  </a:cubicBezTo>
                  <a:cubicBezTo>
                    <a:pt x="93475" y="50292"/>
                    <a:pt x="55279" y="128969"/>
                    <a:pt x="36134" y="118872"/>
                  </a:cubicBezTo>
                  <a:cubicBezTo>
                    <a:pt x="16989" y="108680"/>
                    <a:pt x="49660" y="37814"/>
                    <a:pt x="49660" y="37814"/>
                  </a:cubicBezTo>
                  <a:cubicBezTo>
                    <a:pt x="49660" y="37814"/>
                    <a:pt x="12607" y="59817"/>
                    <a:pt x="1368" y="52483"/>
                  </a:cubicBezTo>
                  <a:cubicBezTo>
                    <a:pt x="-9872" y="45149"/>
                    <a:pt x="51850" y="0"/>
                    <a:pt x="51850" y="0"/>
                  </a:cubicBezTo>
                  <a:lnTo>
                    <a:pt x="127098" y="12573"/>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04" name="Google Shape;204;p6"/>
            <p:cNvGrpSpPr/>
            <p:nvPr/>
          </p:nvGrpSpPr>
          <p:grpSpPr>
            <a:xfrm>
              <a:off x="8115413" y="103825"/>
              <a:ext cx="914199" cy="1342996"/>
              <a:chOff x="7977270" y="193825"/>
              <a:chExt cx="914199" cy="1342996"/>
            </a:xfrm>
          </p:grpSpPr>
          <p:sp>
            <p:nvSpPr>
              <p:cNvPr id="205" name="Google Shape;205;p6"/>
              <p:cNvSpPr/>
              <p:nvPr/>
            </p:nvSpPr>
            <p:spPr>
              <a:xfrm>
                <a:off x="7977270" y="600361"/>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 name="Google Shape;206;p6"/>
              <p:cNvSpPr/>
              <p:nvPr/>
            </p:nvSpPr>
            <p:spPr>
              <a:xfrm>
                <a:off x="8228195" y="650792"/>
                <a:ext cx="479283" cy="815715"/>
              </a:xfrm>
              <a:custGeom>
                <a:avLst/>
                <a:gdLst/>
                <a:ahLst/>
                <a:cxnLst/>
                <a:rect l="l" t="t" r="r" b="b"/>
                <a:pathLst>
                  <a:path w="728948" h="1240631" extrusionOk="0">
                    <a:moveTo>
                      <a:pt x="665321" y="67913"/>
                    </a:moveTo>
                    <a:cubicBezTo>
                      <a:pt x="668084" y="50864"/>
                      <a:pt x="660273" y="21717"/>
                      <a:pt x="588645" y="0"/>
                    </a:cubicBezTo>
                    <a:cubicBezTo>
                      <a:pt x="602456" y="149923"/>
                      <a:pt x="577120" y="370713"/>
                      <a:pt x="519589" y="435578"/>
                    </a:cubicBezTo>
                    <a:cubicBezTo>
                      <a:pt x="462058" y="500444"/>
                      <a:pt x="441960" y="629317"/>
                      <a:pt x="356902" y="694468"/>
                    </a:cubicBezTo>
                    <a:cubicBezTo>
                      <a:pt x="271843" y="759619"/>
                      <a:pt x="216884" y="778574"/>
                      <a:pt x="0" y="835914"/>
                    </a:cubicBezTo>
                    <a:lnTo>
                      <a:pt x="9430" y="857250"/>
                    </a:lnTo>
                    <a:cubicBezTo>
                      <a:pt x="9430" y="857250"/>
                      <a:pt x="183547" y="809530"/>
                      <a:pt x="272034" y="778002"/>
                    </a:cubicBezTo>
                    <a:cubicBezTo>
                      <a:pt x="196596" y="892112"/>
                      <a:pt x="102965" y="1018604"/>
                      <a:pt x="2000" y="1025747"/>
                    </a:cubicBezTo>
                    <a:cubicBezTo>
                      <a:pt x="23813" y="1065371"/>
                      <a:pt x="130778" y="1039749"/>
                      <a:pt x="311944" y="789813"/>
                    </a:cubicBezTo>
                    <a:cubicBezTo>
                      <a:pt x="348139" y="734282"/>
                      <a:pt x="381667" y="718661"/>
                      <a:pt x="381667" y="718661"/>
                    </a:cubicBezTo>
                    <a:cubicBezTo>
                      <a:pt x="381667" y="718661"/>
                      <a:pt x="345853" y="810863"/>
                      <a:pt x="350330" y="945642"/>
                    </a:cubicBezTo>
                    <a:cubicBezTo>
                      <a:pt x="354806" y="1080326"/>
                      <a:pt x="255365" y="1240631"/>
                      <a:pt x="255365" y="1240631"/>
                    </a:cubicBezTo>
                    <a:lnTo>
                      <a:pt x="289084" y="1240250"/>
                    </a:lnTo>
                    <a:cubicBezTo>
                      <a:pt x="289084" y="1240250"/>
                      <a:pt x="373380" y="1098518"/>
                      <a:pt x="378047" y="957548"/>
                    </a:cubicBezTo>
                    <a:cubicBezTo>
                      <a:pt x="382714" y="816578"/>
                      <a:pt x="397478" y="761333"/>
                      <a:pt x="448532" y="662845"/>
                    </a:cubicBezTo>
                    <a:cubicBezTo>
                      <a:pt x="499586" y="564356"/>
                      <a:pt x="523494" y="502825"/>
                      <a:pt x="551212" y="520922"/>
                    </a:cubicBezTo>
                    <a:cubicBezTo>
                      <a:pt x="578930" y="539020"/>
                      <a:pt x="614267" y="697897"/>
                      <a:pt x="615220" y="789813"/>
                    </a:cubicBezTo>
                    <a:cubicBezTo>
                      <a:pt x="616172" y="881634"/>
                      <a:pt x="553879" y="1084421"/>
                      <a:pt x="553879" y="1084421"/>
                    </a:cubicBezTo>
                    <a:lnTo>
                      <a:pt x="590455" y="1065657"/>
                    </a:lnTo>
                    <a:cubicBezTo>
                      <a:pt x="590455" y="1065657"/>
                      <a:pt x="634841" y="918210"/>
                      <a:pt x="637413" y="866108"/>
                    </a:cubicBezTo>
                    <a:cubicBezTo>
                      <a:pt x="668941" y="957644"/>
                      <a:pt x="704659" y="1150239"/>
                      <a:pt x="704659" y="1150239"/>
                    </a:cubicBezTo>
                    <a:lnTo>
                      <a:pt x="728948" y="1125474"/>
                    </a:lnTo>
                    <a:cubicBezTo>
                      <a:pt x="728948" y="1125474"/>
                      <a:pt x="677609" y="899351"/>
                      <a:pt x="655225" y="801624"/>
                    </a:cubicBezTo>
                    <a:cubicBezTo>
                      <a:pt x="632746" y="703897"/>
                      <a:pt x="640556" y="562928"/>
                      <a:pt x="575405" y="487013"/>
                    </a:cubicBezTo>
                    <a:cubicBezTo>
                      <a:pt x="582930" y="402717"/>
                      <a:pt x="656749" y="253365"/>
                      <a:pt x="660844" y="118300"/>
                    </a:cubicBezTo>
                    <a:cubicBezTo>
                      <a:pt x="661321" y="101346"/>
                      <a:pt x="662845" y="84582"/>
                      <a:pt x="665512" y="679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 name="Google Shape;207;p6"/>
              <p:cNvSpPr/>
              <p:nvPr/>
            </p:nvSpPr>
            <p:spPr>
              <a:xfrm>
                <a:off x="8727241" y="1426208"/>
                <a:ext cx="70545" cy="80386"/>
              </a:xfrm>
              <a:custGeom>
                <a:avLst/>
                <a:gdLst/>
                <a:ahLst/>
                <a:cxnLst/>
                <a:rect l="l" t="t" r="r" b="b"/>
                <a:pathLst>
                  <a:path w="107293" h="122260" extrusionOk="0">
                    <a:moveTo>
                      <a:pt x="40481" y="0"/>
                    </a:moveTo>
                    <a:cubicBezTo>
                      <a:pt x="40481" y="0"/>
                      <a:pt x="118110" y="28003"/>
                      <a:pt x="106013" y="45434"/>
                    </a:cubicBezTo>
                    <a:cubicBezTo>
                      <a:pt x="93917" y="62960"/>
                      <a:pt x="58960" y="43339"/>
                      <a:pt x="58960" y="43339"/>
                    </a:cubicBezTo>
                    <a:cubicBezTo>
                      <a:pt x="58960" y="43339"/>
                      <a:pt x="110109" y="106775"/>
                      <a:pt x="93917" y="118872"/>
                    </a:cubicBezTo>
                    <a:cubicBezTo>
                      <a:pt x="77724" y="130969"/>
                      <a:pt x="31052" y="75247"/>
                      <a:pt x="31052" y="75247"/>
                    </a:cubicBezTo>
                    <a:cubicBezTo>
                      <a:pt x="31052" y="75247"/>
                      <a:pt x="34862" y="115157"/>
                      <a:pt x="24194" y="121825"/>
                    </a:cubicBezTo>
                    <a:cubicBezTo>
                      <a:pt x="13525" y="128397"/>
                      <a:pt x="0" y="58388"/>
                      <a:pt x="0" y="58388"/>
                    </a:cubicBezTo>
                    <a:lnTo>
                      <a:pt x="40481"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 name="Google Shape;208;p6"/>
              <p:cNvSpPr/>
              <p:nvPr/>
            </p:nvSpPr>
            <p:spPr>
              <a:xfrm>
                <a:off x="8658714" y="1361204"/>
                <a:ext cx="121902" cy="112555"/>
              </a:xfrm>
              <a:custGeom>
                <a:avLst/>
                <a:gdLst/>
                <a:ahLst/>
                <a:cxnLst/>
                <a:rect l="l" t="t" r="r" b="b"/>
                <a:pathLst>
                  <a:path w="185402" h="171186" extrusionOk="0">
                    <a:moveTo>
                      <a:pt x="13358" y="139153"/>
                    </a:moveTo>
                    <a:cubicBezTo>
                      <a:pt x="-16265" y="95338"/>
                      <a:pt x="6595" y="52571"/>
                      <a:pt x="50410" y="23044"/>
                    </a:cubicBezTo>
                    <a:cubicBezTo>
                      <a:pt x="94225" y="-6484"/>
                      <a:pt x="142422" y="-11818"/>
                      <a:pt x="172045" y="31997"/>
                    </a:cubicBezTo>
                    <a:cubicBezTo>
                      <a:pt x="201667" y="75812"/>
                      <a:pt x="178807" y="118579"/>
                      <a:pt x="134992" y="148107"/>
                    </a:cubicBezTo>
                    <a:cubicBezTo>
                      <a:pt x="91177" y="177729"/>
                      <a:pt x="42981" y="182968"/>
                      <a:pt x="13358" y="139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 name="Google Shape;209;p6"/>
              <p:cNvSpPr/>
              <p:nvPr/>
            </p:nvSpPr>
            <p:spPr>
              <a:xfrm>
                <a:off x="8337738" y="1417756"/>
                <a:ext cx="131857" cy="119065"/>
              </a:xfrm>
              <a:custGeom>
                <a:avLst/>
                <a:gdLst/>
                <a:ahLst/>
                <a:cxnLst/>
                <a:rect l="l" t="t" r="r" b="b"/>
                <a:pathLst>
                  <a:path w="200543" h="181087" extrusionOk="0">
                    <a:moveTo>
                      <a:pt x="11927" y="38013"/>
                    </a:moveTo>
                    <a:cubicBezTo>
                      <a:pt x="40883" y="-10755"/>
                      <a:pt x="92890" y="-8183"/>
                      <a:pt x="141658" y="20868"/>
                    </a:cubicBezTo>
                    <a:cubicBezTo>
                      <a:pt x="190426" y="49824"/>
                      <a:pt x="217667" y="94211"/>
                      <a:pt x="188616" y="143074"/>
                    </a:cubicBezTo>
                    <a:cubicBezTo>
                      <a:pt x="159660" y="191842"/>
                      <a:pt x="107654" y="189270"/>
                      <a:pt x="58886" y="160219"/>
                    </a:cubicBezTo>
                    <a:cubicBezTo>
                      <a:pt x="10117" y="131263"/>
                      <a:pt x="-17124" y="86876"/>
                      <a:pt x="11927" y="380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 name="Google Shape;210;p6"/>
              <p:cNvSpPr/>
              <p:nvPr/>
            </p:nvSpPr>
            <p:spPr>
              <a:xfrm>
                <a:off x="8122582" y="1344740"/>
                <a:ext cx="91181" cy="77026"/>
              </a:xfrm>
              <a:custGeom>
                <a:avLst/>
                <a:gdLst/>
                <a:ahLst/>
                <a:cxnLst/>
                <a:rect l="l" t="t" r="r" b="b"/>
                <a:pathLst>
                  <a:path w="138679" h="117150" extrusionOk="0">
                    <a:moveTo>
                      <a:pt x="138680" y="58584"/>
                    </a:moveTo>
                    <a:cubicBezTo>
                      <a:pt x="138680" y="58584"/>
                      <a:pt x="88769" y="131831"/>
                      <a:pt x="73814" y="114496"/>
                    </a:cubicBezTo>
                    <a:cubicBezTo>
                      <a:pt x="58860" y="97160"/>
                      <a:pt x="88578" y="66109"/>
                      <a:pt x="88578" y="66109"/>
                    </a:cubicBezTo>
                    <a:cubicBezTo>
                      <a:pt x="88578" y="66109"/>
                      <a:pt x="8949" y="102208"/>
                      <a:pt x="662" y="82206"/>
                    </a:cubicBezTo>
                    <a:cubicBezTo>
                      <a:pt x="-7529" y="62203"/>
                      <a:pt x="62956" y="28580"/>
                      <a:pt x="62956" y="28580"/>
                    </a:cubicBezTo>
                    <a:cubicBezTo>
                      <a:pt x="62956" y="28580"/>
                      <a:pt x="20379" y="21817"/>
                      <a:pt x="16379" y="8959"/>
                    </a:cubicBezTo>
                    <a:cubicBezTo>
                      <a:pt x="12378" y="-3900"/>
                      <a:pt x="88769" y="862"/>
                      <a:pt x="88769" y="862"/>
                    </a:cubicBezTo>
                    <a:lnTo>
                      <a:pt x="138584" y="58679"/>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 name="Google Shape;211;p6"/>
              <p:cNvSpPr/>
              <p:nvPr/>
            </p:nvSpPr>
            <p:spPr>
              <a:xfrm>
                <a:off x="8175627" y="1282962"/>
                <a:ext cx="112874" cy="134199"/>
              </a:xfrm>
              <a:custGeom>
                <a:avLst/>
                <a:gdLst/>
                <a:ahLst/>
                <a:cxnLst/>
                <a:rect l="l" t="t" r="r" b="b"/>
                <a:pathLst>
                  <a:path w="171671" h="204105" extrusionOk="0">
                    <a:moveTo>
                      <a:pt x="51451" y="5183"/>
                    </a:moveTo>
                    <a:cubicBezTo>
                      <a:pt x="104981" y="-13771"/>
                      <a:pt x="143176" y="21471"/>
                      <a:pt x="162226" y="74906"/>
                    </a:cubicBezTo>
                    <a:cubicBezTo>
                      <a:pt x="181181" y="128437"/>
                      <a:pt x="173752" y="179872"/>
                      <a:pt x="120221" y="198922"/>
                    </a:cubicBezTo>
                    <a:cubicBezTo>
                      <a:pt x="66691" y="217877"/>
                      <a:pt x="28495" y="182634"/>
                      <a:pt x="9445" y="129199"/>
                    </a:cubicBezTo>
                    <a:cubicBezTo>
                      <a:pt x="-9509" y="75668"/>
                      <a:pt x="-2080" y="24233"/>
                      <a:pt x="51451" y="51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 name="Google Shape;212;p6"/>
              <p:cNvSpPr/>
              <p:nvPr/>
            </p:nvSpPr>
            <p:spPr>
              <a:xfrm>
                <a:off x="8560689" y="1414070"/>
                <a:ext cx="66146" cy="69332"/>
              </a:xfrm>
              <a:custGeom>
                <a:avLst/>
                <a:gdLst/>
                <a:ahLst/>
                <a:cxnLst/>
                <a:rect l="l" t="t" r="r" b="b"/>
                <a:pathLst>
                  <a:path w="100602" h="105448" extrusionOk="0">
                    <a:moveTo>
                      <a:pt x="77716" y="0"/>
                    </a:moveTo>
                    <a:cubicBezTo>
                      <a:pt x="77716" y="0"/>
                      <a:pt x="113053" y="59531"/>
                      <a:pt x="95908" y="64389"/>
                    </a:cubicBezTo>
                    <a:cubicBezTo>
                      <a:pt x="78763" y="69247"/>
                      <a:pt x="66571" y="37909"/>
                      <a:pt x="66571" y="37909"/>
                    </a:cubicBezTo>
                    <a:cubicBezTo>
                      <a:pt x="66571" y="37909"/>
                      <a:pt x="65905" y="106204"/>
                      <a:pt x="48950" y="105442"/>
                    </a:cubicBezTo>
                    <a:cubicBezTo>
                      <a:pt x="32091" y="104680"/>
                      <a:pt x="31519" y="43625"/>
                      <a:pt x="31519" y="43625"/>
                    </a:cubicBezTo>
                    <a:cubicBezTo>
                      <a:pt x="31519" y="43625"/>
                      <a:pt x="12660" y="71533"/>
                      <a:pt x="2278" y="70104"/>
                    </a:cubicBezTo>
                    <a:cubicBezTo>
                      <a:pt x="-8105" y="68675"/>
                      <a:pt x="20375" y="16192"/>
                      <a:pt x="20375" y="16192"/>
                    </a:cubicBezTo>
                    <a:lnTo>
                      <a:pt x="77716"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 name="Google Shape;213;p6"/>
              <p:cNvSpPr/>
              <p:nvPr/>
            </p:nvSpPr>
            <p:spPr>
              <a:xfrm>
                <a:off x="8541496" y="1348316"/>
                <a:ext cx="105548" cy="83720"/>
              </a:xfrm>
              <a:custGeom>
                <a:avLst/>
                <a:gdLst/>
                <a:ahLst/>
                <a:cxnLst/>
                <a:rect l="l" t="t" r="r" b="b"/>
                <a:pathLst>
                  <a:path w="160529" h="127331" extrusionOk="0">
                    <a:moveTo>
                      <a:pt x="350" y="56093"/>
                    </a:moveTo>
                    <a:cubicBezTo>
                      <a:pt x="4541" y="11993"/>
                      <a:pt x="42069" y="-3533"/>
                      <a:pt x="86265" y="658"/>
                    </a:cubicBezTo>
                    <a:cubicBezTo>
                      <a:pt x="130461" y="4849"/>
                      <a:pt x="164370" y="27137"/>
                      <a:pt x="160179" y="71238"/>
                    </a:cubicBezTo>
                    <a:cubicBezTo>
                      <a:pt x="155988" y="115339"/>
                      <a:pt x="118460" y="130865"/>
                      <a:pt x="74264" y="126674"/>
                    </a:cubicBezTo>
                    <a:cubicBezTo>
                      <a:pt x="30163" y="122483"/>
                      <a:pt x="-3841" y="100194"/>
                      <a:pt x="350" y="5609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 name="Google Shape;214;p6"/>
              <p:cNvSpPr/>
              <p:nvPr/>
            </p:nvSpPr>
            <p:spPr>
              <a:xfrm>
                <a:off x="8132493" y="1185073"/>
                <a:ext cx="71618" cy="64405"/>
              </a:xfrm>
              <a:custGeom>
                <a:avLst/>
                <a:gdLst/>
                <a:ahLst/>
                <a:cxnLst/>
                <a:rect l="l" t="t" r="r" b="b"/>
                <a:pathLst>
                  <a:path w="108924" h="97954" extrusionOk="0">
                    <a:moveTo>
                      <a:pt x="108829" y="65524"/>
                    </a:moveTo>
                    <a:cubicBezTo>
                      <a:pt x="108829" y="65524"/>
                      <a:pt x="56251" y="110577"/>
                      <a:pt x="48536" y="94479"/>
                    </a:cubicBezTo>
                    <a:cubicBezTo>
                      <a:pt x="40821" y="78382"/>
                      <a:pt x="69586" y="61047"/>
                      <a:pt x="69586" y="61047"/>
                    </a:cubicBezTo>
                    <a:cubicBezTo>
                      <a:pt x="69586" y="61047"/>
                      <a:pt x="2149" y="72000"/>
                      <a:pt x="54" y="55237"/>
                    </a:cubicBezTo>
                    <a:cubicBezTo>
                      <a:pt x="-2042" y="38473"/>
                      <a:pt x="57966" y="27424"/>
                      <a:pt x="57966" y="27424"/>
                    </a:cubicBezTo>
                    <a:cubicBezTo>
                      <a:pt x="57966" y="27424"/>
                      <a:pt x="27295" y="13612"/>
                      <a:pt x="26914" y="3135"/>
                    </a:cubicBezTo>
                    <a:cubicBezTo>
                      <a:pt x="26533" y="-7343"/>
                      <a:pt x="83112" y="11803"/>
                      <a:pt x="83112" y="11803"/>
                    </a:cubicBezTo>
                    <a:lnTo>
                      <a:pt x="108924" y="65524"/>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 name="Google Shape;215;p6"/>
              <p:cNvSpPr/>
              <p:nvPr/>
            </p:nvSpPr>
            <p:spPr>
              <a:xfrm>
                <a:off x="8182853" y="1154066"/>
                <a:ext cx="83567" cy="105585"/>
              </a:xfrm>
              <a:custGeom>
                <a:avLst/>
                <a:gdLst/>
                <a:ahLst/>
                <a:cxnLst/>
                <a:rect l="l" t="t" r="r" b="b"/>
                <a:pathLst>
                  <a:path w="127098" h="160586" extrusionOk="0">
                    <a:moveTo>
                      <a:pt x="57310" y="236"/>
                    </a:moveTo>
                    <a:cubicBezTo>
                      <a:pt x="101506" y="-3193"/>
                      <a:pt x="123223" y="31192"/>
                      <a:pt x="126652" y="75388"/>
                    </a:cubicBezTo>
                    <a:cubicBezTo>
                      <a:pt x="130081" y="119584"/>
                      <a:pt x="113984" y="156922"/>
                      <a:pt x="69788" y="160351"/>
                    </a:cubicBezTo>
                    <a:cubicBezTo>
                      <a:pt x="25592" y="163780"/>
                      <a:pt x="3875" y="129395"/>
                      <a:pt x="446" y="85199"/>
                    </a:cubicBezTo>
                    <a:cubicBezTo>
                      <a:pt x="-2983" y="41003"/>
                      <a:pt x="13114" y="3665"/>
                      <a:pt x="57310" y="23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 name="Google Shape;216;p6"/>
              <p:cNvSpPr/>
              <p:nvPr/>
            </p:nvSpPr>
            <p:spPr>
              <a:xfrm>
                <a:off x="8113909" y="247617"/>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 name="Google Shape;217;p6"/>
              <p:cNvSpPr/>
              <p:nvPr/>
            </p:nvSpPr>
            <p:spPr>
              <a:xfrm>
                <a:off x="8381728" y="193825"/>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 name="Google Shape;218;p6"/>
              <p:cNvSpPr/>
              <p:nvPr/>
            </p:nvSpPr>
            <p:spPr>
              <a:xfrm>
                <a:off x="8474595" y="785011"/>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 name="Google Shape;219;p6"/>
              <p:cNvSpPr/>
              <p:nvPr/>
            </p:nvSpPr>
            <p:spPr>
              <a:xfrm>
                <a:off x="8202030" y="574220"/>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 name="Google Shape;220;p6"/>
              <p:cNvSpPr/>
              <p:nvPr/>
            </p:nvSpPr>
            <p:spPr>
              <a:xfrm>
                <a:off x="8610426" y="367042"/>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 name="Google Shape;221;p6"/>
              <p:cNvSpPr/>
              <p:nvPr/>
            </p:nvSpPr>
            <p:spPr>
              <a:xfrm>
                <a:off x="8385868" y="750806"/>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 name="Google Shape;222;p6"/>
              <p:cNvSpPr/>
              <p:nvPr/>
            </p:nvSpPr>
            <p:spPr>
              <a:xfrm>
                <a:off x="8280886" y="470181"/>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 name="Google Shape;223;p6"/>
              <p:cNvSpPr/>
              <p:nvPr/>
            </p:nvSpPr>
            <p:spPr>
              <a:xfrm>
                <a:off x="8540850" y="539579"/>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 name="Google Shape;224;p6"/>
              <p:cNvSpPr/>
              <p:nvPr/>
            </p:nvSpPr>
            <p:spPr>
              <a:xfrm>
                <a:off x="8563840" y="521189"/>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 name="Google Shape;225;p6"/>
              <p:cNvSpPr/>
              <p:nvPr/>
            </p:nvSpPr>
            <p:spPr>
              <a:xfrm>
                <a:off x="8420343" y="302792"/>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 name="Google Shape;226;p6"/>
              <p:cNvSpPr/>
              <p:nvPr/>
            </p:nvSpPr>
            <p:spPr>
              <a:xfrm>
                <a:off x="8672432" y="469269"/>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7" name="Google Shape;227;p6"/>
              <p:cNvSpPr/>
              <p:nvPr/>
            </p:nvSpPr>
            <p:spPr>
              <a:xfrm>
                <a:off x="8196470" y="370365"/>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 name="Google Shape;228;p6"/>
              <p:cNvSpPr/>
              <p:nvPr/>
            </p:nvSpPr>
            <p:spPr>
              <a:xfrm>
                <a:off x="8458698" y="389240"/>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 name="Google Shape;229;p6"/>
              <p:cNvSpPr/>
              <p:nvPr/>
            </p:nvSpPr>
            <p:spPr>
              <a:xfrm>
                <a:off x="8362150" y="447568"/>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 name="Google Shape;230;p6"/>
              <p:cNvSpPr/>
              <p:nvPr/>
            </p:nvSpPr>
            <p:spPr>
              <a:xfrm>
                <a:off x="8511380" y="624888"/>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 name="Google Shape;231;p6"/>
              <p:cNvSpPr/>
              <p:nvPr/>
            </p:nvSpPr>
            <p:spPr>
              <a:xfrm>
                <a:off x="8439176" y="672628"/>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 name="Google Shape;232;p6"/>
              <p:cNvSpPr/>
              <p:nvPr/>
            </p:nvSpPr>
            <p:spPr>
              <a:xfrm>
                <a:off x="8409317" y="545453"/>
                <a:ext cx="151706" cy="167532"/>
              </a:xfrm>
              <a:custGeom>
                <a:avLst/>
                <a:gdLst/>
                <a:ahLst/>
                <a:cxnLst/>
                <a:rect l="l" t="t" r="r" b="b"/>
                <a:pathLst>
                  <a:path w="230732" h="254801" extrusionOk="0">
                    <a:moveTo>
                      <a:pt x="53648" y="5007"/>
                    </a:moveTo>
                    <a:cubicBezTo>
                      <a:pt x="53648" y="5007"/>
                      <a:pt x="2308" y="16152"/>
                      <a:pt x="22" y="123975"/>
                    </a:cubicBezTo>
                    <a:cubicBezTo>
                      <a:pt x="-2264" y="231798"/>
                      <a:pt x="176520" y="295996"/>
                      <a:pt x="230717" y="224749"/>
                    </a:cubicBezTo>
                    <a:cubicBezTo>
                      <a:pt x="231860" y="164361"/>
                      <a:pt x="169852" y="-33855"/>
                      <a:pt x="53648" y="500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 name="Google Shape;233;p6"/>
              <p:cNvSpPr/>
              <p:nvPr/>
            </p:nvSpPr>
            <p:spPr>
              <a:xfrm>
                <a:off x="8529125" y="595919"/>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4" name="Google Shape;234;p6"/>
              <p:cNvSpPr/>
              <p:nvPr/>
            </p:nvSpPr>
            <p:spPr>
              <a:xfrm>
                <a:off x="8453647" y="626185"/>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6"/>
              <p:cNvSpPr/>
              <p:nvPr/>
            </p:nvSpPr>
            <p:spPr>
              <a:xfrm>
                <a:off x="8509976" y="573957"/>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 name="Google Shape;236;p6"/>
              <p:cNvSpPr/>
              <p:nvPr/>
            </p:nvSpPr>
            <p:spPr>
              <a:xfrm>
                <a:off x="8429383" y="555072"/>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 name="Google Shape;237;p6"/>
              <p:cNvSpPr/>
              <p:nvPr/>
            </p:nvSpPr>
            <p:spPr>
              <a:xfrm>
                <a:off x="8366973" y="446315"/>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238" name="Google Shape;23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9" name="Google Shape;239;p6"/>
          <p:cNvSpPr/>
          <p:nvPr/>
        </p:nvSpPr>
        <p:spPr>
          <a:xfrm rot="-5400000" flipH="1">
            <a:off x="471218"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40"/>
        <p:cNvGrpSpPr/>
        <p:nvPr/>
      </p:nvGrpSpPr>
      <p:grpSpPr>
        <a:xfrm>
          <a:off x="0" y="0"/>
          <a:ext cx="0" cy="0"/>
          <a:chOff x="0" y="0"/>
          <a:chExt cx="0" cy="0"/>
        </a:xfrm>
      </p:grpSpPr>
      <p:sp>
        <p:nvSpPr>
          <p:cNvPr id="241" name="Google Shape;241;p7"/>
          <p:cNvSpPr txBox="1">
            <a:spLocks noGrp="1"/>
          </p:cNvSpPr>
          <p:nvPr>
            <p:ph type="title"/>
          </p:nvPr>
        </p:nvSpPr>
        <p:spPr>
          <a:xfrm>
            <a:off x="720000" y="844100"/>
            <a:ext cx="4245300" cy="1174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2" name="Google Shape;242;p7"/>
          <p:cNvSpPr txBox="1">
            <a:spLocks noGrp="1"/>
          </p:cNvSpPr>
          <p:nvPr>
            <p:ph type="subTitle" idx="1"/>
          </p:nvPr>
        </p:nvSpPr>
        <p:spPr>
          <a:xfrm>
            <a:off x="720000" y="2204225"/>
            <a:ext cx="4245300" cy="2399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243" name="Google Shape;243;p7"/>
          <p:cNvSpPr>
            <a:spLocks noGrp="1"/>
          </p:cNvSpPr>
          <p:nvPr>
            <p:ph type="pic" idx="2"/>
          </p:nvPr>
        </p:nvSpPr>
        <p:spPr>
          <a:xfrm>
            <a:off x="5264590" y="103825"/>
            <a:ext cx="3762900" cy="4927500"/>
          </a:xfrm>
          <a:prstGeom prst="rect">
            <a:avLst/>
          </a:prstGeom>
          <a:noFill/>
          <a:ln>
            <a:noFill/>
          </a:ln>
        </p:spPr>
      </p:sp>
      <p:grpSp>
        <p:nvGrpSpPr>
          <p:cNvPr id="244" name="Google Shape;244;p7"/>
          <p:cNvGrpSpPr/>
          <p:nvPr/>
        </p:nvGrpSpPr>
        <p:grpSpPr>
          <a:xfrm>
            <a:off x="116475" y="106421"/>
            <a:ext cx="2192942" cy="4924904"/>
            <a:chOff x="116475" y="106421"/>
            <a:chExt cx="2192942" cy="4924904"/>
          </a:xfrm>
        </p:grpSpPr>
        <p:sp>
          <p:nvSpPr>
            <p:cNvPr id="245" name="Google Shape;245;p7"/>
            <p:cNvSpPr/>
            <p:nvPr/>
          </p:nvSpPr>
          <p:spPr>
            <a:xfrm rot="-5400000">
              <a:off x="479520"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46" name="Google Shape;246;p7"/>
            <p:cNvGrpSpPr/>
            <p:nvPr/>
          </p:nvGrpSpPr>
          <p:grpSpPr>
            <a:xfrm>
              <a:off x="139636" y="3696000"/>
              <a:ext cx="433463" cy="1335326"/>
              <a:chOff x="432036" y="3696000"/>
              <a:chExt cx="433463" cy="1335326"/>
            </a:xfrm>
          </p:grpSpPr>
          <p:sp>
            <p:nvSpPr>
              <p:cNvPr id="247" name="Google Shape;247;p7"/>
              <p:cNvSpPr/>
              <p:nvPr/>
            </p:nvSpPr>
            <p:spPr>
              <a:xfrm>
                <a:off x="470493" y="4861796"/>
                <a:ext cx="184649" cy="169529"/>
              </a:xfrm>
              <a:custGeom>
                <a:avLst/>
                <a:gdLst/>
                <a:ahLst/>
                <a:cxnLst/>
                <a:rect l="l" t="t" r="r" b="b"/>
                <a:pathLst>
                  <a:path w="134780" h="123744" extrusionOk="0">
                    <a:moveTo>
                      <a:pt x="125196" y="29039"/>
                    </a:moveTo>
                    <a:cubicBezTo>
                      <a:pt x="129871" y="36780"/>
                      <a:pt x="132832" y="44520"/>
                      <a:pt x="134079" y="52260"/>
                    </a:cubicBezTo>
                    <a:cubicBezTo>
                      <a:pt x="135326" y="60052"/>
                      <a:pt x="134910" y="67533"/>
                      <a:pt x="132832" y="74806"/>
                    </a:cubicBezTo>
                    <a:cubicBezTo>
                      <a:pt x="130754" y="82079"/>
                      <a:pt x="127066" y="88936"/>
                      <a:pt x="121715" y="95429"/>
                    </a:cubicBezTo>
                    <a:cubicBezTo>
                      <a:pt x="116365" y="101923"/>
                      <a:pt x="109455" y="107741"/>
                      <a:pt x="100988" y="112884"/>
                    </a:cubicBezTo>
                    <a:cubicBezTo>
                      <a:pt x="95533" y="116209"/>
                      <a:pt x="89975" y="118754"/>
                      <a:pt x="84416" y="120521"/>
                    </a:cubicBezTo>
                    <a:cubicBezTo>
                      <a:pt x="78858" y="122287"/>
                      <a:pt x="73351" y="123326"/>
                      <a:pt x="67897" y="123637"/>
                    </a:cubicBezTo>
                    <a:cubicBezTo>
                      <a:pt x="62442" y="123949"/>
                      <a:pt x="57195" y="123585"/>
                      <a:pt x="52104" y="122495"/>
                    </a:cubicBezTo>
                    <a:cubicBezTo>
                      <a:pt x="47013" y="121404"/>
                      <a:pt x="42182" y="119689"/>
                      <a:pt x="37663" y="117300"/>
                    </a:cubicBezTo>
                    <a:cubicBezTo>
                      <a:pt x="33091" y="114910"/>
                      <a:pt x="28935" y="111897"/>
                      <a:pt x="25039" y="108261"/>
                    </a:cubicBezTo>
                    <a:cubicBezTo>
                      <a:pt x="21195" y="104624"/>
                      <a:pt x="17818" y="100365"/>
                      <a:pt x="14909" y="95585"/>
                    </a:cubicBezTo>
                    <a:cubicBezTo>
                      <a:pt x="13403" y="93092"/>
                      <a:pt x="11844" y="90131"/>
                      <a:pt x="10286" y="86754"/>
                    </a:cubicBezTo>
                    <a:cubicBezTo>
                      <a:pt x="8727" y="83377"/>
                      <a:pt x="7273" y="79897"/>
                      <a:pt x="5870" y="76364"/>
                    </a:cubicBezTo>
                    <a:cubicBezTo>
                      <a:pt x="4519" y="72832"/>
                      <a:pt x="3273" y="69403"/>
                      <a:pt x="2234" y="66079"/>
                    </a:cubicBezTo>
                    <a:cubicBezTo>
                      <a:pt x="1195" y="62754"/>
                      <a:pt x="468" y="59897"/>
                      <a:pt x="0" y="57507"/>
                    </a:cubicBezTo>
                    <a:lnTo>
                      <a:pt x="25870" y="41870"/>
                    </a:lnTo>
                    <a:lnTo>
                      <a:pt x="28987" y="47013"/>
                    </a:lnTo>
                    <a:lnTo>
                      <a:pt x="19013" y="60832"/>
                    </a:lnTo>
                    <a:cubicBezTo>
                      <a:pt x="18390" y="61767"/>
                      <a:pt x="18026" y="62650"/>
                      <a:pt x="17870" y="63429"/>
                    </a:cubicBezTo>
                    <a:cubicBezTo>
                      <a:pt x="17714" y="64208"/>
                      <a:pt x="17663" y="65091"/>
                      <a:pt x="17611" y="65975"/>
                    </a:cubicBezTo>
                    <a:cubicBezTo>
                      <a:pt x="17766" y="70234"/>
                      <a:pt x="18338" y="74338"/>
                      <a:pt x="19377" y="78338"/>
                    </a:cubicBezTo>
                    <a:cubicBezTo>
                      <a:pt x="20416" y="82338"/>
                      <a:pt x="22078" y="86183"/>
                      <a:pt x="24364" y="89923"/>
                    </a:cubicBezTo>
                    <a:cubicBezTo>
                      <a:pt x="26857" y="94027"/>
                      <a:pt x="30026" y="97144"/>
                      <a:pt x="33974" y="99378"/>
                    </a:cubicBezTo>
                    <a:cubicBezTo>
                      <a:pt x="37871" y="101559"/>
                      <a:pt x="42442" y="102754"/>
                      <a:pt x="47533" y="102910"/>
                    </a:cubicBezTo>
                    <a:cubicBezTo>
                      <a:pt x="52676" y="103066"/>
                      <a:pt x="58286" y="102131"/>
                      <a:pt x="64520" y="100209"/>
                    </a:cubicBezTo>
                    <a:cubicBezTo>
                      <a:pt x="70702" y="98235"/>
                      <a:pt x="77299" y="95118"/>
                      <a:pt x="84312" y="90910"/>
                    </a:cubicBezTo>
                    <a:cubicBezTo>
                      <a:pt x="91585" y="86494"/>
                      <a:pt x="97559" y="81871"/>
                      <a:pt x="102339" y="76988"/>
                    </a:cubicBezTo>
                    <a:cubicBezTo>
                      <a:pt x="107066" y="72105"/>
                      <a:pt x="110495" y="67066"/>
                      <a:pt x="112572" y="61819"/>
                    </a:cubicBezTo>
                    <a:cubicBezTo>
                      <a:pt x="114650" y="56572"/>
                      <a:pt x="115378" y="51169"/>
                      <a:pt x="114806" y="45663"/>
                    </a:cubicBezTo>
                    <a:cubicBezTo>
                      <a:pt x="114183" y="40156"/>
                      <a:pt x="112157" y="34546"/>
                      <a:pt x="108728" y="28831"/>
                    </a:cubicBezTo>
                    <a:cubicBezTo>
                      <a:pt x="106443" y="25091"/>
                      <a:pt x="104053" y="22078"/>
                      <a:pt x="101507" y="19740"/>
                    </a:cubicBezTo>
                    <a:cubicBezTo>
                      <a:pt x="98962" y="17403"/>
                      <a:pt x="96365" y="15533"/>
                      <a:pt x="93767" y="14026"/>
                    </a:cubicBezTo>
                    <a:cubicBezTo>
                      <a:pt x="91170" y="12520"/>
                      <a:pt x="88572" y="11429"/>
                      <a:pt x="86027" y="10649"/>
                    </a:cubicBezTo>
                    <a:cubicBezTo>
                      <a:pt x="83481" y="9870"/>
                      <a:pt x="81092" y="9091"/>
                      <a:pt x="78858" y="8416"/>
                    </a:cubicBezTo>
                    <a:lnTo>
                      <a:pt x="76884" y="5091"/>
                    </a:lnTo>
                    <a:lnTo>
                      <a:pt x="85248" y="0"/>
                    </a:lnTo>
                    <a:cubicBezTo>
                      <a:pt x="88261" y="987"/>
                      <a:pt x="91637" y="2286"/>
                      <a:pt x="95274" y="4000"/>
                    </a:cubicBezTo>
                    <a:cubicBezTo>
                      <a:pt x="98910" y="5714"/>
                      <a:pt x="102598" y="7792"/>
                      <a:pt x="106287" y="10234"/>
                    </a:cubicBezTo>
                    <a:cubicBezTo>
                      <a:pt x="109975" y="12675"/>
                      <a:pt x="113456" y="15481"/>
                      <a:pt x="116780" y="18598"/>
                    </a:cubicBezTo>
                    <a:cubicBezTo>
                      <a:pt x="120105" y="21714"/>
                      <a:pt x="122910" y="25195"/>
                      <a:pt x="125248" y="290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 name="Google Shape;248;p7"/>
              <p:cNvSpPr/>
              <p:nvPr/>
            </p:nvSpPr>
            <p:spPr>
              <a:xfrm>
                <a:off x="519383" y="3696000"/>
                <a:ext cx="133027" cy="131665"/>
              </a:xfrm>
              <a:custGeom>
                <a:avLst/>
                <a:gdLst/>
                <a:ahLst/>
                <a:cxnLst/>
                <a:rect l="l" t="t" r="r" b="b"/>
                <a:pathLst>
                  <a:path w="97100" h="96106" extrusionOk="0">
                    <a:moveTo>
                      <a:pt x="95974" y="17195"/>
                    </a:moveTo>
                    <a:cubicBezTo>
                      <a:pt x="96546" y="18857"/>
                      <a:pt x="96857" y="20312"/>
                      <a:pt x="97013" y="21559"/>
                    </a:cubicBezTo>
                    <a:cubicBezTo>
                      <a:pt x="97169" y="22805"/>
                      <a:pt x="97117" y="24000"/>
                      <a:pt x="96857" y="25091"/>
                    </a:cubicBezTo>
                    <a:cubicBezTo>
                      <a:pt x="96598" y="26182"/>
                      <a:pt x="96182" y="27273"/>
                      <a:pt x="95611" y="28312"/>
                    </a:cubicBezTo>
                    <a:cubicBezTo>
                      <a:pt x="94987" y="29351"/>
                      <a:pt x="94260" y="30546"/>
                      <a:pt x="93273" y="31844"/>
                    </a:cubicBezTo>
                    <a:cubicBezTo>
                      <a:pt x="92338" y="33143"/>
                      <a:pt x="91299" y="34598"/>
                      <a:pt x="90052" y="36260"/>
                    </a:cubicBezTo>
                    <a:cubicBezTo>
                      <a:pt x="88805" y="37922"/>
                      <a:pt x="87663" y="39533"/>
                      <a:pt x="86572" y="41091"/>
                    </a:cubicBezTo>
                    <a:cubicBezTo>
                      <a:pt x="85273" y="42858"/>
                      <a:pt x="83922" y="44676"/>
                      <a:pt x="82572" y="46546"/>
                    </a:cubicBezTo>
                    <a:cubicBezTo>
                      <a:pt x="84078" y="52052"/>
                      <a:pt x="84494" y="57247"/>
                      <a:pt x="83766" y="62130"/>
                    </a:cubicBezTo>
                    <a:cubicBezTo>
                      <a:pt x="83091" y="67014"/>
                      <a:pt x="81481" y="71429"/>
                      <a:pt x="78987" y="75481"/>
                    </a:cubicBezTo>
                    <a:cubicBezTo>
                      <a:pt x="76494" y="79481"/>
                      <a:pt x="73169" y="83014"/>
                      <a:pt x="68961" y="86079"/>
                    </a:cubicBezTo>
                    <a:cubicBezTo>
                      <a:pt x="64753" y="89092"/>
                      <a:pt x="59922" y="91585"/>
                      <a:pt x="54364" y="93403"/>
                    </a:cubicBezTo>
                    <a:cubicBezTo>
                      <a:pt x="48857" y="95274"/>
                      <a:pt x="43454" y="96157"/>
                      <a:pt x="38104" y="96105"/>
                    </a:cubicBezTo>
                    <a:cubicBezTo>
                      <a:pt x="32753" y="96105"/>
                      <a:pt x="27766" y="95066"/>
                      <a:pt x="23143" y="93092"/>
                    </a:cubicBezTo>
                    <a:cubicBezTo>
                      <a:pt x="18519" y="91118"/>
                      <a:pt x="14415" y="88209"/>
                      <a:pt x="10831" y="84312"/>
                    </a:cubicBezTo>
                    <a:cubicBezTo>
                      <a:pt x="7246" y="80416"/>
                      <a:pt x="4493" y="75585"/>
                      <a:pt x="2519" y="69819"/>
                    </a:cubicBezTo>
                    <a:cubicBezTo>
                      <a:pt x="389" y="63533"/>
                      <a:pt x="-390" y="57715"/>
                      <a:pt x="181" y="52416"/>
                    </a:cubicBezTo>
                    <a:cubicBezTo>
                      <a:pt x="753" y="47117"/>
                      <a:pt x="2311" y="42338"/>
                      <a:pt x="4857" y="38078"/>
                    </a:cubicBezTo>
                    <a:cubicBezTo>
                      <a:pt x="7402" y="33870"/>
                      <a:pt x="10831" y="30182"/>
                      <a:pt x="15142" y="27117"/>
                    </a:cubicBezTo>
                    <a:cubicBezTo>
                      <a:pt x="19402" y="24052"/>
                      <a:pt x="24233" y="21559"/>
                      <a:pt x="29636" y="19792"/>
                    </a:cubicBezTo>
                    <a:cubicBezTo>
                      <a:pt x="33480" y="18494"/>
                      <a:pt x="37480" y="17663"/>
                      <a:pt x="41584" y="17299"/>
                    </a:cubicBezTo>
                    <a:cubicBezTo>
                      <a:pt x="45688" y="16935"/>
                      <a:pt x="49740" y="17143"/>
                      <a:pt x="53688" y="17922"/>
                    </a:cubicBezTo>
                    <a:cubicBezTo>
                      <a:pt x="57636" y="18701"/>
                      <a:pt x="61429" y="20156"/>
                      <a:pt x="65065" y="22234"/>
                    </a:cubicBezTo>
                    <a:cubicBezTo>
                      <a:pt x="68701" y="24312"/>
                      <a:pt x="71870" y="27169"/>
                      <a:pt x="74675" y="30805"/>
                    </a:cubicBezTo>
                    <a:lnTo>
                      <a:pt x="84650" y="16000"/>
                    </a:lnTo>
                    <a:cubicBezTo>
                      <a:pt x="85377" y="14909"/>
                      <a:pt x="86000" y="13714"/>
                      <a:pt x="86520" y="12416"/>
                    </a:cubicBezTo>
                    <a:cubicBezTo>
                      <a:pt x="87039" y="11065"/>
                      <a:pt x="87247" y="9870"/>
                      <a:pt x="87247" y="8831"/>
                    </a:cubicBezTo>
                    <a:lnTo>
                      <a:pt x="86779" y="1143"/>
                    </a:lnTo>
                    <a:lnTo>
                      <a:pt x="90104" y="0"/>
                    </a:lnTo>
                    <a:lnTo>
                      <a:pt x="95870" y="17195"/>
                    </a:lnTo>
                    <a:close/>
                    <a:moveTo>
                      <a:pt x="75455" y="44468"/>
                    </a:moveTo>
                    <a:cubicBezTo>
                      <a:pt x="74364" y="41247"/>
                      <a:pt x="72598" y="38702"/>
                      <a:pt x="70156" y="36832"/>
                    </a:cubicBezTo>
                    <a:cubicBezTo>
                      <a:pt x="67714" y="34961"/>
                      <a:pt x="64753" y="33715"/>
                      <a:pt x="61377" y="33091"/>
                    </a:cubicBezTo>
                    <a:cubicBezTo>
                      <a:pt x="57948" y="32468"/>
                      <a:pt x="54208" y="32416"/>
                      <a:pt x="50000" y="32935"/>
                    </a:cubicBezTo>
                    <a:cubicBezTo>
                      <a:pt x="45844" y="33455"/>
                      <a:pt x="41480" y="34494"/>
                      <a:pt x="37013" y="36000"/>
                    </a:cubicBezTo>
                    <a:cubicBezTo>
                      <a:pt x="31818" y="37767"/>
                      <a:pt x="27195" y="39741"/>
                      <a:pt x="23143" y="42026"/>
                    </a:cubicBezTo>
                    <a:cubicBezTo>
                      <a:pt x="19091" y="44312"/>
                      <a:pt x="15818" y="46806"/>
                      <a:pt x="13272" y="49611"/>
                    </a:cubicBezTo>
                    <a:cubicBezTo>
                      <a:pt x="10727" y="52364"/>
                      <a:pt x="9064" y="55377"/>
                      <a:pt x="8181" y="58546"/>
                    </a:cubicBezTo>
                    <a:cubicBezTo>
                      <a:pt x="7350" y="61767"/>
                      <a:pt x="7506" y="65143"/>
                      <a:pt x="8701" y="68780"/>
                    </a:cubicBezTo>
                    <a:cubicBezTo>
                      <a:pt x="9844" y="72208"/>
                      <a:pt x="11714" y="74858"/>
                      <a:pt x="14311" y="76676"/>
                    </a:cubicBezTo>
                    <a:cubicBezTo>
                      <a:pt x="16857" y="78494"/>
                      <a:pt x="19922" y="79689"/>
                      <a:pt x="23350" y="80209"/>
                    </a:cubicBezTo>
                    <a:cubicBezTo>
                      <a:pt x="26831" y="80780"/>
                      <a:pt x="30571" y="80728"/>
                      <a:pt x="34623" y="80157"/>
                    </a:cubicBezTo>
                    <a:cubicBezTo>
                      <a:pt x="38675" y="79585"/>
                      <a:pt x="42779" y="78598"/>
                      <a:pt x="46935" y="77196"/>
                    </a:cubicBezTo>
                    <a:cubicBezTo>
                      <a:pt x="52026" y="75481"/>
                      <a:pt x="56597" y="73507"/>
                      <a:pt x="60649" y="71221"/>
                    </a:cubicBezTo>
                    <a:cubicBezTo>
                      <a:pt x="64701" y="68936"/>
                      <a:pt x="68026" y="66442"/>
                      <a:pt x="70624" y="63689"/>
                    </a:cubicBezTo>
                    <a:cubicBezTo>
                      <a:pt x="73221" y="60936"/>
                      <a:pt x="74987" y="57923"/>
                      <a:pt x="75870" y="54702"/>
                    </a:cubicBezTo>
                    <a:cubicBezTo>
                      <a:pt x="76753" y="51481"/>
                      <a:pt x="76598" y="48052"/>
                      <a:pt x="75403" y="444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 name="Google Shape;249;p7"/>
              <p:cNvSpPr/>
              <p:nvPr/>
            </p:nvSpPr>
            <p:spPr>
              <a:xfrm>
                <a:off x="674882" y="4621160"/>
                <a:ext cx="155077" cy="160700"/>
              </a:xfrm>
              <a:custGeom>
                <a:avLst/>
                <a:gdLst/>
                <a:ahLst/>
                <a:cxnLst/>
                <a:rect l="l" t="t" r="r" b="b"/>
                <a:pathLst>
                  <a:path w="113195" h="117299" extrusionOk="0">
                    <a:moveTo>
                      <a:pt x="74234" y="114027"/>
                    </a:moveTo>
                    <a:lnTo>
                      <a:pt x="80520" y="105507"/>
                    </a:lnTo>
                    <a:cubicBezTo>
                      <a:pt x="81144" y="104676"/>
                      <a:pt x="81455" y="103793"/>
                      <a:pt x="81455" y="102858"/>
                    </a:cubicBezTo>
                    <a:cubicBezTo>
                      <a:pt x="81455" y="101923"/>
                      <a:pt x="81092" y="101040"/>
                      <a:pt x="80468" y="100261"/>
                    </a:cubicBezTo>
                    <a:lnTo>
                      <a:pt x="31065" y="40260"/>
                    </a:lnTo>
                    <a:lnTo>
                      <a:pt x="15273" y="53247"/>
                    </a:lnTo>
                    <a:cubicBezTo>
                      <a:pt x="14546" y="53819"/>
                      <a:pt x="14182" y="54442"/>
                      <a:pt x="14130" y="55065"/>
                    </a:cubicBezTo>
                    <a:cubicBezTo>
                      <a:pt x="14130" y="55689"/>
                      <a:pt x="14234" y="56364"/>
                      <a:pt x="14494" y="57039"/>
                    </a:cubicBezTo>
                    <a:lnTo>
                      <a:pt x="19896" y="72624"/>
                    </a:lnTo>
                    <a:lnTo>
                      <a:pt x="16260" y="75585"/>
                    </a:lnTo>
                    <a:lnTo>
                      <a:pt x="0" y="55845"/>
                    </a:lnTo>
                    <a:lnTo>
                      <a:pt x="67793" y="0"/>
                    </a:lnTo>
                    <a:lnTo>
                      <a:pt x="84053" y="19740"/>
                    </a:lnTo>
                    <a:lnTo>
                      <a:pt x="80416" y="22701"/>
                    </a:lnTo>
                    <a:lnTo>
                      <a:pt x="66182" y="14442"/>
                    </a:lnTo>
                    <a:cubicBezTo>
                      <a:pt x="65559" y="14026"/>
                      <a:pt x="64936" y="13818"/>
                      <a:pt x="64364" y="13714"/>
                    </a:cubicBezTo>
                    <a:cubicBezTo>
                      <a:pt x="63741" y="13610"/>
                      <a:pt x="63117" y="13818"/>
                      <a:pt x="62442" y="14390"/>
                    </a:cubicBezTo>
                    <a:lnTo>
                      <a:pt x="46390" y="27637"/>
                    </a:lnTo>
                    <a:lnTo>
                      <a:pt x="95793" y="87637"/>
                    </a:lnTo>
                    <a:cubicBezTo>
                      <a:pt x="96468" y="88468"/>
                      <a:pt x="97300" y="88936"/>
                      <a:pt x="98287" y="89092"/>
                    </a:cubicBezTo>
                    <a:cubicBezTo>
                      <a:pt x="99274" y="89248"/>
                      <a:pt x="100157" y="89092"/>
                      <a:pt x="100988" y="88728"/>
                    </a:cubicBezTo>
                    <a:lnTo>
                      <a:pt x="110546" y="84209"/>
                    </a:lnTo>
                    <a:lnTo>
                      <a:pt x="113196" y="87429"/>
                    </a:lnTo>
                    <a:lnTo>
                      <a:pt x="76884" y="117300"/>
                    </a:lnTo>
                    <a:lnTo>
                      <a:pt x="74234" y="11407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 name="Google Shape;250;p7"/>
              <p:cNvSpPr/>
              <p:nvPr/>
            </p:nvSpPr>
            <p:spPr>
              <a:xfrm>
                <a:off x="715403" y="4076646"/>
                <a:ext cx="150096" cy="179133"/>
              </a:xfrm>
              <a:custGeom>
                <a:avLst/>
                <a:gdLst/>
                <a:ahLst/>
                <a:cxnLst/>
                <a:rect l="l" t="t" r="r" b="b"/>
                <a:pathLst>
                  <a:path w="109559" h="130754" extrusionOk="0">
                    <a:moveTo>
                      <a:pt x="1974" y="78079"/>
                    </a:moveTo>
                    <a:lnTo>
                      <a:pt x="10078" y="78546"/>
                    </a:lnTo>
                    <a:cubicBezTo>
                      <a:pt x="12623" y="78650"/>
                      <a:pt x="14753" y="77819"/>
                      <a:pt x="16520" y="76105"/>
                    </a:cubicBezTo>
                    <a:lnTo>
                      <a:pt x="80416" y="13247"/>
                    </a:lnTo>
                    <a:lnTo>
                      <a:pt x="97248" y="0"/>
                    </a:lnTo>
                    <a:lnTo>
                      <a:pt x="106339" y="4052"/>
                    </a:lnTo>
                    <a:lnTo>
                      <a:pt x="101403" y="114027"/>
                    </a:lnTo>
                    <a:cubicBezTo>
                      <a:pt x="101403" y="115222"/>
                      <a:pt x="101559" y="116365"/>
                      <a:pt x="102027" y="117560"/>
                    </a:cubicBezTo>
                    <a:cubicBezTo>
                      <a:pt x="102494" y="118702"/>
                      <a:pt x="103118" y="119689"/>
                      <a:pt x="103845" y="120469"/>
                    </a:cubicBezTo>
                    <a:lnTo>
                      <a:pt x="109559" y="126183"/>
                    </a:lnTo>
                    <a:lnTo>
                      <a:pt x="107533" y="130754"/>
                    </a:lnTo>
                    <a:lnTo>
                      <a:pt x="62286" y="110546"/>
                    </a:lnTo>
                    <a:lnTo>
                      <a:pt x="64312" y="105975"/>
                    </a:lnTo>
                    <a:lnTo>
                      <a:pt x="78858" y="108572"/>
                    </a:lnTo>
                    <a:lnTo>
                      <a:pt x="80364" y="74910"/>
                    </a:lnTo>
                    <a:lnTo>
                      <a:pt x="47065" y="60053"/>
                    </a:lnTo>
                    <a:lnTo>
                      <a:pt x="23481" y="83533"/>
                    </a:lnTo>
                    <a:lnTo>
                      <a:pt x="34702" y="92780"/>
                    </a:lnTo>
                    <a:lnTo>
                      <a:pt x="32676" y="97352"/>
                    </a:lnTo>
                    <a:lnTo>
                      <a:pt x="0" y="82754"/>
                    </a:lnTo>
                    <a:lnTo>
                      <a:pt x="2026" y="78183"/>
                    </a:lnTo>
                    <a:close/>
                    <a:moveTo>
                      <a:pt x="80780" y="65143"/>
                    </a:moveTo>
                    <a:lnTo>
                      <a:pt x="82079" y="35793"/>
                    </a:lnTo>
                    <a:lnTo>
                      <a:pt x="82754" y="23948"/>
                    </a:lnTo>
                    <a:lnTo>
                      <a:pt x="53974" y="53195"/>
                    </a:lnTo>
                    <a:lnTo>
                      <a:pt x="80728" y="6514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 name="Google Shape;251;p7"/>
              <p:cNvSpPr/>
              <p:nvPr/>
            </p:nvSpPr>
            <p:spPr>
              <a:xfrm>
                <a:off x="432036" y="4197429"/>
                <a:ext cx="152586" cy="172167"/>
              </a:xfrm>
              <a:custGeom>
                <a:avLst/>
                <a:gdLst/>
                <a:ahLst/>
                <a:cxnLst/>
                <a:rect l="l" t="t" r="r" b="b"/>
                <a:pathLst>
                  <a:path w="111377" h="125669" extrusionOk="0">
                    <a:moveTo>
                      <a:pt x="1247" y="104988"/>
                    </a:moveTo>
                    <a:lnTo>
                      <a:pt x="12156" y="104676"/>
                    </a:lnTo>
                    <a:cubicBezTo>
                      <a:pt x="13403" y="104676"/>
                      <a:pt x="14442" y="104313"/>
                      <a:pt x="15325" y="103689"/>
                    </a:cubicBezTo>
                    <a:cubicBezTo>
                      <a:pt x="16208" y="103066"/>
                      <a:pt x="16779" y="102131"/>
                      <a:pt x="17091" y="100936"/>
                    </a:cubicBezTo>
                    <a:lnTo>
                      <a:pt x="39117" y="16156"/>
                    </a:lnTo>
                    <a:cubicBezTo>
                      <a:pt x="39429" y="14909"/>
                      <a:pt x="39377" y="13818"/>
                      <a:pt x="38909" y="12831"/>
                    </a:cubicBezTo>
                    <a:cubicBezTo>
                      <a:pt x="38442" y="11844"/>
                      <a:pt x="37663" y="11013"/>
                      <a:pt x="36624" y="10390"/>
                    </a:cubicBezTo>
                    <a:lnTo>
                      <a:pt x="27221" y="4883"/>
                    </a:lnTo>
                    <a:lnTo>
                      <a:pt x="28468" y="0"/>
                    </a:lnTo>
                    <a:lnTo>
                      <a:pt x="75221" y="12156"/>
                    </a:lnTo>
                    <a:cubicBezTo>
                      <a:pt x="83689" y="14338"/>
                      <a:pt x="90390" y="16831"/>
                      <a:pt x="95429" y="19585"/>
                    </a:cubicBezTo>
                    <a:cubicBezTo>
                      <a:pt x="100468" y="22338"/>
                      <a:pt x="104209" y="25247"/>
                      <a:pt x="106754" y="28312"/>
                    </a:cubicBezTo>
                    <a:cubicBezTo>
                      <a:pt x="109300" y="31377"/>
                      <a:pt x="110754" y="34546"/>
                      <a:pt x="111170" y="37767"/>
                    </a:cubicBezTo>
                    <a:cubicBezTo>
                      <a:pt x="111585" y="40987"/>
                      <a:pt x="111378" y="44156"/>
                      <a:pt x="110546" y="47325"/>
                    </a:cubicBezTo>
                    <a:cubicBezTo>
                      <a:pt x="109663" y="50806"/>
                      <a:pt x="108209" y="53819"/>
                      <a:pt x="106287" y="56416"/>
                    </a:cubicBezTo>
                    <a:cubicBezTo>
                      <a:pt x="104313" y="59014"/>
                      <a:pt x="101975" y="61195"/>
                      <a:pt x="99170" y="62962"/>
                    </a:cubicBezTo>
                    <a:cubicBezTo>
                      <a:pt x="96416" y="64728"/>
                      <a:pt x="93196" y="66027"/>
                      <a:pt x="89663" y="66858"/>
                    </a:cubicBezTo>
                    <a:cubicBezTo>
                      <a:pt x="86079" y="67741"/>
                      <a:pt x="82235" y="68157"/>
                      <a:pt x="78079" y="68157"/>
                    </a:cubicBezTo>
                    <a:cubicBezTo>
                      <a:pt x="82858" y="69767"/>
                      <a:pt x="87118" y="71741"/>
                      <a:pt x="90754" y="74079"/>
                    </a:cubicBezTo>
                    <a:cubicBezTo>
                      <a:pt x="94390" y="76416"/>
                      <a:pt x="97351" y="79118"/>
                      <a:pt x="99585" y="82131"/>
                    </a:cubicBezTo>
                    <a:cubicBezTo>
                      <a:pt x="101819" y="85144"/>
                      <a:pt x="103326" y="88416"/>
                      <a:pt x="104105" y="91949"/>
                    </a:cubicBezTo>
                    <a:cubicBezTo>
                      <a:pt x="104832" y="95481"/>
                      <a:pt x="104728" y="99222"/>
                      <a:pt x="103741" y="103066"/>
                    </a:cubicBezTo>
                    <a:cubicBezTo>
                      <a:pt x="102650" y="107274"/>
                      <a:pt x="101040" y="110806"/>
                      <a:pt x="98962" y="113663"/>
                    </a:cubicBezTo>
                    <a:cubicBezTo>
                      <a:pt x="96884" y="116521"/>
                      <a:pt x="94390" y="118806"/>
                      <a:pt x="91585" y="120573"/>
                    </a:cubicBezTo>
                    <a:cubicBezTo>
                      <a:pt x="88780" y="122339"/>
                      <a:pt x="85663" y="123637"/>
                      <a:pt x="82235" y="124417"/>
                    </a:cubicBezTo>
                    <a:cubicBezTo>
                      <a:pt x="78806" y="125196"/>
                      <a:pt x="75273" y="125612"/>
                      <a:pt x="71585" y="125663"/>
                    </a:cubicBezTo>
                    <a:cubicBezTo>
                      <a:pt x="67897" y="125715"/>
                      <a:pt x="64104" y="125456"/>
                      <a:pt x="60208" y="124884"/>
                    </a:cubicBezTo>
                    <a:cubicBezTo>
                      <a:pt x="56312" y="124313"/>
                      <a:pt x="52520" y="123534"/>
                      <a:pt x="48832" y="122547"/>
                    </a:cubicBezTo>
                    <a:lnTo>
                      <a:pt x="0" y="109871"/>
                    </a:lnTo>
                    <a:lnTo>
                      <a:pt x="1247" y="104988"/>
                    </a:lnTo>
                    <a:close/>
                    <a:moveTo>
                      <a:pt x="57871" y="60208"/>
                    </a:moveTo>
                    <a:cubicBezTo>
                      <a:pt x="62027" y="61299"/>
                      <a:pt x="65611" y="61767"/>
                      <a:pt x="68624" y="61663"/>
                    </a:cubicBezTo>
                    <a:cubicBezTo>
                      <a:pt x="71637" y="61559"/>
                      <a:pt x="74234" y="60884"/>
                      <a:pt x="76416" y="59741"/>
                    </a:cubicBezTo>
                    <a:cubicBezTo>
                      <a:pt x="78546" y="58546"/>
                      <a:pt x="80312" y="56936"/>
                      <a:pt x="81715" y="54806"/>
                    </a:cubicBezTo>
                    <a:cubicBezTo>
                      <a:pt x="83066" y="52676"/>
                      <a:pt x="84157" y="50130"/>
                      <a:pt x="84936" y="47169"/>
                    </a:cubicBezTo>
                    <a:cubicBezTo>
                      <a:pt x="86910" y="39481"/>
                      <a:pt x="86702" y="33455"/>
                      <a:pt x="84209" y="29143"/>
                    </a:cubicBezTo>
                    <a:cubicBezTo>
                      <a:pt x="81715" y="24831"/>
                      <a:pt x="77092" y="21818"/>
                      <a:pt x="70286" y="20052"/>
                    </a:cubicBezTo>
                    <a:lnTo>
                      <a:pt x="62806" y="18130"/>
                    </a:lnTo>
                    <a:lnTo>
                      <a:pt x="52260" y="58754"/>
                    </a:lnTo>
                    <a:lnTo>
                      <a:pt x="57923" y="60208"/>
                    </a:lnTo>
                    <a:close/>
                    <a:moveTo>
                      <a:pt x="52364" y="114131"/>
                    </a:moveTo>
                    <a:cubicBezTo>
                      <a:pt x="59273" y="115897"/>
                      <a:pt x="64884" y="115689"/>
                      <a:pt x="69143" y="113404"/>
                    </a:cubicBezTo>
                    <a:cubicBezTo>
                      <a:pt x="73403" y="111118"/>
                      <a:pt x="76520" y="106339"/>
                      <a:pt x="78390" y="99066"/>
                    </a:cubicBezTo>
                    <a:cubicBezTo>
                      <a:pt x="79481" y="94806"/>
                      <a:pt x="79949" y="91118"/>
                      <a:pt x="79741" y="87897"/>
                    </a:cubicBezTo>
                    <a:cubicBezTo>
                      <a:pt x="79533" y="84676"/>
                      <a:pt x="78702" y="81923"/>
                      <a:pt x="77196" y="79585"/>
                    </a:cubicBezTo>
                    <a:cubicBezTo>
                      <a:pt x="75689" y="77248"/>
                      <a:pt x="73507" y="75273"/>
                      <a:pt x="70598" y="73611"/>
                    </a:cubicBezTo>
                    <a:cubicBezTo>
                      <a:pt x="67741" y="72001"/>
                      <a:pt x="64208" y="70650"/>
                      <a:pt x="60001" y="69559"/>
                    </a:cubicBezTo>
                    <a:lnTo>
                      <a:pt x="50026" y="66962"/>
                    </a:lnTo>
                    <a:lnTo>
                      <a:pt x="38702" y="110650"/>
                    </a:lnTo>
                    <a:lnTo>
                      <a:pt x="52312" y="1141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2"/>
        <p:cNvGrpSpPr/>
        <p:nvPr/>
      </p:nvGrpSpPr>
      <p:grpSpPr>
        <a:xfrm>
          <a:off x="0" y="0"/>
          <a:ext cx="0" cy="0"/>
          <a:chOff x="0" y="0"/>
          <a:chExt cx="0" cy="0"/>
        </a:xfrm>
      </p:grpSpPr>
      <p:sp>
        <p:nvSpPr>
          <p:cNvPr id="253" name="Google Shape;253;p8"/>
          <p:cNvSpPr txBox="1">
            <a:spLocks noGrp="1"/>
          </p:cNvSpPr>
          <p:nvPr>
            <p:ph type="title"/>
          </p:nvPr>
        </p:nvSpPr>
        <p:spPr>
          <a:xfrm>
            <a:off x="1205875" y="1629100"/>
            <a:ext cx="3753600" cy="18852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254" name="Google Shape;254;p8"/>
          <p:cNvGrpSpPr/>
          <p:nvPr/>
        </p:nvGrpSpPr>
        <p:grpSpPr>
          <a:xfrm>
            <a:off x="106825" y="106421"/>
            <a:ext cx="8920699" cy="4924908"/>
            <a:chOff x="106825" y="106421"/>
            <a:chExt cx="8920699" cy="4924908"/>
          </a:xfrm>
        </p:grpSpPr>
        <p:grpSp>
          <p:nvGrpSpPr>
            <p:cNvPr id="255" name="Google Shape;255;p8"/>
            <p:cNvGrpSpPr/>
            <p:nvPr/>
          </p:nvGrpSpPr>
          <p:grpSpPr>
            <a:xfrm>
              <a:off x="106825" y="106421"/>
              <a:ext cx="8920699" cy="4924908"/>
              <a:chOff x="106825" y="106421"/>
              <a:chExt cx="8920699" cy="4924908"/>
            </a:xfrm>
          </p:grpSpPr>
          <p:sp>
            <p:nvSpPr>
              <p:cNvPr id="256" name="Google Shape;256;p8"/>
              <p:cNvSpPr/>
              <p:nvPr/>
            </p:nvSpPr>
            <p:spPr>
              <a:xfrm rot="5400000" flipH="1">
                <a:off x="7197627"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 name="Google Shape;257;p8"/>
              <p:cNvSpPr/>
              <p:nvPr/>
            </p:nvSpPr>
            <p:spPr>
              <a:xfrm rot="-5400000" flipH="1">
                <a:off x="471219"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58" name="Google Shape;258;p8"/>
            <p:cNvSpPr/>
            <p:nvPr/>
          </p:nvSpPr>
          <p:spPr>
            <a:xfrm rot="5400000">
              <a:off x="7197627" y="3201432"/>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59"/>
        <p:cNvGrpSpPr/>
        <p:nvPr/>
      </p:nvGrpSpPr>
      <p:grpSpPr>
        <a:xfrm>
          <a:off x="0" y="0"/>
          <a:ext cx="0" cy="0"/>
          <a:chOff x="0" y="0"/>
          <a:chExt cx="0" cy="0"/>
        </a:xfrm>
      </p:grpSpPr>
      <p:grpSp>
        <p:nvGrpSpPr>
          <p:cNvPr id="260" name="Google Shape;260;p9"/>
          <p:cNvGrpSpPr/>
          <p:nvPr/>
        </p:nvGrpSpPr>
        <p:grpSpPr>
          <a:xfrm flipH="1">
            <a:off x="0" y="104525"/>
            <a:ext cx="9027522" cy="4951588"/>
            <a:chOff x="116475" y="104525"/>
            <a:chExt cx="9027522" cy="4951588"/>
          </a:xfrm>
        </p:grpSpPr>
        <p:sp>
          <p:nvSpPr>
            <p:cNvPr id="261" name="Google Shape;261;p9"/>
            <p:cNvSpPr/>
            <p:nvPr/>
          </p:nvSpPr>
          <p:spPr>
            <a:xfrm rot="5400000" flipH="1">
              <a:off x="7197553"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62" name="Google Shape;262;p9"/>
            <p:cNvGrpSpPr/>
            <p:nvPr/>
          </p:nvGrpSpPr>
          <p:grpSpPr>
            <a:xfrm rot="10532549" flipH="1">
              <a:off x="8357826" y="3120458"/>
              <a:ext cx="712995" cy="1910838"/>
              <a:chOff x="11112084" y="-42147"/>
              <a:chExt cx="1084421" cy="2906267"/>
            </a:xfrm>
          </p:grpSpPr>
          <p:sp>
            <p:nvSpPr>
              <p:cNvPr id="263" name="Google Shape;263;p9"/>
              <p:cNvSpPr/>
              <p:nvPr/>
            </p:nvSpPr>
            <p:spPr>
              <a:xfrm>
                <a:off x="11665095" y="2332340"/>
                <a:ext cx="284619" cy="531780"/>
              </a:xfrm>
              <a:custGeom>
                <a:avLst/>
                <a:gdLst/>
                <a:ahLst/>
                <a:cxnLst/>
                <a:rect l="l" t="t" r="r" b="b"/>
                <a:pathLst>
                  <a:path w="284619" h="531780" extrusionOk="0">
                    <a:moveTo>
                      <a:pt x="113167" y="0"/>
                    </a:moveTo>
                    <a:cubicBezTo>
                      <a:pt x="113167" y="0"/>
                      <a:pt x="249661" y="28289"/>
                      <a:pt x="278236" y="179165"/>
                    </a:cubicBezTo>
                    <a:cubicBezTo>
                      <a:pt x="306811" y="330041"/>
                      <a:pt x="231563" y="405765"/>
                      <a:pt x="208132" y="455581"/>
                    </a:cubicBezTo>
                    <a:cubicBezTo>
                      <a:pt x="184700" y="505396"/>
                      <a:pt x="208989" y="531781"/>
                      <a:pt x="208989" y="531781"/>
                    </a:cubicBezTo>
                    <a:cubicBezTo>
                      <a:pt x="208989" y="531781"/>
                      <a:pt x="144028" y="519779"/>
                      <a:pt x="68114" y="413766"/>
                    </a:cubicBezTo>
                    <a:cubicBezTo>
                      <a:pt x="-7705" y="307753"/>
                      <a:pt x="-12277" y="188595"/>
                      <a:pt x="15917" y="121634"/>
                    </a:cubicBezTo>
                    <a:cubicBezTo>
                      <a:pt x="44016" y="54578"/>
                      <a:pt x="74496" y="27813"/>
                      <a:pt x="113072"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 name="Google Shape;264;p9"/>
              <p:cNvSpPr/>
              <p:nvPr/>
            </p:nvSpPr>
            <p:spPr>
              <a:xfrm>
                <a:off x="11466152" y="2088633"/>
                <a:ext cx="281535" cy="273996"/>
              </a:xfrm>
              <a:custGeom>
                <a:avLst/>
                <a:gdLst/>
                <a:ahLst/>
                <a:cxnLst/>
                <a:rect l="l" t="t" r="r" b="b"/>
                <a:pathLst>
                  <a:path w="281535" h="273996" extrusionOk="0">
                    <a:moveTo>
                      <a:pt x="281440" y="32823"/>
                    </a:moveTo>
                    <a:cubicBezTo>
                      <a:pt x="281440" y="32823"/>
                      <a:pt x="283726" y="118263"/>
                      <a:pt x="217241" y="177032"/>
                    </a:cubicBezTo>
                    <a:cubicBezTo>
                      <a:pt x="150662" y="235801"/>
                      <a:pt x="133231" y="271139"/>
                      <a:pt x="44267" y="256852"/>
                    </a:cubicBezTo>
                    <a:cubicBezTo>
                      <a:pt x="13788" y="251613"/>
                      <a:pt x="4834" y="273997"/>
                      <a:pt x="4834" y="273997"/>
                    </a:cubicBezTo>
                    <a:cubicBezTo>
                      <a:pt x="4834" y="273997"/>
                      <a:pt x="-14597" y="194368"/>
                      <a:pt x="24456" y="121120"/>
                    </a:cubicBezTo>
                    <a:cubicBezTo>
                      <a:pt x="63508" y="47873"/>
                      <a:pt x="179427" y="-52806"/>
                      <a:pt x="281535" y="328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 name="Google Shape;265;p9"/>
              <p:cNvSpPr/>
              <p:nvPr/>
            </p:nvSpPr>
            <p:spPr>
              <a:xfrm>
                <a:off x="11761499" y="2033215"/>
                <a:ext cx="363855" cy="229053"/>
              </a:xfrm>
              <a:custGeom>
                <a:avLst/>
                <a:gdLst/>
                <a:ahLst/>
                <a:cxnLst/>
                <a:rect l="l" t="t" r="r" b="b"/>
                <a:pathLst>
                  <a:path w="363855" h="229053" extrusionOk="0">
                    <a:moveTo>
                      <a:pt x="0" y="87289"/>
                    </a:moveTo>
                    <a:cubicBezTo>
                      <a:pt x="0" y="87289"/>
                      <a:pt x="22479" y="224354"/>
                      <a:pt x="192024" y="228069"/>
                    </a:cubicBezTo>
                    <a:cubicBezTo>
                      <a:pt x="305276" y="236070"/>
                      <a:pt x="308420" y="192160"/>
                      <a:pt x="363855" y="209114"/>
                    </a:cubicBezTo>
                    <a:cubicBezTo>
                      <a:pt x="291465" y="19091"/>
                      <a:pt x="183071" y="-12056"/>
                      <a:pt x="104965" y="3469"/>
                    </a:cubicBezTo>
                    <a:cubicBezTo>
                      <a:pt x="26861" y="18995"/>
                      <a:pt x="0" y="87385"/>
                      <a:pt x="0" y="873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 name="Google Shape;266;p9"/>
              <p:cNvSpPr/>
              <p:nvPr/>
            </p:nvSpPr>
            <p:spPr>
              <a:xfrm>
                <a:off x="11471939" y="1879723"/>
                <a:ext cx="297941" cy="118964"/>
              </a:xfrm>
              <a:custGeom>
                <a:avLst/>
                <a:gdLst/>
                <a:ahLst/>
                <a:cxnLst/>
                <a:rect l="l" t="t" r="r" b="b"/>
                <a:pathLst>
                  <a:path w="297941" h="118964" extrusionOk="0">
                    <a:moveTo>
                      <a:pt x="297942" y="55995"/>
                    </a:moveTo>
                    <a:cubicBezTo>
                      <a:pt x="297942" y="55995"/>
                      <a:pt x="208407" y="187536"/>
                      <a:pt x="0" y="70378"/>
                    </a:cubicBezTo>
                    <a:cubicBezTo>
                      <a:pt x="135350" y="-19062"/>
                      <a:pt x="203454" y="-22586"/>
                      <a:pt x="297942" y="559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 name="Google Shape;267;p9"/>
              <p:cNvSpPr/>
              <p:nvPr/>
            </p:nvSpPr>
            <p:spPr>
              <a:xfrm>
                <a:off x="11617589" y="1809418"/>
                <a:ext cx="220966" cy="185273"/>
              </a:xfrm>
              <a:custGeom>
                <a:avLst/>
                <a:gdLst/>
                <a:ahLst/>
                <a:cxnLst/>
                <a:rect l="l" t="t" r="r" b="b"/>
                <a:pathLst>
                  <a:path w="220966" h="185273" extrusionOk="0">
                    <a:moveTo>
                      <a:pt x="220967" y="185166"/>
                    </a:moveTo>
                    <a:lnTo>
                      <a:pt x="185629" y="57721"/>
                    </a:lnTo>
                    <a:lnTo>
                      <a:pt x="463" y="0"/>
                    </a:lnTo>
                    <a:cubicBezTo>
                      <a:pt x="-11729" y="196024"/>
                      <a:pt x="220967" y="185166"/>
                      <a:pt x="220967" y="1851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9"/>
              <p:cNvSpPr/>
              <p:nvPr/>
            </p:nvSpPr>
            <p:spPr>
              <a:xfrm>
                <a:off x="11546233" y="1778842"/>
                <a:ext cx="244102" cy="687609"/>
              </a:xfrm>
              <a:custGeom>
                <a:avLst/>
                <a:gdLst/>
                <a:ahLst/>
                <a:cxnLst/>
                <a:rect l="l" t="t" r="r" b="b"/>
                <a:pathLst>
                  <a:path w="244102" h="687609" extrusionOk="0">
                    <a:moveTo>
                      <a:pt x="243935" y="687610"/>
                    </a:moveTo>
                    <a:cubicBezTo>
                      <a:pt x="243935" y="687610"/>
                      <a:pt x="258032" y="178022"/>
                      <a:pt x="27432" y="0"/>
                    </a:cubicBezTo>
                    <a:lnTo>
                      <a:pt x="0" y="17431"/>
                    </a:lnTo>
                    <a:cubicBezTo>
                      <a:pt x="0" y="17431"/>
                      <a:pt x="219170" y="115634"/>
                      <a:pt x="243935" y="68761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 name="Google Shape;269;p9"/>
              <p:cNvSpPr/>
              <p:nvPr/>
            </p:nvSpPr>
            <p:spPr>
              <a:xfrm>
                <a:off x="11358591" y="1619299"/>
                <a:ext cx="322903" cy="362691"/>
              </a:xfrm>
              <a:custGeom>
                <a:avLst/>
                <a:gdLst/>
                <a:ahLst/>
                <a:cxnLst/>
                <a:rect l="l" t="t" r="r" b="b"/>
                <a:pathLst>
                  <a:path w="322903" h="362691" extrusionOk="0">
                    <a:moveTo>
                      <a:pt x="321659" y="164020"/>
                    </a:moveTo>
                    <a:cubicBezTo>
                      <a:pt x="321659" y="164020"/>
                      <a:pt x="360807" y="387953"/>
                      <a:pt x="0" y="360331"/>
                    </a:cubicBezTo>
                    <a:cubicBezTo>
                      <a:pt x="41148" y="220790"/>
                      <a:pt x="78867" y="61436"/>
                      <a:pt x="78867" y="61436"/>
                    </a:cubicBezTo>
                    <a:lnTo>
                      <a:pt x="256889" y="0"/>
                    </a:lnTo>
                    <a:lnTo>
                      <a:pt x="321659" y="16402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 name="Google Shape;270;p9"/>
              <p:cNvSpPr/>
              <p:nvPr/>
            </p:nvSpPr>
            <p:spPr>
              <a:xfrm>
                <a:off x="11304299" y="1263254"/>
                <a:ext cx="267425" cy="677227"/>
              </a:xfrm>
              <a:custGeom>
                <a:avLst/>
                <a:gdLst/>
                <a:ahLst/>
                <a:cxnLst/>
                <a:rect l="l" t="t" r="r" b="b"/>
                <a:pathLst>
                  <a:path w="267425" h="677227" extrusionOk="0">
                    <a:moveTo>
                      <a:pt x="255270" y="95250"/>
                    </a:moveTo>
                    <a:cubicBezTo>
                      <a:pt x="255270" y="95250"/>
                      <a:pt x="351949" y="662273"/>
                      <a:pt x="0" y="677227"/>
                    </a:cubicBezTo>
                    <a:cubicBezTo>
                      <a:pt x="97631" y="511588"/>
                      <a:pt x="-96583" y="44101"/>
                      <a:pt x="146399" y="0"/>
                    </a:cubicBezTo>
                    <a:cubicBezTo>
                      <a:pt x="246221" y="47244"/>
                      <a:pt x="255270" y="95250"/>
                      <a:pt x="255270" y="9525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9"/>
              <p:cNvSpPr/>
              <p:nvPr/>
            </p:nvSpPr>
            <p:spPr>
              <a:xfrm>
                <a:off x="11486480" y="1205839"/>
                <a:ext cx="448713" cy="728333"/>
              </a:xfrm>
              <a:custGeom>
                <a:avLst/>
                <a:gdLst/>
                <a:ahLst/>
                <a:cxnLst/>
                <a:rect l="l" t="t" r="r" b="b"/>
                <a:pathLst>
                  <a:path w="448713" h="728333" extrusionOk="0">
                    <a:moveTo>
                      <a:pt x="319024" y="53795"/>
                    </a:moveTo>
                    <a:cubicBezTo>
                      <a:pt x="319024" y="53795"/>
                      <a:pt x="468662" y="93991"/>
                      <a:pt x="446469" y="299445"/>
                    </a:cubicBezTo>
                    <a:cubicBezTo>
                      <a:pt x="424275" y="504899"/>
                      <a:pt x="323501" y="490898"/>
                      <a:pt x="430943" y="728261"/>
                    </a:cubicBezTo>
                    <a:cubicBezTo>
                      <a:pt x="294640" y="729690"/>
                      <a:pt x="121285" y="711592"/>
                      <a:pt x="82423" y="521759"/>
                    </a:cubicBezTo>
                    <a:cubicBezTo>
                      <a:pt x="43561" y="331925"/>
                      <a:pt x="-177229" y="-162613"/>
                      <a:pt x="318929" y="5370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 name="Google Shape;272;p9"/>
              <p:cNvSpPr/>
              <p:nvPr/>
            </p:nvSpPr>
            <p:spPr>
              <a:xfrm>
                <a:off x="11112084" y="966169"/>
                <a:ext cx="1084421" cy="779475"/>
              </a:xfrm>
              <a:custGeom>
                <a:avLst/>
                <a:gdLst/>
                <a:ahLst/>
                <a:cxnLst/>
                <a:rect l="l" t="t" r="r" b="b"/>
                <a:pathLst>
                  <a:path w="1084421" h="779475" extrusionOk="0">
                    <a:moveTo>
                      <a:pt x="150019" y="458057"/>
                    </a:moveTo>
                    <a:cubicBezTo>
                      <a:pt x="200501" y="395097"/>
                      <a:pt x="239649" y="337947"/>
                      <a:pt x="321850" y="325660"/>
                    </a:cubicBezTo>
                    <a:cubicBezTo>
                      <a:pt x="340995" y="535591"/>
                      <a:pt x="242792" y="650081"/>
                      <a:pt x="129445" y="662654"/>
                    </a:cubicBezTo>
                    <a:cubicBezTo>
                      <a:pt x="16097" y="675227"/>
                      <a:pt x="0" y="771906"/>
                      <a:pt x="0" y="771906"/>
                    </a:cubicBezTo>
                    <a:cubicBezTo>
                      <a:pt x="0" y="771906"/>
                      <a:pt x="16288" y="700754"/>
                      <a:pt x="178118" y="696278"/>
                    </a:cubicBezTo>
                    <a:cubicBezTo>
                      <a:pt x="339852" y="691801"/>
                      <a:pt x="392144" y="529400"/>
                      <a:pt x="405003" y="392811"/>
                    </a:cubicBezTo>
                    <a:cubicBezTo>
                      <a:pt x="417767" y="256222"/>
                      <a:pt x="514541" y="278321"/>
                      <a:pt x="514541" y="278321"/>
                    </a:cubicBezTo>
                    <a:cubicBezTo>
                      <a:pt x="514541" y="278321"/>
                      <a:pt x="680180" y="370332"/>
                      <a:pt x="716185" y="565880"/>
                    </a:cubicBezTo>
                    <a:cubicBezTo>
                      <a:pt x="752284" y="761429"/>
                      <a:pt x="858012" y="834104"/>
                      <a:pt x="1018889" y="735997"/>
                    </a:cubicBezTo>
                    <a:cubicBezTo>
                      <a:pt x="715899" y="810101"/>
                      <a:pt x="780383" y="460248"/>
                      <a:pt x="688181" y="327755"/>
                    </a:cubicBezTo>
                    <a:cubicBezTo>
                      <a:pt x="781050" y="244507"/>
                      <a:pt x="837914" y="255270"/>
                      <a:pt x="879062" y="396812"/>
                    </a:cubicBezTo>
                    <a:cubicBezTo>
                      <a:pt x="920210" y="538353"/>
                      <a:pt x="983361" y="597313"/>
                      <a:pt x="1084422" y="491204"/>
                    </a:cubicBezTo>
                    <a:cubicBezTo>
                      <a:pt x="982790" y="546163"/>
                      <a:pt x="953834" y="489680"/>
                      <a:pt x="904018" y="342614"/>
                    </a:cubicBezTo>
                    <a:cubicBezTo>
                      <a:pt x="854297" y="195453"/>
                      <a:pt x="791909" y="207454"/>
                      <a:pt x="721233" y="239459"/>
                    </a:cubicBezTo>
                    <a:cubicBezTo>
                      <a:pt x="650558" y="271367"/>
                      <a:pt x="613410" y="243364"/>
                      <a:pt x="575977" y="189833"/>
                    </a:cubicBezTo>
                    <a:cubicBezTo>
                      <a:pt x="538543" y="136303"/>
                      <a:pt x="534257" y="0"/>
                      <a:pt x="534257" y="0"/>
                    </a:cubicBezTo>
                    <a:lnTo>
                      <a:pt x="477488" y="571"/>
                    </a:lnTo>
                    <a:cubicBezTo>
                      <a:pt x="467868" y="168212"/>
                      <a:pt x="420148" y="228314"/>
                      <a:pt x="343757" y="248888"/>
                    </a:cubicBezTo>
                    <a:cubicBezTo>
                      <a:pt x="267272" y="269558"/>
                      <a:pt x="207931" y="295656"/>
                      <a:pt x="152210" y="395478"/>
                    </a:cubicBezTo>
                    <a:cubicBezTo>
                      <a:pt x="96488" y="495205"/>
                      <a:pt x="16955" y="490728"/>
                      <a:pt x="16955" y="490728"/>
                    </a:cubicBezTo>
                    <a:cubicBezTo>
                      <a:pt x="16955" y="490728"/>
                      <a:pt x="99632" y="521113"/>
                      <a:pt x="150019" y="458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 name="Google Shape;273;p9"/>
              <p:cNvSpPr/>
              <p:nvPr/>
            </p:nvSpPr>
            <p:spPr>
              <a:xfrm>
                <a:off x="11496109" y="627937"/>
                <a:ext cx="354260" cy="650271"/>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9"/>
              <p:cNvSpPr/>
              <p:nvPr/>
            </p:nvSpPr>
            <p:spPr>
              <a:xfrm>
                <a:off x="11236147" y="334091"/>
                <a:ext cx="335960" cy="35042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 name="Google Shape;275;p9"/>
              <p:cNvSpPr/>
              <p:nvPr/>
            </p:nvSpPr>
            <p:spPr>
              <a:xfrm>
                <a:off x="11588906" y="250592"/>
                <a:ext cx="456723" cy="278642"/>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 name="Google Shape;276;p9"/>
              <p:cNvSpPr/>
              <p:nvPr/>
            </p:nvSpPr>
            <p:spPr>
              <a:xfrm>
                <a:off x="11302774" y="-42147"/>
                <a:ext cx="343281" cy="834866"/>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77" name="Google Shape;277;p9"/>
            <p:cNvSpPr/>
            <p:nvPr/>
          </p:nvSpPr>
          <p:spPr>
            <a:xfrm rot="-5400000" flipH="1">
              <a:off x="480870"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78" name="Google Shape;278;p9"/>
            <p:cNvGrpSpPr/>
            <p:nvPr/>
          </p:nvGrpSpPr>
          <p:grpSpPr>
            <a:xfrm flipH="1">
              <a:off x="126124" y="104525"/>
              <a:ext cx="2181803" cy="2335108"/>
              <a:chOff x="6789974" y="208750"/>
              <a:chExt cx="2181803" cy="2335108"/>
            </a:xfrm>
          </p:grpSpPr>
          <p:sp>
            <p:nvSpPr>
              <p:cNvPr id="279" name="Google Shape;279;p9"/>
              <p:cNvSpPr/>
              <p:nvPr/>
            </p:nvSpPr>
            <p:spPr>
              <a:xfrm>
                <a:off x="8622036" y="2194213"/>
                <a:ext cx="187137" cy="349645"/>
              </a:xfrm>
              <a:custGeom>
                <a:avLst/>
                <a:gdLst/>
                <a:ahLst/>
                <a:cxnLst/>
                <a:rect l="l" t="t" r="r" b="b"/>
                <a:pathLst>
                  <a:path w="284619" h="531780" extrusionOk="0">
                    <a:moveTo>
                      <a:pt x="113167" y="0"/>
                    </a:moveTo>
                    <a:cubicBezTo>
                      <a:pt x="113167" y="0"/>
                      <a:pt x="249661" y="28289"/>
                      <a:pt x="278236" y="179165"/>
                    </a:cubicBezTo>
                    <a:cubicBezTo>
                      <a:pt x="306811" y="330041"/>
                      <a:pt x="231563" y="405765"/>
                      <a:pt x="208132" y="455581"/>
                    </a:cubicBezTo>
                    <a:cubicBezTo>
                      <a:pt x="184700" y="505396"/>
                      <a:pt x="208989" y="531781"/>
                      <a:pt x="208989" y="531781"/>
                    </a:cubicBezTo>
                    <a:cubicBezTo>
                      <a:pt x="208989" y="531781"/>
                      <a:pt x="144028" y="519779"/>
                      <a:pt x="68114" y="413766"/>
                    </a:cubicBezTo>
                    <a:cubicBezTo>
                      <a:pt x="-7705" y="307753"/>
                      <a:pt x="-12277" y="188595"/>
                      <a:pt x="15917" y="121634"/>
                    </a:cubicBezTo>
                    <a:cubicBezTo>
                      <a:pt x="44016" y="54578"/>
                      <a:pt x="74496" y="27813"/>
                      <a:pt x="113072"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 name="Google Shape;280;p9"/>
              <p:cNvSpPr/>
              <p:nvPr/>
            </p:nvSpPr>
            <p:spPr>
              <a:xfrm>
                <a:off x="8685363" y="1997720"/>
                <a:ext cx="239235" cy="150602"/>
              </a:xfrm>
              <a:custGeom>
                <a:avLst/>
                <a:gdLst/>
                <a:ahLst/>
                <a:cxnLst/>
                <a:rect l="l" t="t" r="r" b="b"/>
                <a:pathLst>
                  <a:path w="363855" h="229053" extrusionOk="0">
                    <a:moveTo>
                      <a:pt x="0" y="87289"/>
                    </a:moveTo>
                    <a:cubicBezTo>
                      <a:pt x="0" y="87289"/>
                      <a:pt x="22479" y="224354"/>
                      <a:pt x="192024" y="228069"/>
                    </a:cubicBezTo>
                    <a:cubicBezTo>
                      <a:pt x="305276" y="236070"/>
                      <a:pt x="308420" y="192160"/>
                      <a:pt x="363855" y="209114"/>
                    </a:cubicBezTo>
                    <a:cubicBezTo>
                      <a:pt x="291465" y="19091"/>
                      <a:pt x="183071" y="-12056"/>
                      <a:pt x="104965" y="3469"/>
                    </a:cubicBezTo>
                    <a:cubicBezTo>
                      <a:pt x="26861" y="18995"/>
                      <a:pt x="0" y="87385"/>
                      <a:pt x="0" y="873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 name="Google Shape;281;p9"/>
              <p:cNvSpPr/>
              <p:nvPr/>
            </p:nvSpPr>
            <p:spPr>
              <a:xfrm>
                <a:off x="8491353" y="2034124"/>
                <a:ext cx="185109" cy="180152"/>
              </a:xfrm>
              <a:custGeom>
                <a:avLst/>
                <a:gdLst/>
                <a:ahLst/>
                <a:cxnLst/>
                <a:rect l="l" t="t" r="r" b="b"/>
                <a:pathLst>
                  <a:path w="281535" h="273996" extrusionOk="0">
                    <a:moveTo>
                      <a:pt x="281440" y="32823"/>
                    </a:moveTo>
                    <a:cubicBezTo>
                      <a:pt x="281440" y="32823"/>
                      <a:pt x="283726" y="118263"/>
                      <a:pt x="217241" y="177032"/>
                    </a:cubicBezTo>
                    <a:cubicBezTo>
                      <a:pt x="150662" y="235801"/>
                      <a:pt x="133231" y="271139"/>
                      <a:pt x="44267" y="256852"/>
                    </a:cubicBezTo>
                    <a:cubicBezTo>
                      <a:pt x="13788" y="251613"/>
                      <a:pt x="4834" y="273997"/>
                      <a:pt x="4834" y="273997"/>
                    </a:cubicBezTo>
                    <a:cubicBezTo>
                      <a:pt x="4834" y="273997"/>
                      <a:pt x="-14597" y="194368"/>
                      <a:pt x="24456" y="121120"/>
                    </a:cubicBezTo>
                    <a:cubicBezTo>
                      <a:pt x="63508" y="47873"/>
                      <a:pt x="179427" y="-52806"/>
                      <a:pt x="281535" y="328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 name="Google Shape;282;p9"/>
              <p:cNvSpPr/>
              <p:nvPr/>
            </p:nvSpPr>
            <p:spPr>
              <a:xfrm>
                <a:off x="8543957" y="1830625"/>
                <a:ext cx="160497" cy="452103"/>
              </a:xfrm>
              <a:custGeom>
                <a:avLst/>
                <a:gdLst/>
                <a:ahLst/>
                <a:cxnLst/>
                <a:rect l="l" t="t" r="r" b="b"/>
                <a:pathLst>
                  <a:path w="244102" h="687609" extrusionOk="0">
                    <a:moveTo>
                      <a:pt x="243935" y="687610"/>
                    </a:moveTo>
                    <a:cubicBezTo>
                      <a:pt x="243935" y="687610"/>
                      <a:pt x="258032" y="178022"/>
                      <a:pt x="27432" y="0"/>
                    </a:cubicBezTo>
                    <a:lnTo>
                      <a:pt x="0" y="17431"/>
                    </a:lnTo>
                    <a:cubicBezTo>
                      <a:pt x="0" y="17431"/>
                      <a:pt x="219170" y="115634"/>
                      <a:pt x="243935" y="68761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 name="Google Shape;283;p9"/>
              <p:cNvSpPr/>
              <p:nvPr/>
            </p:nvSpPr>
            <p:spPr>
              <a:xfrm>
                <a:off x="8495154" y="1896893"/>
                <a:ext cx="195896" cy="78219"/>
              </a:xfrm>
              <a:custGeom>
                <a:avLst/>
                <a:gdLst/>
                <a:ahLst/>
                <a:cxnLst/>
                <a:rect l="l" t="t" r="r" b="b"/>
                <a:pathLst>
                  <a:path w="297941" h="118964" extrusionOk="0">
                    <a:moveTo>
                      <a:pt x="297942" y="55995"/>
                    </a:moveTo>
                    <a:cubicBezTo>
                      <a:pt x="297942" y="55995"/>
                      <a:pt x="208407" y="187536"/>
                      <a:pt x="0" y="70378"/>
                    </a:cubicBezTo>
                    <a:cubicBezTo>
                      <a:pt x="135350" y="-19062"/>
                      <a:pt x="203454" y="-22586"/>
                      <a:pt x="297942" y="559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 name="Google Shape;284;p9"/>
              <p:cNvSpPr/>
              <p:nvPr/>
            </p:nvSpPr>
            <p:spPr>
              <a:xfrm>
                <a:off x="8590830" y="1850710"/>
                <a:ext cx="145285" cy="121817"/>
              </a:xfrm>
              <a:custGeom>
                <a:avLst/>
                <a:gdLst/>
                <a:ahLst/>
                <a:cxnLst/>
                <a:rect l="l" t="t" r="r" b="b"/>
                <a:pathLst>
                  <a:path w="220966" h="185273" extrusionOk="0">
                    <a:moveTo>
                      <a:pt x="220967" y="185166"/>
                    </a:moveTo>
                    <a:lnTo>
                      <a:pt x="185629" y="57721"/>
                    </a:lnTo>
                    <a:lnTo>
                      <a:pt x="463" y="0"/>
                    </a:lnTo>
                    <a:cubicBezTo>
                      <a:pt x="-11729" y="196024"/>
                      <a:pt x="220967" y="185166"/>
                      <a:pt x="220967" y="1851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 name="Google Shape;285;p9"/>
              <p:cNvSpPr/>
              <p:nvPr/>
            </p:nvSpPr>
            <p:spPr>
              <a:xfrm>
                <a:off x="8420698" y="1725822"/>
                <a:ext cx="212309" cy="238469"/>
              </a:xfrm>
              <a:custGeom>
                <a:avLst/>
                <a:gdLst/>
                <a:ahLst/>
                <a:cxnLst/>
                <a:rect l="l" t="t" r="r" b="b"/>
                <a:pathLst>
                  <a:path w="322903" h="362691" extrusionOk="0">
                    <a:moveTo>
                      <a:pt x="321659" y="164020"/>
                    </a:moveTo>
                    <a:cubicBezTo>
                      <a:pt x="321659" y="164020"/>
                      <a:pt x="360807" y="387953"/>
                      <a:pt x="0" y="360331"/>
                    </a:cubicBezTo>
                    <a:cubicBezTo>
                      <a:pt x="41148" y="220790"/>
                      <a:pt x="78867" y="61436"/>
                      <a:pt x="78867" y="61436"/>
                    </a:cubicBezTo>
                    <a:lnTo>
                      <a:pt x="256889" y="0"/>
                    </a:lnTo>
                    <a:lnTo>
                      <a:pt x="321659" y="16402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 name="Google Shape;286;p9"/>
              <p:cNvSpPr/>
              <p:nvPr/>
            </p:nvSpPr>
            <p:spPr>
              <a:xfrm>
                <a:off x="8504706" y="1454224"/>
                <a:ext cx="295029" cy="478879"/>
              </a:xfrm>
              <a:custGeom>
                <a:avLst/>
                <a:gdLst/>
                <a:ahLst/>
                <a:cxnLst/>
                <a:rect l="l" t="t" r="r" b="b"/>
                <a:pathLst>
                  <a:path w="448713" h="728333" extrusionOk="0">
                    <a:moveTo>
                      <a:pt x="319024" y="53795"/>
                    </a:moveTo>
                    <a:cubicBezTo>
                      <a:pt x="319024" y="53795"/>
                      <a:pt x="468662" y="93991"/>
                      <a:pt x="446469" y="299445"/>
                    </a:cubicBezTo>
                    <a:cubicBezTo>
                      <a:pt x="424275" y="504899"/>
                      <a:pt x="323501" y="490898"/>
                      <a:pt x="430943" y="728261"/>
                    </a:cubicBezTo>
                    <a:cubicBezTo>
                      <a:pt x="294640" y="729690"/>
                      <a:pt x="121285" y="711592"/>
                      <a:pt x="82423" y="521759"/>
                    </a:cubicBezTo>
                    <a:cubicBezTo>
                      <a:pt x="43561" y="331925"/>
                      <a:pt x="-177229" y="-162613"/>
                      <a:pt x="318929" y="5370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 name="Google Shape;287;p9"/>
              <p:cNvSpPr/>
              <p:nvPr/>
            </p:nvSpPr>
            <p:spPr>
              <a:xfrm>
                <a:off x="8385034" y="1491939"/>
                <a:ext cx="175832" cy="445277"/>
              </a:xfrm>
              <a:custGeom>
                <a:avLst/>
                <a:gdLst/>
                <a:ahLst/>
                <a:cxnLst/>
                <a:rect l="l" t="t" r="r" b="b"/>
                <a:pathLst>
                  <a:path w="267425" h="677227" extrusionOk="0">
                    <a:moveTo>
                      <a:pt x="255270" y="95250"/>
                    </a:moveTo>
                    <a:cubicBezTo>
                      <a:pt x="255270" y="95250"/>
                      <a:pt x="351949" y="662273"/>
                      <a:pt x="0" y="677227"/>
                    </a:cubicBezTo>
                    <a:cubicBezTo>
                      <a:pt x="97631" y="511588"/>
                      <a:pt x="-96583" y="44101"/>
                      <a:pt x="146399" y="0"/>
                    </a:cubicBezTo>
                    <a:cubicBezTo>
                      <a:pt x="246221" y="47244"/>
                      <a:pt x="255270" y="95250"/>
                      <a:pt x="255270" y="9525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 name="Google Shape;288;p9"/>
              <p:cNvSpPr/>
              <p:nvPr/>
            </p:nvSpPr>
            <p:spPr>
              <a:xfrm>
                <a:off x="8258770" y="1296787"/>
                <a:ext cx="713007" cy="512505"/>
              </a:xfrm>
              <a:custGeom>
                <a:avLst/>
                <a:gdLst/>
                <a:ahLst/>
                <a:cxnLst/>
                <a:rect l="l" t="t" r="r" b="b"/>
                <a:pathLst>
                  <a:path w="1084421" h="779475" extrusionOk="0">
                    <a:moveTo>
                      <a:pt x="150019" y="458057"/>
                    </a:moveTo>
                    <a:cubicBezTo>
                      <a:pt x="200501" y="395097"/>
                      <a:pt x="239649" y="337947"/>
                      <a:pt x="321850" y="325660"/>
                    </a:cubicBezTo>
                    <a:cubicBezTo>
                      <a:pt x="340995" y="535591"/>
                      <a:pt x="242792" y="650081"/>
                      <a:pt x="129445" y="662654"/>
                    </a:cubicBezTo>
                    <a:cubicBezTo>
                      <a:pt x="16097" y="675227"/>
                      <a:pt x="0" y="771906"/>
                      <a:pt x="0" y="771906"/>
                    </a:cubicBezTo>
                    <a:cubicBezTo>
                      <a:pt x="0" y="771906"/>
                      <a:pt x="16288" y="700754"/>
                      <a:pt x="178118" y="696278"/>
                    </a:cubicBezTo>
                    <a:cubicBezTo>
                      <a:pt x="339852" y="691801"/>
                      <a:pt x="392144" y="529400"/>
                      <a:pt x="405003" y="392811"/>
                    </a:cubicBezTo>
                    <a:cubicBezTo>
                      <a:pt x="417767" y="256222"/>
                      <a:pt x="514541" y="278321"/>
                      <a:pt x="514541" y="278321"/>
                    </a:cubicBezTo>
                    <a:cubicBezTo>
                      <a:pt x="514541" y="278321"/>
                      <a:pt x="680180" y="370332"/>
                      <a:pt x="716185" y="565880"/>
                    </a:cubicBezTo>
                    <a:cubicBezTo>
                      <a:pt x="752284" y="761429"/>
                      <a:pt x="858012" y="834104"/>
                      <a:pt x="1018889" y="735997"/>
                    </a:cubicBezTo>
                    <a:cubicBezTo>
                      <a:pt x="715899" y="810101"/>
                      <a:pt x="780383" y="460248"/>
                      <a:pt x="688181" y="327755"/>
                    </a:cubicBezTo>
                    <a:cubicBezTo>
                      <a:pt x="781050" y="244507"/>
                      <a:pt x="837914" y="255270"/>
                      <a:pt x="879062" y="396812"/>
                    </a:cubicBezTo>
                    <a:cubicBezTo>
                      <a:pt x="920210" y="538353"/>
                      <a:pt x="983361" y="597313"/>
                      <a:pt x="1084422" y="491204"/>
                    </a:cubicBezTo>
                    <a:cubicBezTo>
                      <a:pt x="982790" y="546163"/>
                      <a:pt x="953834" y="489680"/>
                      <a:pt x="904018" y="342614"/>
                    </a:cubicBezTo>
                    <a:cubicBezTo>
                      <a:pt x="854297" y="195453"/>
                      <a:pt x="791909" y="207454"/>
                      <a:pt x="721233" y="239459"/>
                    </a:cubicBezTo>
                    <a:cubicBezTo>
                      <a:pt x="650558" y="271367"/>
                      <a:pt x="613410" y="243364"/>
                      <a:pt x="575977" y="189833"/>
                    </a:cubicBezTo>
                    <a:cubicBezTo>
                      <a:pt x="538543" y="136303"/>
                      <a:pt x="534257" y="0"/>
                      <a:pt x="534257" y="0"/>
                    </a:cubicBezTo>
                    <a:lnTo>
                      <a:pt x="477488" y="571"/>
                    </a:lnTo>
                    <a:cubicBezTo>
                      <a:pt x="467868" y="168212"/>
                      <a:pt x="420148" y="228314"/>
                      <a:pt x="343757" y="248888"/>
                    </a:cubicBezTo>
                    <a:cubicBezTo>
                      <a:pt x="267272" y="269558"/>
                      <a:pt x="207931" y="295656"/>
                      <a:pt x="152210" y="395478"/>
                    </a:cubicBezTo>
                    <a:cubicBezTo>
                      <a:pt x="96488" y="495205"/>
                      <a:pt x="16955" y="490728"/>
                      <a:pt x="16955" y="490728"/>
                    </a:cubicBezTo>
                    <a:cubicBezTo>
                      <a:pt x="16955" y="490728"/>
                      <a:pt x="99632" y="521113"/>
                      <a:pt x="150019" y="458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 name="Google Shape;289;p9"/>
              <p:cNvSpPr/>
              <p:nvPr/>
            </p:nvSpPr>
            <p:spPr>
              <a:xfrm>
                <a:off x="6789974" y="344934"/>
                <a:ext cx="350898" cy="186673"/>
              </a:xfrm>
              <a:custGeom>
                <a:avLst/>
                <a:gdLst/>
                <a:ahLst/>
                <a:cxnLst/>
                <a:rect l="l" t="t" r="r" b="b"/>
                <a:pathLst>
                  <a:path w="533685" h="283914" extrusionOk="0">
                    <a:moveTo>
                      <a:pt x="533686" y="166484"/>
                    </a:moveTo>
                    <a:cubicBezTo>
                      <a:pt x="533686" y="166484"/>
                      <a:pt x="502634" y="30562"/>
                      <a:pt x="351187" y="5130"/>
                    </a:cubicBezTo>
                    <a:cubicBezTo>
                      <a:pt x="199739" y="-20397"/>
                      <a:pt x="125540" y="56375"/>
                      <a:pt x="76200" y="80854"/>
                    </a:cubicBezTo>
                    <a:cubicBezTo>
                      <a:pt x="26860" y="105238"/>
                      <a:pt x="0" y="81521"/>
                      <a:pt x="0" y="81521"/>
                    </a:cubicBezTo>
                    <a:cubicBezTo>
                      <a:pt x="0" y="81521"/>
                      <a:pt x="13335" y="146291"/>
                      <a:pt x="120872" y="219919"/>
                    </a:cubicBezTo>
                    <a:cubicBezTo>
                      <a:pt x="228410" y="293643"/>
                      <a:pt x="347567" y="295643"/>
                      <a:pt x="414052" y="266115"/>
                    </a:cubicBezTo>
                    <a:cubicBezTo>
                      <a:pt x="480441" y="236588"/>
                      <a:pt x="506635" y="205632"/>
                      <a:pt x="533686" y="16648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 name="Google Shape;290;p9"/>
              <p:cNvSpPr/>
              <p:nvPr/>
            </p:nvSpPr>
            <p:spPr>
              <a:xfrm>
                <a:off x="7183849" y="225106"/>
                <a:ext cx="151751" cy="237606"/>
              </a:xfrm>
              <a:custGeom>
                <a:avLst/>
                <a:gdLst/>
                <a:ahLst/>
                <a:cxnLst/>
                <a:rect l="l" t="t" r="r" b="b"/>
                <a:pathLst>
                  <a:path w="230800" h="361378" extrusionOk="0">
                    <a:moveTo>
                      <a:pt x="146200" y="361379"/>
                    </a:moveTo>
                    <a:cubicBezTo>
                      <a:pt x="146200" y="361379"/>
                      <a:pt x="8659" y="341757"/>
                      <a:pt x="1611" y="172212"/>
                    </a:cubicBezTo>
                    <a:cubicBezTo>
                      <a:pt x="-8772" y="59150"/>
                      <a:pt x="35139" y="55150"/>
                      <a:pt x="17041" y="0"/>
                    </a:cubicBezTo>
                    <a:cubicBezTo>
                      <a:pt x="208494" y="68485"/>
                      <a:pt x="241926" y="176213"/>
                      <a:pt x="228020" y="254603"/>
                    </a:cubicBezTo>
                    <a:cubicBezTo>
                      <a:pt x="214113" y="333089"/>
                      <a:pt x="146295" y="361283"/>
                      <a:pt x="146295" y="3612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 name="Google Shape;291;p9"/>
              <p:cNvSpPr/>
              <p:nvPr/>
            </p:nvSpPr>
            <p:spPr>
              <a:xfrm>
                <a:off x="7124779" y="471628"/>
                <a:ext cx="177556" cy="187685"/>
              </a:xfrm>
              <a:custGeom>
                <a:avLst/>
                <a:gdLst/>
                <a:ahLst/>
                <a:cxnLst/>
                <a:rect l="l" t="t" r="r" b="b"/>
                <a:pathLst>
                  <a:path w="270047" h="285452" extrusionOk="0">
                    <a:moveTo>
                      <a:pt x="235458" y="0"/>
                    </a:moveTo>
                    <a:cubicBezTo>
                      <a:pt x="235458" y="0"/>
                      <a:pt x="149924" y="-571"/>
                      <a:pt x="92583" y="67151"/>
                    </a:cubicBezTo>
                    <a:cubicBezTo>
                      <a:pt x="35243" y="134874"/>
                      <a:pt x="191" y="153067"/>
                      <a:pt x="16288" y="241745"/>
                    </a:cubicBezTo>
                    <a:cubicBezTo>
                      <a:pt x="22193" y="272129"/>
                      <a:pt x="0" y="281559"/>
                      <a:pt x="0" y="281559"/>
                    </a:cubicBezTo>
                    <a:cubicBezTo>
                      <a:pt x="0" y="281559"/>
                      <a:pt x="80010" y="299371"/>
                      <a:pt x="152495" y="258794"/>
                    </a:cubicBezTo>
                    <a:cubicBezTo>
                      <a:pt x="224885" y="218218"/>
                      <a:pt x="323183" y="100298"/>
                      <a:pt x="23545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 name="Google Shape;292;p9"/>
              <p:cNvSpPr/>
              <p:nvPr/>
            </p:nvSpPr>
            <p:spPr>
              <a:xfrm>
                <a:off x="7052262" y="447778"/>
                <a:ext cx="454921" cy="151881"/>
              </a:xfrm>
              <a:custGeom>
                <a:avLst/>
                <a:gdLst/>
                <a:ahLst/>
                <a:cxnLst/>
                <a:rect l="l" t="t" r="r" b="b"/>
                <a:pathLst>
                  <a:path w="691895" h="230997" extrusionOk="0">
                    <a:moveTo>
                      <a:pt x="0" y="779"/>
                    </a:moveTo>
                    <a:cubicBezTo>
                      <a:pt x="0" y="779"/>
                      <a:pt x="509207" y="-23796"/>
                      <a:pt x="691896" y="203185"/>
                    </a:cubicBezTo>
                    <a:lnTo>
                      <a:pt x="675037" y="230998"/>
                    </a:lnTo>
                    <a:cubicBezTo>
                      <a:pt x="675037" y="230998"/>
                      <a:pt x="572357" y="13923"/>
                      <a:pt x="0" y="779"/>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 name="Google Shape;293;p9"/>
              <p:cNvSpPr/>
              <p:nvPr/>
            </p:nvSpPr>
            <p:spPr>
              <a:xfrm>
                <a:off x="8468750"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 name="Google Shape;294;p9"/>
              <p:cNvSpPr/>
              <p:nvPr/>
            </p:nvSpPr>
            <p:spPr>
              <a:xfrm>
                <a:off x="8515802"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 name="Google Shape;295;p9"/>
              <p:cNvSpPr/>
              <p:nvPr/>
            </p:nvSpPr>
            <p:spPr>
              <a:xfrm>
                <a:off x="8511031"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 name="Google Shape;296;p9"/>
              <p:cNvSpPr/>
              <p:nvPr/>
            </p:nvSpPr>
            <p:spPr>
              <a:xfrm>
                <a:off x="8571989"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 name="Google Shape;297;p9"/>
              <p:cNvSpPr/>
              <p:nvPr/>
            </p:nvSpPr>
            <p:spPr>
              <a:xfrm>
                <a:off x="8340266"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 name="Google Shape;298;p9"/>
              <p:cNvSpPr/>
              <p:nvPr/>
            </p:nvSpPr>
            <p:spPr>
              <a:xfrm>
                <a:off x="8384032"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 name="Google Shape;299;p9"/>
              <p:cNvSpPr/>
              <p:nvPr/>
            </p:nvSpPr>
            <p:spPr>
              <a:xfrm>
                <a:off x="7138356" y="564593"/>
                <a:ext cx="360441" cy="297931"/>
              </a:xfrm>
              <a:custGeom>
                <a:avLst/>
                <a:gdLst/>
                <a:ahLst/>
                <a:cxnLst/>
                <a:rect l="l" t="t" r="r" b="b"/>
                <a:pathLst>
                  <a:path w="548199" h="453127" extrusionOk="0">
                    <a:moveTo>
                      <a:pt x="540544" y="35737"/>
                    </a:moveTo>
                    <a:cubicBezTo>
                      <a:pt x="540544" y="35737"/>
                      <a:pt x="394621" y="-55798"/>
                      <a:pt x="240125" y="54121"/>
                    </a:cubicBezTo>
                    <a:cubicBezTo>
                      <a:pt x="85534" y="164134"/>
                      <a:pt x="87821" y="296056"/>
                      <a:pt x="66008" y="360540"/>
                    </a:cubicBezTo>
                    <a:cubicBezTo>
                      <a:pt x="44196" y="425024"/>
                      <a:pt x="0" y="427691"/>
                      <a:pt x="0" y="427691"/>
                    </a:cubicBezTo>
                    <a:cubicBezTo>
                      <a:pt x="0" y="427691"/>
                      <a:pt x="68199" y="472649"/>
                      <a:pt x="226504" y="443026"/>
                    </a:cubicBezTo>
                    <a:cubicBezTo>
                      <a:pt x="384810" y="413404"/>
                      <a:pt x="490728" y="311105"/>
                      <a:pt x="523018" y="227285"/>
                    </a:cubicBezTo>
                    <a:cubicBezTo>
                      <a:pt x="555307" y="143465"/>
                      <a:pt x="551021" y="93459"/>
                      <a:pt x="540449" y="356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 name="Google Shape;300;p9"/>
              <p:cNvSpPr/>
              <p:nvPr/>
            </p:nvSpPr>
            <p:spPr>
              <a:xfrm>
                <a:off x="7340765" y="303182"/>
                <a:ext cx="288718" cy="194157"/>
              </a:xfrm>
              <a:custGeom>
                <a:avLst/>
                <a:gdLst/>
                <a:ahLst/>
                <a:cxnLst/>
                <a:rect l="l" t="t" r="r" b="b"/>
                <a:pathLst>
                  <a:path w="439115" h="295296" extrusionOk="0">
                    <a:moveTo>
                      <a:pt x="428625" y="259190"/>
                    </a:moveTo>
                    <a:cubicBezTo>
                      <a:pt x="428625" y="259190"/>
                      <a:pt x="291275" y="362155"/>
                      <a:pt x="136969" y="220328"/>
                    </a:cubicBezTo>
                    <a:cubicBezTo>
                      <a:pt x="29146" y="130603"/>
                      <a:pt x="63913" y="88693"/>
                      <a:pt x="0" y="56403"/>
                    </a:cubicBezTo>
                    <a:cubicBezTo>
                      <a:pt x="227171" y="-51039"/>
                      <a:pt x="350425" y="13921"/>
                      <a:pt x="406813" y="94598"/>
                    </a:cubicBezTo>
                    <a:cubicBezTo>
                      <a:pt x="463201" y="175275"/>
                      <a:pt x="428625" y="259285"/>
                      <a:pt x="428625" y="2592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 name="Google Shape;301;p9"/>
              <p:cNvSpPr/>
              <p:nvPr/>
            </p:nvSpPr>
            <p:spPr>
              <a:xfrm>
                <a:off x="7585913" y="481827"/>
                <a:ext cx="152170" cy="296976"/>
              </a:xfrm>
              <a:custGeom>
                <a:avLst/>
                <a:gdLst/>
                <a:ahLst/>
                <a:cxnLst/>
                <a:rect l="l" t="t" r="r" b="b"/>
                <a:pathLst>
                  <a:path w="231437" h="451675" extrusionOk="0">
                    <a:moveTo>
                      <a:pt x="66954" y="0"/>
                    </a:moveTo>
                    <a:cubicBezTo>
                      <a:pt x="66954" y="0"/>
                      <a:pt x="-8294" y="74200"/>
                      <a:pt x="755" y="183547"/>
                    </a:cubicBezTo>
                    <a:cubicBezTo>
                      <a:pt x="9804" y="292894"/>
                      <a:pt x="-4865" y="339376"/>
                      <a:pt x="86671" y="402717"/>
                    </a:cubicBezTo>
                    <a:cubicBezTo>
                      <a:pt x="118389" y="424148"/>
                      <a:pt x="107245" y="451675"/>
                      <a:pt x="107245" y="451675"/>
                    </a:cubicBezTo>
                    <a:cubicBezTo>
                      <a:pt x="107245" y="451675"/>
                      <a:pt x="192779" y="397383"/>
                      <a:pt x="220592" y="298609"/>
                    </a:cubicBezTo>
                    <a:cubicBezTo>
                      <a:pt x="248405" y="199930"/>
                      <a:pt x="231260" y="10954"/>
                      <a:pt x="66954"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 name="Google Shape;302;p9"/>
              <p:cNvSpPr/>
              <p:nvPr/>
            </p:nvSpPr>
            <p:spPr>
              <a:xfrm>
                <a:off x="7411092" y="377529"/>
                <a:ext cx="519990" cy="282693"/>
              </a:xfrm>
              <a:custGeom>
                <a:avLst/>
                <a:gdLst/>
                <a:ahLst/>
                <a:cxnLst/>
                <a:rect l="l" t="t" r="r" b="b"/>
                <a:pathLst>
                  <a:path w="790860" h="429951" extrusionOk="0">
                    <a:moveTo>
                      <a:pt x="0" y="429951"/>
                    </a:moveTo>
                    <a:cubicBezTo>
                      <a:pt x="0" y="429951"/>
                      <a:pt x="423482" y="-36393"/>
                      <a:pt x="781336" y="2279"/>
                    </a:cubicBezTo>
                    <a:lnTo>
                      <a:pt x="790861" y="41331"/>
                    </a:lnTo>
                    <a:cubicBezTo>
                      <a:pt x="790861" y="41331"/>
                      <a:pt x="511492" y="-58681"/>
                      <a:pt x="0" y="42995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 name="Google Shape;303;p9"/>
              <p:cNvSpPr/>
              <p:nvPr/>
            </p:nvSpPr>
            <p:spPr>
              <a:xfrm>
                <a:off x="7596520"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 name="Google Shape;304;p9"/>
              <p:cNvSpPr/>
              <p:nvPr/>
            </p:nvSpPr>
            <p:spPr>
              <a:xfrm>
                <a:off x="7847445" y="665717"/>
                <a:ext cx="479283" cy="815715"/>
              </a:xfrm>
              <a:custGeom>
                <a:avLst/>
                <a:gdLst/>
                <a:ahLst/>
                <a:cxnLst/>
                <a:rect l="l" t="t" r="r" b="b"/>
                <a:pathLst>
                  <a:path w="728948" h="1240631" extrusionOk="0">
                    <a:moveTo>
                      <a:pt x="665321" y="67913"/>
                    </a:moveTo>
                    <a:cubicBezTo>
                      <a:pt x="668084" y="50864"/>
                      <a:pt x="660273" y="21717"/>
                      <a:pt x="588645" y="0"/>
                    </a:cubicBezTo>
                    <a:cubicBezTo>
                      <a:pt x="602456" y="149923"/>
                      <a:pt x="577120" y="370713"/>
                      <a:pt x="519589" y="435578"/>
                    </a:cubicBezTo>
                    <a:cubicBezTo>
                      <a:pt x="462058" y="500444"/>
                      <a:pt x="441960" y="629317"/>
                      <a:pt x="356902" y="694468"/>
                    </a:cubicBezTo>
                    <a:cubicBezTo>
                      <a:pt x="271843" y="759619"/>
                      <a:pt x="216884" y="778574"/>
                      <a:pt x="0" y="835914"/>
                    </a:cubicBezTo>
                    <a:lnTo>
                      <a:pt x="9430" y="857250"/>
                    </a:lnTo>
                    <a:cubicBezTo>
                      <a:pt x="9430" y="857250"/>
                      <a:pt x="183547" y="809530"/>
                      <a:pt x="272034" y="778002"/>
                    </a:cubicBezTo>
                    <a:cubicBezTo>
                      <a:pt x="196596" y="892112"/>
                      <a:pt x="102965" y="1018604"/>
                      <a:pt x="2000" y="1025747"/>
                    </a:cubicBezTo>
                    <a:cubicBezTo>
                      <a:pt x="23813" y="1065371"/>
                      <a:pt x="130778" y="1039749"/>
                      <a:pt x="311944" y="789813"/>
                    </a:cubicBezTo>
                    <a:cubicBezTo>
                      <a:pt x="348139" y="734282"/>
                      <a:pt x="381667" y="718661"/>
                      <a:pt x="381667" y="718661"/>
                    </a:cubicBezTo>
                    <a:cubicBezTo>
                      <a:pt x="381667" y="718661"/>
                      <a:pt x="345853" y="810863"/>
                      <a:pt x="350330" y="945642"/>
                    </a:cubicBezTo>
                    <a:cubicBezTo>
                      <a:pt x="354806" y="1080326"/>
                      <a:pt x="255365" y="1240631"/>
                      <a:pt x="255365" y="1240631"/>
                    </a:cubicBezTo>
                    <a:lnTo>
                      <a:pt x="289084" y="1240250"/>
                    </a:lnTo>
                    <a:cubicBezTo>
                      <a:pt x="289084" y="1240250"/>
                      <a:pt x="373380" y="1098518"/>
                      <a:pt x="378047" y="957548"/>
                    </a:cubicBezTo>
                    <a:cubicBezTo>
                      <a:pt x="382714" y="816578"/>
                      <a:pt x="397478" y="761333"/>
                      <a:pt x="448532" y="662845"/>
                    </a:cubicBezTo>
                    <a:cubicBezTo>
                      <a:pt x="499586" y="564356"/>
                      <a:pt x="523494" y="502825"/>
                      <a:pt x="551212" y="520922"/>
                    </a:cubicBezTo>
                    <a:cubicBezTo>
                      <a:pt x="578930" y="539020"/>
                      <a:pt x="614267" y="697897"/>
                      <a:pt x="615220" y="789813"/>
                    </a:cubicBezTo>
                    <a:cubicBezTo>
                      <a:pt x="616172" y="881634"/>
                      <a:pt x="553879" y="1084421"/>
                      <a:pt x="553879" y="1084421"/>
                    </a:cubicBezTo>
                    <a:lnTo>
                      <a:pt x="590455" y="1065657"/>
                    </a:lnTo>
                    <a:cubicBezTo>
                      <a:pt x="590455" y="1065657"/>
                      <a:pt x="634841" y="918210"/>
                      <a:pt x="637413" y="866108"/>
                    </a:cubicBezTo>
                    <a:cubicBezTo>
                      <a:pt x="668941" y="957644"/>
                      <a:pt x="704659" y="1150239"/>
                      <a:pt x="704659" y="1150239"/>
                    </a:cubicBezTo>
                    <a:lnTo>
                      <a:pt x="728948" y="1125474"/>
                    </a:lnTo>
                    <a:cubicBezTo>
                      <a:pt x="728948" y="1125474"/>
                      <a:pt x="677609" y="899351"/>
                      <a:pt x="655225" y="801624"/>
                    </a:cubicBezTo>
                    <a:cubicBezTo>
                      <a:pt x="632746" y="703897"/>
                      <a:pt x="640556" y="562928"/>
                      <a:pt x="575405" y="487013"/>
                    </a:cubicBezTo>
                    <a:cubicBezTo>
                      <a:pt x="582930" y="402717"/>
                      <a:pt x="656749" y="253365"/>
                      <a:pt x="660844" y="118300"/>
                    </a:cubicBezTo>
                    <a:cubicBezTo>
                      <a:pt x="661321" y="101346"/>
                      <a:pt x="662845" y="84582"/>
                      <a:pt x="665512" y="679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 name="Google Shape;305;p9"/>
              <p:cNvSpPr/>
              <p:nvPr/>
            </p:nvSpPr>
            <p:spPr>
              <a:xfrm>
                <a:off x="8346491" y="1441133"/>
                <a:ext cx="70545" cy="80386"/>
              </a:xfrm>
              <a:custGeom>
                <a:avLst/>
                <a:gdLst/>
                <a:ahLst/>
                <a:cxnLst/>
                <a:rect l="l" t="t" r="r" b="b"/>
                <a:pathLst>
                  <a:path w="107293" h="122260" extrusionOk="0">
                    <a:moveTo>
                      <a:pt x="40481" y="0"/>
                    </a:moveTo>
                    <a:cubicBezTo>
                      <a:pt x="40481" y="0"/>
                      <a:pt x="118110" y="28003"/>
                      <a:pt x="106013" y="45434"/>
                    </a:cubicBezTo>
                    <a:cubicBezTo>
                      <a:pt x="93917" y="62960"/>
                      <a:pt x="58960" y="43339"/>
                      <a:pt x="58960" y="43339"/>
                    </a:cubicBezTo>
                    <a:cubicBezTo>
                      <a:pt x="58960" y="43339"/>
                      <a:pt x="110109" y="106775"/>
                      <a:pt x="93917" y="118872"/>
                    </a:cubicBezTo>
                    <a:cubicBezTo>
                      <a:pt x="77724" y="130969"/>
                      <a:pt x="31052" y="75247"/>
                      <a:pt x="31052" y="75247"/>
                    </a:cubicBezTo>
                    <a:cubicBezTo>
                      <a:pt x="31052" y="75247"/>
                      <a:pt x="34862" y="115157"/>
                      <a:pt x="24194" y="121825"/>
                    </a:cubicBezTo>
                    <a:cubicBezTo>
                      <a:pt x="13525" y="128397"/>
                      <a:pt x="0" y="58388"/>
                      <a:pt x="0" y="58388"/>
                    </a:cubicBezTo>
                    <a:lnTo>
                      <a:pt x="40481"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 name="Google Shape;306;p9"/>
              <p:cNvSpPr/>
              <p:nvPr/>
            </p:nvSpPr>
            <p:spPr>
              <a:xfrm>
                <a:off x="8277964" y="1376129"/>
                <a:ext cx="121902" cy="112555"/>
              </a:xfrm>
              <a:custGeom>
                <a:avLst/>
                <a:gdLst/>
                <a:ahLst/>
                <a:cxnLst/>
                <a:rect l="l" t="t" r="r" b="b"/>
                <a:pathLst>
                  <a:path w="185402" h="171186" extrusionOk="0">
                    <a:moveTo>
                      <a:pt x="13358" y="139153"/>
                    </a:moveTo>
                    <a:cubicBezTo>
                      <a:pt x="-16265" y="95338"/>
                      <a:pt x="6595" y="52571"/>
                      <a:pt x="50410" y="23044"/>
                    </a:cubicBezTo>
                    <a:cubicBezTo>
                      <a:pt x="94225" y="-6484"/>
                      <a:pt x="142422" y="-11818"/>
                      <a:pt x="172045" y="31997"/>
                    </a:cubicBezTo>
                    <a:cubicBezTo>
                      <a:pt x="201667" y="75812"/>
                      <a:pt x="178807" y="118579"/>
                      <a:pt x="134992" y="148107"/>
                    </a:cubicBezTo>
                    <a:cubicBezTo>
                      <a:pt x="91177" y="177729"/>
                      <a:pt x="42981" y="182968"/>
                      <a:pt x="13358" y="139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 name="Google Shape;307;p9"/>
              <p:cNvSpPr/>
              <p:nvPr/>
            </p:nvSpPr>
            <p:spPr>
              <a:xfrm>
                <a:off x="7946531" y="1521222"/>
                <a:ext cx="84572" cy="78746"/>
              </a:xfrm>
              <a:custGeom>
                <a:avLst/>
                <a:gdLst/>
                <a:ahLst/>
                <a:cxnLst/>
                <a:rect l="l" t="t" r="r" b="b"/>
                <a:pathLst>
                  <a:path w="128627" h="119766" extrusionOk="0">
                    <a:moveTo>
                      <a:pt x="127098" y="12478"/>
                    </a:moveTo>
                    <a:cubicBezTo>
                      <a:pt x="127098" y="12478"/>
                      <a:pt x="135480" y="100679"/>
                      <a:pt x="113001" y="96965"/>
                    </a:cubicBezTo>
                    <a:cubicBezTo>
                      <a:pt x="90522" y="93250"/>
                      <a:pt x="93475" y="50292"/>
                      <a:pt x="93475" y="50292"/>
                    </a:cubicBezTo>
                    <a:cubicBezTo>
                      <a:pt x="93475" y="50292"/>
                      <a:pt x="55279" y="128969"/>
                      <a:pt x="36134" y="118872"/>
                    </a:cubicBezTo>
                    <a:cubicBezTo>
                      <a:pt x="16989" y="108680"/>
                      <a:pt x="49660" y="37814"/>
                      <a:pt x="49660" y="37814"/>
                    </a:cubicBezTo>
                    <a:cubicBezTo>
                      <a:pt x="49660" y="37814"/>
                      <a:pt x="12607" y="59817"/>
                      <a:pt x="1368" y="52483"/>
                    </a:cubicBezTo>
                    <a:cubicBezTo>
                      <a:pt x="-9872" y="45149"/>
                      <a:pt x="51850" y="0"/>
                      <a:pt x="51850" y="0"/>
                    </a:cubicBezTo>
                    <a:lnTo>
                      <a:pt x="127098" y="12573"/>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 name="Google Shape;308;p9"/>
              <p:cNvSpPr/>
              <p:nvPr/>
            </p:nvSpPr>
            <p:spPr>
              <a:xfrm>
                <a:off x="7956988" y="1432681"/>
                <a:ext cx="131857" cy="119065"/>
              </a:xfrm>
              <a:custGeom>
                <a:avLst/>
                <a:gdLst/>
                <a:ahLst/>
                <a:cxnLst/>
                <a:rect l="l" t="t" r="r" b="b"/>
                <a:pathLst>
                  <a:path w="200543" h="181087" extrusionOk="0">
                    <a:moveTo>
                      <a:pt x="11927" y="38013"/>
                    </a:moveTo>
                    <a:cubicBezTo>
                      <a:pt x="40883" y="-10755"/>
                      <a:pt x="92890" y="-8183"/>
                      <a:pt x="141658" y="20868"/>
                    </a:cubicBezTo>
                    <a:cubicBezTo>
                      <a:pt x="190426" y="49824"/>
                      <a:pt x="217667" y="94211"/>
                      <a:pt x="188616" y="143074"/>
                    </a:cubicBezTo>
                    <a:cubicBezTo>
                      <a:pt x="159660" y="191842"/>
                      <a:pt x="107654" y="189270"/>
                      <a:pt x="58886" y="160219"/>
                    </a:cubicBezTo>
                    <a:cubicBezTo>
                      <a:pt x="10117" y="131263"/>
                      <a:pt x="-17124" y="86876"/>
                      <a:pt x="11927" y="380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 name="Google Shape;309;p9"/>
              <p:cNvSpPr/>
              <p:nvPr/>
            </p:nvSpPr>
            <p:spPr>
              <a:xfrm>
                <a:off x="7741832" y="1359665"/>
                <a:ext cx="91181" cy="77026"/>
              </a:xfrm>
              <a:custGeom>
                <a:avLst/>
                <a:gdLst/>
                <a:ahLst/>
                <a:cxnLst/>
                <a:rect l="l" t="t" r="r" b="b"/>
                <a:pathLst>
                  <a:path w="138679" h="117150" extrusionOk="0">
                    <a:moveTo>
                      <a:pt x="138680" y="58584"/>
                    </a:moveTo>
                    <a:cubicBezTo>
                      <a:pt x="138680" y="58584"/>
                      <a:pt x="88769" y="131831"/>
                      <a:pt x="73814" y="114496"/>
                    </a:cubicBezTo>
                    <a:cubicBezTo>
                      <a:pt x="58860" y="97160"/>
                      <a:pt x="88578" y="66109"/>
                      <a:pt x="88578" y="66109"/>
                    </a:cubicBezTo>
                    <a:cubicBezTo>
                      <a:pt x="88578" y="66109"/>
                      <a:pt x="8949" y="102208"/>
                      <a:pt x="662" y="82206"/>
                    </a:cubicBezTo>
                    <a:cubicBezTo>
                      <a:pt x="-7529" y="62203"/>
                      <a:pt x="62956" y="28580"/>
                      <a:pt x="62956" y="28580"/>
                    </a:cubicBezTo>
                    <a:cubicBezTo>
                      <a:pt x="62956" y="28580"/>
                      <a:pt x="20379" y="21817"/>
                      <a:pt x="16379" y="8959"/>
                    </a:cubicBezTo>
                    <a:cubicBezTo>
                      <a:pt x="12378" y="-3900"/>
                      <a:pt x="88769" y="862"/>
                      <a:pt x="88769" y="862"/>
                    </a:cubicBezTo>
                    <a:lnTo>
                      <a:pt x="138584" y="58679"/>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 name="Google Shape;310;p9"/>
              <p:cNvSpPr/>
              <p:nvPr/>
            </p:nvSpPr>
            <p:spPr>
              <a:xfrm>
                <a:off x="7794877" y="1297887"/>
                <a:ext cx="112874" cy="134199"/>
              </a:xfrm>
              <a:custGeom>
                <a:avLst/>
                <a:gdLst/>
                <a:ahLst/>
                <a:cxnLst/>
                <a:rect l="l" t="t" r="r" b="b"/>
                <a:pathLst>
                  <a:path w="171671" h="204105" extrusionOk="0">
                    <a:moveTo>
                      <a:pt x="51451" y="5183"/>
                    </a:moveTo>
                    <a:cubicBezTo>
                      <a:pt x="104981" y="-13771"/>
                      <a:pt x="143176" y="21471"/>
                      <a:pt x="162226" y="74906"/>
                    </a:cubicBezTo>
                    <a:cubicBezTo>
                      <a:pt x="181181" y="128437"/>
                      <a:pt x="173752" y="179872"/>
                      <a:pt x="120221" y="198922"/>
                    </a:cubicBezTo>
                    <a:cubicBezTo>
                      <a:pt x="66691" y="217877"/>
                      <a:pt x="28495" y="182634"/>
                      <a:pt x="9445" y="129199"/>
                    </a:cubicBezTo>
                    <a:cubicBezTo>
                      <a:pt x="-9509" y="75668"/>
                      <a:pt x="-2080" y="24233"/>
                      <a:pt x="51451" y="51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 name="Google Shape;311;p9"/>
              <p:cNvSpPr/>
              <p:nvPr/>
            </p:nvSpPr>
            <p:spPr>
              <a:xfrm>
                <a:off x="8179939" y="1428995"/>
                <a:ext cx="66146" cy="69332"/>
              </a:xfrm>
              <a:custGeom>
                <a:avLst/>
                <a:gdLst/>
                <a:ahLst/>
                <a:cxnLst/>
                <a:rect l="l" t="t" r="r" b="b"/>
                <a:pathLst>
                  <a:path w="100602" h="105448" extrusionOk="0">
                    <a:moveTo>
                      <a:pt x="77716" y="0"/>
                    </a:moveTo>
                    <a:cubicBezTo>
                      <a:pt x="77716" y="0"/>
                      <a:pt x="113053" y="59531"/>
                      <a:pt x="95908" y="64389"/>
                    </a:cubicBezTo>
                    <a:cubicBezTo>
                      <a:pt x="78763" y="69247"/>
                      <a:pt x="66571" y="37909"/>
                      <a:pt x="66571" y="37909"/>
                    </a:cubicBezTo>
                    <a:cubicBezTo>
                      <a:pt x="66571" y="37909"/>
                      <a:pt x="65905" y="106204"/>
                      <a:pt x="48950" y="105442"/>
                    </a:cubicBezTo>
                    <a:cubicBezTo>
                      <a:pt x="32091" y="104680"/>
                      <a:pt x="31519" y="43625"/>
                      <a:pt x="31519" y="43625"/>
                    </a:cubicBezTo>
                    <a:cubicBezTo>
                      <a:pt x="31519" y="43625"/>
                      <a:pt x="12660" y="71533"/>
                      <a:pt x="2278" y="70104"/>
                    </a:cubicBezTo>
                    <a:cubicBezTo>
                      <a:pt x="-8105" y="68675"/>
                      <a:pt x="20375" y="16192"/>
                      <a:pt x="20375" y="16192"/>
                    </a:cubicBezTo>
                    <a:lnTo>
                      <a:pt x="77716"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 name="Google Shape;312;p9"/>
              <p:cNvSpPr/>
              <p:nvPr/>
            </p:nvSpPr>
            <p:spPr>
              <a:xfrm>
                <a:off x="8160746" y="1363241"/>
                <a:ext cx="105548" cy="83720"/>
              </a:xfrm>
              <a:custGeom>
                <a:avLst/>
                <a:gdLst/>
                <a:ahLst/>
                <a:cxnLst/>
                <a:rect l="l" t="t" r="r" b="b"/>
                <a:pathLst>
                  <a:path w="160529" h="127331" extrusionOk="0">
                    <a:moveTo>
                      <a:pt x="350" y="56093"/>
                    </a:moveTo>
                    <a:cubicBezTo>
                      <a:pt x="4541" y="11993"/>
                      <a:pt x="42069" y="-3533"/>
                      <a:pt x="86265" y="658"/>
                    </a:cubicBezTo>
                    <a:cubicBezTo>
                      <a:pt x="130461" y="4849"/>
                      <a:pt x="164370" y="27137"/>
                      <a:pt x="160179" y="71238"/>
                    </a:cubicBezTo>
                    <a:cubicBezTo>
                      <a:pt x="155988" y="115339"/>
                      <a:pt x="118460" y="130865"/>
                      <a:pt x="74264" y="126674"/>
                    </a:cubicBezTo>
                    <a:cubicBezTo>
                      <a:pt x="30163" y="122483"/>
                      <a:pt x="-3841" y="100194"/>
                      <a:pt x="350" y="5609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9"/>
              <p:cNvSpPr/>
              <p:nvPr/>
            </p:nvSpPr>
            <p:spPr>
              <a:xfrm>
                <a:off x="7751743" y="1199998"/>
                <a:ext cx="71618" cy="64405"/>
              </a:xfrm>
              <a:custGeom>
                <a:avLst/>
                <a:gdLst/>
                <a:ahLst/>
                <a:cxnLst/>
                <a:rect l="l" t="t" r="r" b="b"/>
                <a:pathLst>
                  <a:path w="108924" h="97954" extrusionOk="0">
                    <a:moveTo>
                      <a:pt x="108829" y="65524"/>
                    </a:moveTo>
                    <a:cubicBezTo>
                      <a:pt x="108829" y="65524"/>
                      <a:pt x="56251" y="110577"/>
                      <a:pt x="48536" y="94479"/>
                    </a:cubicBezTo>
                    <a:cubicBezTo>
                      <a:pt x="40821" y="78382"/>
                      <a:pt x="69586" y="61047"/>
                      <a:pt x="69586" y="61047"/>
                    </a:cubicBezTo>
                    <a:cubicBezTo>
                      <a:pt x="69586" y="61047"/>
                      <a:pt x="2149" y="72000"/>
                      <a:pt x="54" y="55237"/>
                    </a:cubicBezTo>
                    <a:cubicBezTo>
                      <a:pt x="-2042" y="38473"/>
                      <a:pt x="57966" y="27424"/>
                      <a:pt x="57966" y="27424"/>
                    </a:cubicBezTo>
                    <a:cubicBezTo>
                      <a:pt x="57966" y="27424"/>
                      <a:pt x="27295" y="13612"/>
                      <a:pt x="26914" y="3135"/>
                    </a:cubicBezTo>
                    <a:cubicBezTo>
                      <a:pt x="26533" y="-7343"/>
                      <a:pt x="83112" y="11803"/>
                      <a:pt x="83112" y="11803"/>
                    </a:cubicBezTo>
                    <a:lnTo>
                      <a:pt x="108924" y="65524"/>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9"/>
              <p:cNvSpPr/>
              <p:nvPr/>
            </p:nvSpPr>
            <p:spPr>
              <a:xfrm>
                <a:off x="7802103" y="1168991"/>
                <a:ext cx="83567" cy="105585"/>
              </a:xfrm>
              <a:custGeom>
                <a:avLst/>
                <a:gdLst/>
                <a:ahLst/>
                <a:cxnLst/>
                <a:rect l="l" t="t" r="r" b="b"/>
                <a:pathLst>
                  <a:path w="127098" h="160586" extrusionOk="0">
                    <a:moveTo>
                      <a:pt x="57310" y="236"/>
                    </a:moveTo>
                    <a:cubicBezTo>
                      <a:pt x="101506" y="-3193"/>
                      <a:pt x="123223" y="31192"/>
                      <a:pt x="126652" y="75388"/>
                    </a:cubicBezTo>
                    <a:cubicBezTo>
                      <a:pt x="130081" y="119584"/>
                      <a:pt x="113984" y="156922"/>
                      <a:pt x="69788" y="160351"/>
                    </a:cubicBezTo>
                    <a:cubicBezTo>
                      <a:pt x="25592" y="163780"/>
                      <a:pt x="3875" y="129395"/>
                      <a:pt x="446" y="85199"/>
                    </a:cubicBezTo>
                    <a:cubicBezTo>
                      <a:pt x="-2983" y="41003"/>
                      <a:pt x="13114" y="3665"/>
                      <a:pt x="57310" y="23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9"/>
              <p:cNvSpPr/>
              <p:nvPr/>
            </p:nvSpPr>
            <p:spPr>
              <a:xfrm>
                <a:off x="7733159"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9"/>
              <p:cNvSpPr/>
              <p:nvPr/>
            </p:nvSpPr>
            <p:spPr>
              <a:xfrm>
                <a:off x="8000978"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9"/>
              <p:cNvSpPr/>
              <p:nvPr/>
            </p:nvSpPr>
            <p:spPr>
              <a:xfrm>
                <a:off x="8093845"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 name="Google Shape;318;p9"/>
              <p:cNvSpPr/>
              <p:nvPr/>
            </p:nvSpPr>
            <p:spPr>
              <a:xfrm>
                <a:off x="7821280"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 name="Google Shape;319;p9"/>
              <p:cNvSpPr/>
              <p:nvPr/>
            </p:nvSpPr>
            <p:spPr>
              <a:xfrm>
                <a:off x="8229676"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 name="Google Shape;320;p9"/>
              <p:cNvSpPr/>
              <p:nvPr/>
            </p:nvSpPr>
            <p:spPr>
              <a:xfrm>
                <a:off x="8005118"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9"/>
              <p:cNvSpPr/>
              <p:nvPr/>
            </p:nvSpPr>
            <p:spPr>
              <a:xfrm>
                <a:off x="7900136"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 name="Google Shape;322;p9"/>
              <p:cNvSpPr/>
              <p:nvPr/>
            </p:nvSpPr>
            <p:spPr>
              <a:xfrm>
                <a:off x="8160100"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 name="Google Shape;323;p9"/>
              <p:cNvSpPr/>
              <p:nvPr/>
            </p:nvSpPr>
            <p:spPr>
              <a:xfrm>
                <a:off x="8183090"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 name="Google Shape;324;p9"/>
              <p:cNvSpPr/>
              <p:nvPr/>
            </p:nvSpPr>
            <p:spPr>
              <a:xfrm>
                <a:off x="8039593"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 name="Google Shape;325;p9"/>
              <p:cNvSpPr/>
              <p:nvPr/>
            </p:nvSpPr>
            <p:spPr>
              <a:xfrm>
                <a:off x="8291682"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 name="Google Shape;326;p9"/>
              <p:cNvSpPr/>
              <p:nvPr/>
            </p:nvSpPr>
            <p:spPr>
              <a:xfrm>
                <a:off x="7815720"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 name="Google Shape;327;p9"/>
              <p:cNvSpPr/>
              <p:nvPr/>
            </p:nvSpPr>
            <p:spPr>
              <a:xfrm>
                <a:off x="8077948"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9"/>
              <p:cNvSpPr/>
              <p:nvPr/>
            </p:nvSpPr>
            <p:spPr>
              <a:xfrm>
                <a:off x="7981400"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9"/>
              <p:cNvSpPr/>
              <p:nvPr/>
            </p:nvSpPr>
            <p:spPr>
              <a:xfrm>
                <a:off x="8130630"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 name="Google Shape;330;p9"/>
              <p:cNvSpPr/>
              <p:nvPr/>
            </p:nvSpPr>
            <p:spPr>
              <a:xfrm>
                <a:off x="8058426"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 name="Google Shape;331;p9"/>
              <p:cNvSpPr/>
              <p:nvPr/>
            </p:nvSpPr>
            <p:spPr>
              <a:xfrm>
                <a:off x="8028567" y="560378"/>
                <a:ext cx="151706" cy="167532"/>
              </a:xfrm>
              <a:custGeom>
                <a:avLst/>
                <a:gdLst/>
                <a:ahLst/>
                <a:cxnLst/>
                <a:rect l="l" t="t" r="r" b="b"/>
                <a:pathLst>
                  <a:path w="230732" h="254801" extrusionOk="0">
                    <a:moveTo>
                      <a:pt x="53648" y="5007"/>
                    </a:moveTo>
                    <a:cubicBezTo>
                      <a:pt x="53648" y="5007"/>
                      <a:pt x="2308" y="16152"/>
                      <a:pt x="22" y="123975"/>
                    </a:cubicBezTo>
                    <a:cubicBezTo>
                      <a:pt x="-2264" y="231798"/>
                      <a:pt x="176520" y="295996"/>
                      <a:pt x="230717" y="224749"/>
                    </a:cubicBezTo>
                    <a:cubicBezTo>
                      <a:pt x="231860" y="164361"/>
                      <a:pt x="169852" y="-33855"/>
                      <a:pt x="53648" y="500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9"/>
              <p:cNvSpPr/>
              <p:nvPr/>
            </p:nvSpPr>
            <p:spPr>
              <a:xfrm>
                <a:off x="8148375"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 name="Google Shape;333;p9"/>
              <p:cNvSpPr/>
              <p:nvPr/>
            </p:nvSpPr>
            <p:spPr>
              <a:xfrm>
                <a:off x="8072897"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 name="Google Shape;334;p9"/>
              <p:cNvSpPr/>
              <p:nvPr/>
            </p:nvSpPr>
            <p:spPr>
              <a:xfrm>
                <a:off x="8129226"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9"/>
              <p:cNvSpPr/>
              <p:nvPr/>
            </p:nvSpPr>
            <p:spPr>
              <a:xfrm>
                <a:off x="8048633"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 name="Google Shape;336;p9"/>
              <p:cNvSpPr/>
              <p:nvPr/>
            </p:nvSpPr>
            <p:spPr>
              <a:xfrm>
                <a:off x="7986223"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337" name="Google Shape;337;p9"/>
          <p:cNvSpPr txBox="1">
            <a:spLocks noGrp="1"/>
          </p:cNvSpPr>
          <p:nvPr>
            <p:ph type="title"/>
          </p:nvPr>
        </p:nvSpPr>
        <p:spPr>
          <a:xfrm>
            <a:off x="4860075" y="1400700"/>
            <a:ext cx="3391200" cy="11613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6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338" name="Google Shape;338;p9"/>
          <p:cNvSpPr txBox="1">
            <a:spLocks noGrp="1"/>
          </p:cNvSpPr>
          <p:nvPr>
            <p:ph type="subTitle" idx="1"/>
          </p:nvPr>
        </p:nvSpPr>
        <p:spPr>
          <a:xfrm>
            <a:off x="4860075" y="2562000"/>
            <a:ext cx="3391200" cy="1028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42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23"/>
        <p:cNvGrpSpPr/>
        <p:nvPr/>
      </p:nvGrpSpPr>
      <p:grpSpPr>
        <a:xfrm>
          <a:off x="0" y="0"/>
          <a:ext cx="0" cy="0"/>
          <a:chOff x="0" y="0"/>
          <a:chExt cx="0" cy="0"/>
        </a:xfrm>
      </p:grpSpPr>
      <p:grpSp>
        <p:nvGrpSpPr>
          <p:cNvPr id="424" name="Google Shape;424;p13"/>
          <p:cNvGrpSpPr/>
          <p:nvPr/>
        </p:nvGrpSpPr>
        <p:grpSpPr>
          <a:xfrm>
            <a:off x="116475" y="104525"/>
            <a:ext cx="8910977" cy="4926804"/>
            <a:chOff x="116475" y="104525"/>
            <a:chExt cx="8910977" cy="4926804"/>
          </a:xfrm>
        </p:grpSpPr>
        <p:sp>
          <p:nvSpPr>
            <p:cNvPr id="425" name="Google Shape;425;p13"/>
            <p:cNvSpPr/>
            <p:nvPr/>
          </p:nvSpPr>
          <p:spPr>
            <a:xfrm rot="-5400000">
              <a:off x="479520"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6" name="Google Shape;426;p13"/>
            <p:cNvSpPr/>
            <p:nvPr/>
          </p:nvSpPr>
          <p:spPr>
            <a:xfrm rot="5400000">
              <a:off x="7190750"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27" name="Google Shape;427;p13"/>
            <p:cNvGrpSpPr/>
            <p:nvPr/>
          </p:nvGrpSpPr>
          <p:grpSpPr>
            <a:xfrm>
              <a:off x="6845649" y="104525"/>
              <a:ext cx="2181803" cy="2335108"/>
              <a:chOff x="6789974" y="208750"/>
              <a:chExt cx="2181803" cy="2335108"/>
            </a:xfrm>
          </p:grpSpPr>
          <p:sp>
            <p:nvSpPr>
              <p:cNvPr id="428" name="Google Shape;428;p13"/>
              <p:cNvSpPr/>
              <p:nvPr/>
            </p:nvSpPr>
            <p:spPr>
              <a:xfrm>
                <a:off x="8622036" y="2194213"/>
                <a:ext cx="187137" cy="349645"/>
              </a:xfrm>
              <a:custGeom>
                <a:avLst/>
                <a:gdLst/>
                <a:ahLst/>
                <a:cxnLst/>
                <a:rect l="l" t="t" r="r" b="b"/>
                <a:pathLst>
                  <a:path w="284619" h="531780" extrusionOk="0">
                    <a:moveTo>
                      <a:pt x="113167" y="0"/>
                    </a:moveTo>
                    <a:cubicBezTo>
                      <a:pt x="113167" y="0"/>
                      <a:pt x="249661" y="28289"/>
                      <a:pt x="278236" y="179165"/>
                    </a:cubicBezTo>
                    <a:cubicBezTo>
                      <a:pt x="306811" y="330041"/>
                      <a:pt x="231563" y="405765"/>
                      <a:pt x="208132" y="455581"/>
                    </a:cubicBezTo>
                    <a:cubicBezTo>
                      <a:pt x="184700" y="505396"/>
                      <a:pt x="208989" y="531781"/>
                      <a:pt x="208989" y="531781"/>
                    </a:cubicBezTo>
                    <a:cubicBezTo>
                      <a:pt x="208989" y="531781"/>
                      <a:pt x="144028" y="519779"/>
                      <a:pt x="68114" y="413766"/>
                    </a:cubicBezTo>
                    <a:cubicBezTo>
                      <a:pt x="-7705" y="307753"/>
                      <a:pt x="-12277" y="188595"/>
                      <a:pt x="15917" y="121634"/>
                    </a:cubicBezTo>
                    <a:cubicBezTo>
                      <a:pt x="44016" y="54578"/>
                      <a:pt x="74496" y="27813"/>
                      <a:pt x="113072"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9" name="Google Shape;429;p13"/>
              <p:cNvSpPr/>
              <p:nvPr/>
            </p:nvSpPr>
            <p:spPr>
              <a:xfrm>
                <a:off x="8685363" y="1997720"/>
                <a:ext cx="239235" cy="150602"/>
              </a:xfrm>
              <a:custGeom>
                <a:avLst/>
                <a:gdLst/>
                <a:ahLst/>
                <a:cxnLst/>
                <a:rect l="l" t="t" r="r" b="b"/>
                <a:pathLst>
                  <a:path w="363855" h="229053" extrusionOk="0">
                    <a:moveTo>
                      <a:pt x="0" y="87289"/>
                    </a:moveTo>
                    <a:cubicBezTo>
                      <a:pt x="0" y="87289"/>
                      <a:pt x="22479" y="224354"/>
                      <a:pt x="192024" y="228069"/>
                    </a:cubicBezTo>
                    <a:cubicBezTo>
                      <a:pt x="305276" y="236070"/>
                      <a:pt x="308420" y="192160"/>
                      <a:pt x="363855" y="209114"/>
                    </a:cubicBezTo>
                    <a:cubicBezTo>
                      <a:pt x="291465" y="19091"/>
                      <a:pt x="183071" y="-12056"/>
                      <a:pt x="104965" y="3469"/>
                    </a:cubicBezTo>
                    <a:cubicBezTo>
                      <a:pt x="26861" y="18995"/>
                      <a:pt x="0" y="87385"/>
                      <a:pt x="0" y="873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0" name="Google Shape;430;p13"/>
              <p:cNvSpPr/>
              <p:nvPr/>
            </p:nvSpPr>
            <p:spPr>
              <a:xfrm>
                <a:off x="8491353" y="2034124"/>
                <a:ext cx="185109" cy="180152"/>
              </a:xfrm>
              <a:custGeom>
                <a:avLst/>
                <a:gdLst/>
                <a:ahLst/>
                <a:cxnLst/>
                <a:rect l="l" t="t" r="r" b="b"/>
                <a:pathLst>
                  <a:path w="281535" h="273996" extrusionOk="0">
                    <a:moveTo>
                      <a:pt x="281440" y="32823"/>
                    </a:moveTo>
                    <a:cubicBezTo>
                      <a:pt x="281440" y="32823"/>
                      <a:pt x="283726" y="118263"/>
                      <a:pt x="217241" y="177032"/>
                    </a:cubicBezTo>
                    <a:cubicBezTo>
                      <a:pt x="150662" y="235801"/>
                      <a:pt x="133231" y="271139"/>
                      <a:pt x="44267" y="256852"/>
                    </a:cubicBezTo>
                    <a:cubicBezTo>
                      <a:pt x="13788" y="251613"/>
                      <a:pt x="4834" y="273997"/>
                      <a:pt x="4834" y="273997"/>
                    </a:cubicBezTo>
                    <a:cubicBezTo>
                      <a:pt x="4834" y="273997"/>
                      <a:pt x="-14597" y="194368"/>
                      <a:pt x="24456" y="121120"/>
                    </a:cubicBezTo>
                    <a:cubicBezTo>
                      <a:pt x="63508" y="47873"/>
                      <a:pt x="179427" y="-52806"/>
                      <a:pt x="281535" y="328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1" name="Google Shape;431;p13"/>
              <p:cNvSpPr/>
              <p:nvPr/>
            </p:nvSpPr>
            <p:spPr>
              <a:xfrm>
                <a:off x="8543957" y="1830625"/>
                <a:ext cx="160497" cy="452103"/>
              </a:xfrm>
              <a:custGeom>
                <a:avLst/>
                <a:gdLst/>
                <a:ahLst/>
                <a:cxnLst/>
                <a:rect l="l" t="t" r="r" b="b"/>
                <a:pathLst>
                  <a:path w="244102" h="687609" extrusionOk="0">
                    <a:moveTo>
                      <a:pt x="243935" y="687610"/>
                    </a:moveTo>
                    <a:cubicBezTo>
                      <a:pt x="243935" y="687610"/>
                      <a:pt x="258032" y="178022"/>
                      <a:pt x="27432" y="0"/>
                    </a:cubicBezTo>
                    <a:lnTo>
                      <a:pt x="0" y="17431"/>
                    </a:lnTo>
                    <a:cubicBezTo>
                      <a:pt x="0" y="17431"/>
                      <a:pt x="219170" y="115634"/>
                      <a:pt x="243935" y="68761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2" name="Google Shape;432;p13"/>
              <p:cNvSpPr/>
              <p:nvPr/>
            </p:nvSpPr>
            <p:spPr>
              <a:xfrm>
                <a:off x="8495154" y="1896893"/>
                <a:ext cx="195896" cy="78219"/>
              </a:xfrm>
              <a:custGeom>
                <a:avLst/>
                <a:gdLst/>
                <a:ahLst/>
                <a:cxnLst/>
                <a:rect l="l" t="t" r="r" b="b"/>
                <a:pathLst>
                  <a:path w="297941" h="118964" extrusionOk="0">
                    <a:moveTo>
                      <a:pt x="297942" y="55995"/>
                    </a:moveTo>
                    <a:cubicBezTo>
                      <a:pt x="297942" y="55995"/>
                      <a:pt x="208407" y="187536"/>
                      <a:pt x="0" y="70378"/>
                    </a:cubicBezTo>
                    <a:cubicBezTo>
                      <a:pt x="135350" y="-19062"/>
                      <a:pt x="203454" y="-22586"/>
                      <a:pt x="297942" y="559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3" name="Google Shape;433;p13"/>
              <p:cNvSpPr/>
              <p:nvPr/>
            </p:nvSpPr>
            <p:spPr>
              <a:xfrm>
                <a:off x="8590830" y="1850710"/>
                <a:ext cx="145285" cy="121817"/>
              </a:xfrm>
              <a:custGeom>
                <a:avLst/>
                <a:gdLst/>
                <a:ahLst/>
                <a:cxnLst/>
                <a:rect l="l" t="t" r="r" b="b"/>
                <a:pathLst>
                  <a:path w="220966" h="185273" extrusionOk="0">
                    <a:moveTo>
                      <a:pt x="220967" y="185166"/>
                    </a:moveTo>
                    <a:lnTo>
                      <a:pt x="185629" y="57721"/>
                    </a:lnTo>
                    <a:lnTo>
                      <a:pt x="463" y="0"/>
                    </a:lnTo>
                    <a:cubicBezTo>
                      <a:pt x="-11729" y="196024"/>
                      <a:pt x="220967" y="185166"/>
                      <a:pt x="220967" y="1851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4" name="Google Shape;434;p13"/>
              <p:cNvSpPr/>
              <p:nvPr/>
            </p:nvSpPr>
            <p:spPr>
              <a:xfrm>
                <a:off x="8420698" y="1725822"/>
                <a:ext cx="212309" cy="238469"/>
              </a:xfrm>
              <a:custGeom>
                <a:avLst/>
                <a:gdLst/>
                <a:ahLst/>
                <a:cxnLst/>
                <a:rect l="l" t="t" r="r" b="b"/>
                <a:pathLst>
                  <a:path w="322903" h="362691" extrusionOk="0">
                    <a:moveTo>
                      <a:pt x="321659" y="164020"/>
                    </a:moveTo>
                    <a:cubicBezTo>
                      <a:pt x="321659" y="164020"/>
                      <a:pt x="360807" y="387953"/>
                      <a:pt x="0" y="360331"/>
                    </a:cubicBezTo>
                    <a:cubicBezTo>
                      <a:pt x="41148" y="220790"/>
                      <a:pt x="78867" y="61436"/>
                      <a:pt x="78867" y="61436"/>
                    </a:cubicBezTo>
                    <a:lnTo>
                      <a:pt x="256889" y="0"/>
                    </a:lnTo>
                    <a:lnTo>
                      <a:pt x="321659" y="16402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5" name="Google Shape;435;p13"/>
              <p:cNvSpPr/>
              <p:nvPr/>
            </p:nvSpPr>
            <p:spPr>
              <a:xfrm>
                <a:off x="8504706" y="1454224"/>
                <a:ext cx="295029" cy="478879"/>
              </a:xfrm>
              <a:custGeom>
                <a:avLst/>
                <a:gdLst/>
                <a:ahLst/>
                <a:cxnLst/>
                <a:rect l="l" t="t" r="r" b="b"/>
                <a:pathLst>
                  <a:path w="448713" h="728333" extrusionOk="0">
                    <a:moveTo>
                      <a:pt x="319024" y="53795"/>
                    </a:moveTo>
                    <a:cubicBezTo>
                      <a:pt x="319024" y="53795"/>
                      <a:pt x="468662" y="93991"/>
                      <a:pt x="446469" y="299445"/>
                    </a:cubicBezTo>
                    <a:cubicBezTo>
                      <a:pt x="424275" y="504899"/>
                      <a:pt x="323501" y="490898"/>
                      <a:pt x="430943" y="728261"/>
                    </a:cubicBezTo>
                    <a:cubicBezTo>
                      <a:pt x="294640" y="729690"/>
                      <a:pt x="121285" y="711592"/>
                      <a:pt x="82423" y="521759"/>
                    </a:cubicBezTo>
                    <a:cubicBezTo>
                      <a:pt x="43561" y="331925"/>
                      <a:pt x="-177229" y="-162613"/>
                      <a:pt x="318929" y="5370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6" name="Google Shape;436;p13"/>
              <p:cNvSpPr/>
              <p:nvPr/>
            </p:nvSpPr>
            <p:spPr>
              <a:xfrm>
                <a:off x="8385034" y="1491939"/>
                <a:ext cx="175832" cy="445277"/>
              </a:xfrm>
              <a:custGeom>
                <a:avLst/>
                <a:gdLst/>
                <a:ahLst/>
                <a:cxnLst/>
                <a:rect l="l" t="t" r="r" b="b"/>
                <a:pathLst>
                  <a:path w="267425" h="677227" extrusionOk="0">
                    <a:moveTo>
                      <a:pt x="255270" y="95250"/>
                    </a:moveTo>
                    <a:cubicBezTo>
                      <a:pt x="255270" y="95250"/>
                      <a:pt x="351949" y="662273"/>
                      <a:pt x="0" y="677227"/>
                    </a:cubicBezTo>
                    <a:cubicBezTo>
                      <a:pt x="97631" y="511588"/>
                      <a:pt x="-96583" y="44101"/>
                      <a:pt x="146399" y="0"/>
                    </a:cubicBezTo>
                    <a:cubicBezTo>
                      <a:pt x="246221" y="47244"/>
                      <a:pt x="255270" y="95250"/>
                      <a:pt x="255270" y="9525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7" name="Google Shape;437;p13"/>
              <p:cNvSpPr/>
              <p:nvPr/>
            </p:nvSpPr>
            <p:spPr>
              <a:xfrm>
                <a:off x="8258770" y="1296787"/>
                <a:ext cx="713007" cy="512505"/>
              </a:xfrm>
              <a:custGeom>
                <a:avLst/>
                <a:gdLst/>
                <a:ahLst/>
                <a:cxnLst/>
                <a:rect l="l" t="t" r="r" b="b"/>
                <a:pathLst>
                  <a:path w="1084421" h="779475" extrusionOk="0">
                    <a:moveTo>
                      <a:pt x="150019" y="458057"/>
                    </a:moveTo>
                    <a:cubicBezTo>
                      <a:pt x="200501" y="395097"/>
                      <a:pt x="239649" y="337947"/>
                      <a:pt x="321850" y="325660"/>
                    </a:cubicBezTo>
                    <a:cubicBezTo>
                      <a:pt x="340995" y="535591"/>
                      <a:pt x="242792" y="650081"/>
                      <a:pt x="129445" y="662654"/>
                    </a:cubicBezTo>
                    <a:cubicBezTo>
                      <a:pt x="16097" y="675227"/>
                      <a:pt x="0" y="771906"/>
                      <a:pt x="0" y="771906"/>
                    </a:cubicBezTo>
                    <a:cubicBezTo>
                      <a:pt x="0" y="771906"/>
                      <a:pt x="16288" y="700754"/>
                      <a:pt x="178118" y="696278"/>
                    </a:cubicBezTo>
                    <a:cubicBezTo>
                      <a:pt x="339852" y="691801"/>
                      <a:pt x="392144" y="529400"/>
                      <a:pt x="405003" y="392811"/>
                    </a:cubicBezTo>
                    <a:cubicBezTo>
                      <a:pt x="417767" y="256222"/>
                      <a:pt x="514541" y="278321"/>
                      <a:pt x="514541" y="278321"/>
                    </a:cubicBezTo>
                    <a:cubicBezTo>
                      <a:pt x="514541" y="278321"/>
                      <a:pt x="680180" y="370332"/>
                      <a:pt x="716185" y="565880"/>
                    </a:cubicBezTo>
                    <a:cubicBezTo>
                      <a:pt x="752284" y="761429"/>
                      <a:pt x="858012" y="834104"/>
                      <a:pt x="1018889" y="735997"/>
                    </a:cubicBezTo>
                    <a:cubicBezTo>
                      <a:pt x="715899" y="810101"/>
                      <a:pt x="780383" y="460248"/>
                      <a:pt x="688181" y="327755"/>
                    </a:cubicBezTo>
                    <a:cubicBezTo>
                      <a:pt x="781050" y="244507"/>
                      <a:pt x="837914" y="255270"/>
                      <a:pt x="879062" y="396812"/>
                    </a:cubicBezTo>
                    <a:cubicBezTo>
                      <a:pt x="920210" y="538353"/>
                      <a:pt x="983361" y="597313"/>
                      <a:pt x="1084422" y="491204"/>
                    </a:cubicBezTo>
                    <a:cubicBezTo>
                      <a:pt x="982790" y="546163"/>
                      <a:pt x="953834" y="489680"/>
                      <a:pt x="904018" y="342614"/>
                    </a:cubicBezTo>
                    <a:cubicBezTo>
                      <a:pt x="854297" y="195453"/>
                      <a:pt x="791909" y="207454"/>
                      <a:pt x="721233" y="239459"/>
                    </a:cubicBezTo>
                    <a:cubicBezTo>
                      <a:pt x="650558" y="271367"/>
                      <a:pt x="613410" y="243364"/>
                      <a:pt x="575977" y="189833"/>
                    </a:cubicBezTo>
                    <a:cubicBezTo>
                      <a:pt x="538543" y="136303"/>
                      <a:pt x="534257" y="0"/>
                      <a:pt x="534257" y="0"/>
                    </a:cubicBezTo>
                    <a:lnTo>
                      <a:pt x="477488" y="571"/>
                    </a:lnTo>
                    <a:cubicBezTo>
                      <a:pt x="467868" y="168212"/>
                      <a:pt x="420148" y="228314"/>
                      <a:pt x="343757" y="248888"/>
                    </a:cubicBezTo>
                    <a:cubicBezTo>
                      <a:pt x="267272" y="269558"/>
                      <a:pt x="207931" y="295656"/>
                      <a:pt x="152210" y="395478"/>
                    </a:cubicBezTo>
                    <a:cubicBezTo>
                      <a:pt x="96488" y="495205"/>
                      <a:pt x="16955" y="490728"/>
                      <a:pt x="16955" y="490728"/>
                    </a:cubicBezTo>
                    <a:cubicBezTo>
                      <a:pt x="16955" y="490728"/>
                      <a:pt x="99632" y="521113"/>
                      <a:pt x="150019" y="458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8" name="Google Shape;438;p13"/>
              <p:cNvSpPr/>
              <p:nvPr/>
            </p:nvSpPr>
            <p:spPr>
              <a:xfrm>
                <a:off x="6789974" y="344934"/>
                <a:ext cx="350898" cy="186673"/>
              </a:xfrm>
              <a:custGeom>
                <a:avLst/>
                <a:gdLst/>
                <a:ahLst/>
                <a:cxnLst/>
                <a:rect l="l" t="t" r="r" b="b"/>
                <a:pathLst>
                  <a:path w="533685" h="283914" extrusionOk="0">
                    <a:moveTo>
                      <a:pt x="533686" y="166484"/>
                    </a:moveTo>
                    <a:cubicBezTo>
                      <a:pt x="533686" y="166484"/>
                      <a:pt x="502634" y="30562"/>
                      <a:pt x="351187" y="5130"/>
                    </a:cubicBezTo>
                    <a:cubicBezTo>
                      <a:pt x="199739" y="-20397"/>
                      <a:pt x="125540" y="56375"/>
                      <a:pt x="76200" y="80854"/>
                    </a:cubicBezTo>
                    <a:cubicBezTo>
                      <a:pt x="26860" y="105238"/>
                      <a:pt x="0" y="81521"/>
                      <a:pt x="0" y="81521"/>
                    </a:cubicBezTo>
                    <a:cubicBezTo>
                      <a:pt x="0" y="81521"/>
                      <a:pt x="13335" y="146291"/>
                      <a:pt x="120872" y="219919"/>
                    </a:cubicBezTo>
                    <a:cubicBezTo>
                      <a:pt x="228410" y="293643"/>
                      <a:pt x="347567" y="295643"/>
                      <a:pt x="414052" y="266115"/>
                    </a:cubicBezTo>
                    <a:cubicBezTo>
                      <a:pt x="480441" y="236588"/>
                      <a:pt x="506635" y="205632"/>
                      <a:pt x="533686" y="16648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9" name="Google Shape;439;p13"/>
              <p:cNvSpPr/>
              <p:nvPr/>
            </p:nvSpPr>
            <p:spPr>
              <a:xfrm>
                <a:off x="7183849" y="225106"/>
                <a:ext cx="151751" cy="237606"/>
              </a:xfrm>
              <a:custGeom>
                <a:avLst/>
                <a:gdLst/>
                <a:ahLst/>
                <a:cxnLst/>
                <a:rect l="l" t="t" r="r" b="b"/>
                <a:pathLst>
                  <a:path w="230800" h="361378" extrusionOk="0">
                    <a:moveTo>
                      <a:pt x="146200" y="361379"/>
                    </a:moveTo>
                    <a:cubicBezTo>
                      <a:pt x="146200" y="361379"/>
                      <a:pt x="8659" y="341757"/>
                      <a:pt x="1611" y="172212"/>
                    </a:cubicBezTo>
                    <a:cubicBezTo>
                      <a:pt x="-8772" y="59150"/>
                      <a:pt x="35139" y="55150"/>
                      <a:pt x="17041" y="0"/>
                    </a:cubicBezTo>
                    <a:cubicBezTo>
                      <a:pt x="208494" y="68485"/>
                      <a:pt x="241926" y="176213"/>
                      <a:pt x="228020" y="254603"/>
                    </a:cubicBezTo>
                    <a:cubicBezTo>
                      <a:pt x="214113" y="333089"/>
                      <a:pt x="146295" y="361283"/>
                      <a:pt x="146295" y="3612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0" name="Google Shape;440;p13"/>
              <p:cNvSpPr/>
              <p:nvPr/>
            </p:nvSpPr>
            <p:spPr>
              <a:xfrm>
                <a:off x="7124779" y="471628"/>
                <a:ext cx="177556" cy="187685"/>
              </a:xfrm>
              <a:custGeom>
                <a:avLst/>
                <a:gdLst/>
                <a:ahLst/>
                <a:cxnLst/>
                <a:rect l="l" t="t" r="r" b="b"/>
                <a:pathLst>
                  <a:path w="270047" h="285452" extrusionOk="0">
                    <a:moveTo>
                      <a:pt x="235458" y="0"/>
                    </a:moveTo>
                    <a:cubicBezTo>
                      <a:pt x="235458" y="0"/>
                      <a:pt x="149924" y="-571"/>
                      <a:pt x="92583" y="67151"/>
                    </a:cubicBezTo>
                    <a:cubicBezTo>
                      <a:pt x="35243" y="134874"/>
                      <a:pt x="191" y="153067"/>
                      <a:pt x="16288" y="241745"/>
                    </a:cubicBezTo>
                    <a:cubicBezTo>
                      <a:pt x="22193" y="272129"/>
                      <a:pt x="0" y="281559"/>
                      <a:pt x="0" y="281559"/>
                    </a:cubicBezTo>
                    <a:cubicBezTo>
                      <a:pt x="0" y="281559"/>
                      <a:pt x="80010" y="299371"/>
                      <a:pt x="152495" y="258794"/>
                    </a:cubicBezTo>
                    <a:cubicBezTo>
                      <a:pt x="224885" y="218218"/>
                      <a:pt x="323183" y="100298"/>
                      <a:pt x="23545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1" name="Google Shape;441;p13"/>
              <p:cNvSpPr/>
              <p:nvPr/>
            </p:nvSpPr>
            <p:spPr>
              <a:xfrm>
                <a:off x="7052262" y="447778"/>
                <a:ext cx="454921" cy="151881"/>
              </a:xfrm>
              <a:custGeom>
                <a:avLst/>
                <a:gdLst/>
                <a:ahLst/>
                <a:cxnLst/>
                <a:rect l="l" t="t" r="r" b="b"/>
                <a:pathLst>
                  <a:path w="691895" h="230997" extrusionOk="0">
                    <a:moveTo>
                      <a:pt x="0" y="779"/>
                    </a:moveTo>
                    <a:cubicBezTo>
                      <a:pt x="0" y="779"/>
                      <a:pt x="509207" y="-23796"/>
                      <a:pt x="691896" y="203185"/>
                    </a:cubicBezTo>
                    <a:lnTo>
                      <a:pt x="675037" y="230998"/>
                    </a:lnTo>
                    <a:cubicBezTo>
                      <a:pt x="675037" y="230998"/>
                      <a:pt x="572357" y="13923"/>
                      <a:pt x="0" y="779"/>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2" name="Google Shape;442;p13"/>
              <p:cNvSpPr/>
              <p:nvPr/>
            </p:nvSpPr>
            <p:spPr>
              <a:xfrm>
                <a:off x="8468750"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3" name="Google Shape;443;p13"/>
              <p:cNvSpPr/>
              <p:nvPr/>
            </p:nvSpPr>
            <p:spPr>
              <a:xfrm>
                <a:off x="8515802"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4" name="Google Shape;444;p13"/>
              <p:cNvSpPr/>
              <p:nvPr/>
            </p:nvSpPr>
            <p:spPr>
              <a:xfrm>
                <a:off x="8511031"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13"/>
              <p:cNvSpPr/>
              <p:nvPr/>
            </p:nvSpPr>
            <p:spPr>
              <a:xfrm>
                <a:off x="8571989"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6" name="Google Shape;446;p13"/>
              <p:cNvSpPr/>
              <p:nvPr/>
            </p:nvSpPr>
            <p:spPr>
              <a:xfrm>
                <a:off x="8340266"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7" name="Google Shape;447;p13"/>
              <p:cNvSpPr/>
              <p:nvPr/>
            </p:nvSpPr>
            <p:spPr>
              <a:xfrm>
                <a:off x="8384032"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8" name="Google Shape;448;p13"/>
              <p:cNvSpPr/>
              <p:nvPr/>
            </p:nvSpPr>
            <p:spPr>
              <a:xfrm>
                <a:off x="7138356" y="564593"/>
                <a:ext cx="360441" cy="297931"/>
              </a:xfrm>
              <a:custGeom>
                <a:avLst/>
                <a:gdLst/>
                <a:ahLst/>
                <a:cxnLst/>
                <a:rect l="l" t="t" r="r" b="b"/>
                <a:pathLst>
                  <a:path w="548199" h="453127" extrusionOk="0">
                    <a:moveTo>
                      <a:pt x="540544" y="35737"/>
                    </a:moveTo>
                    <a:cubicBezTo>
                      <a:pt x="540544" y="35737"/>
                      <a:pt x="394621" y="-55798"/>
                      <a:pt x="240125" y="54121"/>
                    </a:cubicBezTo>
                    <a:cubicBezTo>
                      <a:pt x="85534" y="164134"/>
                      <a:pt x="87821" y="296056"/>
                      <a:pt x="66008" y="360540"/>
                    </a:cubicBezTo>
                    <a:cubicBezTo>
                      <a:pt x="44196" y="425024"/>
                      <a:pt x="0" y="427691"/>
                      <a:pt x="0" y="427691"/>
                    </a:cubicBezTo>
                    <a:cubicBezTo>
                      <a:pt x="0" y="427691"/>
                      <a:pt x="68199" y="472649"/>
                      <a:pt x="226504" y="443026"/>
                    </a:cubicBezTo>
                    <a:cubicBezTo>
                      <a:pt x="384810" y="413404"/>
                      <a:pt x="490728" y="311105"/>
                      <a:pt x="523018" y="227285"/>
                    </a:cubicBezTo>
                    <a:cubicBezTo>
                      <a:pt x="555307" y="143465"/>
                      <a:pt x="551021" y="93459"/>
                      <a:pt x="540449" y="356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9" name="Google Shape;449;p13"/>
              <p:cNvSpPr/>
              <p:nvPr/>
            </p:nvSpPr>
            <p:spPr>
              <a:xfrm>
                <a:off x="7340765" y="303182"/>
                <a:ext cx="288718" cy="194157"/>
              </a:xfrm>
              <a:custGeom>
                <a:avLst/>
                <a:gdLst/>
                <a:ahLst/>
                <a:cxnLst/>
                <a:rect l="l" t="t" r="r" b="b"/>
                <a:pathLst>
                  <a:path w="439115" h="295296" extrusionOk="0">
                    <a:moveTo>
                      <a:pt x="428625" y="259190"/>
                    </a:moveTo>
                    <a:cubicBezTo>
                      <a:pt x="428625" y="259190"/>
                      <a:pt x="291275" y="362155"/>
                      <a:pt x="136969" y="220328"/>
                    </a:cubicBezTo>
                    <a:cubicBezTo>
                      <a:pt x="29146" y="130603"/>
                      <a:pt x="63913" y="88693"/>
                      <a:pt x="0" y="56403"/>
                    </a:cubicBezTo>
                    <a:cubicBezTo>
                      <a:pt x="227171" y="-51039"/>
                      <a:pt x="350425" y="13921"/>
                      <a:pt x="406813" y="94598"/>
                    </a:cubicBezTo>
                    <a:cubicBezTo>
                      <a:pt x="463201" y="175275"/>
                      <a:pt x="428625" y="259285"/>
                      <a:pt x="428625" y="2592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0" name="Google Shape;450;p13"/>
              <p:cNvSpPr/>
              <p:nvPr/>
            </p:nvSpPr>
            <p:spPr>
              <a:xfrm>
                <a:off x="7585913" y="481827"/>
                <a:ext cx="152170" cy="296976"/>
              </a:xfrm>
              <a:custGeom>
                <a:avLst/>
                <a:gdLst/>
                <a:ahLst/>
                <a:cxnLst/>
                <a:rect l="l" t="t" r="r" b="b"/>
                <a:pathLst>
                  <a:path w="231437" h="451675" extrusionOk="0">
                    <a:moveTo>
                      <a:pt x="66954" y="0"/>
                    </a:moveTo>
                    <a:cubicBezTo>
                      <a:pt x="66954" y="0"/>
                      <a:pt x="-8294" y="74200"/>
                      <a:pt x="755" y="183547"/>
                    </a:cubicBezTo>
                    <a:cubicBezTo>
                      <a:pt x="9804" y="292894"/>
                      <a:pt x="-4865" y="339376"/>
                      <a:pt x="86671" y="402717"/>
                    </a:cubicBezTo>
                    <a:cubicBezTo>
                      <a:pt x="118389" y="424148"/>
                      <a:pt x="107245" y="451675"/>
                      <a:pt x="107245" y="451675"/>
                    </a:cubicBezTo>
                    <a:cubicBezTo>
                      <a:pt x="107245" y="451675"/>
                      <a:pt x="192779" y="397383"/>
                      <a:pt x="220592" y="298609"/>
                    </a:cubicBezTo>
                    <a:cubicBezTo>
                      <a:pt x="248405" y="199930"/>
                      <a:pt x="231260" y="10954"/>
                      <a:pt x="66954"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1" name="Google Shape;451;p13"/>
              <p:cNvSpPr/>
              <p:nvPr/>
            </p:nvSpPr>
            <p:spPr>
              <a:xfrm>
                <a:off x="7411092" y="377529"/>
                <a:ext cx="519990" cy="282693"/>
              </a:xfrm>
              <a:custGeom>
                <a:avLst/>
                <a:gdLst/>
                <a:ahLst/>
                <a:cxnLst/>
                <a:rect l="l" t="t" r="r" b="b"/>
                <a:pathLst>
                  <a:path w="790860" h="429951" extrusionOk="0">
                    <a:moveTo>
                      <a:pt x="0" y="429951"/>
                    </a:moveTo>
                    <a:cubicBezTo>
                      <a:pt x="0" y="429951"/>
                      <a:pt x="423482" y="-36393"/>
                      <a:pt x="781336" y="2279"/>
                    </a:cubicBezTo>
                    <a:lnTo>
                      <a:pt x="790861" y="41331"/>
                    </a:lnTo>
                    <a:cubicBezTo>
                      <a:pt x="790861" y="41331"/>
                      <a:pt x="511492" y="-58681"/>
                      <a:pt x="0" y="42995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2" name="Google Shape;452;p13"/>
              <p:cNvSpPr/>
              <p:nvPr/>
            </p:nvSpPr>
            <p:spPr>
              <a:xfrm>
                <a:off x="7596520"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3" name="Google Shape;453;p13"/>
              <p:cNvSpPr/>
              <p:nvPr/>
            </p:nvSpPr>
            <p:spPr>
              <a:xfrm>
                <a:off x="7847445" y="665717"/>
                <a:ext cx="479283" cy="815715"/>
              </a:xfrm>
              <a:custGeom>
                <a:avLst/>
                <a:gdLst/>
                <a:ahLst/>
                <a:cxnLst/>
                <a:rect l="l" t="t" r="r" b="b"/>
                <a:pathLst>
                  <a:path w="728948" h="1240631" extrusionOk="0">
                    <a:moveTo>
                      <a:pt x="665321" y="67913"/>
                    </a:moveTo>
                    <a:cubicBezTo>
                      <a:pt x="668084" y="50864"/>
                      <a:pt x="660273" y="21717"/>
                      <a:pt x="588645" y="0"/>
                    </a:cubicBezTo>
                    <a:cubicBezTo>
                      <a:pt x="602456" y="149923"/>
                      <a:pt x="577120" y="370713"/>
                      <a:pt x="519589" y="435578"/>
                    </a:cubicBezTo>
                    <a:cubicBezTo>
                      <a:pt x="462058" y="500444"/>
                      <a:pt x="441960" y="629317"/>
                      <a:pt x="356902" y="694468"/>
                    </a:cubicBezTo>
                    <a:cubicBezTo>
                      <a:pt x="271843" y="759619"/>
                      <a:pt x="216884" y="778574"/>
                      <a:pt x="0" y="835914"/>
                    </a:cubicBezTo>
                    <a:lnTo>
                      <a:pt x="9430" y="857250"/>
                    </a:lnTo>
                    <a:cubicBezTo>
                      <a:pt x="9430" y="857250"/>
                      <a:pt x="183547" y="809530"/>
                      <a:pt x="272034" y="778002"/>
                    </a:cubicBezTo>
                    <a:cubicBezTo>
                      <a:pt x="196596" y="892112"/>
                      <a:pt x="102965" y="1018604"/>
                      <a:pt x="2000" y="1025747"/>
                    </a:cubicBezTo>
                    <a:cubicBezTo>
                      <a:pt x="23813" y="1065371"/>
                      <a:pt x="130778" y="1039749"/>
                      <a:pt x="311944" y="789813"/>
                    </a:cubicBezTo>
                    <a:cubicBezTo>
                      <a:pt x="348139" y="734282"/>
                      <a:pt x="381667" y="718661"/>
                      <a:pt x="381667" y="718661"/>
                    </a:cubicBezTo>
                    <a:cubicBezTo>
                      <a:pt x="381667" y="718661"/>
                      <a:pt x="345853" y="810863"/>
                      <a:pt x="350330" y="945642"/>
                    </a:cubicBezTo>
                    <a:cubicBezTo>
                      <a:pt x="354806" y="1080326"/>
                      <a:pt x="255365" y="1240631"/>
                      <a:pt x="255365" y="1240631"/>
                    </a:cubicBezTo>
                    <a:lnTo>
                      <a:pt x="289084" y="1240250"/>
                    </a:lnTo>
                    <a:cubicBezTo>
                      <a:pt x="289084" y="1240250"/>
                      <a:pt x="373380" y="1098518"/>
                      <a:pt x="378047" y="957548"/>
                    </a:cubicBezTo>
                    <a:cubicBezTo>
                      <a:pt x="382714" y="816578"/>
                      <a:pt x="397478" y="761333"/>
                      <a:pt x="448532" y="662845"/>
                    </a:cubicBezTo>
                    <a:cubicBezTo>
                      <a:pt x="499586" y="564356"/>
                      <a:pt x="523494" y="502825"/>
                      <a:pt x="551212" y="520922"/>
                    </a:cubicBezTo>
                    <a:cubicBezTo>
                      <a:pt x="578930" y="539020"/>
                      <a:pt x="614267" y="697897"/>
                      <a:pt x="615220" y="789813"/>
                    </a:cubicBezTo>
                    <a:cubicBezTo>
                      <a:pt x="616172" y="881634"/>
                      <a:pt x="553879" y="1084421"/>
                      <a:pt x="553879" y="1084421"/>
                    </a:cubicBezTo>
                    <a:lnTo>
                      <a:pt x="590455" y="1065657"/>
                    </a:lnTo>
                    <a:cubicBezTo>
                      <a:pt x="590455" y="1065657"/>
                      <a:pt x="634841" y="918210"/>
                      <a:pt x="637413" y="866108"/>
                    </a:cubicBezTo>
                    <a:cubicBezTo>
                      <a:pt x="668941" y="957644"/>
                      <a:pt x="704659" y="1150239"/>
                      <a:pt x="704659" y="1150239"/>
                    </a:cubicBezTo>
                    <a:lnTo>
                      <a:pt x="728948" y="1125474"/>
                    </a:lnTo>
                    <a:cubicBezTo>
                      <a:pt x="728948" y="1125474"/>
                      <a:pt x="677609" y="899351"/>
                      <a:pt x="655225" y="801624"/>
                    </a:cubicBezTo>
                    <a:cubicBezTo>
                      <a:pt x="632746" y="703897"/>
                      <a:pt x="640556" y="562928"/>
                      <a:pt x="575405" y="487013"/>
                    </a:cubicBezTo>
                    <a:cubicBezTo>
                      <a:pt x="582930" y="402717"/>
                      <a:pt x="656749" y="253365"/>
                      <a:pt x="660844" y="118300"/>
                    </a:cubicBezTo>
                    <a:cubicBezTo>
                      <a:pt x="661321" y="101346"/>
                      <a:pt x="662845" y="84582"/>
                      <a:pt x="665512" y="679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4" name="Google Shape;454;p13"/>
              <p:cNvSpPr/>
              <p:nvPr/>
            </p:nvSpPr>
            <p:spPr>
              <a:xfrm>
                <a:off x="8346491" y="1441133"/>
                <a:ext cx="70545" cy="80386"/>
              </a:xfrm>
              <a:custGeom>
                <a:avLst/>
                <a:gdLst/>
                <a:ahLst/>
                <a:cxnLst/>
                <a:rect l="l" t="t" r="r" b="b"/>
                <a:pathLst>
                  <a:path w="107293" h="122260" extrusionOk="0">
                    <a:moveTo>
                      <a:pt x="40481" y="0"/>
                    </a:moveTo>
                    <a:cubicBezTo>
                      <a:pt x="40481" y="0"/>
                      <a:pt x="118110" y="28003"/>
                      <a:pt x="106013" y="45434"/>
                    </a:cubicBezTo>
                    <a:cubicBezTo>
                      <a:pt x="93917" y="62960"/>
                      <a:pt x="58960" y="43339"/>
                      <a:pt x="58960" y="43339"/>
                    </a:cubicBezTo>
                    <a:cubicBezTo>
                      <a:pt x="58960" y="43339"/>
                      <a:pt x="110109" y="106775"/>
                      <a:pt x="93917" y="118872"/>
                    </a:cubicBezTo>
                    <a:cubicBezTo>
                      <a:pt x="77724" y="130969"/>
                      <a:pt x="31052" y="75247"/>
                      <a:pt x="31052" y="75247"/>
                    </a:cubicBezTo>
                    <a:cubicBezTo>
                      <a:pt x="31052" y="75247"/>
                      <a:pt x="34862" y="115157"/>
                      <a:pt x="24194" y="121825"/>
                    </a:cubicBezTo>
                    <a:cubicBezTo>
                      <a:pt x="13525" y="128397"/>
                      <a:pt x="0" y="58388"/>
                      <a:pt x="0" y="58388"/>
                    </a:cubicBezTo>
                    <a:lnTo>
                      <a:pt x="40481"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5" name="Google Shape;455;p13"/>
              <p:cNvSpPr/>
              <p:nvPr/>
            </p:nvSpPr>
            <p:spPr>
              <a:xfrm>
                <a:off x="8277964" y="1376129"/>
                <a:ext cx="121902" cy="112555"/>
              </a:xfrm>
              <a:custGeom>
                <a:avLst/>
                <a:gdLst/>
                <a:ahLst/>
                <a:cxnLst/>
                <a:rect l="l" t="t" r="r" b="b"/>
                <a:pathLst>
                  <a:path w="185402" h="171186" extrusionOk="0">
                    <a:moveTo>
                      <a:pt x="13358" y="139153"/>
                    </a:moveTo>
                    <a:cubicBezTo>
                      <a:pt x="-16265" y="95338"/>
                      <a:pt x="6595" y="52571"/>
                      <a:pt x="50410" y="23044"/>
                    </a:cubicBezTo>
                    <a:cubicBezTo>
                      <a:pt x="94225" y="-6484"/>
                      <a:pt x="142422" y="-11818"/>
                      <a:pt x="172045" y="31997"/>
                    </a:cubicBezTo>
                    <a:cubicBezTo>
                      <a:pt x="201667" y="75812"/>
                      <a:pt x="178807" y="118579"/>
                      <a:pt x="134992" y="148107"/>
                    </a:cubicBezTo>
                    <a:cubicBezTo>
                      <a:pt x="91177" y="177729"/>
                      <a:pt x="42981" y="182968"/>
                      <a:pt x="13358" y="139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6" name="Google Shape;456;p13"/>
              <p:cNvSpPr/>
              <p:nvPr/>
            </p:nvSpPr>
            <p:spPr>
              <a:xfrm>
                <a:off x="7946531" y="1521222"/>
                <a:ext cx="84572" cy="78746"/>
              </a:xfrm>
              <a:custGeom>
                <a:avLst/>
                <a:gdLst/>
                <a:ahLst/>
                <a:cxnLst/>
                <a:rect l="l" t="t" r="r" b="b"/>
                <a:pathLst>
                  <a:path w="128627" h="119766" extrusionOk="0">
                    <a:moveTo>
                      <a:pt x="127098" y="12478"/>
                    </a:moveTo>
                    <a:cubicBezTo>
                      <a:pt x="127098" y="12478"/>
                      <a:pt x="135480" y="100679"/>
                      <a:pt x="113001" y="96965"/>
                    </a:cubicBezTo>
                    <a:cubicBezTo>
                      <a:pt x="90522" y="93250"/>
                      <a:pt x="93475" y="50292"/>
                      <a:pt x="93475" y="50292"/>
                    </a:cubicBezTo>
                    <a:cubicBezTo>
                      <a:pt x="93475" y="50292"/>
                      <a:pt x="55279" y="128969"/>
                      <a:pt x="36134" y="118872"/>
                    </a:cubicBezTo>
                    <a:cubicBezTo>
                      <a:pt x="16989" y="108680"/>
                      <a:pt x="49660" y="37814"/>
                      <a:pt x="49660" y="37814"/>
                    </a:cubicBezTo>
                    <a:cubicBezTo>
                      <a:pt x="49660" y="37814"/>
                      <a:pt x="12607" y="59817"/>
                      <a:pt x="1368" y="52483"/>
                    </a:cubicBezTo>
                    <a:cubicBezTo>
                      <a:pt x="-9872" y="45149"/>
                      <a:pt x="51850" y="0"/>
                      <a:pt x="51850" y="0"/>
                    </a:cubicBezTo>
                    <a:lnTo>
                      <a:pt x="127098" y="12573"/>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7" name="Google Shape;457;p13"/>
              <p:cNvSpPr/>
              <p:nvPr/>
            </p:nvSpPr>
            <p:spPr>
              <a:xfrm>
                <a:off x="7956988" y="1432681"/>
                <a:ext cx="131857" cy="119065"/>
              </a:xfrm>
              <a:custGeom>
                <a:avLst/>
                <a:gdLst/>
                <a:ahLst/>
                <a:cxnLst/>
                <a:rect l="l" t="t" r="r" b="b"/>
                <a:pathLst>
                  <a:path w="200543" h="181087" extrusionOk="0">
                    <a:moveTo>
                      <a:pt x="11927" y="38013"/>
                    </a:moveTo>
                    <a:cubicBezTo>
                      <a:pt x="40883" y="-10755"/>
                      <a:pt x="92890" y="-8183"/>
                      <a:pt x="141658" y="20868"/>
                    </a:cubicBezTo>
                    <a:cubicBezTo>
                      <a:pt x="190426" y="49824"/>
                      <a:pt x="217667" y="94211"/>
                      <a:pt x="188616" y="143074"/>
                    </a:cubicBezTo>
                    <a:cubicBezTo>
                      <a:pt x="159660" y="191842"/>
                      <a:pt x="107654" y="189270"/>
                      <a:pt x="58886" y="160219"/>
                    </a:cubicBezTo>
                    <a:cubicBezTo>
                      <a:pt x="10117" y="131263"/>
                      <a:pt x="-17124" y="86876"/>
                      <a:pt x="11927" y="380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8" name="Google Shape;458;p13"/>
              <p:cNvSpPr/>
              <p:nvPr/>
            </p:nvSpPr>
            <p:spPr>
              <a:xfrm>
                <a:off x="7741832" y="1359665"/>
                <a:ext cx="91181" cy="77026"/>
              </a:xfrm>
              <a:custGeom>
                <a:avLst/>
                <a:gdLst/>
                <a:ahLst/>
                <a:cxnLst/>
                <a:rect l="l" t="t" r="r" b="b"/>
                <a:pathLst>
                  <a:path w="138679" h="117150" extrusionOk="0">
                    <a:moveTo>
                      <a:pt x="138680" y="58584"/>
                    </a:moveTo>
                    <a:cubicBezTo>
                      <a:pt x="138680" y="58584"/>
                      <a:pt x="88769" y="131831"/>
                      <a:pt x="73814" y="114496"/>
                    </a:cubicBezTo>
                    <a:cubicBezTo>
                      <a:pt x="58860" y="97160"/>
                      <a:pt x="88578" y="66109"/>
                      <a:pt x="88578" y="66109"/>
                    </a:cubicBezTo>
                    <a:cubicBezTo>
                      <a:pt x="88578" y="66109"/>
                      <a:pt x="8949" y="102208"/>
                      <a:pt x="662" y="82206"/>
                    </a:cubicBezTo>
                    <a:cubicBezTo>
                      <a:pt x="-7529" y="62203"/>
                      <a:pt x="62956" y="28580"/>
                      <a:pt x="62956" y="28580"/>
                    </a:cubicBezTo>
                    <a:cubicBezTo>
                      <a:pt x="62956" y="28580"/>
                      <a:pt x="20379" y="21817"/>
                      <a:pt x="16379" y="8959"/>
                    </a:cubicBezTo>
                    <a:cubicBezTo>
                      <a:pt x="12378" y="-3900"/>
                      <a:pt x="88769" y="862"/>
                      <a:pt x="88769" y="862"/>
                    </a:cubicBezTo>
                    <a:lnTo>
                      <a:pt x="138584" y="58679"/>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9" name="Google Shape;459;p13"/>
              <p:cNvSpPr/>
              <p:nvPr/>
            </p:nvSpPr>
            <p:spPr>
              <a:xfrm>
                <a:off x="7794877" y="1297887"/>
                <a:ext cx="112874" cy="134199"/>
              </a:xfrm>
              <a:custGeom>
                <a:avLst/>
                <a:gdLst/>
                <a:ahLst/>
                <a:cxnLst/>
                <a:rect l="l" t="t" r="r" b="b"/>
                <a:pathLst>
                  <a:path w="171671" h="204105" extrusionOk="0">
                    <a:moveTo>
                      <a:pt x="51451" y="5183"/>
                    </a:moveTo>
                    <a:cubicBezTo>
                      <a:pt x="104981" y="-13771"/>
                      <a:pt x="143176" y="21471"/>
                      <a:pt x="162226" y="74906"/>
                    </a:cubicBezTo>
                    <a:cubicBezTo>
                      <a:pt x="181181" y="128437"/>
                      <a:pt x="173752" y="179872"/>
                      <a:pt x="120221" y="198922"/>
                    </a:cubicBezTo>
                    <a:cubicBezTo>
                      <a:pt x="66691" y="217877"/>
                      <a:pt x="28495" y="182634"/>
                      <a:pt x="9445" y="129199"/>
                    </a:cubicBezTo>
                    <a:cubicBezTo>
                      <a:pt x="-9509" y="75668"/>
                      <a:pt x="-2080" y="24233"/>
                      <a:pt x="51451" y="51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0" name="Google Shape;460;p13"/>
              <p:cNvSpPr/>
              <p:nvPr/>
            </p:nvSpPr>
            <p:spPr>
              <a:xfrm>
                <a:off x="8179939" y="1428995"/>
                <a:ext cx="66146" cy="69332"/>
              </a:xfrm>
              <a:custGeom>
                <a:avLst/>
                <a:gdLst/>
                <a:ahLst/>
                <a:cxnLst/>
                <a:rect l="l" t="t" r="r" b="b"/>
                <a:pathLst>
                  <a:path w="100602" h="105448" extrusionOk="0">
                    <a:moveTo>
                      <a:pt x="77716" y="0"/>
                    </a:moveTo>
                    <a:cubicBezTo>
                      <a:pt x="77716" y="0"/>
                      <a:pt x="113053" y="59531"/>
                      <a:pt x="95908" y="64389"/>
                    </a:cubicBezTo>
                    <a:cubicBezTo>
                      <a:pt x="78763" y="69247"/>
                      <a:pt x="66571" y="37909"/>
                      <a:pt x="66571" y="37909"/>
                    </a:cubicBezTo>
                    <a:cubicBezTo>
                      <a:pt x="66571" y="37909"/>
                      <a:pt x="65905" y="106204"/>
                      <a:pt x="48950" y="105442"/>
                    </a:cubicBezTo>
                    <a:cubicBezTo>
                      <a:pt x="32091" y="104680"/>
                      <a:pt x="31519" y="43625"/>
                      <a:pt x="31519" y="43625"/>
                    </a:cubicBezTo>
                    <a:cubicBezTo>
                      <a:pt x="31519" y="43625"/>
                      <a:pt x="12660" y="71533"/>
                      <a:pt x="2278" y="70104"/>
                    </a:cubicBezTo>
                    <a:cubicBezTo>
                      <a:pt x="-8105" y="68675"/>
                      <a:pt x="20375" y="16192"/>
                      <a:pt x="20375" y="16192"/>
                    </a:cubicBezTo>
                    <a:lnTo>
                      <a:pt x="77716"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1" name="Google Shape;461;p13"/>
              <p:cNvSpPr/>
              <p:nvPr/>
            </p:nvSpPr>
            <p:spPr>
              <a:xfrm>
                <a:off x="8160746" y="1363241"/>
                <a:ext cx="105548" cy="83720"/>
              </a:xfrm>
              <a:custGeom>
                <a:avLst/>
                <a:gdLst/>
                <a:ahLst/>
                <a:cxnLst/>
                <a:rect l="l" t="t" r="r" b="b"/>
                <a:pathLst>
                  <a:path w="160529" h="127331" extrusionOk="0">
                    <a:moveTo>
                      <a:pt x="350" y="56093"/>
                    </a:moveTo>
                    <a:cubicBezTo>
                      <a:pt x="4541" y="11993"/>
                      <a:pt x="42069" y="-3533"/>
                      <a:pt x="86265" y="658"/>
                    </a:cubicBezTo>
                    <a:cubicBezTo>
                      <a:pt x="130461" y="4849"/>
                      <a:pt x="164370" y="27137"/>
                      <a:pt x="160179" y="71238"/>
                    </a:cubicBezTo>
                    <a:cubicBezTo>
                      <a:pt x="155988" y="115339"/>
                      <a:pt x="118460" y="130865"/>
                      <a:pt x="74264" y="126674"/>
                    </a:cubicBezTo>
                    <a:cubicBezTo>
                      <a:pt x="30163" y="122483"/>
                      <a:pt x="-3841" y="100194"/>
                      <a:pt x="350" y="5609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2" name="Google Shape;462;p13"/>
              <p:cNvSpPr/>
              <p:nvPr/>
            </p:nvSpPr>
            <p:spPr>
              <a:xfrm>
                <a:off x="7751743" y="1199998"/>
                <a:ext cx="71618" cy="64405"/>
              </a:xfrm>
              <a:custGeom>
                <a:avLst/>
                <a:gdLst/>
                <a:ahLst/>
                <a:cxnLst/>
                <a:rect l="l" t="t" r="r" b="b"/>
                <a:pathLst>
                  <a:path w="108924" h="97954" extrusionOk="0">
                    <a:moveTo>
                      <a:pt x="108829" y="65524"/>
                    </a:moveTo>
                    <a:cubicBezTo>
                      <a:pt x="108829" y="65524"/>
                      <a:pt x="56251" y="110577"/>
                      <a:pt x="48536" y="94479"/>
                    </a:cubicBezTo>
                    <a:cubicBezTo>
                      <a:pt x="40821" y="78382"/>
                      <a:pt x="69586" y="61047"/>
                      <a:pt x="69586" y="61047"/>
                    </a:cubicBezTo>
                    <a:cubicBezTo>
                      <a:pt x="69586" y="61047"/>
                      <a:pt x="2149" y="72000"/>
                      <a:pt x="54" y="55237"/>
                    </a:cubicBezTo>
                    <a:cubicBezTo>
                      <a:pt x="-2042" y="38473"/>
                      <a:pt x="57966" y="27424"/>
                      <a:pt x="57966" y="27424"/>
                    </a:cubicBezTo>
                    <a:cubicBezTo>
                      <a:pt x="57966" y="27424"/>
                      <a:pt x="27295" y="13612"/>
                      <a:pt x="26914" y="3135"/>
                    </a:cubicBezTo>
                    <a:cubicBezTo>
                      <a:pt x="26533" y="-7343"/>
                      <a:pt x="83112" y="11803"/>
                      <a:pt x="83112" y="11803"/>
                    </a:cubicBezTo>
                    <a:lnTo>
                      <a:pt x="108924" y="65524"/>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3" name="Google Shape;463;p13"/>
              <p:cNvSpPr/>
              <p:nvPr/>
            </p:nvSpPr>
            <p:spPr>
              <a:xfrm>
                <a:off x="7802103" y="1168991"/>
                <a:ext cx="83567" cy="105585"/>
              </a:xfrm>
              <a:custGeom>
                <a:avLst/>
                <a:gdLst/>
                <a:ahLst/>
                <a:cxnLst/>
                <a:rect l="l" t="t" r="r" b="b"/>
                <a:pathLst>
                  <a:path w="127098" h="160586" extrusionOk="0">
                    <a:moveTo>
                      <a:pt x="57310" y="236"/>
                    </a:moveTo>
                    <a:cubicBezTo>
                      <a:pt x="101506" y="-3193"/>
                      <a:pt x="123223" y="31192"/>
                      <a:pt x="126652" y="75388"/>
                    </a:cubicBezTo>
                    <a:cubicBezTo>
                      <a:pt x="130081" y="119584"/>
                      <a:pt x="113984" y="156922"/>
                      <a:pt x="69788" y="160351"/>
                    </a:cubicBezTo>
                    <a:cubicBezTo>
                      <a:pt x="25592" y="163780"/>
                      <a:pt x="3875" y="129395"/>
                      <a:pt x="446" y="85199"/>
                    </a:cubicBezTo>
                    <a:cubicBezTo>
                      <a:pt x="-2983" y="41003"/>
                      <a:pt x="13114" y="3665"/>
                      <a:pt x="57310" y="23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4" name="Google Shape;464;p13"/>
              <p:cNvSpPr/>
              <p:nvPr/>
            </p:nvSpPr>
            <p:spPr>
              <a:xfrm>
                <a:off x="7733159"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5" name="Google Shape;465;p13"/>
              <p:cNvSpPr/>
              <p:nvPr/>
            </p:nvSpPr>
            <p:spPr>
              <a:xfrm>
                <a:off x="8000978"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6" name="Google Shape;466;p13"/>
              <p:cNvSpPr/>
              <p:nvPr/>
            </p:nvSpPr>
            <p:spPr>
              <a:xfrm>
                <a:off x="8093845"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7" name="Google Shape;467;p13"/>
              <p:cNvSpPr/>
              <p:nvPr/>
            </p:nvSpPr>
            <p:spPr>
              <a:xfrm>
                <a:off x="7821280"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8" name="Google Shape;468;p13"/>
              <p:cNvSpPr/>
              <p:nvPr/>
            </p:nvSpPr>
            <p:spPr>
              <a:xfrm>
                <a:off x="8229676"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 name="Google Shape;469;p13"/>
              <p:cNvSpPr/>
              <p:nvPr/>
            </p:nvSpPr>
            <p:spPr>
              <a:xfrm>
                <a:off x="8005118"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 name="Google Shape;470;p13"/>
              <p:cNvSpPr/>
              <p:nvPr/>
            </p:nvSpPr>
            <p:spPr>
              <a:xfrm>
                <a:off x="7900136"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1" name="Google Shape;471;p13"/>
              <p:cNvSpPr/>
              <p:nvPr/>
            </p:nvSpPr>
            <p:spPr>
              <a:xfrm>
                <a:off x="8160100"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13"/>
              <p:cNvSpPr/>
              <p:nvPr/>
            </p:nvSpPr>
            <p:spPr>
              <a:xfrm>
                <a:off x="8183090"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13"/>
              <p:cNvSpPr/>
              <p:nvPr/>
            </p:nvSpPr>
            <p:spPr>
              <a:xfrm>
                <a:off x="8039593"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 name="Google Shape;474;p13"/>
              <p:cNvSpPr/>
              <p:nvPr/>
            </p:nvSpPr>
            <p:spPr>
              <a:xfrm>
                <a:off x="8291682"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 name="Google Shape;475;p13"/>
              <p:cNvSpPr/>
              <p:nvPr/>
            </p:nvSpPr>
            <p:spPr>
              <a:xfrm>
                <a:off x="7815720"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 name="Google Shape;476;p13"/>
              <p:cNvSpPr/>
              <p:nvPr/>
            </p:nvSpPr>
            <p:spPr>
              <a:xfrm>
                <a:off x="8077948"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13"/>
              <p:cNvSpPr/>
              <p:nvPr/>
            </p:nvSpPr>
            <p:spPr>
              <a:xfrm>
                <a:off x="7981400"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13"/>
              <p:cNvSpPr/>
              <p:nvPr/>
            </p:nvSpPr>
            <p:spPr>
              <a:xfrm>
                <a:off x="8130630"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 name="Google Shape;479;p13"/>
              <p:cNvSpPr/>
              <p:nvPr/>
            </p:nvSpPr>
            <p:spPr>
              <a:xfrm>
                <a:off x="8058426"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 name="Google Shape;480;p13"/>
              <p:cNvSpPr/>
              <p:nvPr/>
            </p:nvSpPr>
            <p:spPr>
              <a:xfrm>
                <a:off x="8028567" y="560378"/>
                <a:ext cx="151706" cy="167532"/>
              </a:xfrm>
              <a:custGeom>
                <a:avLst/>
                <a:gdLst/>
                <a:ahLst/>
                <a:cxnLst/>
                <a:rect l="l" t="t" r="r" b="b"/>
                <a:pathLst>
                  <a:path w="230732" h="254801" extrusionOk="0">
                    <a:moveTo>
                      <a:pt x="53648" y="5007"/>
                    </a:moveTo>
                    <a:cubicBezTo>
                      <a:pt x="53648" y="5007"/>
                      <a:pt x="2308" y="16152"/>
                      <a:pt x="22" y="123975"/>
                    </a:cubicBezTo>
                    <a:cubicBezTo>
                      <a:pt x="-2264" y="231798"/>
                      <a:pt x="176520" y="295996"/>
                      <a:pt x="230717" y="224749"/>
                    </a:cubicBezTo>
                    <a:cubicBezTo>
                      <a:pt x="231860" y="164361"/>
                      <a:pt x="169852" y="-33855"/>
                      <a:pt x="53648" y="500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 name="Google Shape;481;p13"/>
              <p:cNvSpPr/>
              <p:nvPr/>
            </p:nvSpPr>
            <p:spPr>
              <a:xfrm>
                <a:off x="8148375"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 name="Google Shape;482;p13"/>
              <p:cNvSpPr/>
              <p:nvPr/>
            </p:nvSpPr>
            <p:spPr>
              <a:xfrm>
                <a:off x="8072897"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3" name="Google Shape;483;p13"/>
              <p:cNvSpPr/>
              <p:nvPr/>
            </p:nvSpPr>
            <p:spPr>
              <a:xfrm>
                <a:off x="8129226"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 name="Google Shape;484;p13"/>
              <p:cNvSpPr/>
              <p:nvPr/>
            </p:nvSpPr>
            <p:spPr>
              <a:xfrm>
                <a:off x="8048633"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 name="Google Shape;485;p13"/>
              <p:cNvSpPr/>
              <p:nvPr/>
            </p:nvSpPr>
            <p:spPr>
              <a:xfrm>
                <a:off x="7986223"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486" name="Google Shape;486;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87" name="Google Shape;487;p13"/>
          <p:cNvSpPr txBox="1">
            <a:spLocks noGrp="1"/>
          </p:cNvSpPr>
          <p:nvPr>
            <p:ph type="subTitle" idx="1"/>
          </p:nvPr>
        </p:nvSpPr>
        <p:spPr>
          <a:xfrm>
            <a:off x="720000" y="2285397"/>
            <a:ext cx="2054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8" name="Google Shape;488;p13"/>
          <p:cNvSpPr txBox="1">
            <a:spLocks noGrp="1"/>
          </p:cNvSpPr>
          <p:nvPr>
            <p:ph type="subTitle" idx="2"/>
          </p:nvPr>
        </p:nvSpPr>
        <p:spPr>
          <a:xfrm>
            <a:off x="3544800" y="2285397"/>
            <a:ext cx="2054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9" name="Google Shape;489;p13"/>
          <p:cNvSpPr txBox="1">
            <a:spLocks noGrp="1"/>
          </p:cNvSpPr>
          <p:nvPr>
            <p:ph type="subTitle" idx="3"/>
          </p:nvPr>
        </p:nvSpPr>
        <p:spPr>
          <a:xfrm>
            <a:off x="720000" y="4018575"/>
            <a:ext cx="2054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0" name="Google Shape;490;p13"/>
          <p:cNvSpPr txBox="1">
            <a:spLocks noGrp="1"/>
          </p:cNvSpPr>
          <p:nvPr>
            <p:ph type="subTitle" idx="4"/>
          </p:nvPr>
        </p:nvSpPr>
        <p:spPr>
          <a:xfrm>
            <a:off x="3544800" y="4018575"/>
            <a:ext cx="2054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1" name="Google Shape;491;p13"/>
          <p:cNvSpPr txBox="1">
            <a:spLocks noGrp="1"/>
          </p:cNvSpPr>
          <p:nvPr>
            <p:ph type="subTitle" idx="5"/>
          </p:nvPr>
        </p:nvSpPr>
        <p:spPr>
          <a:xfrm>
            <a:off x="6369600" y="2285397"/>
            <a:ext cx="2054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2" name="Google Shape;492;p13"/>
          <p:cNvSpPr txBox="1">
            <a:spLocks noGrp="1"/>
          </p:cNvSpPr>
          <p:nvPr>
            <p:ph type="subTitle" idx="6"/>
          </p:nvPr>
        </p:nvSpPr>
        <p:spPr>
          <a:xfrm>
            <a:off x="6369600" y="4018575"/>
            <a:ext cx="2054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3" name="Google Shape;493;p13"/>
          <p:cNvSpPr txBox="1">
            <a:spLocks noGrp="1"/>
          </p:cNvSpPr>
          <p:nvPr>
            <p:ph type="title" idx="7" hasCustomPrompt="1"/>
          </p:nvPr>
        </p:nvSpPr>
        <p:spPr>
          <a:xfrm>
            <a:off x="720000" y="1505975"/>
            <a:ext cx="6546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4" name="Google Shape;494;p13"/>
          <p:cNvSpPr txBox="1">
            <a:spLocks noGrp="1"/>
          </p:cNvSpPr>
          <p:nvPr>
            <p:ph type="title" idx="8" hasCustomPrompt="1"/>
          </p:nvPr>
        </p:nvSpPr>
        <p:spPr>
          <a:xfrm>
            <a:off x="720000" y="3238568"/>
            <a:ext cx="6546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5" name="Google Shape;495;p13"/>
          <p:cNvSpPr txBox="1">
            <a:spLocks noGrp="1"/>
          </p:cNvSpPr>
          <p:nvPr>
            <p:ph type="title" idx="9" hasCustomPrompt="1"/>
          </p:nvPr>
        </p:nvSpPr>
        <p:spPr>
          <a:xfrm>
            <a:off x="3544800" y="1505975"/>
            <a:ext cx="6546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6" name="Google Shape;496;p13"/>
          <p:cNvSpPr txBox="1">
            <a:spLocks noGrp="1"/>
          </p:cNvSpPr>
          <p:nvPr>
            <p:ph type="title" idx="13" hasCustomPrompt="1"/>
          </p:nvPr>
        </p:nvSpPr>
        <p:spPr>
          <a:xfrm>
            <a:off x="3544800" y="3238568"/>
            <a:ext cx="6546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7" name="Google Shape;497;p13"/>
          <p:cNvSpPr txBox="1">
            <a:spLocks noGrp="1"/>
          </p:cNvSpPr>
          <p:nvPr>
            <p:ph type="title" idx="14" hasCustomPrompt="1"/>
          </p:nvPr>
        </p:nvSpPr>
        <p:spPr>
          <a:xfrm>
            <a:off x="6369600" y="1505975"/>
            <a:ext cx="6546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8" name="Google Shape;498;p13"/>
          <p:cNvSpPr txBox="1">
            <a:spLocks noGrp="1"/>
          </p:cNvSpPr>
          <p:nvPr>
            <p:ph type="title" idx="15" hasCustomPrompt="1"/>
          </p:nvPr>
        </p:nvSpPr>
        <p:spPr>
          <a:xfrm>
            <a:off x="6369600" y="3238568"/>
            <a:ext cx="6546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9" name="Google Shape;499;p13"/>
          <p:cNvSpPr txBox="1">
            <a:spLocks noGrp="1"/>
          </p:cNvSpPr>
          <p:nvPr>
            <p:ph type="subTitle" idx="16"/>
          </p:nvPr>
        </p:nvSpPr>
        <p:spPr>
          <a:xfrm>
            <a:off x="720000" y="1953516"/>
            <a:ext cx="20544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500" name="Google Shape;500;p13"/>
          <p:cNvSpPr txBox="1">
            <a:spLocks noGrp="1"/>
          </p:cNvSpPr>
          <p:nvPr>
            <p:ph type="subTitle" idx="17"/>
          </p:nvPr>
        </p:nvSpPr>
        <p:spPr>
          <a:xfrm>
            <a:off x="3544800" y="1953516"/>
            <a:ext cx="20544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501" name="Google Shape;501;p13"/>
          <p:cNvSpPr txBox="1">
            <a:spLocks noGrp="1"/>
          </p:cNvSpPr>
          <p:nvPr>
            <p:ph type="subTitle" idx="18"/>
          </p:nvPr>
        </p:nvSpPr>
        <p:spPr>
          <a:xfrm>
            <a:off x="6369600" y="1953516"/>
            <a:ext cx="20544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502" name="Google Shape;502;p13"/>
          <p:cNvSpPr txBox="1">
            <a:spLocks noGrp="1"/>
          </p:cNvSpPr>
          <p:nvPr>
            <p:ph type="subTitle" idx="19"/>
          </p:nvPr>
        </p:nvSpPr>
        <p:spPr>
          <a:xfrm>
            <a:off x="720000" y="3686176"/>
            <a:ext cx="20544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503" name="Google Shape;503;p13"/>
          <p:cNvSpPr txBox="1">
            <a:spLocks noGrp="1"/>
          </p:cNvSpPr>
          <p:nvPr>
            <p:ph type="subTitle" idx="20"/>
          </p:nvPr>
        </p:nvSpPr>
        <p:spPr>
          <a:xfrm>
            <a:off x="3544800" y="3686176"/>
            <a:ext cx="20544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504" name="Google Shape;504;p13"/>
          <p:cNvSpPr txBox="1">
            <a:spLocks noGrp="1"/>
          </p:cNvSpPr>
          <p:nvPr>
            <p:ph type="subTitle" idx="21"/>
          </p:nvPr>
        </p:nvSpPr>
        <p:spPr>
          <a:xfrm>
            <a:off x="6369600" y="3686176"/>
            <a:ext cx="20544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505"/>
        <p:cNvGrpSpPr/>
        <p:nvPr/>
      </p:nvGrpSpPr>
      <p:grpSpPr>
        <a:xfrm>
          <a:off x="0" y="0"/>
          <a:ext cx="0" cy="0"/>
          <a:chOff x="0" y="0"/>
          <a:chExt cx="0" cy="0"/>
        </a:xfrm>
      </p:grpSpPr>
      <p:grpSp>
        <p:nvGrpSpPr>
          <p:cNvPr id="506" name="Google Shape;506;p14"/>
          <p:cNvGrpSpPr/>
          <p:nvPr/>
        </p:nvGrpSpPr>
        <p:grpSpPr>
          <a:xfrm>
            <a:off x="-9650" y="106421"/>
            <a:ext cx="9037173" cy="4949692"/>
            <a:chOff x="-9650" y="106421"/>
            <a:chExt cx="9037173" cy="4949692"/>
          </a:xfrm>
        </p:grpSpPr>
        <p:sp>
          <p:nvSpPr>
            <p:cNvPr id="507" name="Google Shape;507;p14"/>
            <p:cNvSpPr/>
            <p:nvPr/>
          </p:nvSpPr>
          <p:spPr>
            <a:xfrm rot="5400000">
              <a:off x="7190823"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 name="Google Shape;508;p14"/>
            <p:cNvSpPr/>
            <p:nvPr/>
          </p:nvSpPr>
          <p:spPr>
            <a:xfrm rot="-5400000">
              <a:off x="469868"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09" name="Google Shape;509;p14"/>
            <p:cNvGrpSpPr/>
            <p:nvPr/>
          </p:nvGrpSpPr>
          <p:grpSpPr>
            <a:xfrm rot="-10532549">
              <a:off x="63526" y="3120458"/>
              <a:ext cx="712995" cy="1910838"/>
              <a:chOff x="11112084" y="-42147"/>
              <a:chExt cx="1084421" cy="2906267"/>
            </a:xfrm>
          </p:grpSpPr>
          <p:sp>
            <p:nvSpPr>
              <p:cNvPr id="510" name="Google Shape;510;p14"/>
              <p:cNvSpPr/>
              <p:nvPr/>
            </p:nvSpPr>
            <p:spPr>
              <a:xfrm>
                <a:off x="11665095" y="2332340"/>
                <a:ext cx="284619" cy="531780"/>
              </a:xfrm>
              <a:custGeom>
                <a:avLst/>
                <a:gdLst/>
                <a:ahLst/>
                <a:cxnLst/>
                <a:rect l="l" t="t" r="r" b="b"/>
                <a:pathLst>
                  <a:path w="284619" h="531780" extrusionOk="0">
                    <a:moveTo>
                      <a:pt x="113167" y="0"/>
                    </a:moveTo>
                    <a:cubicBezTo>
                      <a:pt x="113167" y="0"/>
                      <a:pt x="249661" y="28289"/>
                      <a:pt x="278236" y="179165"/>
                    </a:cubicBezTo>
                    <a:cubicBezTo>
                      <a:pt x="306811" y="330041"/>
                      <a:pt x="231563" y="405765"/>
                      <a:pt x="208132" y="455581"/>
                    </a:cubicBezTo>
                    <a:cubicBezTo>
                      <a:pt x="184700" y="505396"/>
                      <a:pt x="208989" y="531781"/>
                      <a:pt x="208989" y="531781"/>
                    </a:cubicBezTo>
                    <a:cubicBezTo>
                      <a:pt x="208989" y="531781"/>
                      <a:pt x="144028" y="519779"/>
                      <a:pt x="68114" y="413766"/>
                    </a:cubicBezTo>
                    <a:cubicBezTo>
                      <a:pt x="-7705" y="307753"/>
                      <a:pt x="-12277" y="188595"/>
                      <a:pt x="15917" y="121634"/>
                    </a:cubicBezTo>
                    <a:cubicBezTo>
                      <a:pt x="44016" y="54578"/>
                      <a:pt x="74496" y="27813"/>
                      <a:pt x="113072"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 name="Google Shape;511;p14"/>
              <p:cNvSpPr/>
              <p:nvPr/>
            </p:nvSpPr>
            <p:spPr>
              <a:xfrm>
                <a:off x="11761499" y="2033215"/>
                <a:ext cx="363855" cy="229053"/>
              </a:xfrm>
              <a:custGeom>
                <a:avLst/>
                <a:gdLst/>
                <a:ahLst/>
                <a:cxnLst/>
                <a:rect l="l" t="t" r="r" b="b"/>
                <a:pathLst>
                  <a:path w="363855" h="229053" extrusionOk="0">
                    <a:moveTo>
                      <a:pt x="0" y="87289"/>
                    </a:moveTo>
                    <a:cubicBezTo>
                      <a:pt x="0" y="87289"/>
                      <a:pt x="22479" y="224354"/>
                      <a:pt x="192024" y="228069"/>
                    </a:cubicBezTo>
                    <a:cubicBezTo>
                      <a:pt x="305276" y="236070"/>
                      <a:pt x="308420" y="192160"/>
                      <a:pt x="363855" y="209114"/>
                    </a:cubicBezTo>
                    <a:cubicBezTo>
                      <a:pt x="291465" y="19091"/>
                      <a:pt x="183071" y="-12056"/>
                      <a:pt x="104965" y="3469"/>
                    </a:cubicBezTo>
                    <a:cubicBezTo>
                      <a:pt x="26861" y="18995"/>
                      <a:pt x="0" y="87385"/>
                      <a:pt x="0" y="873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 name="Google Shape;512;p14"/>
              <p:cNvSpPr/>
              <p:nvPr/>
            </p:nvSpPr>
            <p:spPr>
              <a:xfrm>
                <a:off x="11466152" y="2088633"/>
                <a:ext cx="281535" cy="273996"/>
              </a:xfrm>
              <a:custGeom>
                <a:avLst/>
                <a:gdLst/>
                <a:ahLst/>
                <a:cxnLst/>
                <a:rect l="l" t="t" r="r" b="b"/>
                <a:pathLst>
                  <a:path w="281535" h="273996" extrusionOk="0">
                    <a:moveTo>
                      <a:pt x="281440" y="32823"/>
                    </a:moveTo>
                    <a:cubicBezTo>
                      <a:pt x="281440" y="32823"/>
                      <a:pt x="283726" y="118263"/>
                      <a:pt x="217241" y="177032"/>
                    </a:cubicBezTo>
                    <a:cubicBezTo>
                      <a:pt x="150662" y="235801"/>
                      <a:pt x="133231" y="271139"/>
                      <a:pt x="44267" y="256852"/>
                    </a:cubicBezTo>
                    <a:cubicBezTo>
                      <a:pt x="13788" y="251613"/>
                      <a:pt x="4834" y="273997"/>
                      <a:pt x="4834" y="273997"/>
                    </a:cubicBezTo>
                    <a:cubicBezTo>
                      <a:pt x="4834" y="273997"/>
                      <a:pt x="-14597" y="194368"/>
                      <a:pt x="24456" y="121120"/>
                    </a:cubicBezTo>
                    <a:cubicBezTo>
                      <a:pt x="63508" y="47873"/>
                      <a:pt x="179427" y="-52806"/>
                      <a:pt x="281535" y="328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 name="Google Shape;513;p14"/>
              <p:cNvSpPr/>
              <p:nvPr/>
            </p:nvSpPr>
            <p:spPr>
              <a:xfrm>
                <a:off x="11546233" y="1778842"/>
                <a:ext cx="244102" cy="687609"/>
              </a:xfrm>
              <a:custGeom>
                <a:avLst/>
                <a:gdLst/>
                <a:ahLst/>
                <a:cxnLst/>
                <a:rect l="l" t="t" r="r" b="b"/>
                <a:pathLst>
                  <a:path w="244102" h="687609" extrusionOk="0">
                    <a:moveTo>
                      <a:pt x="243935" y="687610"/>
                    </a:moveTo>
                    <a:cubicBezTo>
                      <a:pt x="243935" y="687610"/>
                      <a:pt x="258032" y="178022"/>
                      <a:pt x="27432" y="0"/>
                    </a:cubicBezTo>
                    <a:lnTo>
                      <a:pt x="0" y="17431"/>
                    </a:lnTo>
                    <a:cubicBezTo>
                      <a:pt x="0" y="17431"/>
                      <a:pt x="219170" y="115634"/>
                      <a:pt x="243935" y="68761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 name="Google Shape;514;p14"/>
              <p:cNvSpPr/>
              <p:nvPr/>
            </p:nvSpPr>
            <p:spPr>
              <a:xfrm>
                <a:off x="11471939" y="1879723"/>
                <a:ext cx="297941" cy="118964"/>
              </a:xfrm>
              <a:custGeom>
                <a:avLst/>
                <a:gdLst/>
                <a:ahLst/>
                <a:cxnLst/>
                <a:rect l="l" t="t" r="r" b="b"/>
                <a:pathLst>
                  <a:path w="297941" h="118964" extrusionOk="0">
                    <a:moveTo>
                      <a:pt x="297942" y="55995"/>
                    </a:moveTo>
                    <a:cubicBezTo>
                      <a:pt x="297942" y="55995"/>
                      <a:pt x="208407" y="187536"/>
                      <a:pt x="0" y="70378"/>
                    </a:cubicBezTo>
                    <a:cubicBezTo>
                      <a:pt x="135350" y="-19062"/>
                      <a:pt x="203454" y="-22586"/>
                      <a:pt x="297942" y="559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 name="Google Shape;515;p14"/>
              <p:cNvSpPr/>
              <p:nvPr/>
            </p:nvSpPr>
            <p:spPr>
              <a:xfrm>
                <a:off x="11617589" y="1809418"/>
                <a:ext cx="220966" cy="185273"/>
              </a:xfrm>
              <a:custGeom>
                <a:avLst/>
                <a:gdLst/>
                <a:ahLst/>
                <a:cxnLst/>
                <a:rect l="l" t="t" r="r" b="b"/>
                <a:pathLst>
                  <a:path w="220966" h="185273" extrusionOk="0">
                    <a:moveTo>
                      <a:pt x="220967" y="185166"/>
                    </a:moveTo>
                    <a:lnTo>
                      <a:pt x="185629" y="57721"/>
                    </a:lnTo>
                    <a:lnTo>
                      <a:pt x="463" y="0"/>
                    </a:lnTo>
                    <a:cubicBezTo>
                      <a:pt x="-11729" y="196024"/>
                      <a:pt x="220967" y="185166"/>
                      <a:pt x="220967" y="1851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 name="Google Shape;516;p14"/>
              <p:cNvSpPr/>
              <p:nvPr/>
            </p:nvSpPr>
            <p:spPr>
              <a:xfrm>
                <a:off x="11358591" y="1619299"/>
                <a:ext cx="322903" cy="362691"/>
              </a:xfrm>
              <a:custGeom>
                <a:avLst/>
                <a:gdLst/>
                <a:ahLst/>
                <a:cxnLst/>
                <a:rect l="l" t="t" r="r" b="b"/>
                <a:pathLst>
                  <a:path w="322903" h="362691" extrusionOk="0">
                    <a:moveTo>
                      <a:pt x="321659" y="164020"/>
                    </a:moveTo>
                    <a:cubicBezTo>
                      <a:pt x="321659" y="164020"/>
                      <a:pt x="360807" y="387953"/>
                      <a:pt x="0" y="360331"/>
                    </a:cubicBezTo>
                    <a:cubicBezTo>
                      <a:pt x="41148" y="220790"/>
                      <a:pt x="78867" y="61436"/>
                      <a:pt x="78867" y="61436"/>
                    </a:cubicBezTo>
                    <a:lnTo>
                      <a:pt x="256889" y="0"/>
                    </a:lnTo>
                    <a:lnTo>
                      <a:pt x="321659" y="16402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7" name="Google Shape;517;p14"/>
              <p:cNvSpPr/>
              <p:nvPr/>
            </p:nvSpPr>
            <p:spPr>
              <a:xfrm>
                <a:off x="11486480" y="1205839"/>
                <a:ext cx="448713" cy="728333"/>
              </a:xfrm>
              <a:custGeom>
                <a:avLst/>
                <a:gdLst/>
                <a:ahLst/>
                <a:cxnLst/>
                <a:rect l="l" t="t" r="r" b="b"/>
                <a:pathLst>
                  <a:path w="448713" h="728333" extrusionOk="0">
                    <a:moveTo>
                      <a:pt x="319024" y="53795"/>
                    </a:moveTo>
                    <a:cubicBezTo>
                      <a:pt x="319024" y="53795"/>
                      <a:pt x="468662" y="93991"/>
                      <a:pt x="446469" y="299445"/>
                    </a:cubicBezTo>
                    <a:cubicBezTo>
                      <a:pt x="424275" y="504899"/>
                      <a:pt x="323501" y="490898"/>
                      <a:pt x="430943" y="728261"/>
                    </a:cubicBezTo>
                    <a:cubicBezTo>
                      <a:pt x="294640" y="729690"/>
                      <a:pt x="121285" y="711592"/>
                      <a:pt x="82423" y="521759"/>
                    </a:cubicBezTo>
                    <a:cubicBezTo>
                      <a:pt x="43561" y="331925"/>
                      <a:pt x="-177229" y="-162613"/>
                      <a:pt x="318929" y="5370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8" name="Google Shape;518;p14"/>
              <p:cNvSpPr/>
              <p:nvPr/>
            </p:nvSpPr>
            <p:spPr>
              <a:xfrm>
                <a:off x="11304299" y="1263254"/>
                <a:ext cx="267425" cy="677227"/>
              </a:xfrm>
              <a:custGeom>
                <a:avLst/>
                <a:gdLst/>
                <a:ahLst/>
                <a:cxnLst/>
                <a:rect l="l" t="t" r="r" b="b"/>
                <a:pathLst>
                  <a:path w="267425" h="677227" extrusionOk="0">
                    <a:moveTo>
                      <a:pt x="255270" y="95250"/>
                    </a:moveTo>
                    <a:cubicBezTo>
                      <a:pt x="255270" y="95250"/>
                      <a:pt x="351949" y="662273"/>
                      <a:pt x="0" y="677227"/>
                    </a:cubicBezTo>
                    <a:cubicBezTo>
                      <a:pt x="97631" y="511588"/>
                      <a:pt x="-96583" y="44101"/>
                      <a:pt x="146399" y="0"/>
                    </a:cubicBezTo>
                    <a:cubicBezTo>
                      <a:pt x="246221" y="47244"/>
                      <a:pt x="255270" y="95250"/>
                      <a:pt x="255270" y="9525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 name="Google Shape;519;p14"/>
              <p:cNvSpPr/>
              <p:nvPr/>
            </p:nvSpPr>
            <p:spPr>
              <a:xfrm>
                <a:off x="11112084" y="966169"/>
                <a:ext cx="1084421" cy="779475"/>
              </a:xfrm>
              <a:custGeom>
                <a:avLst/>
                <a:gdLst/>
                <a:ahLst/>
                <a:cxnLst/>
                <a:rect l="l" t="t" r="r" b="b"/>
                <a:pathLst>
                  <a:path w="1084421" h="779475" extrusionOk="0">
                    <a:moveTo>
                      <a:pt x="150019" y="458057"/>
                    </a:moveTo>
                    <a:cubicBezTo>
                      <a:pt x="200501" y="395097"/>
                      <a:pt x="239649" y="337947"/>
                      <a:pt x="321850" y="325660"/>
                    </a:cubicBezTo>
                    <a:cubicBezTo>
                      <a:pt x="340995" y="535591"/>
                      <a:pt x="242792" y="650081"/>
                      <a:pt x="129445" y="662654"/>
                    </a:cubicBezTo>
                    <a:cubicBezTo>
                      <a:pt x="16097" y="675227"/>
                      <a:pt x="0" y="771906"/>
                      <a:pt x="0" y="771906"/>
                    </a:cubicBezTo>
                    <a:cubicBezTo>
                      <a:pt x="0" y="771906"/>
                      <a:pt x="16288" y="700754"/>
                      <a:pt x="178118" y="696278"/>
                    </a:cubicBezTo>
                    <a:cubicBezTo>
                      <a:pt x="339852" y="691801"/>
                      <a:pt x="392144" y="529400"/>
                      <a:pt x="405003" y="392811"/>
                    </a:cubicBezTo>
                    <a:cubicBezTo>
                      <a:pt x="417767" y="256222"/>
                      <a:pt x="514541" y="278321"/>
                      <a:pt x="514541" y="278321"/>
                    </a:cubicBezTo>
                    <a:cubicBezTo>
                      <a:pt x="514541" y="278321"/>
                      <a:pt x="680180" y="370332"/>
                      <a:pt x="716185" y="565880"/>
                    </a:cubicBezTo>
                    <a:cubicBezTo>
                      <a:pt x="752284" y="761429"/>
                      <a:pt x="858012" y="834104"/>
                      <a:pt x="1018889" y="735997"/>
                    </a:cubicBezTo>
                    <a:cubicBezTo>
                      <a:pt x="715899" y="810101"/>
                      <a:pt x="780383" y="460248"/>
                      <a:pt x="688181" y="327755"/>
                    </a:cubicBezTo>
                    <a:cubicBezTo>
                      <a:pt x="781050" y="244507"/>
                      <a:pt x="837914" y="255270"/>
                      <a:pt x="879062" y="396812"/>
                    </a:cubicBezTo>
                    <a:cubicBezTo>
                      <a:pt x="920210" y="538353"/>
                      <a:pt x="983361" y="597313"/>
                      <a:pt x="1084422" y="491204"/>
                    </a:cubicBezTo>
                    <a:cubicBezTo>
                      <a:pt x="982790" y="546163"/>
                      <a:pt x="953834" y="489680"/>
                      <a:pt x="904018" y="342614"/>
                    </a:cubicBezTo>
                    <a:cubicBezTo>
                      <a:pt x="854297" y="195453"/>
                      <a:pt x="791909" y="207454"/>
                      <a:pt x="721233" y="239459"/>
                    </a:cubicBezTo>
                    <a:cubicBezTo>
                      <a:pt x="650558" y="271367"/>
                      <a:pt x="613410" y="243364"/>
                      <a:pt x="575977" y="189833"/>
                    </a:cubicBezTo>
                    <a:cubicBezTo>
                      <a:pt x="538543" y="136303"/>
                      <a:pt x="534257" y="0"/>
                      <a:pt x="534257" y="0"/>
                    </a:cubicBezTo>
                    <a:lnTo>
                      <a:pt x="477488" y="571"/>
                    </a:lnTo>
                    <a:cubicBezTo>
                      <a:pt x="467868" y="168212"/>
                      <a:pt x="420148" y="228314"/>
                      <a:pt x="343757" y="248888"/>
                    </a:cubicBezTo>
                    <a:cubicBezTo>
                      <a:pt x="267272" y="269558"/>
                      <a:pt x="207931" y="295656"/>
                      <a:pt x="152210" y="395478"/>
                    </a:cubicBezTo>
                    <a:cubicBezTo>
                      <a:pt x="96488" y="495205"/>
                      <a:pt x="16955" y="490728"/>
                      <a:pt x="16955" y="490728"/>
                    </a:cubicBezTo>
                    <a:cubicBezTo>
                      <a:pt x="16955" y="490728"/>
                      <a:pt x="99632" y="521113"/>
                      <a:pt x="150019" y="458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 name="Google Shape;520;p14"/>
              <p:cNvSpPr/>
              <p:nvPr/>
            </p:nvSpPr>
            <p:spPr>
              <a:xfrm>
                <a:off x="11496109" y="627937"/>
                <a:ext cx="354260" cy="650271"/>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 name="Google Shape;521;p14"/>
              <p:cNvSpPr/>
              <p:nvPr/>
            </p:nvSpPr>
            <p:spPr>
              <a:xfrm>
                <a:off x="11588906" y="250592"/>
                <a:ext cx="456723" cy="278642"/>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 name="Google Shape;522;p14"/>
              <p:cNvSpPr/>
              <p:nvPr/>
            </p:nvSpPr>
            <p:spPr>
              <a:xfrm>
                <a:off x="11236147" y="334091"/>
                <a:ext cx="335960" cy="35042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14"/>
              <p:cNvSpPr/>
              <p:nvPr/>
            </p:nvSpPr>
            <p:spPr>
              <a:xfrm>
                <a:off x="11302774" y="-42147"/>
                <a:ext cx="343281" cy="834866"/>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524" name="Google Shape;524;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525"/>
        <p:cNvGrpSpPr/>
        <p:nvPr/>
      </p:nvGrpSpPr>
      <p:grpSpPr>
        <a:xfrm>
          <a:off x="0" y="0"/>
          <a:ext cx="0" cy="0"/>
          <a:chOff x="0" y="0"/>
          <a:chExt cx="0" cy="0"/>
        </a:xfrm>
      </p:grpSpPr>
      <p:grpSp>
        <p:nvGrpSpPr>
          <p:cNvPr id="526" name="Google Shape;526;p15"/>
          <p:cNvGrpSpPr/>
          <p:nvPr/>
        </p:nvGrpSpPr>
        <p:grpSpPr>
          <a:xfrm>
            <a:off x="106823" y="106421"/>
            <a:ext cx="8920699" cy="4924908"/>
            <a:chOff x="106823" y="106421"/>
            <a:chExt cx="8920699" cy="4924908"/>
          </a:xfrm>
        </p:grpSpPr>
        <p:sp>
          <p:nvSpPr>
            <p:cNvPr id="527" name="Google Shape;527;p15"/>
            <p:cNvSpPr/>
            <p:nvPr/>
          </p:nvSpPr>
          <p:spPr>
            <a:xfrm rot="-5400000" flipH="1">
              <a:off x="471218"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 name="Google Shape;528;p15"/>
            <p:cNvSpPr/>
            <p:nvPr/>
          </p:nvSpPr>
          <p:spPr>
            <a:xfrm rot="5400000" flipH="1">
              <a:off x="7197626"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29" name="Google Shape;529;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30"/>
        <p:cNvGrpSpPr/>
        <p:nvPr/>
      </p:nvGrpSpPr>
      <p:grpSpPr>
        <a:xfrm>
          <a:off x="0" y="0"/>
          <a:ext cx="0" cy="0"/>
          <a:chOff x="0" y="0"/>
          <a:chExt cx="0" cy="0"/>
        </a:xfrm>
      </p:grpSpPr>
      <p:grpSp>
        <p:nvGrpSpPr>
          <p:cNvPr id="531" name="Google Shape;531;p16"/>
          <p:cNvGrpSpPr/>
          <p:nvPr/>
        </p:nvGrpSpPr>
        <p:grpSpPr>
          <a:xfrm>
            <a:off x="-103301" y="106421"/>
            <a:ext cx="9155062" cy="5153622"/>
            <a:chOff x="-103301" y="106421"/>
            <a:chExt cx="9155062" cy="5153622"/>
          </a:xfrm>
        </p:grpSpPr>
        <p:grpSp>
          <p:nvGrpSpPr>
            <p:cNvPr id="532" name="Google Shape;532;p16"/>
            <p:cNvGrpSpPr/>
            <p:nvPr/>
          </p:nvGrpSpPr>
          <p:grpSpPr>
            <a:xfrm>
              <a:off x="6869959" y="121225"/>
              <a:ext cx="2181803" cy="2335108"/>
              <a:chOff x="6789974" y="208750"/>
              <a:chExt cx="2181803" cy="2335108"/>
            </a:xfrm>
          </p:grpSpPr>
          <p:sp>
            <p:nvSpPr>
              <p:cNvPr id="533" name="Google Shape;533;p16"/>
              <p:cNvSpPr/>
              <p:nvPr/>
            </p:nvSpPr>
            <p:spPr>
              <a:xfrm>
                <a:off x="8622036" y="2194213"/>
                <a:ext cx="187137" cy="349645"/>
              </a:xfrm>
              <a:custGeom>
                <a:avLst/>
                <a:gdLst/>
                <a:ahLst/>
                <a:cxnLst/>
                <a:rect l="l" t="t" r="r" b="b"/>
                <a:pathLst>
                  <a:path w="284619" h="531780" extrusionOk="0">
                    <a:moveTo>
                      <a:pt x="113167" y="0"/>
                    </a:moveTo>
                    <a:cubicBezTo>
                      <a:pt x="113167" y="0"/>
                      <a:pt x="249661" y="28289"/>
                      <a:pt x="278236" y="179165"/>
                    </a:cubicBezTo>
                    <a:cubicBezTo>
                      <a:pt x="306811" y="330041"/>
                      <a:pt x="231563" y="405765"/>
                      <a:pt x="208132" y="455581"/>
                    </a:cubicBezTo>
                    <a:cubicBezTo>
                      <a:pt x="184700" y="505396"/>
                      <a:pt x="208989" y="531781"/>
                      <a:pt x="208989" y="531781"/>
                    </a:cubicBezTo>
                    <a:cubicBezTo>
                      <a:pt x="208989" y="531781"/>
                      <a:pt x="144028" y="519779"/>
                      <a:pt x="68114" y="413766"/>
                    </a:cubicBezTo>
                    <a:cubicBezTo>
                      <a:pt x="-7705" y="307753"/>
                      <a:pt x="-12277" y="188595"/>
                      <a:pt x="15917" y="121634"/>
                    </a:cubicBezTo>
                    <a:cubicBezTo>
                      <a:pt x="44016" y="54578"/>
                      <a:pt x="74496" y="27813"/>
                      <a:pt x="113072"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4" name="Google Shape;534;p16"/>
              <p:cNvSpPr/>
              <p:nvPr/>
            </p:nvSpPr>
            <p:spPr>
              <a:xfrm>
                <a:off x="8685363" y="1997720"/>
                <a:ext cx="239235" cy="150602"/>
              </a:xfrm>
              <a:custGeom>
                <a:avLst/>
                <a:gdLst/>
                <a:ahLst/>
                <a:cxnLst/>
                <a:rect l="l" t="t" r="r" b="b"/>
                <a:pathLst>
                  <a:path w="363855" h="229053" extrusionOk="0">
                    <a:moveTo>
                      <a:pt x="0" y="87289"/>
                    </a:moveTo>
                    <a:cubicBezTo>
                      <a:pt x="0" y="87289"/>
                      <a:pt x="22479" y="224354"/>
                      <a:pt x="192024" y="228069"/>
                    </a:cubicBezTo>
                    <a:cubicBezTo>
                      <a:pt x="305276" y="236070"/>
                      <a:pt x="308420" y="192160"/>
                      <a:pt x="363855" y="209114"/>
                    </a:cubicBezTo>
                    <a:cubicBezTo>
                      <a:pt x="291465" y="19091"/>
                      <a:pt x="183071" y="-12056"/>
                      <a:pt x="104965" y="3469"/>
                    </a:cubicBezTo>
                    <a:cubicBezTo>
                      <a:pt x="26861" y="18995"/>
                      <a:pt x="0" y="87385"/>
                      <a:pt x="0" y="873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5" name="Google Shape;535;p16"/>
              <p:cNvSpPr/>
              <p:nvPr/>
            </p:nvSpPr>
            <p:spPr>
              <a:xfrm>
                <a:off x="8491353" y="2034124"/>
                <a:ext cx="185109" cy="180152"/>
              </a:xfrm>
              <a:custGeom>
                <a:avLst/>
                <a:gdLst/>
                <a:ahLst/>
                <a:cxnLst/>
                <a:rect l="l" t="t" r="r" b="b"/>
                <a:pathLst>
                  <a:path w="281535" h="273996" extrusionOk="0">
                    <a:moveTo>
                      <a:pt x="281440" y="32823"/>
                    </a:moveTo>
                    <a:cubicBezTo>
                      <a:pt x="281440" y="32823"/>
                      <a:pt x="283726" y="118263"/>
                      <a:pt x="217241" y="177032"/>
                    </a:cubicBezTo>
                    <a:cubicBezTo>
                      <a:pt x="150662" y="235801"/>
                      <a:pt x="133231" y="271139"/>
                      <a:pt x="44267" y="256852"/>
                    </a:cubicBezTo>
                    <a:cubicBezTo>
                      <a:pt x="13788" y="251613"/>
                      <a:pt x="4834" y="273997"/>
                      <a:pt x="4834" y="273997"/>
                    </a:cubicBezTo>
                    <a:cubicBezTo>
                      <a:pt x="4834" y="273997"/>
                      <a:pt x="-14597" y="194368"/>
                      <a:pt x="24456" y="121120"/>
                    </a:cubicBezTo>
                    <a:cubicBezTo>
                      <a:pt x="63508" y="47873"/>
                      <a:pt x="179427" y="-52806"/>
                      <a:pt x="281535" y="328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6" name="Google Shape;536;p16"/>
              <p:cNvSpPr/>
              <p:nvPr/>
            </p:nvSpPr>
            <p:spPr>
              <a:xfrm>
                <a:off x="8543957" y="1830625"/>
                <a:ext cx="160497" cy="452103"/>
              </a:xfrm>
              <a:custGeom>
                <a:avLst/>
                <a:gdLst/>
                <a:ahLst/>
                <a:cxnLst/>
                <a:rect l="l" t="t" r="r" b="b"/>
                <a:pathLst>
                  <a:path w="244102" h="687609" extrusionOk="0">
                    <a:moveTo>
                      <a:pt x="243935" y="687610"/>
                    </a:moveTo>
                    <a:cubicBezTo>
                      <a:pt x="243935" y="687610"/>
                      <a:pt x="258032" y="178022"/>
                      <a:pt x="27432" y="0"/>
                    </a:cubicBezTo>
                    <a:lnTo>
                      <a:pt x="0" y="17431"/>
                    </a:lnTo>
                    <a:cubicBezTo>
                      <a:pt x="0" y="17431"/>
                      <a:pt x="219170" y="115634"/>
                      <a:pt x="243935" y="68761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7" name="Google Shape;537;p16"/>
              <p:cNvSpPr/>
              <p:nvPr/>
            </p:nvSpPr>
            <p:spPr>
              <a:xfrm>
                <a:off x="8495154" y="1896893"/>
                <a:ext cx="195896" cy="78219"/>
              </a:xfrm>
              <a:custGeom>
                <a:avLst/>
                <a:gdLst/>
                <a:ahLst/>
                <a:cxnLst/>
                <a:rect l="l" t="t" r="r" b="b"/>
                <a:pathLst>
                  <a:path w="297941" h="118964" extrusionOk="0">
                    <a:moveTo>
                      <a:pt x="297942" y="55995"/>
                    </a:moveTo>
                    <a:cubicBezTo>
                      <a:pt x="297942" y="55995"/>
                      <a:pt x="208407" y="187536"/>
                      <a:pt x="0" y="70378"/>
                    </a:cubicBezTo>
                    <a:cubicBezTo>
                      <a:pt x="135350" y="-19062"/>
                      <a:pt x="203454" y="-22586"/>
                      <a:pt x="297942" y="559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8" name="Google Shape;538;p16"/>
              <p:cNvSpPr/>
              <p:nvPr/>
            </p:nvSpPr>
            <p:spPr>
              <a:xfrm>
                <a:off x="8590830" y="1850710"/>
                <a:ext cx="145285" cy="121817"/>
              </a:xfrm>
              <a:custGeom>
                <a:avLst/>
                <a:gdLst/>
                <a:ahLst/>
                <a:cxnLst/>
                <a:rect l="l" t="t" r="r" b="b"/>
                <a:pathLst>
                  <a:path w="220966" h="185273" extrusionOk="0">
                    <a:moveTo>
                      <a:pt x="220967" y="185166"/>
                    </a:moveTo>
                    <a:lnTo>
                      <a:pt x="185629" y="57721"/>
                    </a:lnTo>
                    <a:lnTo>
                      <a:pt x="463" y="0"/>
                    </a:lnTo>
                    <a:cubicBezTo>
                      <a:pt x="-11729" y="196024"/>
                      <a:pt x="220967" y="185166"/>
                      <a:pt x="220967" y="1851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9" name="Google Shape;539;p16"/>
              <p:cNvSpPr/>
              <p:nvPr/>
            </p:nvSpPr>
            <p:spPr>
              <a:xfrm>
                <a:off x="8420698" y="1725822"/>
                <a:ext cx="212309" cy="238469"/>
              </a:xfrm>
              <a:custGeom>
                <a:avLst/>
                <a:gdLst/>
                <a:ahLst/>
                <a:cxnLst/>
                <a:rect l="l" t="t" r="r" b="b"/>
                <a:pathLst>
                  <a:path w="322903" h="362691" extrusionOk="0">
                    <a:moveTo>
                      <a:pt x="321659" y="164020"/>
                    </a:moveTo>
                    <a:cubicBezTo>
                      <a:pt x="321659" y="164020"/>
                      <a:pt x="360807" y="387953"/>
                      <a:pt x="0" y="360331"/>
                    </a:cubicBezTo>
                    <a:cubicBezTo>
                      <a:pt x="41148" y="220790"/>
                      <a:pt x="78867" y="61436"/>
                      <a:pt x="78867" y="61436"/>
                    </a:cubicBezTo>
                    <a:lnTo>
                      <a:pt x="256889" y="0"/>
                    </a:lnTo>
                    <a:lnTo>
                      <a:pt x="321659" y="16402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0" name="Google Shape;540;p16"/>
              <p:cNvSpPr/>
              <p:nvPr/>
            </p:nvSpPr>
            <p:spPr>
              <a:xfrm>
                <a:off x="8504706" y="1454224"/>
                <a:ext cx="295029" cy="478879"/>
              </a:xfrm>
              <a:custGeom>
                <a:avLst/>
                <a:gdLst/>
                <a:ahLst/>
                <a:cxnLst/>
                <a:rect l="l" t="t" r="r" b="b"/>
                <a:pathLst>
                  <a:path w="448713" h="728333" extrusionOk="0">
                    <a:moveTo>
                      <a:pt x="319024" y="53795"/>
                    </a:moveTo>
                    <a:cubicBezTo>
                      <a:pt x="319024" y="53795"/>
                      <a:pt x="468662" y="93991"/>
                      <a:pt x="446469" y="299445"/>
                    </a:cubicBezTo>
                    <a:cubicBezTo>
                      <a:pt x="424275" y="504899"/>
                      <a:pt x="323501" y="490898"/>
                      <a:pt x="430943" y="728261"/>
                    </a:cubicBezTo>
                    <a:cubicBezTo>
                      <a:pt x="294640" y="729690"/>
                      <a:pt x="121285" y="711592"/>
                      <a:pt x="82423" y="521759"/>
                    </a:cubicBezTo>
                    <a:cubicBezTo>
                      <a:pt x="43561" y="331925"/>
                      <a:pt x="-177229" y="-162613"/>
                      <a:pt x="318929" y="5370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1" name="Google Shape;541;p16"/>
              <p:cNvSpPr/>
              <p:nvPr/>
            </p:nvSpPr>
            <p:spPr>
              <a:xfrm>
                <a:off x="8385034" y="1491939"/>
                <a:ext cx="175832" cy="445277"/>
              </a:xfrm>
              <a:custGeom>
                <a:avLst/>
                <a:gdLst/>
                <a:ahLst/>
                <a:cxnLst/>
                <a:rect l="l" t="t" r="r" b="b"/>
                <a:pathLst>
                  <a:path w="267425" h="677227" extrusionOk="0">
                    <a:moveTo>
                      <a:pt x="255270" y="95250"/>
                    </a:moveTo>
                    <a:cubicBezTo>
                      <a:pt x="255270" y="95250"/>
                      <a:pt x="351949" y="662273"/>
                      <a:pt x="0" y="677227"/>
                    </a:cubicBezTo>
                    <a:cubicBezTo>
                      <a:pt x="97631" y="511588"/>
                      <a:pt x="-96583" y="44101"/>
                      <a:pt x="146399" y="0"/>
                    </a:cubicBezTo>
                    <a:cubicBezTo>
                      <a:pt x="246221" y="47244"/>
                      <a:pt x="255270" y="95250"/>
                      <a:pt x="255270" y="9525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2" name="Google Shape;542;p16"/>
              <p:cNvSpPr/>
              <p:nvPr/>
            </p:nvSpPr>
            <p:spPr>
              <a:xfrm>
                <a:off x="8258770" y="1296787"/>
                <a:ext cx="713007" cy="512505"/>
              </a:xfrm>
              <a:custGeom>
                <a:avLst/>
                <a:gdLst/>
                <a:ahLst/>
                <a:cxnLst/>
                <a:rect l="l" t="t" r="r" b="b"/>
                <a:pathLst>
                  <a:path w="1084421" h="779475" extrusionOk="0">
                    <a:moveTo>
                      <a:pt x="150019" y="458057"/>
                    </a:moveTo>
                    <a:cubicBezTo>
                      <a:pt x="200501" y="395097"/>
                      <a:pt x="239649" y="337947"/>
                      <a:pt x="321850" y="325660"/>
                    </a:cubicBezTo>
                    <a:cubicBezTo>
                      <a:pt x="340995" y="535591"/>
                      <a:pt x="242792" y="650081"/>
                      <a:pt x="129445" y="662654"/>
                    </a:cubicBezTo>
                    <a:cubicBezTo>
                      <a:pt x="16097" y="675227"/>
                      <a:pt x="0" y="771906"/>
                      <a:pt x="0" y="771906"/>
                    </a:cubicBezTo>
                    <a:cubicBezTo>
                      <a:pt x="0" y="771906"/>
                      <a:pt x="16288" y="700754"/>
                      <a:pt x="178118" y="696278"/>
                    </a:cubicBezTo>
                    <a:cubicBezTo>
                      <a:pt x="339852" y="691801"/>
                      <a:pt x="392144" y="529400"/>
                      <a:pt x="405003" y="392811"/>
                    </a:cubicBezTo>
                    <a:cubicBezTo>
                      <a:pt x="417767" y="256222"/>
                      <a:pt x="514541" y="278321"/>
                      <a:pt x="514541" y="278321"/>
                    </a:cubicBezTo>
                    <a:cubicBezTo>
                      <a:pt x="514541" y="278321"/>
                      <a:pt x="680180" y="370332"/>
                      <a:pt x="716185" y="565880"/>
                    </a:cubicBezTo>
                    <a:cubicBezTo>
                      <a:pt x="752284" y="761429"/>
                      <a:pt x="858012" y="834104"/>
                      <a:pt x="1018889" y="735997"/>
                    </a:cubicBezTo>
                    <a:cubicBezTo>
                      <a:pt x="715899" y="810101"/>
                      <a:pt x="780383" y="460248"/>
                      <a:pt x="688181" y="327755"/>
                    </a:cubicBezTo>
                    <a:cubicBezTo>
                      <a:pt x="781050" y="244507"/>
                      <a:pt x="837914" y="255270"/>
                      <a:pt x="879062" y="396812"/>
                    </a:cubicBezTo>
                    <a:cubicBezTo>
                      <a:pt x="920210" y="538353"/>
                      <a:pt x="983361" y="597313"/>
                      <a:pt x="1084422" y="491204"/>
                    </a:cubicBezTo>
                    <a:cubicBezTo>
                      <a:pt x="982790" y="546163"/>
                      <a:pt x="953834" y="489680"/>
                      <a:pt x="904018" y="342614"/>
                    </a:cubicBezTo>
                    <a:cubicBezTo>
                      <a:pt x="854297" y="195453"/>
                      <a:pt x="791909" y="207454"/>
                      <a:pt x="721233" y="239459"/>
                    </a:cubicBezTo>
                    <a:cubicBezTo>
                      <a:pt x="650558" y="271367"/>
                      <a:pt x="613410" y="243364"/>
                      <a:pt x="575977" y="189833"/>
                    </a:cubicBezTo>
                    <a:cubicBezTo>
                      <a:pt x="538543" y="136303"/>
                      <a:pt x="534257" y="0"/>
                      <a:pt x="534257" y="0"/>
                    </a:cubicBezTo>
                    <a:lnTo>
                      <a:pt x="477488" y="571"/>
                    </a:lnTo>
                    <a:cubicBezTo>
                      <a:pt x="467868" y="168212"/>
                      <a:pt x="420148" y="228314"/>
                      <a:pt x="343757" y="248888"/>
                    </a:cubicBezTo>
                    <a:cubicBezTo>
                      <a:pt x="267272" y="269558"/>
                      <a:pt x="207931" y="295656"/>
                      <a:pt x="152210" y="395478"/>
                    </a:cubicBezTo>
                    <a:cubicBezTo>
                      <a:pt x="96488" y="495205"/>
                      <a:pt x="16955" y="490728"/>
                      <a:pt x="16955" y="490728"/>
                    </a:cubicBezTo>
                    <a:cubicBezTo>
                      <a:pt x="16955" y="490728"/>
                      <a:pt x="99632" y="521113"/>
                      <a:pt x="150019" y="458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3" name="Google Shape;543;p16"/>
              <p:cNvSpPr/>
              <p:nvPr/>
            </p:nvSpPr>
            <p:spPr>
              <a:xfrm>
                <a:off x="6789974" y="344934"/>
                <a:ext cx="350898" cy="186673"/>
              </a:xfrm>
              <a:custGeom>
                <a:avLst/>
                <a:gdLst/>
                <a:ahLst/>
                <a:cxnLst/>
                <a:rect l="l" t="t" r="r" b="b"/>
                <a:pathLst>
                  <a:path w="533685" h="283914" extrusionOk="0">
                    <a:moveTo>
                      <a:pt x="533686" y="166484"/>
                    </a:moveTo>
                    <a:cubicBezTo>
                      <a:pt x="533686" y="166484"/>
                      <a:pt x="502634" y="30562"/>
                      <a:pt x="351187" y="5130"/>
                    </a:cubicBezTo>
                    <a:cubicBezTo>
                      <a:pt x="199739" y="-20397"/>
                      <a:pt x="125540" y="56375"/>
                      <a:pt x="76200" y="80854"/>
                    </a:cubicBezTo>
                    <a:cubicBezTo>
                      <a:pt x="26860" y="105238"/>
                      <a:pt x="0" y="81521"/>
                      <a:pt x="0" y="81521"/>
                    </a:cubicBezTo>
                    <a:cubicBezTo>
                      <a:pt x="0" y="81521"/>
                      <a:pt x="13335" y="146291"/>
                      <a:pt x="120872" y="219919"/>
                    </a:cubicBezTo>
                    <a:cubicBezTo>
                      <a:pt x="228410" y="293643"/>
                      <a:pt x="347567" y="295643"/>
                      <a:pt x="414052" y="266115"/>
                    </a:cubicBezTo>
                    <a:cubicBezTo>
                      <a:pt x="480441" y="236588"/>
                      <a:pt x="506635" y="205632"/>
                      <a:pt x="533686" y="16648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4" name="Google Shape;544;p16"/>
              <p:cNvSpPr/>
              <p:nvPr/>
            </p:nvSpPr>
            <p:spPr>
              <a:xfrm>
                <a:off x="7183849" y="225106"/>
                <a:ext cx="151751" cy="237606"/>
              </a:xfrm>
              <a:custGeom>
                <a:avLst/>
                <a:gdLst/>
                <a:ahLst/>
                <a:cxnLst/>
                <a:rect l="l" t="t" r="r" b="b"/>
                <a:pathLst>
                  <a:path w="230800" h="361378" extrusionOk="0">
                    <a:moveTo>
                      <a:pt x="146200" y="361379"/>
                    </a:moveTo>
                    <a:cubicBezTo>
                      <a:pt x="146200" y="361379"/>
                      <a:pt x="8659" y="341757"/>
                      <a:pt x="1611" y="172212"/>
                    </a:cubicBezTo>
                    <a:cubicBezTo>
                      <a:pt x="-8772" y="59150"/>
                      <a:pt x="35139" y="55150"/>
                      <a:pt x="17041" y="0"/>
                    </a:cubicBezTo>
                    <a:cubicBezTo>
                      <a:pt x="208494" y="68485"/>
                      <a:pt x="241926" y="176213"/>
                      <a:pt x="228020" y="254603"/>
                    </a:cubicBezTo>
                    <a:cubicBezTo>
                      <a:pt x="214113" y="333089"/>
                      <a:pt x="146295" y="361283"/>
                      <a:pt x="146295" y="3612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5" name="Google Shape;545;p16"/>
              <p:cNvSpPr/>
              <p:nvPr/>
            </p:nvSpPr>
            <p:spPr>
              <a:xfrm>
                <a:off x="7124779" y="471628"/>
                <a:ext cx="177556" cy="187685"/>
              </a:xfrm>
              <a:custGeom>
                <a:avLst/>
                <a:gdLst/>
                <a:ahLst/>
                <a:cxnLst/>
                <a:rect l="l" t="t" r="r" b="b"/>
                <a:pathLst>
                  <a:path w="270047" h="285452" extrusionOk="0">
                    <a:moveTo>
                      <a:pt x="235458" y="0"/>
                    </a:moveTo>
                    <a:cubicBezTo>
                      <a:pt x="235458" y="0"/>
                      <a:pt x="149924" y="-571"/>
                      <a:pt x="92583" y="67151"/>
                    </a:cubicBezTo>
                    <a:cubicBezTo>
                      <a:pt x="35243" y="134874"/>
                      <a:pt x="191" y="153067"/>
                      <a:pt x="16288" y="241745"/>
                    </a:cubicBezTo>
                    <a:cubicBezTo>
                      <a:pt x="22193" y="272129"/>
                      <a:pt x="0" y="281559"/>
                      <a:pt x="0" y="281559"/>
                    </a:cubicBezTo>
                    <a:cubicBezTo>
                      <a:pt x="0" y="281559"/>
                      <a:pt x="80010" y="299371"/>
                      <a:pt x="152495" y="258794"/>
                    </a:cubicBezTo>
                    <a:cubicBezTo>
                      <a:pt x="224885" y="218218"/>
                      <a:pt x="323183" y="100298"/>
                      <a:pt x="23545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6" name="Google Shape;546;p16"/>
              <p:cNvSpPr/>
              <p:nvPr/>
            </p:nvSpPr>
            <p:spPr>
              <a:xfrm>
                <a:off x="7052262" y="447778"/>
                <a:ext cx="454921" cy="151881"/>
              </a:xfrm>
              <a:custGeom>
                <a:avLst/>
                <a:gdLst/>
                <a:ahLst/>
                <a:cxnLst/>
                <a:rect l="l" t="t" r="r" b="b"/>
                <a:pathLst>
                  <a:path w="691895" h="230997" extrusionOk="0">
                    <a:moveTo>
                      <a:pt x="0" y="779"/>
                    </a:moveTo>
                    <a:cubicBezTo>
                      <a:pt x="0" y="779"/>
                      <a:pt x="509207" y="-23796"/>
                      <a:pt x="691896" y="203185"/>
                    </a:cubicBezTo>
                    <a:lnTo>
                      <a:pt x="675037" y="230998"/>
                    </a:lnTo>
                    <a:cubicBezTo>
                      <a:pt x="675037" y="230998"/>
                      <a:pt x="572357" y="13923"/>
                      <a:pt x="0" y="779"/>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 name="Google Shape;547;p16"/>
              <p:cNvSpPr/>
              <p:nvPr/>
            </p:nvSpPr>
            <p:spPr>
              <a:xfrm>
                <a:off x="8468750"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 name="Google Shape;548;p16"/>
              <p:cNvSpPr/>
              <p:nvPr/>
            </p:nvSpPr>
            <p:spPr>
              <a:xfrm>
                <a:off x="8515802"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 name="Google Shape;549;p16"/>
              <p:cNvSpPr/>
              <p:nvPr/>
            </p:nvSpPr>
            <p:spPr>
              <a:xfrm>
                <a:off x="8511031"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 name="Google Shape;550;p16"/>
              <p:cNvSpPr/>
              <p:nvPr/>
            </p:nvSpPr>
            <p:spPr>
              <a:xfrm>
                <a:off x="8571989"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 name="Google Shape;551;p16"/>
              <p:cNvSpPr/>
              <p:nvPr/>
            </p:nvSpPr>
            <p:spPr>
              <a:xfrm>
                <a:off x="8340266"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 name="Google Shape;552;p16"/>
              <p:cNvSpPr/>
              <p:nvPr/>
            </p:nvSpPr>
            <p:spPr>
              <a:xfrm>
                <a:off x="8384032"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 name="Google Shape;553;p16"/>
              <p:cNvSpPr/>
              <p:nvPr/>
            </p:nvSpPr>
            <p:spPr>
              <a:xfrm>
                <a:off x="7138356" y="564593"/>
                <a:ext cx="360441" cy="297931"/>
              </a:xfrm>
              <a:custGeom>
                <a:avLst/>
                <a:gdLst/>
                <a:ahLst/>
                <a:cxnLst/>
                <a:rect l="l" t="t" r="r" b="b"/>
                <a:pathLst>
                  <a:path w="548199" h="453127" extrusionOk="0">
                    <a:moveTo>
                      <a:pt x="540544" y="35737"/>
                    </a:moveTo>
                    <a:cubicBezTo>
                      <a:pt x="540544" y="35737"/>
                      <a:pt x="394621" y="-55798"/>
                      <a:pt x="240125" y="54121"/>
                    </a:cubicBezTo>
                    <a:cubicBezTo>
                      <a:pt x="85534" y="164134"/>
                      <a:pt x="87821" y="296056"/>
                      <a:pt x="66008" y="360540"/>
                    </a:cubicBezTo>
                    <a:cubicBezTo>
                      <a:pt x="44196" y="425024"/>
                      <a:pt x="0" y="427691"/>
                      <a:pt x="0" y="427691"/>
                    </a:cubicBezTo>
                    <a:cubicBezTo>
                      <a:pt x="0" y="427691"/>
                      <a:pt x="68199" y="472649"/>
                      <a:pt x="226504" y="443026"/>
                    </a:cubicBezTo>
                    <a:cubicBezTo>
                      <a:pt x="384810" y="413404"/>
                      <a:pt x="490728" y="311105"/>
                      <a:pt x="523018" y="227285"/>
                    </a:cubicBezTo>
                    <a:cubicBezTo>
                      <a:pt x="555307" y="143465"/>
                      <a:pt x="551021" y="93459"/>
                      <a:pt x="540449" y="356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 name="Google Shape;554;p16"/>
              <p:cNvSpPr/>
              <p:nvPr/>
            </p:nvSpPr>
            <p:spPr>
              <a:xfrm>
                <a:off x="7340765" y="303182"/>
                <a:ext cx="288718" cy="194157"/>
              </a:xfrm>
              <a:custGeom>
                <a:avLst/>
                <a:gdLst/>
                <a:ahLst/>
                <a:cxnLst/>
                <a:rect l="l" t="t" r="r" b="b"/>
                <a:pathLst>
                  <a:path w="439115" h="295296" extrusionOk="0">
                    <a:moveTo>
                      <a:pt x="428625" y="259190"/>
                    </a:moveTo>
                    <a:cubicBezTo>
                      <a:pt x="428625" y="259190"/>
                      <a:pt x="291275" y="362155"/>
                      <a:pt x="136969" y="220328"/>
                    </a:cubicBezTo>
                    <a:cubicBezTo>
                      <a:pt x="29146" y="130603"/>
                      <a:pt x="63913" y="88693"/>
                      <a:pt x="0" y="56403"/>
                    </a:cubicBezTo>
                    <a:cubicBezTo>
                      <a:pt x="227171" y="-51039"/>
                      <a:pt x="350425" y="13921"/>
                      <a:pt x="406813" y="94598"/>
                    </a:cubicBezTo>
                    <a:cubicBezTo>
                      <a:pt x="463201" y="175275"/>
                      <a:pt x="428625" y="259285"/>
                      <a:pt x="428625" y="2592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 name="Google Shape;555;p16"/>
              <p:cNvSpPr/>
              <p:nvPr/>
            </p:nvSpPr>
            <p:spPr>
              <a:xfrm>
                <a:off x="7585913" y="481827"/>
                <a:ext cx="152170" cy="296976"/>
              </a:xfrm>
              <a:custGeom>
                <a:avLst/>
                <a:gdLst/>
                <a:ahLst/>
                <a:cxnLst/>
                <a:rect l="l" t="t" r="r" b="b"/>
                <a:pathLst>
                  <a:path w="231437" h="451675" extrusionOk="0">
                    <a:moveTo>
                      <a:pt x="66954" y="0"/>
                    </a:moveTo>
                    <a:cubicBezTo>
                      <a:pt x="66954" y="0"/>
                      <a:pt x="-8294" y="74200"/>
                      <a:pt x="755" y="183547"/>
                    </a:cubicBezTo>
                    <a:cubicBezTo>
                      <a:pt x="9804" y="292894"/>
                      <a:pt x="-4865" y="339376"/>
                      <a:pt x="86671" y="402717"/>
                    </a:cubicBezTo>
                    <a:cubicBezTo>
                      <a:pt x="118389" y="424148"/>
                      <a:pt x="107245" y="451675"/>
                      <a:pt x="107245" y="451675"/>
                    </a:cubicBezTo>
                    <a:cubicBezTo>
                      <a:pt x="107245" y="451675"/>
                      <a:pt x="192779" y="397383"/>
                      <a:pt x="220592" y="298609"/>
                    </a:cubicBezTo>
                    <a:cubicBezTo>
                      <a:pt x="248405" y="199930"/>
                      <a:pt x="231260" y="10954"/>
                      <a:pt x="66954"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 name="Google Shape;556;p16"/>
              <p:cNvSpPr/>
              <p:nvPr/>
            </p:nvSpPr>
            <p:spPr>
              <a:xfrm>
                <a:off x="7411092" y="377529"/>
                <a:ext cx="519990" cy="282693"/>
              </a:xfrm>
              <a:custGeom>
                <a:avLst/>
                <a:gdLst/>
                <a:ahLst/>
                <a:cxnLst/>
                <a:rect l="l" t="t" r="r" b="b"/>
                <a:pathLst>
                  <a:path w="790860" h="429951" extrusionOk="0">
                    <a:moveTo>
                      <a:pt x="0" y="429951"/>
                    </a:moveTo>
                    <a:cubicBezTo>
                      <a:pt x="0" y="429951"/>
                      <a:pt x="423482" y="-36393"/>
                      <a:pt x="781336" y="2279"/>
                    </a:cubicBezTo>
                    <a:lnTo>
                      <a:pt x="790861" y="41331"/>
                    </a:lnTo>
                    <a:cubicBezTo>
                      <a:pt x="790861" y="41331"/>
                      <a:pt x="511492" y="-58681"/>
                      <a:pt x="0" y="42995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 name="Google Shape;557;p16"/>
              <p:cNvSpPr/>
              <p:nvPr/>
            </p:nvSpPr>
            <p:spPr>
              <a:xfrm>
                <a:off x="7596520"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 name="Google Shape;558;p16"/>
              <p:cNvSpPr/>
              <p:nvPr/>
            </p:nvSpPr>
            <p:spPr>
              <a:xfrm>
                <a:off x="7847445" y="665717"/>
                <a:ext cx="479283" cy="815715"/>
              </a:xfrm>
              <a:custGeom>
                <a:avLst/>
                <a:gdLst/>
                <a:ahLst/>
                <a:cxnLst/>
                <a:rect l="l" t="t" r="r" b="b"/>
                <a:pathLst>
                  <a:path w="728948" h="1240631" extrusionOk="0">
                    <a:moveTo>
                      <a:pt x="665321" y="67913"/>
                    </a:moveTo>
                    <a:cubicBezTo>
                      <a:pt x="668084" y="50864"/>
                      <a:pt x="660273" y="21717"/>
                      <a:pt x="588645" y="0"/>
                    </a:cubicBezTo>
                    <a:cubicBezTo>
                      <a:pt x="602456" y="149923"/>
                      <a:pt x="577120" y="370713"/>
                      <a:pt x="519589" y="435578"/>
                    </a:cubicBezTo>
                    <a:cubicBezTo>
                      <a:pt x="462058" y="500444"/>
                      <a:pt x="441960" y="629317"/>
                      <a:pt x="356902" y="694468"/>
                    </a:cubicBezTo>
                    <a:cubicBezTo>
                      <a:pt x="271843" y="759619"/>
                      <a:pt x="216884" y="778574"/>
                      <a:pt x="0" y="835914"/>
                    </a:cubicBezTo>
                    <a:lnTo>
                      <a:pt x="9430" y="857250"/>
                    </a:lnTo>
                    <a:cubicBezTo>
                      <a:pt x="9430" y="857250"/>
                      <a:pt x="183547" y="809530"/>
                      <a:pt x="272034" y="778002"/>
                    </a:cubicBezTo>
                    <a:cubicBezTo>
                      <a:pt x="196596" y="892112"/>
                      <a:pt x="102965" y="1018604"/>
                      <a:pt x="2000" y="1025747"/>
                    </a:cubicBezTo>
                    <a:cubicBezTo>
                      <a:pt x="23813" y="1065371"/>
                      <a:pt x="130778" y="1039749"/>
                      <a:pt x="311944" y="789813"/>
                    </a:cubicBezTo>
                    <a:cubicBezTo>
                      <a:pt x="348139" y="734282"/>
                      <a:pt x="381667" y="718661"/>
                      <a:pt x="381667" y="718661"/>
                    </a:cubicBezTo>
                    <a:cubicBezTo>
                      <a:pt x="381667" y="718661"/>
                      <a:pt x="345853" y="810863"/>
                      <a:pt x="350330" y="945642"/>
                    </a:cubicBezTo>
                    <a:cubicBezTo>
                      <a:pt x="354806" y="1080326"/>
                      <a:pt x="255365" y="1240631"/>
                      <a:pt x="255365" y="1240631"/>
                    </a:cubicBezTo>
                    <a:lnTo>
                      <a:pt x="289084" y="1240250"/>
                    </a:lnTo>
                    <a:cubicBezTo>
                      <a:pt x="289084" y="1240250"/>
                      <a:pt x="373380" y="1098518"/>
                      <a:pt x="378047" y="957548"/>
                    </a:cubicBezTo>
                    <a:cubicBezTo>
                      <a:pt x="382714" y="816578"/>
                      <a:pt x="397478" y="761333"/>
                      <a:pt x="448532" y="662845"/>
                    </a:cubicBezTo>
                    <a:cubicBezTo>
                      <a:pt x="499586" y="564356"/>
                      <a:pt x="523494" y="502825"/>
                      <a:pt x="551212" y="520922"/>
                    </a:cubicBezTo>
                    <a:cubicBezTo>
                      <a:pt x="578930" y="539020"/>
                      <a:pt x="614267" y="697897"/>
                      <a:pt x="615220" y="789813"/>
                    </a:cubicBezTo>
                    <a:cubicBezTo>
                      <a:pt x="616172" y="881634"/>
                      <a:pt x="553879" y="1084421"/>
                      <a:pt x="553879" y="1084421"/>
                    </a:cubicBezTo>
                    <a:lnTo>
                      <a:pt x="590455" y="1065657"/>
                    </a:lnTo>
                    <a:cubicBezTo>
                      <a:pt x="590455" y="1065657"/>
                      <a:pt x="634841" y="918210"/>
                      <a:pt x="637413" y="866108"/>
                    </a:cubicBezTo>
                    <a:cubicBezTo>
                      <a:pt x="668941" y="957644"/>
                      <a:pt x="704659" y="1150239"/>
                      <a:pt x="704659" y="1150239"/>
                    </a:cubicBezTo>
                    <a:lnTo>
                      <a:pt x="728948" y="1125474"/>
                    </a:lnTo>
                    <a:cubicBezTo>
                      <a:pt x="728948" y="1125474"/>
                      <a:pt x="677609" y="899351"/>
                      <a:pt x="655225" y="801624"/>
                    </a:cubicBezTo>
                    <a:cubicBezTo>
                      <a:pt x="632746" y="703897"/>
                      <a:pt x="640556" y="562928"/>
                      <a:pt x="575405" y="487013"/>
                    </a:cubicBezTo>
                    <a:cubicBezTo>
                      <a:pt x="582930" y="402717"/>
                      <a:pt x="656749" y="253365"/>
                      <a:pt x="660844" y="118300"/>
                    </a:cubicBezTo>
                    <a:cubicBezTo>
                      <a:pt x="661321" y="101346"/>
                      <a:pt x="662845" y="84582"/>
                      <a:pt x="665512" y="679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 name="Google Shape;559;p16"/>
              <p:cNvSpPr/>
              <p:nvPr/>
            </p:nvSpPr>
            <p:spPr>
              <a:xfrm>
                <a:off x="8346491" y="1441133"/>
                <a:ext cx="70545" cy="80386"/>
              </a:xfrm>
              <a:custGeom>
                <a:avLst/>
                <a:gdLst/>
                <a:ahLst/>
                <a:cxnLst/>
                <a:rect l="l" t="t" r="r" b="b"/>
                <a:pathLst>
                  <a:path w="107293" h="122260" extrusionOk="0">
                    <a:moveTo>
                      <a:pt x="40481" y="0"/>
                    </a:moveTo>
                    <a:cubicBezTo>
                      <a:pt x="40481" y="0"/>
                      <a:pt x="118110" y="28003"/>
                      <a:pt x="106013" y="45434"/>
                    </a:cubicBezTo>
                    <a:cubicBezTo>
                      <a:pt x="93917" y="62960"/>
                      <a:pt x="58960" y="43339"/>
                      <a:pt x="58960" y="43339"/>
                    </a:cubicBezTo>
                    <a:cubicBezTo>
                      <a:pt x="58960" y="43339"/>
                      <a:pt x="110109" y="106775"/>
                      <a:pt x="93917" y="118872"/>
                    </a:cubicBezTo>
                    <a:cubicBezTo>
                      <a:pt x="77724" y="130969"/>
                      <a:pt x="31052" y="75247"/>
                      <a:pt x="31052" y="75247"/>
                    </a:cubicBezTo>
                    <a:cubicBezTo>
                      <a:pt x="31052" y="75247"/>
                      <a:pt x="34862" y="115157"/>
                      <a:pt x="24194" y="121825"/>
                    </a:cubicBezTo>
                    <a:cubicBezTo>
                      <a:pt x="13525" y="128397"/>
                      <a:pt x="0" y="58388"/>
                      <a:pt x="0" y="58388"/>
                    </a:cubicBezTo>
                    <a:lnTo>
                      <a:pt x="40481"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0" name="Google Shape;560;p16"/>
              <p:cNvSpPr/>
              <p:nvPr/>
            </p:nvSpPr>
            <p:spPr>
              <a:xfrm>
                <a:off x="8277964" y="1376129"/>
                <a:ext cx="121902" cy="112555"/>
              </a:xfrm>
              <a:custGeom>
                <a:avLst/>
                <a:gdLst/>
                <a:ahLst/>
                <a:cxnLst/>
                <a:rect l="l" t="t" r="r" b="b"/>
                <a:pathLst>
                  <a:path w="185402" h="171186" extrusionOk="0">
                    <a:moveTo>
                      <a:pt x="13358" y="139153"/>
                    </a:moveTo>
                    <a:cubicBezTo>
                      <a:pt x="-16265" y="95338"/>
                      <a:pt x="6595" y="52571"/>
                      <a:pt x="50410" y="23044"/>
                    </a:cubicBezTo>
                    <a:cubicBezTo>
                      <a:pt x="94225" y="-6484"/>
                      <a:pt x="142422" y="-11818"/>
                      <a:pt x="172045" y="31997"/>
                    </a:cubicBezTo>
                    <a:cubicBezTo>
                      <a:pt x="201667" y="75812"/>
                      <a:pt x="178807" y="118579"/>
                      <a:pt x="134992" y="148107"/>
                    </a:cubicBezTo>
                    <a:cubicBezTo>
                      <a:pt x="91177" y="177729"/>
                      <a:pt x="42981" y="182968"/>
                      <a:pt x="13358" y="139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 name="Google Shape;561;p16"/>
              <p:cNvSpPr/>
              <p:nvPr/>
            </p:nvSpPr>
            <p:spPr>
              <a:xfrm>
                <a:off x="7946531" y="1521222"/>
                <a:ext cx="84572" cy="78746"/>
              </a:xfrm>
              <a:custGeom>
                <a:avLst/>
                <a:gdLst/>
                <a:ahLst/>
                <a:cxnLst/>
                <a:rect l="l" t="t" r="r" b="b"/>
                <a:pathLst>
                  <a:path w="128627" h="119766" extrusionOk="0">
                    <a:moveTo>
                      <a:pt x="127098" y="12478"/>
                    </a:moveTo>
                    <a:cubicBezTo>
                      <a:pt x="127098" y="12478"/>
                      <a:pt x="135480" y="100679"/>
                      <a:pt x="113001" y="96965"/>
                    </a:cubicBezTo>
                    <a:cubicBezTo>
                      <a:pt x="90522" y="93250"/>
                      <a:pt x="93475" y="50292"/>
                      <a:pt x="93475" y="50292"/>
                    </a:cubicBezTo>
                    <a:cubicBezTo>
                      <a:pt x="93475" y="50292"/>
                      <a:pt x="55279" y="128969"/>
                      <a:pt x="36134" y="118872"/>
                    </a:cubicBezTo>
                    <a:cubicBezTo>
                      <a:pt x="16989" y="108680"/>
                      <a:pt x="49660" y="37814"/>
                      <a:pt x="49660" y="37814"/>
                    </a:cubicBezTo>
                    <a:cubicBezTo>
                      <a:pt x="49660" y="37814"/>
                      <a:pt x="12607" y="59817"/>
                      <a:pt x="1368" y="52483"/>
                    </a:cubicBezTo>
                    <a:cubicBezTo>
                      <a:pt x="-9872" y="45149"/>
                      <a:pt x="51850" y="0"/>
                      <a:pt x="51850" y="0"/>
                    </a:cubicBezTo>
                    <a:lnTo>
                      <a:pt x="127098" y="12573"/>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 name="Google Shape;562;p16"/>
              <p:cNvSpPr/>
              <p:nvPr/>
            </p:nvSpPr>
            <p:spPr>
              <a:xfrm>
                <a:off x="7956988" y="1432681"/>
                <a:ext cx="131857" cy="119065"/>
              </a:xfrm>
              <a:custGeom>
                <a:avLst/>
                <a:gdLst/>
                <a:ahLst/>
                <a:cxnLst/>
                <a:rect l="l" t="t" r="r" b="b"/>
                <a:pathLst>
                  <a:path w="200543" h="181087" extrusionOk="0">
                    <a:moveTo>
                      <a:pt x="11927" y="38013"/>
                    </a:moveTo>
                    <a:cubicBezTo>
                      <a:pt x="40883" y="-10755"/>
                      <a:pt x="92890" y="-8183"/>
                      <a:pt x="141658" y="20868"/>
                    </a:cubicBezTo>
                    <a:cubicBezTo>
                      <a:pt x="190426" y="49824"/>
                      <a:pt x="217667" y="94211"/>
                      <a:pt x="188616" y="143074"/>
                    </a:cubicBezTo>
                    <a:cubicBezTo>
                      <a:pt x="159660" y="191842"/>
                      <a:pt x="107654" y="189270"/>
                      <a:pt x="58886" y="160219"/>
                    </a:cubicBezTo>
                    <a:cubicBezTo>
                      <a:pt x="10117" y="131263"/>
                      <a:pt x="-17124" y="86876"/>
                      <a:pt x="11927" y="380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 name="Google Shape;563;p16"/>
              <p:cNvSpPr/>
              <p:nvPr/>
            </p:nvSpPr>
            <p:spPr>
              <a:xfrm>
                <a:off x="7741832" y="1359665"/>
                <a:ext cx="91181" cy="77026"/>
              </a:xfrm>
              <a:custGeom>
                <a:avLst/>
                <a:gdLst/>
                <a:ahLst/>
                <a:cxnLst/>
                <a:rect l="l" t="t" r="r" b="b"/>
                <a:pathLst>
                  <a:path w="138679" h="117150" extrusionOk="0">
                    <a:moveTo>
                      <a:pt x="138680" y="58584"/>
                    </a:moveTo>
                    <a:cubicBezTo>
                      <a:pt x="138680" y="58584"/>
                      <a:pt x="88769" y="131831"/>
                      <a:pt x="73814" y="114496"/>
                    </a:cubicBezTo>
                    <a:cubicBezTo>
                      <a:pt x="58860" y="97160"/>
                      <a:pt x="88578" y="66109"/>
                      <a:pt x="88578" y="66109"/>
                    </a:cubicBezTo>
                    <a:cubicBezTo>
                      <a:pt x="88578" y="66109"/>
                      <a:pt x="8949" y="102208"/>
                      <a:pt x="662" y="82206"/>
                    </a:cubicBezTo>
                    <a:cubicBezTo>
                      <a:pt x="-7529" y="62203"/>
                      <a:pt x="62956" y="28580"/>
                      <a:pt x="62956" y="28580"/>
                    </a:cubicBezTo>
                    <a:cubicBezTo>
                      <a:pt x="62956" y="28580"/>
                      <a:pt x="20379" y="21817"/>
                      <a:pt x="16379" y="8959"/>
                    </a:cubicBezTo>
                    <a:cubicBezTo>
                      <a:pt x="12378" y="-3900"/>
                      <a:pt x="88769" y="862"/>
                      <a:pt x="88769" y="862"/>
                    </a:cubicBezTo>
                    <a:lnTo>
                      <a:pt x="138584" y="58679"/>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4" name="Google Shape;564;p16"/>
              <p:cNvSpPr/>
              <p:nvPr/>
            </p:nvSpPr>
            <p:spPr>
              <a:xfrm>
                <a:off x="7794877" y="1297887"/>
                <a:ext cx="112874" cy="134199"/>
              </a:xfrm>
              <a:custGeom>
                <a:avLst/>
                <a:gdLst/>
                <a:ahLst/>
                <a:cxnLst/>
                <a:rect l="l" t="t" r="r" b="b"/>
                <a:pathLst>
                  <a:path w="171671" h="204105" extrusionOk="0">
                    <a:moveTo>
                      <a:pt x="51451" y="5183"/>
                    </a:moveTo>
                    <a:cubicBezTo>
                      <a:pt x="104981" y="-13771"/>
                      <a:pt x="143176" y="21471"/>
                      <a:pt x="162226" y="74906"/>
                    </a:cubicBezTo>
                    <a:cubicBezTo>
                      <a:pt x="181181" y="128437"/>
                      <a:pt x="173752" y="179872"/>
                      <a:pt x="120221" y="198922"/>
                    </a:cubicBezTo>
                    <a:cubicBezTo>
                      <a:pt x="66691" y="217877"/>
                      <a:pt x="28495" y="182634"/>
                      <a:pt x="9445" y="129199"/>
                    </a:cubicBezTo>
                    <a:cubicBezTo>
                      <a:pt x="-9509" y="75668"/>
                      <a:pt x="-2080" y="24233"/>
                      <a:pt x="51451" y="51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5" name="Google Shape;565;p16"/>
              <p:cNvSpPr/>
              <p:nvPr/>
            </p:nvSpPr>
            <p:spPr>
              <a:xfrm>
                <a:off x="8179939" y="1428995"/>
                <a:ext cx="66146" cy="69332"/>
              </a:xfrm>
              <a:custGeom>
                <a:avLst/>
                <a:gdLst/>
                <a:ahLst/>
                <a:cxnLst/>
                <a:rect l="l" t="t" r="r" b="b"/>
                <a:pathLst>
                  <a:path w="100602" h="105448" extrusionOk="0">
                    <a:moveTo>
                      <a:pt x="77716" y="0"/>
                    </a:moveTo>
                    <a:cubicBezTo>
                      <a:pt x="77716" y="0"/>
                      <a:pt x="113053" y="59531"/>
                      <a:pt x="95908" y="64389"/>
                    </a:cubicBezTo>
                    <a:cubicBezTo>
                      <a:pt x="78763" y="69247"/>
                      <a:pt x="66571" y="37909"/>
                      <a:pt x="66571" y="37909"/>
                    </a:cubicBezTo>
                    <a:cubicBezTo>
                      <a:pt x="66571" y="37909"/>
                      <a:pt x="65905" y="106204"/>
                      <a:pt x="48950" y="105442"/>
                    </a:cubicBezTo>
                    <a:cubicBezTo>
                      <a:pt x="32091" y="104680"/>
                      <a:pt x="31519" y="43625"/>
                      <a:pt x="31519" y="43625"/>
                    </a:cubicBezTo>
                    <a:cubicBezTo>
                      <a:pt x="31519" y="43625"/>
                      <a:pt x="12660" y="71533"/>
                      <a:pt x="2278" y="70104"/>
                    </a:cubicBezTo>
                    <a:cubicBezTo>
                      <a:pt x="-8105" y="68675"/>
                      <a:pt x="20375" y="16192"/>
                      <a:pt x="20375" y="16192"/>
                    </a:cubicBezTo>
                    <a:lnTo>
                      <a:pt x="77716"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 name="Google Shape;566;p16"/>
              <p:cNvSpPr/>
              <p:nvPr/>
            </p:nvSpPr>
            <p:spPr>
              <a:xfrm>
                <a:off x="8160746" y="1363241"/>
                <a:ext cx="105548" cy="83720"/>
              </a:xfrm>
              <a:custGeom>
                <a:avLst/>
                <a:gdLst/>
                <a:ahLst/>
                <a:cxnLst/>
                <a:rect l="l" t="t" r="r" b="b"/>
                <a:pathLst>
                  <a:path w="160529" h="127331" extrusionOk="0">
                    <a:moveTo>
                      <a:pt x="350" y="56093"/>
                    </a:moveTo>
                    <a:cubicBezTo>
                      <a:pt x="4541" y="11993"/>
                      <a:pt x="42069" y="-3533"/>
                      <a:pt x="86265" y="658"/>
                    </a:cubicBezTo>
                    <a:cubicBezTo>
                      <a:pt x="130461" y="4849"/>
                      <a:pt x="164370" y="27137"/>
                      <a:pt x="160179" y="71238"/>
                    </a:cubicBezTo>
                    <a:cubicBezTo>
                      <a:pt x="155988" y="115339"/>
                      <a:pt x="118460" y="130865"/>
                      <a:pt x="74264" y="126674"/>
                    </a:cubicBezTo>
                    <a:cubicBezTo>
                      <a:pt x="30163" y="122483"/>
                      <a:pt x="-3841" y="100194"/>
                      <a:pt x="350" y="5609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7" name="Google Shape;567;p16"/>
              <p:cNvSpPr/>
              <p:nvPr/>
            </p:nvSpPr>
            <p:spPr>
              <a:xfrm>
                <a:off x="7751743" y="1199998"/>
                <a:ext cx="71618" cy="64405"/>
              </a:xfrm>
              <a:custGeom>
                <a:avLst/>
                <a:gdLst/>
                <a:ahLst/>
                <a:cxnLst/>
                <a:rect l="l" t="t" r="r" b="b"/>
                <a:pathLst>
                  <a:path w="108924" h="97954" extrusionOk="0">
                    <a:moveTo>
                      <a:pt x="108829" y="65524"/>
                    </a:moveTo>
                    <a:cubicBezTo>
                      <a:pt x="108829" y="65524"/>
                      <a:pt x="56251" y="110577"/>
                      <a:pt x="48536" y="94479"/>
                    </a:cubicBezTo>
                    <a:cubicBezTo>
                      <a:pt x="40821" y="78382"/>
                      <a:pt x="69586" y="61047"/>
                      <a:pt x="69586" y="61047"/>
                    </a:cubicBezTo>
                    <a:cubicBezTo>
                      <a:pt x="69586" y="61047"/>
                      <a:pt x="2149" y="72000"/>
                      <a:pt x="54" y="55237"/>
                    </a:cubicBezTo>
                    <a:cubicBezTo>
                      <a:pt x="-2042" y="38473"/>
                      <a:pt x="57966" y="27424"/>
                      <a:pt x="57966" y="27424"/>
                    </a:cubicBezTo>
                    <a:cubicBezTo>
                      <a:pt x="57966" y="27424"/>
                      <a:pt x="27295" y="13612"/>
                      <a:pt x="26914" y="3135"/>
                    </a:cubicBezTo>
                    <a:cubicBezTo>
                      <a:pt x="26533" y="-7343"/>
                      <a:pt x="83112" y="11803"/>
                      <a:pt x="83112" y="11803"/>
                    </a:cubicBezTo>
                    <a:lnTo>
                      <a:pt x="108924" y="65524"/>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8" name="Google Shape;568;p16"/>
              <p:cNvSpPr/>
              <p:nvPr/>
            </p:nvSpPr>
            <p:spPr>
              <a:xfrm>
                <a:off x="7802103" y="1168991"/>
                <a:ext cx="83567" cy="105585"/>
              </a:xfrm>
              <a:custGeom>
                <a:avLst/>
                <a:gdLst/>
                <a:ahLst/>
                <a:cxnLst/>
                <a:rect l="l" t="t" r="r" b="b"/>
                <a:pathLst>
                  <a:path w="127098" h="160586" extrusionOk="0">
                    <a:moveTo>
                      <a:pt x="57310" y="236"/>
                    </a:moveTo>
                    <a:cubicBezTo>
                      <a:pt x="101506" y="-3193"/>
                      <a:pt x="123223" y="31192"/>
                      <a:pt x="126652" y="75388"/>
                    </a:cubicBezTo>
                    <a:cubicBezTo>
                      <a:pt x="130081" y="119584"/>
                      <a:pt x="113984" y="156922"/>
                      <a:pt x="69788" y="160351"/>
                    </a:cubicBezTo>
                    <a:cubicBezTo>
                      <a:pt x="25592" y="163780"/>
                      <a:pt x="3875" y="129395"/>
                      <a:pt x="446" y="85199"/>
                    </a:cubicBezTo>
                    <a:cubicBezTo>
                      <a:pt x="-2983" y="41003"/>
                      <a:pt x="13114" y="3665"/>
                      <a:pt x="57310" y="23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9" name="Google Shape;569;p16"/>
              <p:cNvSpPr/>
              <p:nvPr/>
            </p:nvSpPr>
            <p:spPr>
              <a:xfrm>
                <a:off x="7733159"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0" name="Google Shape;570;p16"/>
              <p:cNvSpPr/>
              <p:nvPr/>
            </p:nvSpPr>
            <p:spPr>
              <a:xfrm>
                <a:off x="8000978"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1" name="Google Shape;571;p16"/>
              <p:cNvSpPr/>
              <p:nvPr/>
            </p:nvSpPr>
            <p:spPr>
              <a:xfrm>
                <a:off x="8093845"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2" name="Google Shape;572;p16"/>
              <p:cNvSpPr/>
              <p:nvPr/>
            </p:nvSpPr>
            <p:spPr>
              <a:xfrm>
                <a:off x="7821280"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3" name="Google Shape;573;p16"/>
              <p:cNvSpPr/>
              <p:nvPr/>
            </p:nvSpPr>
            <p:spPr>
              <a:xfrm>
                <a:off x="8229676"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4" name="Google Shape;574;p16"/>
              <p:cNvSpPr/>
              <p:nvPr/>
            </p:nvSpPr>
            <p:spPr>
              <a:xfrm>
                <a:off x="8005118"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5" name="Google Shape;575;p16"/>
              <p:cNvSpPr/>
              <p:nvPr/>
            </p:nvSpPr>
            <p:spPr>
              <a:xfrm>
                <a:off x="7900136"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6" name="Google Shape;576;p16"/>
              <p:cNvSpPr/>
              <p:nvPr/>
            </p:nvSpPr>
            <p:spPr>
              <a:xfrm>
                <a:off x="8160100"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7" name="Google Shape;577;p16"/>
              <p:cNvSpPr/>
              <p:nvPr/>
            </p:nvSpPr>
            <p:spPr>
              <a:xfrm>
                <a:off x="8183090"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16"/>
              <p:cNvSpPr/>
              <p:nvPr/>
            </p:nvSpPr>
            <p:spPr>
              <a:xfrm>
                <a:off x="8039593"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9" name="Google Shape;579;p16"/>
              <p:cNvSpPr/>
              <p:nvPr/>
            </p:nvSpPr>
            <p:spPr>
              <a:xfrm>
                <a:off x="8291682"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0" name="Google Shape;580;p16"/>
              <p:cNvSpPr/>
              <p:nvPr/>
            </p:nvSpPr>
            <p:spPr>
              <a:xfrm>
                <a:off x="7815720"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1" name="Google Shape;581;p16"/>
              <p:cNvSpPr/>
              <p:nvPr/>
            </p:nvSpPr>
            <p:spPr>
              <a:xfrm>
                <a:off x="8077948"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2" name="Google Shape;582;p16"/>
              <p:cNvSpPr/>
              <p:nvPr/>
            </p:nvSpPr>
            <p:spPr>
              <a:xfrm>
                <a:off x="7981400"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16"/>
              <p:cNvSpPr/>
              <p:nvPr/>
            </p:nvSpPr>
            <p:spPr>
              <a:xfrm>
                <a:off x="8130630"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16"/>
              <p:cNvSpPr/>
              <p:nvPr/>
            </p:nvSpPr>
            <p:spPr>
              <a:xfrm>
                <a:off x="8058426"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16"/>
              <p:cNvSpPr/>
              <p:nvPr/>
            </p:nvSpPr>
            <p:spPr>
              <a:xfrm>
                <a:off x="8028567" y="560378"/>
                <a:ext cx="151706" cy="167532"/>
              </a:xfrm>
              <a:custGeom>
                <a:avLst/>
                <a:gdLst/>
                <a:ahLst/>
                <a:cxnLst/>
                <a:rect l="l" t="t" r="r" b="b"/>
                <a:pathLst>
                  <a:path w="230732" h="254801" extrusionOk="0">
                    <a:moveTo>
                      <a:pt x="53648" y="5007"/>
                    </a:moveTo>
                    <a:cubicBezTo>
                      <a:pt x="53648" y="5007"/>
                      <a:pt x="2308" y="16152"/>
                      <a:pt x="22" y="123975"/>
                    </a:cubicBezTo>
                    <a:cubicBezTo>
                      <a:pt x="-2264" y="231798"/>
                      <a:pt x="176520" y="295996"/>
                      <a:pt x="230717" y="224749"/>
                    </a:cubicBezTo>
                    <a:cubicBezTo>
                      <a:pt x="231860" y="164361"/>
                      <a:pt x="169852" y="-33855"/>
                      <a:pt x="53648" y="500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16"/>
              <p:cNvSpPr/>
              <p:nvPr/>
            </p:nvSpPr>
            <p:spPr>
              <a:xfrm>
                <a:off x="8148375"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16"/>
              <p:cNvSpPr/>
              <p:nvPr/>
            </p:nvSpPr>
            <p:spPr>
              <a:xfrm>
                <a:off x="8072897"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16"/>
              <p:cNvSpPr/>
              <p:nvPr/>
            </p:nvSpPr>
            <p:spPr>
              <a:xfrm>
                <a:off x="8129226"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16"/>
              <p:cNvSpPr/>
              <p:nvPr/>
            </p:nvSpPr>
            <p:spPr>
              <a:xfrm>
                <a:off x="8048633"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16"/>
              <p:cNvSpPr/>
              <p:nvPr/>
            </p:nvSpPr>
            <p:spPr>
              <a:xfrm>
                <a:off x="7986223"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91" name="Google Shape;591;p16"/>
            <p:cNvGrpSpPr/>
            <p:nvPr/>
          </p:nvGrpSpPr>
          <p:grpSpPr>
            <a:xfrm rot="-7200174">
              <a:off x="92124" y="3856430"/>
              <a:ext cx="1229917" cy="1161379"/>
              <a:chOff x="10862245" y="208750"/>
              <a:chExt cx="1369738" cy="1293408"/>
            </a:xfrm>
          </p:grpSpPr>
          <p:sp>
            <p:nvSpPr>
              <p:cNvPr id="592" name="Google Shape;592;p16"/>
              <p:cNvSpPr/>
              <p:nvPr/>
            </p:nvSpPr>
            <p:spPr>
              <a:xfrm>
                <a:off x="11776756"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3" name="Google Shape;593;p16"/>
              <p:cNvSpPr/>
              <p:nvPr/>
            </p:nvSpPr>
            <p:spPr>
              <a:xfrm>
                <a:off x="11837714"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16"/>
              <p:cNvSpPr/>
              <p:nvPr/>
            </p:nvSpPr>
            <p:spPr>
              <a:xfrm>
                <a:off x="11605991"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16"/>
              <p:cNvSpPr/>
              <p:nvPr/>
            </p:nvSpPr>
            <p:spPr>
              <a:xfrm>
                <a:off x="11649757"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96" name="Google Shape;596;p16"/>
              <p:cNvGrpSpPr/>
              <p:nvPr/>
            </p:nvGrpSpPr>
            <p:grpSpPr>
              <a:xfrm>
                <a:off x="10862245" y="208750"/>
                <a:ext cx="1369738" cy="1031739"/>
                <a:chOff x="10862245" y="208750"/>
                <a:chExt cx="1369738" cy="1031739"/>
              </a:xfrm>
            </p:grpSpPr>
            <p:sp>
              <p:nvSpPr>
                <p:cNvPr id="597" name="Google Shape;597;p16"/>
                <p:cNvSpPr/>
                <p:nvPr/>
              </p:nvSpPr>
              <p:spPr>
                <a:xfrm>
                  <a:off x="10862245"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98" name="Google Shape;598;p16"/>
                <p:cNvGrpSpPr/>
                <p:nvPr/>
              </p:nvGrpSpPr>
              <p:grpSpPr>
                <a:xfrm>
                  <a:off x="10998884" y="208750"/>
                  <a:ext cx="1233099" cy="739873"/>
                  <a:chOff x="10998884" y="208750"/>
                  <a:chExt cx="1233099" cy="739873"/>
                </a:xfrm>
              </p:grpSpPr>
              <p:sp>
                <p:nvSpPr>
                  <p:cNvPr id="599" name="Google Shape;599;p16"/>
                  <p:cNvSpPr/>
                  <p:nvPr/>
                </p:nvSpPr>
                <p:spPr>
                  <a:xfrm>
                    <a:off x="11734475"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0" name="Google Shape;600;p16"/>
                  <p:cNvSpPr/>
                  <p:nvPr/>
                </p:nvSpPr>
                <p:spPr>
                  <a:xfrm>
                    <a:off x="11781527"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01" name="Google Shape;601;p16"/>
                  <p:cNvGrpSpPr/>
                  <p:nvPr/>
                </p:nvGrpSpPr>
                <p:grpSpPr>
                  <a:xfrm>
                    <a:off x="10998884" y="208750"/>
                    <a:ext cx="777560" cy="739873"/>
                    <a:chOff x="10998884" y="208750"/>
                    <a:chExt cx="777560" cy="739873"/>
                  </a:xfrm>
                </p:grpSpPr>
                <p:sp>
                  <p:nvSpPr>
                    <p:cNvPr id="602" name="Google Shape;602;p16"/>
                    <p:cNvSpPr/>
                    <p:nvPr/>
                  </p:nvSpPr>
                  <p:spPr>
                    <a:xfrm>
                      <a:off x="10998884"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3" name="Google Shape;603;p16"/>
                    <p:cNvSpPr/>
                    <p:nvPr/>
                  </p:nvSpPr>
                  <p:spPr>
                    <a:xfrm>
                      <a:off x="11266703"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4" name="Google Shape;604;p16"/>
                    <p:cNvSpPr/>
                    <p:nvPr/>
                  </p:nvSpPr>
                  <p:spPr>
                    <a:xfrm>
                      <a:off x="11359570"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5" name="Google Shape;605;p16"/>
                    <p:cNvSpPr/>
                    <p:nvPr/>
                  </p:nvSpPr>
                  <p:spPr>
                    <a:xfrm>
                      <a:off x="11087005"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6" name="Google Shape;606;p16"/>
                    <p:cNvSpPr/>
                    <p:nvPr/>
                  </p:nvSpPr>
                  <p:spPr>
                    <a:xfrm>
                      <a:off x="11495401"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7" name="Google Shape;607;p16"/>
                    <p:cNvSpPr/>
                    <p:nvPr/>
                  </p:nvSpPr>
                  <p:spPr>
                    <a:xfrm>
                      <a:off x="11270843"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8" name="Google Shape;608;p16"/>
                    <p:cNvSpPr/>
                    <p:nvPr/>
                  </p:nvSpPr>
                  <p:spPr>
                    <a:xfrm>
                      <a:off x="11165861"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9" name="Google Shape;609;p16"/>
                    <p:cNvSpPr/>
                    <p:nvPr/>
                  </p:nvSpPr>
                  <p:spPr>
                    <a:xfrm>
                      <a:off x="11425825"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0" name="Google Shape;610;p16"/>
                    <p:cNvSpPr/>
                    <p:nvPr/>
                  </p:nvSpPr>
                  <p:spPr>
                    <a:xfrm>
                      <a:off x="11448815"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1" name="Google Shape;611;p16"/>
                    <p:cNvSpPr/>
                    <p:nvPr/>
                  </p:nvSpPr>
                  <p:spPr>
                    <a:xfrm>
                      <a:off x="11305318"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2" name="Google Shape;612;p16"/>
                    <p:cNvSpPr/>
                    <p:nvPr/>
                  </p:nvSpPr>
                  <p:spPr>
                    <a:xfrm>
                      <a:off x="11557407"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3" name="Google Shape;613;p16"/>
                    <p:cNvSpPr/>
                    <p:nvPr/>
                  </p:nvSpPr>
                  <p:spPr>
                    <a:xfrm>
                      <a:off x="11081445"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4" name="Google Shape;614;p16"/>
                    <p:cNvSpPr/>
                    <p:nvPr/>
                  </p:nvSpPr>
                  <p:spPr>
                    <a:xfrm>
                      <a:off x="11343673"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5" name="Google Shape;615;p16"/>
                    <p:cNvSpPr/>
                    <p:nvPr/>
                  </p:nvSpPr>
                  <p:spPr>
                    <a:xfrm>
                      <a:off x="11247125"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6" name="Google Shape;616;p16"/>
                    <p:cNvSpPr/>
                    <p:nvPr/>
                  </p:nvSpPr>
                  <p:spPr>
                    <a:xfrm>
                      <a:off x="11396355"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7" name="Google Shape;617;p16"/>
                    <p:cNvSpPr/>
                    <p:nvPr/>
                  </p:nvSpPr>
                  <p:spPr>
                    <a:xfrm>
                      <a:off x="11324151"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8" name="Google Shape;618;p16"/>
                    <p:cNvSpPr/>
                    <p:nvPr/>
                  </p:nvSpPr>
                  <p:spPr>
                    <a:xfrm>
                      <a:off x="11414100"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9" name="Google Shape;619;p16"/>
                    <p:cNvSpPr/>
                    <p:nvPr/>
                  </p:nvSpPr>
                  <p:spPr>
                    <a:xfrm>
                      <a:off x="11338622"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0" name="Google Shape;620;p16"/>
                    <p:cNvSpPr/>
                    <p:nvPr/>
                  </p:nvSpPr>
                  <p:spPr>
                    <a:xfrm>
                      <a:off x="11394951"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1" name="Google Shape;621;p16"/>
                    <p:cNvSpPr/>
                    <p:nvPr/>
                  </p:nvSpPr>
                  <p:spPr>
                    <a:xfrm>
                      <a:off x="11314358"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2" name="Google Shape;622;p16"/>
                    <p:cNvSpPr/>
                    <p:nvPr/>
                  </p:nvSpPr>
                  <p:spPr>
                    <a:xfrm>
                      <a:off x="11251948"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
          <p:nvSpPr>
            <p:cNvPr id="623" name="Google Shape;623;p16"/>
            <p:cNvSpPr/>
            <p:nvPr/>
          </p:nvSpPr>
          <p:spPr>
            <a:xfrm rot="-5400000">
              <a:off x="473457"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4" name="Google Shape;624;p16"/>
            <p:cNvSpPr/>
            <p:nvPr/>
          </p:nvSpPr>
          <p:spPr>
            <a:xfrm rot="5400000">
              <a:off x="7174074" y="3194705"/>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25" name="Google Shape;625;p16"/>
          <p:cNvSpPr txBox="1">
            <a:spLocks noGrp="1"/>
          </p:cNvSpPr>
          <p:nvPr>
            <p:ph type="title"/>
          </p:nvPr>
        </p:nvSpPr>
        <p:spPr>
          <a:xfrm flipH="1">
            <a:off x="1289835" y="3146775"/>
            <a:ext cx="6564300" cy="661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626" name="Google Shape;626;p16"/>
          <p:cNvSpPr txBox="1">
            <a:spLocks noGrp="1"/>
          </p:cNvSpPr>
          <p:nvPr>
            <p:ph type="subTitle" idx="1"/>
          </p:nvPr>
        </p:nvSpPr>
        <p:spPr>
          <a:xfrm flipH="1">
            <a:off x="1289875" y="1334925"/>
            <a:ext cx="6564300" cy="1853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649"/>
        <p:cNvGrpSpPr/>
        <p:nvPr/>
      </p:nvGrpSpPr>
      <p:grpSpPr>
        <a:xfrm>
          <a:off x="0" y="0"/>
          <a:ext cx="0" cy="0"/>
          <a:chOff x="0" y="0"/>
          <a:chExt cx="0" cy="0"/>
        </a:xfrm>
      </p:grpSpPr>
      <p:sp>
        <p:nvSpPr>
          <p:cNvPr id="650" name="Google Shape;650;p18"/>
          <p:cNvSpPr txBox="1">
            <a:spLocks noGrp="1"/>
          </p:cNvSpPr>
          <p:nvPr>
            <p:ph type="title"/>
          </p:nvPr>
        </p:nvSpPr>
        <p:spPr>
          <a:xfrm>
            <a:off x="976450" y="1393950"/>
            <a:ext cx="2394000" cy="1063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51" name="Google Shape;651;p18"/>
          <p:cNvSpPr txBox="1">
            <a:spLocks noGrp="1"/>
          </p:cNvSpPr>
          <p:nvPr>
            <p:ph type="subTitle" idx="1"/>
          </p:nvPr>
        </p:nvSpPr>
        <p:spPr>
          <a:xfrm>
            <a:off x="976450" y="2457150"/>
            <a:ext cx="2394000" cy="1292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652" name="Google Shape;652;p18"/>
          <p:cNvGrpSpPr/>
          <p:nvPr/>
        </p:nvGrpSpPr>
        <p:grpSpPr>
          <a:xfrm>
            <a:off x="94926" y="103822"/>
            <a:ext cx="9424375" cy="5127796"/>
            <a:chOff x="94926" y="103822"/>
            <a:chExt cx="9424375" cy="5127796"/>
          </a:xfrm>
        </p:grpSpPr>
        <p:sp>
          <p:nvSpPr>
            <p:cNvPr id="653" name="Google Shape;653;p18"/>
            <p:cNvSpPr/>
            <p:nvPr/>
          </p:nvSpPr>
          <p:spPr>
            <a:xfrm rot="-5400000" flipH="1">
              <a:off x="471218"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4" name="Google Shape;654;p18"/>
            <p:cNvSpPr/>
            <p:nvPr/>
          </p:nvSpPr>
          <p:spPr>
            <a:xfrm rot="5400000" flipH="1">
              <a:off x="7197626"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55" name="Google Shape;655;p18"/>
            <p:cNvGrpSpPr/>
            <p:nvPr/>
          </p:nvGrpSpPr>
          <p:grpSpPr>
            <a:xfrm flipH="1">
              <a:off x="8430777" y="3046647"/>
              <a:ext cx="1088524" cy="2184972"/>
              <a:chOff x="5600902" y="897034"/>
              <a:chExt cx="1088524" cy="2184972"/>
            </a:xfrm>
          </p:grpSpPr>
          <p:sp>
            <p:nvSpPr>
              <p:cNvPr id="656" name="Google Shape;656;p18"/>
              <p:cNvSpPr/>
              <p:nvPr/>
            </p:nvSpPr>
            <p:spPr>
              <a:xfrm>
                <a:off x="5600902" y="897034"/>
                <a:ext cx="1088524" cy="1926314"/>
              </a:xfrm>
              <a:custGeom>
                <a:avLst/>
                <a:gdLst/>
                <a:ahLst/>
                <a:cxnLst/>
                <a:rect l="l" t="t" r="r" b="b"/>
                <a:pathLst>
                  <a:path w="806314" h="1426899" extrusionOk="0">
                    <a:moveTo>
                      <a:pt x="135510" y="0"/>
                    </a:moveTo>
                    <a:cubicBezTo>
                      <a:pt x="135510" y="0"/>
                      <a:pt x="30770" y="28357"/>
                      <a:pt x="0" y="67031"/>
                    </a:cubicBezTo>
                    <a:lnTo>
                      <a:pt x="139311" y="156808"/>
                    </a:lnTo>
                    <a:lnTo>
                      <a:pt x="36442" y="119220"/>
                    </a:lnTo>
                    <a:lnTo>
                      <a:pt x="193069" y="237535"/>
                    </a:lnTo>
                    <a:lnTo>
                      <a:pt x="60817" y="189207"/>
                    </a:lnTo>
                    <a:cubicBezTo>
                      <a:pt x="60817" y="189207"/>
                      <a:pt x="174546" y="318564"/>
                      <a:pt x="163505" y="439956"/>
                    </a:cubicBezTo>
                    <a:cubicBezTo>
                      <a:pt x="152464" y="561348"/>
                      <a:pt x="247611" y="696013"/>
                      <a:pt x="345412" y="792849"/>
                    </a:cubicBezTo>
                    <a:lnTo>
                      <a:pt x="149146" y="676706"/>
                    </a:lnTo>
                    <a:cubicBezTo>
                      <a:pt x="149146" y="676706"/>
                      <a:pt x="154877" y="995209"/>
                      <a:pt x="468433" y="1048726"/>
                    </a:cubicBezTo>
                    <a:lnTo>
                      <a:pt x="346378" y="1048545"/>
                    </a:lnTo>
                    <a:cubicBezTo>
                      <a:pt x="346378" y="1048545"/>
                      <a:pt x="403393" y="1120402"/>
                      <a:pt x="556943" y="1125470"/>
                    </a:cubicBezTo>
                    <a:lnTo>
                      <a:pt x="440619" y="1155155"/>
                    </a:lnTo>
                    <a:lnTo>
                      <a:pt x="519355" y="1228340"/>
                    </a:lnTo>
                    <a:lnTo>
                      <a:pt x="596884" y="1228883"/>
                    </a:lnTo>
                    <a:lnTo>
                      <a:pt x="541618" y="1258628"/>
                    </a:lnTo>
                    <a:cubicBezTo>
                      <a:pt x="541618" y="1258628"/>
                      <a:pt x="641833" y="1409825"/>
                      <a:pt x="746573" y="1426899"/>
                    </a:cubicBezTo>
                    <a:cubicBezTo>
                      <a:pt x="855778" y="1173617"/>
                      <a:pt x="781868" y="874541"/>
                      <a:pt x="781868" y="874541"/>
                    </a:cubicBezTo>
                    <a:lnTo>
                      <a:pt x="697099" y="954605"/>
                    </a:lnTo>
                    <a:lnTo>
                      <a:pt x="772155" y="809924"/>
                    </a:lnTo>
                    <a:cubicBezTo>
                      <a:pt x="772155" y="809924"/>
                      <a:pt x="733239" y="612511"/>
                      <a:pt x="590187" y="365926"/>
                    </a:cubicBezTo>
                    <a:cubicBezTo>
                      <a:pt x="583671" y="535645"/>
                      <a:pt x="553263" y="618906"/>
                      <a:pt x="553263" y="618906"/>
                    </a:cubicBezTo>
                    <a:cubicBezTo>
                      <a:pt x="553263" y="618906"/>
                      <a:pt x="571423" y="386862"/>
                      <a:pt x="519898" y="284716"/>
                    </a:cubicBezTo>
                    <a:cubicBezTo>
                      <a:pt x="407134" y="77047"/>
                      <a:pt x="135510" y="0"/>
                      <a:pt x="13551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7" name="Google Shape;657;p18"/>
              <p:cNvSpPr/>
              <p:nvPr/>
            </p:nvSpPr>
            <p:spPr>
              <a:xfrm>
                <a:off x="5905184" y="1098839"/>
                <a:ext cx="751683" cy="1983166"/>
              </a:xfrm>
              <a:custGeom>
                <a:avLst/>
                <a:gdLst/>
                <a:ahLst/>
                <a:cxnLst/>
                <a:rect l="l" t="t" r="r" b="b"/>
                <a:pathLst>
                  <a:path w="556802" h="1469012" extrusionOk="0">
                    <a:moveTo>
                      <a:pt x="556762" y="1469012"/>
                    </a:moveTo>
                    <a:cubicBezTo>
                      <a:pt x="556762" y="1469012"/>
                      <a:pt x="572147" y="758640"/>
                      <a:pt x="0" y="0"/>
                    </a:cubicBezTo>
                    <a:cubicBezTo>
                      <a:pt x="528043" y="742531"/>
                      <a:pt x="490697" y="1406868"/>
                      <a:pt x="490697" y="1406868"/>
                    </a:cubicBezTo>
                    <a:lnTo>
                      <a:pt x="556702" y="146901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58" name="Google Shape;658;p18"/>
            <p:cNvGrpSpPr/>
            <p:nvPr/>
          </p:nvGrpSpPr>
          <p:grpSpPr>
            <a:xfrm>
              <a:off x="8573263" y="2454967"/>
              <a:ext cx="362052" cy="275312"/>
              <a:chOff x="6023322" y="2525279"/>
              <a:chExt cx="525018" cy="399234"/>
            </a:xfrm>
          </p:grpSpPr>
          <p:sp>
            <p:nvSpPr>
              <p:cNvPr id="659" name="Google Shape;659;p18"/>
              <p:cNvSpPr/>
              <p:nvPr/>
            </p:nvSpPr>
            <p:spPr>
              <a:xfrm rot="9896927">
                <a:off x="6052726" y="2580872"/>
                <a:ext cx="466210" cy="288050"/>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0" name="Google Shape;660;p18"/>
              <p:cNvSpPr/>
              <p:nvPr/>
            </p:nvSpPr>
            <p:spPr>
              <a:xfrm rot="9896927">
                <a:off x="6052039" y="2703106"/>
                <a:ext cx="422018" cy="42589"/>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61" name="Google Shape;661;p18"/>
            <p:cNvGrpSpPr/>
            <p:nvPr/>
          </p:nvGrpSpPr>
          <p:grpSpPr>
            <a:xfrm flipH="1">
              <a:off x="94926" y="103822"/>
              <a:ext cx="830363" cy="1131584"/>
              <a:chOff x="7839382" y="484822"/>
              <a:chExt cx="830363" cy="1131584"/>
            </a:xfrm>
          </p:grpSpPr>
          <p:sp>
            <p:nvSpPr>
              <p:cNvPr id="662" name="Google Shape;662;p18"/>
              <p:cNvSpPr/>
              <p:nvPr/>
            </p:nvSpPr>
            <p:spPr>
              <a:xfrm rot="5400000" flipH="1">
                <a:off x="7957025" y="927337"/>
                <a:ext cx="349505" cy="584791"/>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3" name="Google Shape;663;p18"/>
              <p:cNvSpPr/>
              <p:nvPr/>
            </p:nvSpPr>
            <p:spPr>
              <a:xfrm rot="903073" flipH="1">
                <a:off x="8249530" y="995119"/>
                <a:ext cx="350151" cy="585873"/>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64" name="Google Shape;664;p18"/>
              <p:cNvGrpSpPr/>
              <p:nvPr/>
            </p:nvGrpSpPr>
            <p:grpSpPr>
              <a:xfrm>
                <a:off x="7918116" y="484822"/>
                <a:ext cx="728418" cy="693113"/>
                <a:chOff x="10998884" y="208750"/>
                <a:chExt cx="777560" cy="739873"/>
              </a:xfrm>
            </p:grpSpPr>
            <p:sp>
              <p:nvSpPr>
                <p:cNvPr id="665" name="Google Shape;665;p18"/>
                <p:cNvSpPr/>
                <p:nvPr/>
              </p:nvSpPr>
              <p:spPr>
                <a:xfrm>
                  <a:off x="10998884"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6" name="Google Shape;666;p18"/>
                <p:cNvSpPr/>
                <p:nvPr/>
              </p:nvSpPr>
              <p:spPr>
                <a:xfrm>
                  <a:off x="11266703"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7" name="Google Shape;667;p18"/>
                <p:cNvSpPr/>
                <p:nvPr/>
              </p:nvSpPr>
              <p:spPr>
                <a:xfrm>
                  <a:off x="11359570"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8" name="Google Shape;668;p18"/>
                <p:cNvSpPr/>
                <p:nvPr/>
              </p:nvSpPr>
              <p:spPr>
                <a:xfrm>
                  <a:off x="11087005"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9" name="Google Shape;669;p18"/>
                <p:cNvSpPr/>
                <p:nvPr/>
              </p:nvSpPr>
              <p:spPr>
                <a:xfrm>
                  <a:off x="11495401"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0" name="Google Shape;670;p18"/>
                <p:cNvSpPr/>
                <p:nvPr/>
              </p:nvSpPr>
              <p:spPr>
                <a:xfrm>
                  <a:off x="11270843"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1" name="Google Shape;671;p18"/>
                <p:cNvSpPr/>
                <p:nvPr/>
              </p:nvSpPr>
              <p:spPr>
                <a:xfrm>
                  <a:off x="11165861"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2" name="Google Shape;672;p18"/>
                <p:cNvSpPr/>
                <p:nvPr/>
              </p:nvSpPr>
              <p:spPr>
                <a:xfrm>
                  <a:off x="11425825"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3" name="Google Shape;673;p18"/>
                <p:cNvSpPr/>
                <p:nvPr/>
              </p:nvSpPr>
              <p:spPr>
                <a:xfrm>
                  <a:off x="11448815"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4" name="Google Shape;674;p18"/>
                <p:cNvSpPr/>
                <p:nvPr/>
              </p:nvSpPr>
              <p:spPr>
                <a:xfrm>
                  <a:off x="11305318"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5" name="Google Shape;675;p18"/>
                <p:cNvSpPr/>
                <p:nvPr/>
              </p:nvSpPr>
              <p:spPr>
                <a:xfrm>
                  <a:off x="11557407"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6" name="Google Shape;676;p18"/>
                <p:cNvSpPr/>
                <p:nvPr/>
              </p:nvSpPr>
              <p:spPr>
                <a:xfrm>
                  <a:off x="11081445"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7" name="Google Shape;677;p18"/>
                <p:cNvSpPr/>
                <p:nvPr/>
              </p:nvSpPr>
              <p:spPr>
                <a:xfrm>
                  <a:off x="11343673"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8" name="Google Shape;678;p18"/>
                <p:cNvSpPr/>
                <p:nvPr/>
              </p:nvSpPr>
              <p:spPr>
                <a:xfrm>
                  <a:off x="11247125"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9" name="Google Shape;679;p18"/>
                <p:cNvSpPr/>
                <p:nvPr/>
              </p:nvSpPr>
              <p:spPr>
                <a:xfrm>
                  <a:off x="11396355"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0" name="Google Shape;680;p18"/>
                <p:cNvSpPr/>
                <p:nvPr/>
              </p:nvSpPr>
              <p:spPr>
                <a:xfrm>
                  <a:off x="11324151"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1" name="Google Shape;681;p18"/>
                <p:cNvSpPr/>
                <p:nvPr/>
              </p:nvSpPr>
              <p:spPr>
                <a:xfrm>
                  <a:off x="11414100"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2" name="Google Shape;682;p18"/>
                <p:cNvSpPr/>
                <p:nvPr/>
              </p:nvSpPr>
              <p:spPr>
                <a:xfrm>
                  <a:off x="11338622"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3" name="Google Shape;683;p18"/>
                <p:cNvSpPr/>
                <p:nvPr/>
              </p:nvSpPr>
              <p:spPr>
                <a:xfrm>
                  <a:off x="11394951"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4" name="Google Shape;684;p18"/>
                <p:cNvSpPr/>
                <p:nvPr/>
              </p:nvSpPr>
              <p:spPr>
                <a:xfrm>
                  <a:off x="11314358"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5" name="Google Shape;685;p18"/>
                <p:cNvSpPr/>
                <p:nvPr/>
              </p:nvSpPr>
              <p:spPr>
                <a:xfrm>
                  <a:off x="11251948"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686" name="Google Shape;686;p18"/>
            <p:cNvSpPr/>
            <p:nvPr/>
          </p:nvSpPr>
          <p:spPr>
            <a:xfrm rot="9898898">
              <a:off x="8464318" y="2055703"/>
              <a:ext cx="150383" cy="276040"/>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714"/>
        <p:cNvGrpSpPr/>
        <p:nvPr/>
      </p:nvGrpSpPr>
      <p:grpSpPr>
        <a:xfrm>
          <a:off x="0" y="0"/>
          <a:ext cx="0" cy="0"/>
          <a:chOff x="0" y="0"/>
          <a:chExt cx="0" cy="0"/>
        </a:xfrm>
      </p:grpSpPr>
      <p:grpSp>
        <p:nvGrpSpPr>
          <p:cNvPr id="715" name="Google Shape;715;p20"/>
          <p:cNvGrpSpPr/>
          <p:nvPr/>
        </p:nvGrpSpPr>
        <p:grpSpPr>
          <a:xfrm>
            <a:off x="116475" y="106421"/>
            <a:ext cx="8910974" cy="4924908"/>
            <a:chOff x="116475" y="106421"/>
            <a:chExt cx="8910974" cy="4924908"/>
          </a:xfrm>
        </p:grpSpPr>
        <p:sp>
          <p:nvSpPr>
            <p:cNvPr id="716" name="Google Shape;716;p20"/>
            <p:cNvSpPr/>
            <p:nvPr/>
          </p:nvSpPr>
          <p:spPr>
            <a:xfrm rot="-5400000">
              <a:off x="479520"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7" name="Google Shape;717;p20"/>
            <p:cNvSpPr/>
            <p:nvPr/>
          </p:nvSpPr>
          <p:spPr>
            <a:xfrm rot="5400000">
              <a:off x="7190750"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18" name="Google Shape;718;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19" name="Google Shape;719;p20"/>
          <p:cNvSpPr txBox="1">
            <a:spLocks noGrp="1"/>
          </p:cNvSpPr>
          <p:nvPr>
            <p:ph type="subTitle" idx="1"/>
          </p:nvPr>
        </p:nvSpPr>
        <p:spPr>
          <a:xfrm>
            <a:off x="4062186" y="2523623"/>
            <a:ext cx="2640000" cy="1010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0" name="Google Shape;720;p20"/>
          <p:cNvSpPr txBox="1">
            <a:spLocks noGrp="1"/>
          </p:cNvSpPr>
          <p:nvPr>
            <p:ph type="subTitle" idx="2"/>
          </p:nvPr>
        </p:nvSpPr>
        <p:spPr>
          <a:xfrm>
            <a:off x="720011" y="2523623"/>
            <a:ext cx="2640000" cy="1010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1" name="Google Shape;721;p20"/>
          <p:cNvSpPr txBox="1">
            <a:spLocks noGrp="1"/>
          </p:cNvSpPr>
          <p:nvPr>
            <p:ph type="subTitle" idx="3"/>
          </p:nvPr>
        </p:nvSpPr>
        <p:spPr>
          <a:xfrm>
            <a:off x="720011" y="2040925"/>
            <a:ext cx="2640000" cy="558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22" name="Google Shape;722;p20"/>
          <p:cNvSpPr txBox="1">
            <a:spLocks noGrp="1"/>
          </p:cNvSpPr>
          <p:nvPr>
            <p:ph type="subTitle" idx="4"/>
          </p:nvPr>
        </p:nvSpPr>
        <p:spPr>
          <a:xfrm>
            <a:off x="4062189" y="2040925"/>
            <a:ext cx="2640000" cy="558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723"/>
        <p:cNvGrpSpPr/>
        <p:nvPr/>
      </p:nvGrpSpPr>
      <p:grpSpPr>
        <a:xfrm>
          <a:off x="0" y="0"/>
          <a:ext cx="0" cy="0"/>
          <a:chOff x="0" y="0"/>
          <a:chExt cx="0" cy="0"/>
        </a:xfrm>
      </p:grpSpPr>
      <p:sp>
        <p:nvSpPr>
          <p:cNvPr id="724" name="Google Shape;724;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25" name="Google Shape;725;p21"/>
          <p:cNvSpPr txBox="1">
            <a:spLocks noGrp="1"/>
          </p:cNvSpPr>
          <p:nvPr>
            <p:ph type="subTitle" idx="1"/>
          </p:nvPr>
        </p:nvSpPr>
        <p:spPr>
          <a:xfrm>
            <a:off x="4469482" y="1832250"/>
            <a:ext cx="3232800" cy="1942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6" name="Google Shape;726;p21"/>
          <p:cNvSpPr txBox="1">
            <a:spLocks noGrp="1"/>
          </p:cNvSpPr>
          <p:nvPr>
            <p:ph type="subTitle" idx="2"/>
          </p:nvPr>
        </p:nvSpPr>
        <p:spPr>
          <a:xfrm>
            <a:off x="720000" y="1832250"/>
            <a:ext cx="3232800" cy="1942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27" name="Google Shape;727;p21"/>
          <p:cNvGrpSpPr/>
          <p:nvPr/>
        </p:nvGrpSpPr>
        <p:grpSpPr>
          <a:xfrm>
            <a:off x="116475" y="106421"/>
            <a:ext cx="9027522" cy="4949692"/>
            <a:chOff x="116475" y="106421"/>
            <a:chExt cx="9027522" cy="4949692"/>
          </a:xfrm>
        </p:grpSpPr>
        <p:grpSp>
          <p:nvGrpSpPr>
            <p:cNvPr id="728" name="Google Shape;728;p21"/>
            <p:cNvGrpSpPr/>
            <p:nvPr/>
          </p:nvGrpSpPr>
          <p:grpSpPr>
            <a:xfrm rot="10532549" flipH="1">
              <a:off x="8357826" y="3120458"/>
              <a:ext cx="712995" cy="1910838"/>
              <a:chOff x="11112084" y="-42147"/>
              <a:chExt cx="1084421" cy="2906267"/>
            </a:xfrm>
          </p:grpSpPr>
          <p:sp>
            <p:nvSpPr>
              <p:cNvPr id="729" name="Google Shape;729;p21"/>
              <p:cNvSpPr/>
              <p:nvPr/>
            </p:nvSpPr>
            <p:spPr>
              <a:xfrm>
                <a:off x="11665095" y="2332340"/>
                <a:ext cx="284619" cy="531780"/>
              </a:xfrm>
              <a:custGeom>
                <a:avLst/>
                <a:gdLst/>
                <a:ahLst/>
                <a:cxnLst/>
                <a:rect l="l" t="t" r="r" b="b"/>
                <a:pathLst>
                  <a:path w="284619" h="531780" extrusionOk="0">
                    <a:moveTo>
                      <a:pt x="113167" y="0"/>
                    </a:moveTo>
                    <a:cubicBezTo>
                      <a:pt x="113167" y="0"/>
                      <a:pt x="249661" y="28289"/>
                      <a:pt x="278236" y="179165"/>
                    </a:cubicBezTo>
                    <a:cubicBezTo>
                      <a:pt x="306811" y="330041"/>
                      <a:pt x="231563" y="405765"/>
                      <a:pt x="208132" y="455581"/>
                    </a:cubicBezTo>
                    <a:cubicBezTo>
                      <a:pt x="184700" y="505396"/>
                      <a:pt x="208989" y="531781"/>
                      <a:pt x="208989" y="531781"/>
                    </a:cubicBezTo>
                    <a:cubicBezTo>
                      <a:pt x="208989" y="531781"/>
                      <a:pt x="144028" y="519779"/>
                      <a:pt x="68114" y="413766"/>
                    </a:cubicBezTo>
                    <a:cubicBezTo>
                      <a:pt x="-7705" y="307753"/>
                      <a:pt x="-12277" y="188595"/>
                      <a:pt x="15917" y="121634"/>
                    </a:cubicBezTo>
                    <a:cubicBezTo>
                      <a:pt x="44016" y="54578"/>
                      <a:pt x="74496" y="27813"/>
                      <a:pt x="113072"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0" name="Google Shape;730;p21"/>
              <p:cNvSpPr/>
              <p:nvPr/>
            </p:nvSpPr>
            <p:spPr>
              <a:xfrm>
                <a:off x="11761499" y="2033215"/>
                <a:ext cx="363855" cy="229053"/>
              </a:xfrm>
              <a:custGeom>
                <a:avLst/>
                <a:gdLst/>
                <a:ahLst/>
                <a:cxnLst/>
                <a:rect l="l" t="t" r="r" b="b"/>
                <a:pathLst>
                  <a:path w="363855" h="229053" extrusionOk="0">
                    <a:moveTo>
                      <a:pt x="0" y="87289"/>
                    </a:moveTo>
                    <a:cubicBezTo>
                      <a:pt x="0" y="87289"/>
                      <a:pt x="22479" y="224354"/>
                      <a:pt x="192024" y="228069"/>
                    </a:cubicBezTo>
                    <a:cubicBezTo>
                      <a:pt x="305276" y="236070"/>
                      <a:pt x="308420" y="192160"/>
                      <a:pt x="363855" y="209114"/>
                    </a:cubicBezTo>
                    <a:cubicBezTo>
                      <a:pt x="291465" y="19091"/>
                      <a:pt x="183071" y="-12056"/>
                      <a:pt x="104965" y="3469"/>
                    </a:cubicBezTo>
                    <a:cubicBezTo>
                      <a:pt x="26861" y="18995"/>
                      <a:pt x="0" y="87385"/>
                      <a:pt x="0" y="873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1" name="Google Shape;731;p21"/>
              <p:cNvSpPr/>
              <p:nvPr/>
            </p:nvSpPr>
            <p:spPr>
              <a:xfrm>
                <a:off x="11466152" y="2088633"/>
                <a:ext cx="281535" cy="273996"/>
              </a:xfrm>
              <a:custGeom>
                <a:avLst/>
                <a:gdLst/>
                <a:ahLst/>
                <a:cxnLst/>
                <a:rect l="l" t="t" r="r" b="b"/>
                <a:pathLst>
                  <a:path w="281535" h="273996" extrusionOk="0">
                    <a:moveTo>
                      <a:pt x="281440" y="32823"/>
                    </a:moveTo>
                    <a:cubicBezTo>
                      <a:pt x="281440" y="32823"/>
                      <a:pt x="283726" y="118263"/>
                      <a:pt x="217241" y="177032"/>
                    </a:cubicBezTo>
                    <a:cubicBezTo>
                      <a:pt x="150662" y="235801"/>
                      <a:pt x="133231" y="271139"/>
                      <a:pt x="44267" y="256852"/>
                    </a:cubicBezTo>
                    <a:cubicBezTo>
                      <a:pt x="13788" y="251613"/>
                      <a:pt x="4834" y="273997"/>
                      <a:pt x="4834" y="273997"/>
                    </a:cubicBezTo>
                    <a:cubicBezTo>
                      <a:pt x="4834" y="273997"/>
                      <a:pt x="-14597" y="194368"/>
                      <a:pt x="24456" y="121120"/>
                    </a:cubicBezTo>
                    <a:cubicBezTo>
                      <a:pt x="63508" y="47873"/>
                      <a:pt x="179427" y="-52806"/>
                      <a:pt x="281535" y="328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2" name="Google Shape;732;p21"/>
              <p:cNvSpPr/>
              <p:nvPr/>
            </p:nvSpPr>
            <p:spPr>
              <a:xfrm>
                <a:off x="11546233" y="1778842"/>
                <a:ext cx="244102" cy="687609"/>
              </a:xfrm>
              <a:custGeom>
                <a:avLst/>
                <a:gdLst/>
                <a:ahLst/>
                <a:cxnLst/>
                <a:rect l="l" t="t" r="r" b="b"/>
                <a:pathLst>
                  <a:path w="244102" h="687609" extrusionOk="0">
                    <a:moveTo>
                      <a:pt x="243935" y="687610"/>
                    </a:moveTo>
                    <a:cubicBezTo>
                      <a:pt x="243935" y="687610"/>
                      <a:pt x="258032" y="178022"/>
                      <a:pt x="27432" y="0"/>
                    </a:cubicBezTo>
                    <a:lnTo>
                      <a:pt x="0" y="17431"/>
                    </a:lnTo>
                    <a:cubicBezTo>
                      <a:pt x="0" y="17431"/>
                      <a:pt x="219170" y="115634"/>
                      <a:pt x="243935" y="68761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3" name="Google Shape;733;p21"/>
              <p:cNvSpPr/>
              <p:nvPr/>
            </p:nvSpPr>
            <p:spPr>
              <a:xfrm>
                <a:off x="11471939" y="1879723"/>
                <a:ext cx="297941" cy="118964"/>
              </a:xfrm>
              <a:custGeom>
                <a:avLst/>
                <a:gdLst/>
                <a:ahLst/>
                <a:cxnLst/>
                <a:rect l="l" t="t" r="r" b="b"/>
                <a:pathLst>
                  <a:path w="297941" h="118964" extrusionOk="0">
                    <a:moveTo>
                      <a:pt x="297942" y="55995"/>
                    </a:moveTo>
                    <a:cubicBezTo>
                      <a:pt x="297942" y="55995"/>
                      <a:pt x="208407" y="187536"/>
                      <a:pt x="0" y="70378"/>
                    </a:cubicBezTo>
                    <a:cubicBezTo>
                      <a:pt x="135350" y="-19062"/>
                      <a:pt x="203454" y="-22586"/>
                      <a:pt x="297942" y="559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4" name="Google Shape;734;p21"/>
              <p:cNvSpPr/>
              <p:nvPr/>
            </p:nvSpPr>
            <p:spPr>
              <a:xfrm>
                <a:off x="11617589" y="1809418"/>
                <a:ext cx="220966" cy="185273"/>
              </a:xfrm>
              <a:custGeom>
                <a:avLst/>
                <a:gdLst/>
                <a:ahLst/>
                <a:cxnLst/>
                <a:rect l="l" t="t" r="r" b="b"/>
                <a:pathLst>
                  <a:path w="220966" h="185273" extrusionOk="0">
                    <a:moveTo>
                      <a:pt x="220967" y="185166"/>
                    </a:moveTo>
                    <a:lnTo>
                      <a:pt x="185629" y="57721"/>
                    </a:lnTo>
                    <a:lnTo>
                      <a:pt x="463" y="0"/>
                    </a:lnTo>
                    <a:cubicBezTo>
                      <a:pt x="-11729" y="196024"/>
                      <a:pt x="220967" y="185166"/>
                      <a:pt x="220967" y="1851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5" name="Google Shape;735;p21"/>
              <p:cNvSpPr/>
              <p:nvPr/>
            </p:nvSpPr>
            <p:spPr>
              <a:xfrm>
                <a:off x="11358591" y="1619299"/>
                <a:ext cx="322903" cy="362691"/>
              </a:xfrm>
              <a:custGeom>
                <a:avLst/>
                <a:gdLst/>
                <a:ahLst/>
                <a:cxnLst/>
                <a:rect l="l" t="t" r="r" b="b"/>
                <a:pathLst>
                  <a:path w="322903" h="362691" extrusionOk="0">
                    <a:moveTo>
                      <a:pt x="321659" y="164020"/>
                    </a:moveTo>
                    <a:cubicBezTo>
                      <a:pt x="321659" y="164020"/>
                      <a:pt x="360807" y="387953"/>
                      <a:pt x="0" y="360331"/>
                    </a:cubicBezTo>
                    <a:cubicBezTo>
                      <a:pt x="41148" y="220790"/>
                      <a:pt x="78867" y="61436"/>
                      <a:pt x="78867" y="61436"/>
                    </a:cubicBezTo>
                    <a:lnTo>
                      <a:pt x="256889" y="0"/>
                    </a:lnTo>
                    <a:lnTo>
                      <a:pt x="321659" y="16402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6" name="Google Shape;736;p21"/>
              <p:cNvSpPr/>
              <p:nvPr/>
            </p:nvSpPr>
            <p:spPr>
              <a:xfrm>
                <a:off x="11486480" y="1205839"/>
                <a:ext cx="448713" cy="728333"/>
              </a:xfrm>
              <a:custGeom>
                <a:avLst/>
                <a:gdLst/>
                <a:ahLst/>
                <a:cxnLst/>
                <a:rect l="l" t="t" r="r" b="b"/>
                <a:pathLst>
                  <a:path w="448713" h="728333" extrusionOk="0">
                    <a:moveTo>
                      <a:pt x="319024" y="53795"/>
                    </a:moveTo>
                    <a:cubicBezTo>
                      <a:pt x="319024" y="53795"/>
                      <a:pt x="468662" y="93991"/>
                      <a:pt x="446469" y="299445"/>
                    </a:cubicBezTo>
                    <a:cubicBezTo>
                      <a:pt x="424275" y="504899"/>
                      <a:pt x="323501" y="490898"/>
                      <a:pt x="430943" y="728261"/>
                    </a:cubicBezTo>
                    <a:cubicBezTo>
                      <a:pt x="294640" y="729690"/>
                      <a:pt x="121285" y="711592"/>
                      <a:pt x="82423" y="521759"/>
                    </a:cubicBezTo>
                    <a:cubicBezTo>
                      <a:pt x="43561" y="331925"/>
                      <a:pt x="-177229" y="-162613"/>
                      <a:pt x="318929" y="5370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737;p21"/>
              <p:cNvSpPr/>
              <p:nvPr/>
            </p:nvSpPr>
            <p:spPr>
              <a:xfrm>
                <a:off x="11304299" y="1263254"/>
                <a:ext cx="267425" cy="677227"/>
              </a:xfrm>
              <a:custGeom>
                <a:avLst/>
                <a:gdLst/>
                <a:ahLst/>
                <a:cxnLst/>
                <a:rect l="l" t="t" r="r" b="b"/>
                <a:pathLst>
                  <a:path w="267425" h="677227" extrusionOk="0">
                    <a:moveTo>
                      <a:pt x="255270" y="95250"/>
                    </a:moveTo>
                    <a:cubicBezTo>
                      <a:pt x="255270" y="95250"/>
                      <a:pt x="351949" y="662273"/>
                      <a:pt x="0" y="677227"/>
                    </a:cubicBezTo>
                    <a:cubicBezTo>
                      <a:pt x="97631" y="511588"/>
                      <a:pt x="-96583" y="44101"/>
                      <a:pt x="146399" y="0"/>
                    </a:cubicBezTo>
                    <a:cubicBezTo>
                      <a:pt x="246221" y="47244"/>
                      <a:pt x="255270" y="95250"/>
                      <a:pt x="255270" y="9525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8" name="Google Shape;738;p21"/>
              <p:cNvSpPr/>
              <p:nvPr/>
            </p:nvSpPr>
            <p:spPr>
              <a:xfrm>
                <a:off x="11112084" y="966169"/>
                <a:ext cx="1084421" cy="779475"/>
              </a:xfrm>
              <a:custGeom>
                <a:avLst/>
                <a:gdLst/>
                <a:ahLst/>
                <a:cxnLst/>
                <a:rect l="l" t="t" r="r" b="b"/>
                <a:pathLst>
                  <a:path w="1084421" h="779475" extrusionOk="0">
                    <a:moveTo>
                      <a:pt x="150019" y="458057"/>
                    </a:moveTo>
                    <a:cubicBezTo>
                      <a:pt x="200501" y="395097"/>
                      <a:pt x="239649" y="337947"/>
                      <a:pt x="321850" y="325660"/>
                    </a:cubicBezTo>
                    <a:cubicBezTo>
                      <a:pt x="340995" y="535591"/>
                      <a:pt x="242792" y="650081"/>
                      <a:pt x="129445" y="662654"/>
                    </a:cubicBezTo>
                    <a:cubicBezTo>
                      <a:pt x="16097" y="675227"/>
                      <a:pt x="0" y="771906"/>
                      <a:pt x="0" y="771906"/>
                    </a:cubicBezTo>
                    <a:cubicBezTo>
                      <a:pt x="0" y="771906"/>
                      <a:pt x="16288" y="700754"/>
                      <a:pt x="178118" y="696278"/>
                    </a:cubicBezTo>
                    <a:cubicBezTo>
                      <a:pt x="339852" y="691801"/>
                      <a:pt x="392144" y="529400"/>
                      <a:pt x="405003" y="392811"/>
                    </a:cubicBezTo>
                    <a:cubicBezTo>
                      <a:pt x="417767" y="256222"/>
                      <a:pt x="514541" y="278321"/>
                      <a:pt x="514541" y="278321"/>
                    </a:cubicBezTo>
                    <a:cubicBezTo>
                      <a:pt x="514541" y="278321"/>
                      <a:pt x="680180" y="370332"/>
                      <a:pt x="716185" y="565880"/>
                    </a:cubicBezTo>
                    <a:cubicBezTo>
                      <a:pt x="752284" y="761429"/>
                      <a:pt x="858012" y="834104"/>
                      <a:pt x="1018889" y="735997"/>
                    </a:cubicBezTo>
                    <a:cubicBezTo>
                      <a:pt x="715899" y="810101"/>
                      <a:pt x="780383" y="460248"/>
                      <a:pt x="688181" y="327755"/>
                    </a:cubicBezTo>
                    <a:cubicBezTo>
                      <a:pt x="781050" y="244507"/>
                      <a:pt x="837914" y="255270"/>
                      <a:pt x="879062" y="396812"/>
                    </a:cubicBezTo>
                    <a:cubicBezTo>
                      <a:pt x="920210" y="538353"/>
                      <a:pt x="983361" y="597313"/>
                      <a:pt x="1084422" y="491204"/>
                    </a:cubicBezTo>
                    <a:cubicBezTo>
                      <a:pt x="982790" y="546163"/>
                      <a:pt x="953834" y="489680"/>
                      <a:pt x="904018" y="342614"/>
                    </a:cubicBezTo>
                    <a:cubicBezTo>
                      <a:pt x="854297" y="195453"/>
                      <a:pt x="791909" y="207454"/>
                      <a:pt x="721233" y="239459"/>
                    </a:cubicBezTo>
                    <a:cubicBezTo>
                      <a:pt x="650558" y="271367"/>
                      <a:pt x="613410" y="243364"/>
                      <a:pt x="575977" y="189833"/>
                    </a:cubicBezTo>
                    <a:cubicBezTo>
                      <a:pt x="538543" y="136303"/>
                      <a:pt x="534257" y="0"/>
                      <a:pt x="534257" y="0"/>
                    </a:cubicBezTo>
                    <a:lnTo>
                      <a:pt x="477488" y="571"/>
                    </a:lnTo>
                    <a:cubicBezTo>
                      <a:pt x="467868" y="168212"/>
                      <a:pt x="420148" y="228314"/>
                      <a:pt x="343757" y="248888"/>
                    </a:cubicBezTo>
                    <a:cubicBezTo>
                      <a:pt x="267272" y="269558"/>
                      <a:pt x="207931" y="295656"/>
                      <a:pt x="152210" y="395478"/>
                    </a:cubicBezTo>
                    <a:cubicBezTo>
                      <a:pt x="96488" y="495205"/>
                      <a:pt x="16955" y="490728"/>
                      <a:pt x="16955" y="490728"/>
                    </a:cubicBezTo>
                    <a:cubicBezTo>
                      <a:pt x="16955" y="490728"/>
                      <a:pt x="99632" y="521113"/>
                      <a:pt x="150019" y="458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9" name="Google Shape;739;p21"/>
              <p:cNvSpPr/>
              <p:nvPr/>
            </p:nvSpPr>
            <p:spPr>
              <a:xfrm>
                <a:off x="11496109" y="627937"/>
                <a:ext cx="354260" cy="650271"/>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0" name="Google Shape;740;p21"/>
              <p:cNvSpPr/>
              <p:nvPr/>
            </p:nvSpPr>
            <p:spPr>
              <a:xfrm>
                <a:off x="11588906" y="250592"/>
                <a:ext cx="456723" cy="278642"/>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1" name="Google Shape;741;p21"/>
              <p:cNvSpPr/>
              <p:nvPr/>
            </p:nvSpPr>
            <p:spPr>
              <a:xfrm>
                <a:off x="11236147" y="334091"/>
                <a:ext cx="335960" cy="35042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2" name="Google Shape;742;p21"/>
              <p:cNvSpPr/>
              <p:nvPr/>
            </p:nvSpPr>
            <p:spPr>
              <a:xfrm>
                <a:off x="11302774" y="-42147"/>
                <a:ext cx="343281" cy="834866"/>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43" name="Google Shape;743;p21"/>
            <p:cNvSpPr/>
            <p:nvPr/>
          </p:nvSpPr>
          <p:spPr>
            <a:xfrm rot="-5400000" flipH="1">
              <a:off x="480870"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4" name="Google Shape;744;p21"/>
            <p:cNvSpPr/>
            <p:nvPr/>
          </p:nvSpPr>
          <p:spPr>
            <a:xfrm rot="5400000" flipH="1">
              <a:off x="7197553"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745"/>
        <p:cNvGrpSpPr/>
        <p:nvPr/>
      </p:nvGrpSpPr>
      <p:grpSpPr>
        <a:xfrm>
          <a:off x="0" y="0"/>
          <a:ext cx="0" cy="0"/>
          <a:chOff x="0" y="0"/>
          <a:chExt cx="0" cy="0"/>
        </a:xfrm>
      </p:grpSpPr>
      <p:sp>
        <p:nvSpPr>
          <p:cNvPr id="746" name="Google Shape;746;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47" name="Google Shape;747;p22"/>
          <p:cNvSpPr txBox="1">
            <a:spLocks noGrp="1"/>
          </p:cNvSpPr>
          <p:nvPr>
            <p:ph type="subTitle" idx="1"/>
          </p:nvPr>
        </p:nvSpPr>
        <p:spPr>
          <a:xfrm>
            <a:off x="720000" y="2521592"/>
            <a:ext cx="2175300" cy="1015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48" name="Google Shape;748;p22"/>
          <p:cNvSpPr txBox="1">
            <a:spLocks noGrp="1"/>
          </p:cNvSpPr>
          <p:nvPr>
            <p:ph type="subTitle" idx="2"/>
          </p:nvPr>
        </p:nvSpPr>
        <p:spPr>
          <a:xfrm>
            <a:off x="3484348" y="2521592"/>
            <a:ext cx="2175300" cy="1015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49" name="Google Shape;749;p22"/>
          <p:cNvSpPr txBox="1">
            <a:spLocks noGrp="1"/>
          </p:cNvSpPr>
          <p:nvPr>
            <p:ph type="subTitle" idx="3"/>
          </p:nvPr>
        </p:nvSpPr>
        <p:spPr>
          <a:xfrm>
            <a:off x="6248700" y="2521592"/>
            <a:ext cx="2175300" cy="1015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0" name="Google Shape;750;p22"/>
          <p:cNvSpPr txBox="1">
            <a:spLocks noGrp="1"/>
          </p:cNvSpPr>
          <p:nvPr>
            <p:ph type="subTitle" idx="4"/>
          </p:nvPr>
        </p:nvSpPr>
        <p:spPr>
          <a:xfrm>
            <a:off x="720000" y="1937783"/>
            <a:ext cx="2175300" cy="66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51" name="Google Shape;751;p22"/>
          <p:cNvSpPr txBox="1">
            <a:spLocks noGrp="1"/>
          </p:cNvSpPr>
          <p:nvPr>
            <p:ph type="subTitle" idx="5"/>
          </p:nvPr>
        </p:nvSpPr>
        <p:spPr>
          <a:xfrm>
            <a:off x="3484352" y="1937783"/>
            <a:ext cx="2175300" cy="66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52" name="Google Shape;752;p22"/>
          <p:cNvSpPr txBox="1">
            <a:spLocks noGrp="1"/>
          </p:cNvSpPr>
          <p:nvPr>
            <p:ph type="subTitle" idx="6"/>
          </p:nvPr>
        </p:nvSpPr>
        <p:spPr>
          <a:xfrm>
            <a:off x="6248700" y="1937783"/>
            <a:ext cx="2175300" cy="66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753" name="Google Shape;753;p22"/>
          <p:cNvGrpSpPr/>
          <p:nvPr/>
        </p:nvGrpSpPr>
        <p:grpSpPr>
          <a:xfrm>
            <a:off x="116475" y="-70947"/>
            <a:ext cx="8911048" cy="5102276"/>
            <a:chOff x="116475" y="-70947"/>
            <a:chExt cx="8911048" cy="5102276"/>
          </a:xfrm>
        </p:grpSpPr>
        <p:sp>
          <p:nvSpPr>
            <p:cNvPr id="754" name="Google Shape;754;p22"/>
            <p:cNvSpPr/>
            <p:nvPr/>
          </p:nvSpPr>
          <p:spPr>
            <a:xfrm rot="5400000">
              <a:off x="7190823"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55" name="Google Shape;755;p22"/>
            <p:cNvGrpSpPr/>
            <p:nvPr/>
          </p:nvGrpSpPr>
          <p:grpSpPr>
            <a:xfrm>
              <a:off x="8189042" y="-70947"/>
              <a:ext cx="838401" cy="1160059"/>
              <a:chOff x="7797507" y="561492"/>
              <a:chExt cx="675204" cy="934251"/>
            </a:xfrm>
          </p:grpSpPr>
          <p:sp>
            <p:nvSpPr>
              <p:cNvPr id="756" name="Google Shape;756;p22"/>
              <p:cNvSpPr/>
              <p:nvPr/>
            </p:nvSpPr>
            <p:spPr>
              <a:xfrm>
                <a:off x="7903120" y="561492"/>
                <a:ext cx="479283" cy="815715"/>
              </a:xfrm>
              <a:custGeom>
                <a:avLst/>
                <a:gdLst/>
                <a:ahLst/>
                <a:cxnLst/>
                <a:rect l="l" t="t" r="r" b="b"/>
                <a:pathLst>
                  <a:path w="728948" h="1240631" extrusionOk="0">
                    <a:moveTo>
                      <a:pt x="665321" y="67913"/>
                    </a:moveTo>
                    <a:cubicBezTo>
                      <a:pt x="668084" y="50864"/>
                      <a:pt x="660273" y="21717"/>
                      <a:pt x="588645" y="0"/>
                    </a:cubicBezTo>
                    <a:cubicBezTo>
                      <a:pt x="602456" y="149923"/>
                      <a:pt x="577120" y="370713"/>
                      <a:pt x="519589" y="435578"/>
                    </a:cubicBezTo>
                    <a:cubicBezTo>
                      <a:pt x="462058" y="500444"/>
                      <a:pt x="441960" y="629317"/>
                      <a:pt x="356902" y="694468"/>
                    </a:cubicBezTo>
                    <a:cubicBezTo>
                      <a:pt x="271843" y="759619"/>
                      <a:pt x="216884" y="778574"/>
                      <a:pt x="0" y="835914"/>
                    </a:cubicBezTo>
                    <a:lnTo>
                      <a:pt x="9430" y="857250"/>
                    </a:lnTo>
                    <a:cubicBezTo>
                      <a:pt x="9430" y="857250"/>
                      <a:pt x="183547" y="809530"/>
                      <a:pt x="272034" y="778002"/>
                    </a:cubicBezTo>
                    <a:cubicBezTo>
                      <a:pt x="196596" y="892112"/>
                      <a:pt x="102965" y="1018604"/>
                      <a:pt x="2000" y="1025747"/>
                    </a:cubicBezTo>
                    <a:cubicBezTo>
                      <a:pt x="23813" y="1065371"/>
                      <a:pt x="130778" y="1039749"/>
                      <a:pt x="311944" y="789813"/>
                    </a:cubicBezTo>
                    <a:cubicBezTo>
                      <a:pt x="348139" y="734282"/>
                      <a:pt x="381667" y="718661"/>
                      <a:pt x="381667" y="718661"/>
                    </a:cubicBezTo>
                    <a:cubicBezTo>
                      <a:pt x="381667" y="718661"/>
                      <a:pt x="345853" y="810863"/>
                      <a:pt x="350330" y="945642"/>
                    </a:cubicBezTo>
                    <a:cubicBezTo>
                      <a:pt x="354806" y="1080326"/>
                      <a:pt x="255365" y="1240631"/>
                      <a:pt x="255365" y="1240631"/>
                    </a:cubicBezTo>
                    <a:lnTo>
                      <a:pt x="289084" y="1240250"/>
                    </a:lnTo>
                    <a:cubicBezTo>
                      <a:pt x="289084" y="1240250"/>
                      <a:pt x="373380" y="1098518"/>
                      <a:pt x="378047" y="957548"/>
                    </a:cubicBezTo>
                    <a:cubicBezTo>
                      <a:pt x="382714" y="816578"/>
                      <a:pt x="397478" y="761333"/>
                      <a:pt x="448532" y="662845"/>
                    </a:cubicBezTo>
                    <a:cubicBezTo>
                      <a:pt x="499586" y="564356"/>
                      <a:pt x="523494" y="502825"/>
                      <a:pt x="551212" y="520922"/>
                    </a:cubicBezTo>
                    <a:cubicBezTo>
                      <a:pt x="578930" y="539020"/>
                      <a:pt x="614267" y="697897"/>
                      <a:pt x="615220" y="789813"/>
                    </a:cubicBezTo>
                    <a:cubicBezTo>
                      <a:pt x="616172" y="881634"/>
                      <a:pt x="553879" y="1084421"/>
                      <a:pt x="553879" y="1084421"/>
                    </a:cubicBezTo>
                    <a:lnTo>
                      <a:pt x="590455" y="1065657"/>
                    </a:lnTo>
                    <a:cubicBezTo>
                      <a:pt x="590455" y="1065657"/>
                      <a:pt x="634841" y="918210"/>
                      <a:pt x="637413" y="866108"/>
                    </a:cubicBezTo>
                    <a:cubicBezTo>
                      <a:pt x="668941" y="957644"/>
                      <a:pt x="704659" y="1150239"/>
                      <a:pt x="704659" y="1150239"/>
                    </a:cubicBezTo>
                    <a:lnTo>
                      <a:pt x="728948" y="1125474"/>
                    </a:lnTo>
                    <a:cubicBezTo>
                      <a:pt x="728948" y="1125474"/>
                      <a:pt x="677609" y="899351"/>
                      <a:pt x="655225" y="801624"/>
                    </a:cubicBezTo>
                    <a:cubicBezTo>
                      <a:pt x="632746" y="703897"/>
                      <a:pt x="640556" y="562928"/>
                      <a:pt x="575405" y="487013"/>
                    </a:cubicBezTo>
                    <a:cubicBezTo>
                      <a:pt x="582930" y="402717"/>
                      <a:pt x="656749" y="253365"/>
                      <a:pt x="660844" y="118300"/>
                    </a:cubicBezTo>
                    <a:cubicBezTo>
                      <a:pt x="661321" y="101346"/>
                      <a:pt x="662845" y="84582"/>
                      <a:pt x="665512" y="679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7" name="Google Shape;757;p22"/>
              <p:cNvSpPr/>
              <p:nvPr/>
            </p:nvSpPr>
            <p:spPr>
              <a:xfrm>
                <a:off x="8402166" y="1336908"/>
                <a:ext cx="70545" cy="80386"/>
              </a:xfrm>
              <a:custGeom>
                <a:avLst/>
                <a:gdLst/>
                <a:ahLst/>
                <a:cxnLst/>
                <a:rect l="l" t="t" r="r" b="b"/>
                <a:pathLst>
                  <a:path w="107293" h="122260" extrusionOk="0">
                    <a:moveTo>
                      <a:pt x="40481" y="0"/>
                    </a:moveTo>
                    <a:cubicBezTo>
                      <a:pt x="40481" y="0"/>
                      <a:pt x="118110" y="28003"/>
                      <a:pt x="106013" y="45434"/>
                    </a:cubicBezTo>
                    <a:cubicBezTo>
                      <a:pt x="93917" y="62960"/>
                      <a:pt x="58960" y="43339"/>
                      <a:pt x="58960" y="43339"/>
                    </a:cubicBezTo>
                    <a:cubicBezTo>
                      <a:pt x="58960" y="43339"/>
                      <a:pt x="110109" y="106775"/>
                      <a:pt x="93917" y="118872"/>
                    </a:cubicBezTo>
                    <a:cubicBezTo>
                      <a:pt x="77724" y="130969"/>
                      <a:pt x="31052" y="75247"/>
                      <a:pt x="31052" y="75247"/>
                    </a:cubicBezTo>
                    <a:cubicBezTo>
                      <a:pt x="31052" y="75247"/>
                      <a:pt x="34862" y="115157"/>
                      <a:pt x="24194" y="121825"/>
                    </a:cubicBezTo>
                    <a:cubicBezTo>
                      <a:pt x="13525" y="128397"/>
                      <a:pt x="0" y="58388"/>
                      <a:pt x="0" y="58388"/>
                    </a:cubicBezTo>
                    <a:lnTo>
                      <a:pt x="40481"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8" name="Google Shape;758;p22"/>
              <p:cNvSpPr/>
              <p:nvPr/>
            </p:nvSpPr>
            <p:spPr>
              <a:xfrm>
                <a:off x="8333639" y="1271904"/>
                <a:ext cx="121902" cy="112555"/>
              </a:xfrm>
              <a:custGeom>
                <a:avLst/>
                <a:gdLst/>
                <a:ahLst/>
                <a:cxnLst/>
                <a:rect l="l" t="t" r="r" b="b"/>
                <a:pathLst>
                  <a:path w="185402" h="171186" extrusionOk="0">
                    <a:moveTo>
                      <a:pt x="13358" y="139153"/>
                    </a:moveTo>
                    <a:cubicBezTo>
                      <a:pt x="-16265" y="95338"/>
                      <a:pt x="6595" y="52571"/>
                      <a:pt x="50410" y="23044"/>
                    </a:cubicBezTo>
                    <a:cubicBezTo>
                      <a:pt x="94225" y="-6484"/>
                      <a:pt x="142422" y="-11818"/>
                      <a:pt x="172045" y="31997"/>
                    </a:cubicBezTo>
                    <a:cubicBezTo>
                      <a:pt x="201667" y="75812"/>
                      <a:pt x="178807" y="118579"/>
                      <a:pt x="134992" y="148107"/>
                    </a:cubicBezTo>
                    <a:cubicBezTo>
                      <a:pt x="91177" y="177729"/>
                      <a:pt x="42981" y="182968"/>
                      <a:pt x="13358" y="139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9" name="Google Shape;759;p22"/>
              <p:cNvSpPr/>
              <p:nvPr/>
            </p:nvSpPr>
            <p:spPr>
              <a:xfrm>
                <a:off x="8002206" y="1416997"/>
                <a:ext cx="84572" cy="78746"/>
              </a:xfrm>
              <a:custGeom>
                <a:avLst/>
                <a:gdLst/>
                <a:ahLst/>
                <a:cxnLst/>
                <a:rect l="l" t="t" r="r" b="b"/>
                <a:pathLst>
                  <a:path w="128627" h="119766" extrusionOk="0">
                    <a:moveTo>
                      <a:pt x="127098" y="12478"/>
                    </a:moveTo>
                    <a:cubicBezTo>
                      <a:pt x="127098" y="12478"/>
                      <a:pt x="135480" y="100679"/>
                      <a:pt x="113001" y="96965"/>
                    </a:cubicBezTo>
                    <a:cubicBezTo>
                      <a:pt x="90522" y="93250"/>
                      <a:pt x="93475" y="50292"/>
                      <a:pt x="93475" y="50292"/>
                    </a:cubicBezTo>
                    <a:cubicBezTo>
                      <a:pt x="93475" y="50292"/>
                      <a:pt x="55279" y="128969"/>
                      <a:pt x="36134" y="118872"/>
                    </a:cubicBezTo>
                    <a:cubicBezTo>
                      <a:pt x="16989" y="108680"/>
                      <a:pt x="49660" y="37814"/>
                      <a:pt x="49660" y="37814"/>
                    </a:cubicBezTo>
                    <a:cubicBezTo>
                      <a:pt x="49660" y="37814"/>
                      <a:pt x="12607" y="59817"/>
                      <a:pt x="1368" y="52483"/>
                    </a:cubicBezTo>
                    <a:cubicBezTo>
                      <a:pt x="-9872" y="45149"/>
                      <a:pt x="51850" y="0"/>
                      <a:pt x="51850" y="0"/>
                    </a:cubicBezTo>
                    <a:lnTo>
                      <a:pt x="127098" y="12573"/>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0" name="Google Shape;760;p22"/>
              <p:cNvSpPr/>
              <p:nvPr/>
            </p:nvSpPr>
            <p:spPr>
              <a:xfrm>
                <a:off x="8012663" y="1328456"/>
                <a:ext cx="131857" cy="119065"/>
              </a:xfrm>
              <a:custGeom>
                <a:avLst/>
                <a:gdLst/>
                <a:ahLst/>
                <a:cxnLst/>
                <a:rect l="l" t="t" r="r" b="b"/>
                <a:pathLst>
                  <a:path w="200543" h="181087" extrusionOk="0">
                    <a:moveTo>
                      <a:pt x="11927" y="38013"/>
                    </a:moveTo>
                    <a:cubicBezTo>
                      <a:pt x="40883" y="-10755"/>
                      <a:pt x="92890" y="-8183"/>
                      <a:pt x="141658" y="20868"/>
                    </a:cubicBezTo>
                    <a:cubicBezTo>
                      <a:pt x="190426" y="49824"/>
                      <a:pt x="217667" y="94211"/>
                      <a:pt x="188616" y="143074"/>
                    </a:cubicBezTo>
                    <a:cubicBezTo>
                      <a:pt x="159660" y="191842"/>
                      <a:pt x="107654" y="189270"/>
                      <a:pt x="58886" y="160219"/>
                    </a:cubicBezTo>
                    <a:cubicBezTo>
                      <a:pt x="10117" y="131263"/>
                      <a:pt x="-17124" y="86876"/>
                      <a:pt x="11927" y="380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1" name="Google Shape;761;p22"/>
              <p:cNvSpPr/>
              <p:nvPr/>
            </p:nvSpPr>
            <p:spPr>
              <a:xfrm>
                <a:off x="7797507" y="1255440"/>
                <a:ext cx="91181" cy="77026"/>
              </a:xfrm>
              <a:custGeom>
                <a:avLst/>
                <a:gdLst/>
                <a:ahLst/>
                <a:cxnLst/>
                <a:rect l="l" t="t" r="r" b="b"/>
                <a:pathLst>
                  <a:path w="138679" h="117150" extrusionOk="0">
                    <a:moveTo>
                      <a:pt x="138680" y="58584"/>
                    </a:moveTo>
                    <a:cubicBezTo>
                      <a:pt x="138680" y="58584"/>
                      <a:pt x="88769" y="131831"/>
                      <a:pt x="73814" y="114496"/>
                    </a:cubicBezTo>
                    <a:cubicBezTo>
                      <a:pt x="58860" y="97160"/>
                      <a:pt x="88578" y="66109"/>
                      <a:pt x="88578" y="66109"/>
                    </a:cubicBezTo>
                    <a:cubicBezTo>
                      <a:pt x="88578" y="66109"/>
                      <a:pt x="8949" y="102208"/>
                      <a:pt x="662" y="82206"/>
                    </a:cubicBezTo>
                    <a:cubicBezTo>
                      <a:pt x="-7529" y="62203"/>
                      <a:pt x="62956" y="28580"/>
                      <a:pt x="62956" y="28580"/>
                    </a:cubicBezTo>
                    <a:cubicBezTo>
                      <a:pt x="62956" y="28580"/>
                      <a:pt x="20379" y="21817"/>
                      <a:pt x="16379" y="8959"/>
                    </a:cubicBezTo>
                    <a:cubicBezTo>
                      <a:pt x="12378" y="-3900"/>
                      <a:pt x="88769" y="862"/>
                      <a:pt x="88769" y="862"/>
                    </a:cubicBezTo>
                    <a:lnTo>
                      <a:pt x="138584" y="58679"/>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2" name="Google Shape;762;p22"/>
              <p:cNvSpPr/>
              <p:nvPr/>
            </p:nvSpPr>
            <p:spPr>
              <a:xfrm>
                <a:off x="7850552" y="1193662"/>
                <a:ext cx="112874" cy="134199"/>
              </a:xfrm>
              <a:custGeom>
                <a:avLst/>
                <a:gdLst/>
                <a:ahLst/>
                <a:cxnLst/>
                <a:rect l="l" t="t" r="r" b="b"/>
                <a:pathLst>
                  <a:path w="171671" h="204105" extrusionOk="0">
                    <a:moveTo>
                      <a:pt x="51451" y="5183"/>
                    </a:moveTo>
                    <a:cubicBezTo>
                      <a:pt x="104981" y="-13771"/>
                      <a:pt x="143176" y="21471"/>
                      <a:pt x="162226" y="74906"/>
                    </a:cubicBezTo>
                    <a:cubicBezTo>
                      <a:pt x="181181" y="128437"/>
                      <a:pt x="173752" y="179872"/>
                      <a:pt x="120221" y="198922"/>
                    </a:cubicBezTo>
                    <a:cubicBezTo>
                      <a:pt x="66691" y="217877"/>
                      <a:pt x="28495" y="182634"/>
                      <a:pt x="9445" y="129199"/>
                    </a:cubicBezTo>
                    <a:cubicBezTo>
                      <a:pt x="-9509" y="75668"/>
                      <a:pt x="-2080" y="24233"/>
                      <a:pt x="51451" y="51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3" name="Google Shape;763;p22"/>
              <p:cNvSpPr/>
              <p:nvPr/>
            </p:nvSpPr>
            <p:spPr>
              <a:xfrm>
                <a:off x="8235614" y="1324770"/>
                <a:ext cx="66146" cy="69332"/>
              </a:xfrm>
              <a:custGeom>
                <a:avLst/>
                <a:gdLst/>
                <a:ahLst/>
                <a:cxnLst/>
                <a:rect l="l" t="t" r="r" b="b"/>
                <a:pathLst>
                  <a:path w="100602" h="105448" extrusionOk="0">
                    <a:moveTo>
                      <a:pt x="77716" y="0"/>
                    </a:moveTo>
                    <a:cubicBezTo>
                      <a:pt x="77716" y="0"/>
                      <a:pt x="113053" y="59531"/>
                      <a:pt x="95908" y="64389"/>
                    </a:cubicBezTo>
                    <a:cubicBezTo>
                      <a:pt x="78763" y="69247"/>
                      <a:pt x="66571" y="37909"/>
                      <a:pt x="66571" y="37909"/>
                    </a:cubicBezTo>
                    <a:cubicBezTo>
                      <a:pt x="66571" y="37909"/>
                      <a:pt x="65905" y="106204"/>
                      <a:pt x="48950" y="105442"/>
                    </a:cubicBezTo>
                    <a:cubicBezTo>
                      <a:pt x="32091" y="104680"/>
                      <a:pt x="31519" y="43625"/>
                      <a:pt x="31519" y="43625"/>
                    </a:cubicBezTo>
                    <a:cubicBezTo>
                      <a:pt x="31519" y="43625"/>
                      <a:pt x="12660" y="71533"/>
                      <a:pt x="2278" y="70104"/>
                    </a:cubicBezTo>
                    <a:cubicBezTo>
                      <a:pt x="-8105" y="68675"/>
                      <a:pt x="20375" y="16192"/>
                      <a:pt x="20375" y="16192"/>
                    </a:cubicBezTo>
                    <a:lnTo>
                      <a:pt x="77716"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4" name="Google Shape;764;p22"/>
              <p:cNvSpPr/>
              <p:nvPr/>
            </p:nvSpPr>
            <p:spPr>
              <a:xfrm>
                <a:off x="8216421" y="1259016"/>
                <a:ext cx="105548" cy="83720"/>
              </a:xfrm>
              <a:custGeom>
                <a:avLst/>
                <a:gdLst/>
                <a:ahLst/>
                <a:cxnLst/>
                <a:rect l="l" t="t" r="r" b="b"/>
                <a:pathLst>
                  <a:path w="160529" h="127331" extrusionOk="0">
                    <a:moveTo>
                      <a:pt x="350" y="56093"/>
                    </a:moveTo>
                    <a:cubicBezTo>
                      <a:pt x="4541" y="11993"/>
                      <a:pt x="42069" y="-3533"/>
                      <a:pt x="86265" y="658"/>
                    </a:cubicBezTo>
                    <a:cubicBezTo>
                      <a:pt x="130461" y="4849"/>
                      <a:pt x="164370" y="27137"/>
                      <a:pt x="160179" y="71238"/>
                    </a:cubicBezTo>
                    <a:cubicBezTo>
                      <a:pt x="155988" y="115339"/>
                      <a:pt x="118460" y="130865"/>
                      <a:pt x="74264" y="126674"/>
                    </a:cubicBezTo>
                    <a:cubicBezTo>
                      <a:pt x="30163" y="122483"/>
                      <a:pt x="-3841" y="100194"/>
                      <a:pt x="350" y="5609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5" name="Google Shape;765;p22"/>
              <p:cNvSpPr/>
              <p:nvPr/>
            </p:nvSpPr>
            <p:spPr>
              <a:xfrm>
                <a:off x="7807418" y="1095773"/>
                <a:ext cx="71618" cy="64405"/>
              </a:xfrm>
              <a:custGeom>
                <a:avLst/>
                <a:gdLst/>
                <a:ahLst/>
                <a:cxnLst/>
                <a:rect l="l" t="t" r="r" b="b"/>
                <a:pathLst>
                  <a:path w="108924" h="97954" extrusionOk="0">
                    <a:moveTo>
                      <a:pt x="108829" y="65524"/>
                    </a:moveTo>
                    <a:cubicBezTo>
                      <a:pt x="108829" y="65524"/>
                      <a:pt x="56251" y="110577"/>
                      <a:pt x="48536" y="94479"/>
                    </a:cubicBezTo>
                    <a:cubicBezTo>
                      <a:pt x="40821" y="78382"/>
                      <a:pt x="69586" y="61047"/>
                      <a:pt x="69586" y="61047"/>
                    </a:cubicBezTo>
                    <a:cubicBezTo>
                      <a:pt x="69586" y="61047"/>
                      <a:pt x="2149" y="72000"/>
                      <a:pt x="54" y="55237"/>
                    </a:cubicBezTo>
                    <a:cubicBezTo>
                      <a:pt x="-2042" y="38473"/>
                      <a:pt x="57966" y="27424"/>
                      <a:pt x="57966" y="27424"/>
                    </a:cubicBezTo>
                    <a:cubicBezTo>
                      <a:pt x="57966" y="27424"/>
                      <a:pt x="27295" y="13612"/>
                      <a:pt x="26914" y="3135"/>
                    </a:cubicBezTo>
                    <a:cubicBezTo>
                      <a:pt x="26533" y="-7343"/>
                      <a:pt x="83112" y="11803"/>
                      <a:pt x="83112" y="11803"/>
                    </a:cubicBezTo>
                    <a:lnTo>
                      <a:pt x="108924" y="65524"/>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6" name="Google Shape;766;p22"/>
              <p:cNvSpPr/>
              <p:nvPr/>
            </p:nvSpPr>
            <p:spPr>
              <a:xfrm>
                <a:off x="7857778" y="1064766"/>
                <a:ext cx="83567" cy="105585"/>
              </a:xfrm>
              <a:custGeom>
                <a:avLst/>
                <a:gdLst/>
                <a:ahLst/>
                <a:cxnLst/>
                <a:rect l="l" t="t" r="r" b="b"/>
                <a:pathLst>
                  <a:path w="127098" h="160586" extrusionOk="0">
                    <a:moveTo>
                      <a:pt x="57310" y="236"/>
                    </a:moveTo>
                    <a:cubicBezTo>
                      <a:pt x="101506" y="-3193"/>
                      <a:pt x="123223" y="31192"/>
                      <a:pt x="126652" y="75388"/>
                    </a:cubicBezTo>
                    <a:cubicBezTo>
                      <a:pt x="130081" y="119584"/>
                      <a:pt x="113984" y="156922"/>
                      <a:pt x="69788" y="160351"/>
                    </a:cubicBezTo>
                    <a:cubicBezTo>
                      <a:pt x="25592" y="163780"/>
                      <a:pt x="3875" y="129395"/>
                      <a:pt x="446" y="85199"/>
                    </a:cubicBezTo>
                    <a:cubicBezTo>
                      <a:pt x="-2983" y="41003"/>
                      <a:pt x="13114" y="3665"/>
                      <a:pt x="57310" y="23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67" name="Google Shape;767;p22"/>
            <p:cNvGrpSpPr/>
            <p:nvPr/>
          </p:nvGrpSpPr>
          <p:grpSpPr>
            <a:xfrm>
              <a:off x="116475" y="3696000"/>
              <a:ext cx="596624" cy="1335326"/>
              <a:chOff x="116475" y="3696000"/>
              <a:chExt cx="596624" cy="1335326"/>
            </a:xfrm>
          </p:grpSpPr>
          <p:sp>
            <p:nvSpPr>
              <p:cNvPr id="768" name="Google Shape;768;p22"/>
              <p:cNvSpPr/>
              <p:nvPr/>
            </p:nvSpPr>
            <p:spPr>
              <a:xfrm>
                <a:off x="470493" y="4861796"/>
                <a:ext cx="184649" cy="169529"/>
              </a:xfrm>
              <a:custGeom>
                <a:avLst/>
                <a:gdLst/>
                <a:ahLst/>
                <a:cxnLst/>
                <a:rect l="l" t="t" r="r" b="b"/>
                <a:pathLst>
                  <a:path w="134780" h="123744" extrusionOk="0">
                    <a:moveTo>
                      <a:pt x="125196" y="29039"/>
                    </a:moveTo>
                    <a:cubicBezTo>
                      <a:pt x="129871" y="36780"/>
                      <a:pt x="132832" y="44520"/>
                      <a:pt x="134079" y="52260"/>
                    </a:cubicBezTo>
                    <a:cubicBezTo>
                      <a:pt x="135326" y="60052"/>
                      <a:pt x="134910" y="67533"/>
                      <a:pt x="132832" y="74806"/>
                    </a:cubicBezTo>
                    <a:cubicBezTo>
                      <a:pt x="130754" y="82079"/>
                      <a:pt x="127066" y="88936"/>
                      <a:pt x="121715" y="95429"/>
                    </a:cubicBezTo>
                    <a:cubicBezTo>
                      <a:pt x="116365" y="101923"/>
                      <a:pt x="109455" y="107741"/>
                      <a:pt x="100988" y="112884"/>
                    </a:cubicBezTo>
                    <a:cubicBezTo>
                      <a:pt x="95533" y="116209"/>
                      <a:pt x="89975" y="118754"/>
                      <a:pt x="84416" y="120521"/>
                    </a:cubicBezTo>
                    <a:cubicBezTo>
                      <a:pt x="78858" y="122287"/>
                      <a:pt x="73351" y="123326"/>
                      <a:pt x="67897" y="123637"/>
                    </a:cubicBezTo>
                    <a:cubicBezTo>
                      <a:pt x="62442" y="123949"/>
                      <a:pt x="57195" y="123585"/>
                      <a:pt x="52104" y="122495"/>
                    </a:cubicBezTo>
                    <a:cubicBezTo>
                      <a:pt x="47013" y="121404"/>
                      <a:pt x="42182" y="119689"/>
                      <a:pt x="37663" y="117300"/>
                    </a:cubicBezTo>
                    <a:cubicBezTo>
                      <a:pt x="33091" y="114910"/>
                      <a:pt x="28935" y="111897"/>
                      <a:pt x="25039" y="108261"/>
                    </a:cubicBezTo>
                    <a:cubicBezTo>
                      <a:pt x="21195" y="104624"/>
                      <a:pt x="17818" y="100365"/>
                      <a:pt x="14909" y="95585"/>
                    </a:cubicBezTo>
                    <a:cubicBezTo>
                      <a:pt x="13403" y="93092"/>
                      <a:pt x="11844" y="90131"/>
                      <a:pt x="10286" y="86754"/>
                    </a:cubicBezTo>
                    <a:cubicBezTo>
                      <a:pt x="8727" y="83377"/>
                      <a:pt x="7273" y="79897"/>
                      <a:pt x="5870" y="76364"/>
                    </a:cubicBezTo>
                    <a:cubicBezTo>
                      <a:pt x="4519" y="72832"/>
                      <a:pt x="3273" y="69403"/>
                      <a:pt x="2234" y="66079"/>
                    </a:cubicBezTo>
                    <a:cubicBezTo>
                      <a:pt x="1195" y="62754"/>
                      <a:pt x="468" y="59897"/>
                      <a:pt x="0" y="57507"/>
                    </a:cubicBezTo>
                    <a:lnTo>
                      <a:pt x="25870" y="41870"/>
                    </a:lnTo>
                    <a:lnTo>
                      <a:pt x="28987" y="47013"/>
                    </a:lnTo>
                    <a:lnTo>
                      <a:pt x="19013" y="60832"/>
                    </a:lnTo>
                    <a:cubicBezTo>
                      <a:pt x="18390" y="61767"/>
                      <a:pt x="18026" y="62650"/>
                      <a:pt x="17870" y="63429"/>
                    </a:cubicBezTo>
                    <a:cubicBezTo>
                      <a:pt x="17714" y="64208"/>
                      <a:pt x="17663" y="65091"/>
                      <a:pt x="17611" y="65975"/>
                    </a:cubicBezTo>
                    <a:cubicBezTo>
                      <a:pt x="17766" y="70234"/>
                      <a:pt x="18338" y="74338"/>
                      <a:pt x="19377" y="78338"/>
                    </a:cubicBezTo>
                    <a:cubicBezTo>
                      <a:pt x="20416" y="82338"/>
                      <a:pt x="22078" y="86183"/>
                      <a:pt x="24364" y="89923"/>
                    </a:cubicBezTo>
                    <a:cubicBezTo>
                      <a:pt x="26857" y="94027"/>
                      <a:pt x="30026" y="97144"/>
                      <a:pt x="33974" y="99378"/>
                    </a:cubicBezTo>
                    <a:cubicBezTo>
                      <a:pt x="37871" y="101559"/>
                      <a:pt x="42442" y="102754"/>
                      <a:pt x="47533" y="102910"/>
                    </a:cubicBezTo>
                    <a:cubicBezTo>
                      <a:pt x="52676" y="103066"/>
                      <a:pt x="58286" y="102131"/>
                      <a:pt x="64520" y="100209"/>
                    </a:cubicBezTo>
                    <a:cubicBezTo>
                      <a:pt x="70702" y="98235"/>
                      <a:pt x="77299" y="95118"/>
                      <a:pt x="84312" y="90910"/>
                    </a:cubicBezTo>
                    <a:cubicBezTo>
                      <a:pt x="91585" y="86494"/>
                      <a:pt x="97559" y="81871"/>
                      <a:pt x="102339" y="76988"/>
                    </a:cubicBezTo>
                    <a:cubicBezTo>
                      <a:pt x="107066" y="72105"/>
                      <a:pt x="110495" y="67066"/>
                      <a:pt x="112572" y="61819"/>
                    </a:cubicBezTo>
                    <a:cubicBezTo>
                      <a:pt x="114650" y="56572"/>
                      <a:pt x="115378" y="51169"/>
                      <a:pt x="114806" y="45663"/>
                    </a:cubicBezTo>
                    <a:cubicBezTo>
                      <a:pt x="114183" y="40156"/>
                      <a:pt x="112157" y="34546"/>
                      <a:pt x="108728" y="28831"/>
                    </a:cubicBezTo>
                    <a:cubicBezTo>
                      <a:pt x="106443" y="25091"/>
                      <a:pt x="104053" y="22078"/>
                      <a:pt x="101507" y="19740"/>
                    </a:cubicBezTo>
                    <a:cubicBezTo>
                      <a:pt x="98962" y="17403"/>
                      <a:pt x="96365" y="15533"/>
                      <a:pt x="93767" y="14026"/>
                    </a:cubicBezTo>
                    <a:cubicBezTo>
                      <a:pt x="91170" y="12520"/>
                      <a:pt x="88572" y="11429"/>
                      <a:pt x="86027" y="10649"/>
                    </a:cubicBezTo>
                    <a:cubicBezTo>
                      <a:pt x="83481" y="9870"/>
                      <a:pt x="81092" y="9091"/>
                      <a:pt x="78858" y="8416"/>
                    </a:cubicBezTo>
                    <a:lnTo>
                      <a:pt x="76884" y="5091"/>
                    </a:lnTo>
                    <a:lnTo>
                      <a:pt x="85248" y="0"/>
                    </a:lnTo>
                    <a:cubicBezTo>
                      <a:pt x="88261" y="987"/>
                      <a:pt x="91637" y="2286"/>
                      <a:pt x="95274" y="4000"/>
                    </a:cubicBezTo>
                    <a:cubicBezTo>
                      <a:pt x="98910" y="5714"/>
                      <a:pt x="102598" y="7792"/>
                      <a:pt x="106287" y="10234"/>
                    </a:cubicBezTo>
                    <a:cubicBezTo>
                      <a:pt x="109975" y="12675"/>
                      <a:pt x="113456" y="15481"/>
                      <a:pt x="116780" y="18598"/>
                    </a:cubicBezTo>
                    <a:cubicBezTo>
                      <a:pt x="120105" y="21714"/>
                      <a:pt x="122910" y="25195"/>
                      <a:pt x="125248" y="290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9" name="Google Shape;769;p22"/>
              <p:cNvSpPr/>
              <p:nvPr/>
            </p:nvSpPr>
            <p:spPr>
              <a:xfrm>
                <a:off x="519383" y="3696000"/>
                <a:ext cx="133027" cy="131665"/>
              </a:xfrm>
              <a:custGeom>
                <a:avLst/>
                <a:gdLst/>
                <a:ahLst/>
                <a:cxnLst/>
                <a:rect l="l" t="t" r="r" b="b"/>
                <a:pathLst>
                  <a:path w="97100" h="96106" extrusionOk="0">
                    <a:moveTo>
                      <a:pt x="95974" y="17195"/>
                    </a:moveTo>
                    <a:cubicBezTo>
                      <a:pt x="96546" y="18857"/>
                      <a:pt x="96857" y="20312"/>
                      <a:pt x="97013" y="21559"/>
                    </a:cubicBezTo>
                    <a:cubicBezTo>
                      <a:pt x="97169" y="22805"/>
                      <a:pt x="97117" y="24000"/>
                      <a:pt x="96857" y="25091"/>
                    </a:cubicBezTo>
                    <a:cubicBezTo>
                      <a:pt x="96598" y="26182"/>
                      <a:pt x="96182" y="27273"/>
                      <a:pt x="95611" y="28312"/>
                    </a:cubicBezTo>
                    <a:cubicBezTo>
                      <a:pt x="94987" y="29351"/>
                      <a:pt x="94260" y="30546"/>
                      <a:pt x="93273" y="31844"/>
                    </a:cubicBezTo>
                    <a:cubicBezTo>
                      <a:pt x="92338" y="33143"/>
                      <a:pt x="91299" y="34598"/>
                      <a:pt x="90052" y="36260"/>
                    </a:cubicBezTo>
                    <a:cubicBezTo>
                      <a:pt x="88805" y="37922"/>
                      <a:pt x="87663" y="39533"/>
                      <a:pt x="86572" y="41091"/>
                    </a:cubicBezTo>
                    <a:cubicBezTo>
                      <a:pt x="85273" y="42858"/>
                      <a:pt x="83922" y="44676"/>
                      <a:pt x="82572" y="46546"/>
                    </a:cubicBezTo>
                    <a:cubicBezTo>
                      <a:pt x="84078" y="52052"/>
                      <a:pt x="84494" y="57247"/>
                      <a:pt x="83766" y="62130"/>
                    </a:cubicBezTo>
                    <a:cubicBezTo>
                      <a:pt x="83091" y="67014"/>
                      <a:pt x="81481" y="71429"/>
                      <a:pt x="78987" y="75481"/>
                    </a:cubicBezTo>
                    <a:cubicBezTo>
                      <a:pt x="76494" y="79481"/>
                      <a:pt x="73169" y="83014"/>
                      <a:pt x="68961" y="86079"/>
                    </a:cubicBezTo>
                    <a:cubicBezTo>
                      <a:pt x="64753" y="89092"/>
                      <a:pt x="59922" y="91585"/>
                      <a:pt x="54364" y="93403"/>
                    </a:cubicBezTo>
                    <a:cubicBezTo>
                      <a:pt x="48857" y="95274"/>
                      <a:pt x="43454" y="96157"/>
                      <a:pt x="38104" y="96105"/>
                    </a:cubicBezTo>
                    <a:cubicBezTo>
                      <a:pt x="32753" y="96105"/>
                      <a:pt x="27766" y="95066"/>
                      <a:pt x="23143" y="93092"/>
                    </a:cubicBezTo>
                    <a:cubicBezTo>
                      <a:pt x="18519" y="91118"/>
                      <a:pt x="14415" y="88209"/>
                      <a:pt x="10831" y="84312"/>
                    </a:cubicBezTo>
                    <a:cubicBezTo>
                      <a:pt x="7246" y="80416"/>
                      <a:pt x="4493" y="75585"/>
                      <a:pt x="2519" y="69819"/>
                    </a:cubicBezTo>
                    <a:cubicBezTo>
                      <a:pt x="389" y="63533"/>
                      <a:pt x="-390" y="57715"/>
                      <a:pt x="181" y="52416"/>
                    </a:cubicBezTo>
                    <a:cubicBezTo>
                      <a:pt x="753" y="47117"/>
                      <a:pt x="2311" y="42338"/>
                      <a:pt x="4857" y="38078"/>
                    </a:cubicBezTo>
                    <a:cubicBezTo>
                      <a:pt x="7402" y="33870"/>
                      <a:pt x="10831" y="30182"/>
                      <a:pt x="15142" y="27117"/>
                    </a:cubicBezTo>
                    <a:cubicBezTo>
                      <a:pt x="19402" y="24052"/>
                      <a:pt x="24233" y="21559"/>
                      <a:pt x="29636" y="19792"/>
                    </a:cubicBezTo>
                    <a:cubicBezTo>
                      <a:pt x="33480" y="18494"/>
                      <a:pt x="37480" y="17663"/>
                      <a:pt x="41584" y="17299"/>
                    </a:cubicBezTo>
                    <a:cubicBezTo>
                      <a:pt x="45688" y="16935"/>
                      <a:pt x="49740" y="17143"/>
                      <a:pt x="53688" y="17922"/>
                    </a:cubicBezTo>
                    <a:cubicBezTo>
                      <a:pt x="57636" y="18701"/>
                      <a:pt x="61429" y="20156"/>
                      <a:pt x="65065" y="22234"/>
                    </a:cubicBezTo>
                    <a:cubicBezTo>
                      <a:pt x="68701" y="24312"/>
                      <a:pt x="71870" y="27169"/>
                      <a:pt x="74675" y="30805"/>
                    </a:cubicBezTo>
                    <a:lnTo>
                      <a:pt x="84650" y="16000"/>
                    </a:lnTo>
                    <a:cubicBezTo>
                      <a:pt x="85377" y="14909"/>
                      <a:pt x="86000" y="13714"/>
                      <a:pt x="86520" y="12416"/>
                    </a:cubicBezTo>
                    <a:cubicBezTo>
                      <a:pt x="87039" y="11065"/>
                      <a:pt x="87247" y="9870"/>
                      <a:pt x="87247" y="8831"/>
                    </a:cubicBezTo>
                    <a:lnTo>
                      <a:pt x="86779" y="1143"/>
                    </a:lnTo>
                    <a:lnTo>
                      <a:pt x="90104" y="0"/>
                    </a:lnTo>
                    <a:lnTo>
                      <a:pt x="95870" y="17195"/>
                    </a:lnTo>
                    <a:close/>
                    <a:moveTo>
                      <a:pt x="75455" y="44468"/>
                    </a:moveTo>
                    <a:cubicBezTo>
                      <a:pt x="74364" y="41247"/>
                      <a:pt x="72598" y="38702"/>
                      <a:pt x="70156" y="36832"/>
                    </a:cubicBezTo>
                    <a:cubicBezTo>
                      <a:pt x="67714" y="34961"/>
                      <a:pt x="64753" y="33715"/>
                      <a:pt x="61377" y="33091"/>
                    </a:cubicBezTo>
                    <a:cubicBezTo>
                      <a:pt x="57948" y="32468"/>
                      <a:pt x="54208" y="32416"/>
                      <a:pt x="50000" y="32935"/>
                    </a:cubicBezTo>
                    <a:cubicBezTo>
                      <a:pt x="45844" y="33455"/>
                      <a:pt x="41480" y="34494"/>
                      <a:pt x="37013" y="36000"/>
                    </a:cubicBezTo>
                    <a:cubicBezTo>
                      <a:pt x="31818" y="37767"/>
                      <a:pt x="27195" y="39741"/>
                      <a:pt x="23143" y="42026"/>
                    </a:cubicBezTo>
                    <a:cubicBezTo>
                      <a:pt x="19091" y="44312"/>
                      <a:pt x="15818" y="46806"/>
                      <a:pt x="13272" y="49611"/>
                    </a:cubicBezTo>
                    <a:cubicBezTo>
                      <a:pt x="10727" y="52364"/>
                      <a:pt x="9064" y="55377"/>
                      <a:pt x="8181" y="58546"/>
                    </a:cubicBezTo>
                    <a:cubicBezTo>
                      <a:pt x="7350" y="61767"/>
                      <a:pt x="7506" y="65143"/>
                      <a:pt x="8701" y="68780"/>
                    </a:cubicBezTo>
                    <a:cubicBezTo>
                      <a:pt x="9844" y="72208"/>
                      <a:pt x="11714" y="74858"/>
                      <a:pt x="14311" y="76676"/>
                    </a:cubicBezTo>
                    <a:cubicBezTo>
                      <a:pt x="16857" y="78494"/>
                      <a:pt x="19922" y="79689"/>
                      <a:pt x="23350" y="80209"/>
                    </a:cubicBezTo>
                    <a:cubicBezTo>
                      <a:pt x="26831" y="80780"/>
                      <a:pt x="30571" y="80728"/>
                      <a:pt x="34623" y="80157"/>
                    </a:cubicBezTo>
                    <a:cubicBezTo>
                      <a:pt x="38675" y="79585"/>
                      <a:pt x="42779" y="78598"/>
                      <a:pt x="46935" y="77196"/>
                    </a:cubicBezTo>
                    <a:cubicBezTo>
                      <a:pt x="52026" y="75481"/>
                      <a:pt x="56597" y="73507"/>
                      <a:pt x="60649" y="71221"/>
                    </a:cubicBezTo>
                    <a:cubicBezTo>
                      <a:pt x="64701" y="68936"/>
                      <a:pt x="68026" y="66442"/>
                      <a:pt x="70624" y="63689"/>
                    </a:cubicBezTo>
                    <a:cubicBezTo>
                      <a:pt x="73221" y="60936"/>
                      <a:pt x="74987" y="57923"/>
                      <a:pt x="75870" y="54702"/>
                    </a:cubicBezTo>
                    <a:cubicBezTo>
                      <a:pt x="76753" y="51481"/>
                      <a:pt x="76598" y="48052"/>
                      <a:pt x="75403" y="444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0" name="Google Shape;770;p22"/>
              <p:cNvSpPr/>
              <p:nvPr/>
            </p:nvSpPr>
            <p:spPr>
              <a:xfrm>
                <a:off x="522482" y="4621160"/>
                <a:ext cx="155077" cy="160700"/>
              </a:xfrm>
              <a:custGeom>
                <a:avLst/>
                <a:gdLst/>
                <a:ahLst/>
                <a:cxnLst/>
                <a:rect l="l" t="t" r="r" b="b"/>
                <a:pathLst>
                  <a:path w="113195" h="117299" extrusionOk="0">
                    <a:moveTo>
                      <a:pt x="74234" y="114027"/>
                    </a:moveTo>
                    <a:lnTo>
                      <a:pt x="80520" y="105507"/>
                    </a:lnTo>
                    <a:cubicBezTo>
                      <a:pt x="81144" y="104676"/>
                      <a:pt x="81455" y="103793"/>
                      <a:pt x="81455" y="102858"/>
                    </a:cubicBezTo>
                    <a:cubicBezTo>
                      <a:pt x="81455" y="101923"/>
                      <a:pt x="81092" y="101040"/>
                      <a:pt x="80468" y="100261"/>
                    </a:cubicBezTo>
                    <a:lnTo>
                      <a:pt x="31065" y="40260"/>
                    </a:lnTo>
                    <a:lnTo>
                      <a:pt x="15273" y="53247"/>
                    </a:lnTo>
                    <a:cubicBezTo>
                      <a:pt x="14546" y="53819"/>
                      <a:pt x="14182" y="54442"/>
                      <a:pt x="14130" y="55065"/>
                    </a:cubicBezTo>
                    <a:cubicBezTo>
                      <a:pt x="14130" y="55689"/>
                      <a:pt x="14234" y="56364"/>
                      <a:pt x="14494" y="57039"/>
                    </a:cubicBezTo>
                    <a:lnTo>
                      <a:pt x="19896" y="72624"/>
                    </a:lnTo>
                    <a:lnTo>
                      <a:pt x="16260" y="75585"/>
                    </a:lnTo>
                    <a:lnTo>
                      <a:pt x="0" y="55845"/>
                    </a:lnTo>
                    <a:lnTo>
                      <a:pt x="67793" y="0"/>
                    </a:lnTo>
                    <a:lnTo>
                      <a:pt x="84053" y="19740"/>
                    </a:lnTo>
                    <a:lnTo>
                      <a:pt x="80416" y="22701"/>
                    </a:lnTo>
                    <a:lnTo>
                      <a:pt x="66182" y="14442"/>
                    </a:lnTo>
                    <a:cubicBezTo>
                      <a:pt x="65559" y="14026"/>
                      <a:pt x="64936" y="13818"/>
                      <a:pt x="64364" y="13714"/>
                    </a:cubicBezTo>
                    <a:cubicBezTo>
                      <a:pt x="63741" y="13610"/>
                      <a:pt x="63117" y="13818"/>
                      <a:pt x="62442" y="14390"/>
                    </a:cubicBezTo>
                    <a:lnTo>
                      <a:pt x="46390" y="27637"/>
                    </a:lnTo>
                    <a:lnTo>
                      <a:pt x="95793" y="87637"/>
                    </a:lnTo>
                    <a:cubicBezTo>
                      <a:pt x="96468" y="88468"/>
                      <a:pt x="97300" y="88936"/>
                      <a:pt x="98287" y="89092"/>
                    </a:cubicBezTo>
                    <a:cubicBezTo>
                      <a:pt x="99274" y="89248"/>
                      <a:pt x="100157" y="89092"/>
                      <a:pt x="100988" y="88728"/>
                    </a:cubicBezTo>
                    <a:lnTo>
                      <a:pt x="110546" y="84209"/>
                    </a:lnTo>
                    <a:lnTo>
                      <a:pt x="113196" y="87429"/>
                    </a:lnTo>
                    <a:lnTo>
                      <a:pt x="76884" y="117300"/>
                    </a:lnTo>
                    <a:lnTo>
                      <a:pt x="74234" y="11407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1" name="Google Shape;771;p22"/>
              <p:cNvSpPr/>
              <p:nvPr/>
            </p:nvSpPr>
            <p:spPr>
              <a:xfrm>
                <a:off x="563003" y="4076646"/>
                <a:ext cx="150096" cy="179133"/>
              </a:xfrm>
              <a:custGeom>
                <a:avLst/>
                <a:gdLst/>
                <a:ahLst/>
                <a:cxnLst/>
                <a:rect l="l" t="t" r="r" b="b"/>
                <a:pathLst>
                  <a:path w="109559" h="130754" extrusionOk="0">
                    <a:moveTo>
                      <a:pt x="1974" y="78079"/>
                    </a:moveTo>
                    <a:lnTo>
                      <a:pt x="10078" y="78546"/>
                    </a:lnTo>
                    <a:cubicBezTo>
                      <a:pt x="12623" y="78650"/>
                      <a:pt x="14753" y="77819"/>
                      <a:pt x="16520" y="76105"/>
                    </a:cubicBezTo>
                    <a:lnTo>
                      <a:pt x="80416" y="13247"/>
                    </a:lnTo>
                    <a:lnTo>
                      <a:pt x="97248" y="0"/>
                    </a:lnTo>
                    <a:lnTo>
                      <a:pt x="106339" y="4052"/>
                    </a:lnTo>
                    <a:lnTo>
                      <a:pt x="101403" y="114027"/>
                    </a:lnTo>
                    <a:cubicBezTo>
                      <a:pt x="101403" y="115222"/>
                      <a:pt x="101559" y="116365"/>
                      <a:pt x="102027" y="117560"/>
                    </a:cubicBezTo>
                    <a:cubicBezTo>
                      <a:pt x="102494" y="118702"/>
                      <a:pt x="103118" y="119689"/>
                      <a:pt x="103845" y="120469"/>
                    </a:cubicBezTo>
                    <a:lnTo>
                      <a:pt x="109559" y="126183"/>
                    </a:lnTo>
                    <a:lnTo>
                      <a:pt x="107533" y="130754"/>
                    </a:lnTo>
                    <a:lnTo>
                      <a:pt x="62286" y="110546"/>
                    </a:lnTo>
                    <a:lnTo>
                      <a:pt x="64312" y="105975"/>
                    </a:lnTo>
                    <a:lnTo>
                      <a:pt x="78858" y="108572"/>
                    </a:lnTo>
                    <a:lnTo>
                      <a:pt x="80364" y="74910"/>
                    </a:lnTo>
                    <a:lnTo>
                      <a:pt x="47065" y="60053"/>
                    </a:lnTo>
                    <a:lnTo>
                      <a:pt x="23481" y="83533"/>
                    </a:lnTo>
                    <a:lnTo>
                      <a:pt x="34702" y="92780"/>
                    </a:lnTo>
                    <a:lnTo>
                      <a:pt x="32676" y="97352"/>
                    </a:lnTo>
                    <a:lnTo>
                      <a:pt x="0" y="82754"/>
                    </a:lnTo>
                    <a:lnTo>
                      <a:pt x="2026" y="78183"/>
                    </a:lnTo>
                    <a:close/>
                    <a:moveTo>
                      <a:pt x="80780" y="65143"/>
                    </a:moveTo>
                    <a:lnTo>
                      <a:pt x="82079" y="35793"/>
                    </a:lnTo>
                    <a:lnTo>
                      <a:pt x="82754" y="23948"/>
                    </a:lnTo>
                    <a:lnTo>
                      <a:pt x="53974" y="53195"/>
                    </a:lnTo>
                    <a:lnTo>
                      <a:pt x="80728" y="6514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2" name="Google Shape;772;p22"/>
              <p:cNvSpPr/>
              <p:nvPr/>
            </p:nvSpPr>
            <p:spPr>
              <a:xfrm>
                <a:off x="116475" y="4453518"/>
                <a:ext cx="276066" cy="269731"/>
              </a:xfrm>
              <a:custGeom>
                <a:avLst/>
                <a:gdLst/>
                <a:ahLst/>
                <a:cxnLst/>
                <a:rect l="l" t="t" r="r" b="b"/>
                <a:pathLst>
                  <a:path w="201508" h="196884" extrusionOk="0">
                    <a:moveTo>
                      <a:pt x="2753" y="121819"/>
                    </a:moveTo>
                    <a:lnTo>
                      <a:pt x="16208" y="124365"/>
                    </a:lnTo>
                    <a:cubicBezTo>
                      <a:pt x="17611" y="124625"/>
                      <a:pt x="19013" y="124469"/>
                      <a:pt x="20312" y="123949"/>
                    </a:cubicBezTo>
                    <a:cubicBezTo>
                      <a:pt x="21611" y="123430"/>
                      <a:pt x="22650" y="122495"/>
                      <a:pt x="23325" y="121092"/>
                    </a:cubicBezTo>
                    <a:lnTo>
                      <a:pt x="73143" y="22701"/>
                    </a:lnTo>
                    <a:cubicBezTo>
                      <a:pt x="73871" y="21299"/>
                      <a:pt x="74027" y="19896"/>
                      <a:pt x="73715" y="18494"/>
                    </a:cubicBezTo>
                    <a:cubicBezTo>
                      <a:pt x="73351" y="17143"/>
                      <a:pt x="72676" y="15948"/>
                      <a:pt x="71637" y="14961"/>
                    </a:cubicBezTo>
                    <a:lnTo>
                      <a:pt x="61559" y="5662"/>
                    </a:lnTo>
                    <a:lnTo>
                      <a:pt x="64416" y="0"/>
                    </a:lnTo>
                    <a:lnTo>
                      <a:pt x="122858" y="29611"/>
                    </a:lnTo>
                    <a:lnTo>
                      <a:pt x="120001" y="35273"/>
                    </a:lnTo>
                    <a:lnTo>
                      <a:pt x="106650" y="32676"/>
                    </a:lnTo>
                    <a:cubicBezTo>
                      <a:pt x="105248" y="32416"/>
                      <a:pt x="103845" y="32572"/>
                      <a:pt x="102494" y="33143"/>
                    </a:cubicBezTo>
                    <a:cubicBezTo>
                      <a:pt x="101144" y="33715"/>
                      <a:pt x="100105" y="34650"/>
                      <a:pt x="99429" y="36000"/>
                    </a:cubicBezTo>
                    <a:lnTo>
                      <a:pt x="78442" y="77403"/>
                    </a:lnTo>
                    <a:lnTo>
                      <a:pt x="130806" y="103897"/>
                    </a:lnTo>
                    <a:lnTo>
                      <a:pt x="151794" y="62494"/>
                    </a:lnTo>
                    <a:cubicBezTo>
                      <a:pt x="152521" y="61091"/>
                      <a:pt x="152677" y="59689"/>
                      <a:pt x="152365" y="58286"/>
                    </a:cubicBezTo>
                    <a:cubicBezTo>
                      <a:pt x="152001" y="56936"/>
                      <a:pt x="151326" y="55741"/>
                      <a:pt x="150287" y="54702"/>
                    </a:cubicBezTo>
                    <a:lnTo>
                      <a:pt x="140209" y="45455"/>
                    </a:lnTo>
                    <a:lnTo>
                      <a:pt x="143066" y="39793"/>
                    </a:lnTo>
                    <a:lnTo>
                      <a:pt x="201508" y="69403"/>
                    </a:lnTo>
                    <a:lnTo>
                      <a:pt x="198651" y="75066"/>
                    </a:lnTo>
                    <a:lnTo>
                      <a:pt x="185248" y="72468"/>
                    </a:lnTo>
                    <a:cubicBezTo>
                      <a:pt x="183846" y="72156"/>
                      <a:pt x="182495" y="72312"/>
                      <a:pt x="181144" y="72884"/>
                    </a:cubicBezTo>
                    <a:cubicBezTo>
                      <a:pt x="179794" y="73455"/>
                      <a:pt x="178755" y="74442"/>
                      <a:pt x="178080" y="75793"/>
                    </a:cubicBezTo>
                    <a:lnTo>
                      <a:pt x="128261" y="174183"/>
                    </a:lnTo>
                    <a:cubicBezTo>
                      <a:pt x="127534" y="175586"/>
                      <a:pt x="127378" y="176989"/>
                      <a:pt x="127741" y="178339"/>
                    </a:cubicBezTo>
                    <a:cubicBezTo>
                      <a:pt x="128105" y="179690"/>
                      <a:pt x="128832" y="180833"/>
                      <a:pt x="129871" y="181872"/>
                    </a:cubicBezTo>
                    <a:lnTo>
                      <a:pt x="139897" y="191222"/>
                    </a:lnTo>
                    <a:lnTo>
                      <a:pt x="137040" y="196885"/>
                    </a:lnTo>
                    <a:lnTo>
                      <a:pt x="78598" y="167274"/>
                    </a:lnTo>
                    <a:lnTo>
                      <a:pt x="81455" y="161612"/>
                    </a:lnTo>
                    <a:lnTo>
                      <a:pt x="94910" y="164157"/>
                    </a:lnTo>
                    <a:cubicBezTo>
                      <a:pt x="96313" y="164417"/>
                      <a:pt x="97715" y="164261"/>
                      <a:pt x="99014" y="163742"/>
                    </a:cubicBezTo>
                    <a:cubicBezTo>
                      <a:pt x="100313" y="163222"/>
                      <a:pt x="101352" y="162287"/>
                      <a:pt x="102027" y="160885"/>
                    </a:cubicBezTo>
                    <a:lnTo>
                      <a:pt x="125611" y="114287"/>
                    </a:lnTo>
                    <a:lnTo>
                      <a:pt x="73247" y="87793"/>
                    </a:lnTo>
                    <a:lnTo>
                      <a:pt x="49663" y="134391"/>
                    </a:lnTo>
                    <a:cubicBezTo>
                      <a:pt x="48935" y="135793"/>
                      <a:pt x="48780" y="137196"/>
                      <a:pt x="49195" y="138547"/>
                    </a:cubicBezTo>
                    <a:cubicBezTo>
                      <a:pt x="49611" y="139897"/>
                      <a:pt x="50338" y="141092"/>
                      <a:pt x="51377" y="142079"/>
                    </a:cubicBezTo>
                    <a:lnTo>
                      <a:pt x="61299" y="151378"/>
                    </a:lnTo>
                    <a:lnTo>
                      <a:pt x="58442" y="157040"/>
                    </a:lnTo>
                    <a:lnTo>
                      <a:pt x="0" y="127430"/>
                    </a:lnTo>
                    <a:lnTo>
                      <a:pt x="2857" y="12176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3" name="Google Shape;773;p22"/>
              <p:cNvSpPr/>
              <p:nvPr/>
            </p:nvSpPr>
            <p:spPr>
              <a:xfrm>
                <a:off x="432036" y="4349829"/>
                <a:ext cx="152586" cy="172167"/>
              </a:xfrm>
              <a:custGeom>
                <a:avLst/>
                <a:gdLst/>
                <a:ahLst/>
                <a:cxnLst/>
                <a:rect l="l" t="t" r="r" b="b"/>
                <a:pathLst>
                  <a:path w="111377" h="125669" extrusionOk="0">
                    <a:moveTo>
                      <a:pt x="1247" y="104988"/>
                    </a:moveTo>
                    <a:lnTo>
                      <a:pt x="12156" y="104676"/>
                    </a:lnTo>
                    <a:cubicBezTo>
                      <a:pt x="13403" y="104676"/>
                      <a:pt x="14442" y="104313"/>
                      <a:pt x="15325" y="103689"/>
                    </a:cubicBezTo>
                    <a:cubicBezTo>
                      <a:pt x="16208" y="103066"/>
                      <a:pt x="16779" y="102131"/>
                      <a:pt x="17091" y="100936"/>
                    </a:cubicBezTo>
                    <a:lnTo>
                      <a:pt x="39117" y="16156"/>
                    </a:lnTo>
                    <a:cubicBezTo>
                      <a:pt x="39429" y="14909"/>
                      <a:pt x="39377" y="13818"/>
                      <a:pt x="38909" y="12831"/>
                    </a:cubicBezTo>
                    <a:cubicBezTo>
                      <a:pt x="38442" y="11844"/>
                      <a:pt x="37663" y="11013"/>
                      <a:pt x="36624" y="10390"/>
                    </a:cubicBezTo>
                    <a:lnTo>
                      <a:pt x="27221" y="4883"/>
                    </a:lnTo>
                    <a:lnTo>
                      <a:pt x="28468" y="0"/>
                    </a:lnTo>
                    <a:lnTo>
                      <a:pt x="75221" y="12156"/>
                    </a:lnTo>
                    <a:cubicBezTo>
                      <a:pt x="83689" y="14338"/>
                      <a:pt x="90390" y="16831"/>
                      <a:pt x="95429" y="19585"/>
                    </a:cubicBezTo>
                    <a:cubicBezTo>
                      <a:pt x="100468" y="22338"/>
                      <a:pt x="104209" y="25247"/>
                      <a:pt x="106754" y="28312"/>
                    </a:cubicBezTo>
                    <a:cubicBezTo>
                      <a:pt x="109300" y="31377"/>
                      <a:pt x="110754" y="34546"/>
                      <a:pt x="111170" y="37767"/>
                    </a:cubicBezTo>
                    <a:cubicBezTo>
                      <a:pt x="111585" y="40987"/>
                      <a:pt x="111378" y="44156"/>
                      <a:pt x="110546" y="47325"/>
                    </a:cubicBezTo>
                    <a:cubicBezTo>
                      <a:pt x="109663" y="50806"/>
                      <a:pt x="108209" y="53819"/>
                      <a:pt x="106287" y="56416"/>
                    </a:cubicBezTo>
                    <a:cubicBezTo>
                      <a:pt x="104313" y="59014"/>
                      <a:pt x="101975" y="61195"/>
                      <a:pt x="99170" y="62962"/>
                    </a:cubicBezTo>
                    <a:cubicBezTo>
                      <a:pt x="96416" y="64728"/>
                      <a:pt x="93196" y="66027"/>
                      <a:pt x="89663" y="66858"/>
                    </a:cubicBezTo>
                    <a:cubicBezTo>
                      <a:pt x="86079" y="67741"/>
                      <a:pt x="82235" y="68157"/>
                      <a:pt x="78079" y="68157"/>
                    </a:cubicBezTo>
                    <a:cubicBezTo>
                      <a:pt x="82858" y="69767"/>
                      <a:pt x="87118" y="71741"/>
                      <a:pt x="90754" y="74079"/>
                    </a:cubicBezTo>
                    <a:cubicBezTo>
                      <a:pt x="94390" y="76416"/>
                      <a:pt x="97351" y="79118"/>
                      <a:pt x="99585" y="82131"/>
                    </a:cubicBezTo>
                    <a:cubicBezTo>
                      <a:pt x="101819" y="85144"/>
                      <a:pt x="103326" y="88416"/>
                      <a:pt x="104105" y="91949"/>
                    </a:cubicBezTo>
                    <a:cubicBezTo>
                      <a:pt x="104832" y="95481"/>
                      <a:pt x="104728" y="99222"/>
                      <a:pt x="103741" y="103066"/>
                    </a:cubicBezTo>
                    <a:cubicBezTo>
                      <a:pt x="102650" y="107274"/>
                      <a:pt x="101040" y="110806"/>
                      <a:pt x="98962" y="113663"/>
                    </a:cubicBezTo>
                    <a:cubicBezTo>
                      <a:pt x="96884" y="116521"/>
                      <a:pt x="94390" y="118806"/>
                      <a:pt x="91585" y="120573"/>
                    </a:cubicBezTo>
                    <a:cubicBezTo>
                      <a:pt x="88780" y="122339"/>
                      <a:pt x="85663" y="123637"/>
                      <a:pt x="82235" y="124417"/>
                    </a:cubicBezTo>
                    <a:cubicBezTo>
                      <a:pt x="78806" y="125196"/>
                      <a:pt x="75273" y="125612"/>
                      <a:pt x="71585" y="125663"/>
                    </a:cubicBezTo>
                    <a:cubicBezTo>
                      <a:pt x="67897" y="125715"/>
                      <a:pt x="64104" y="125456"/>
                      <a:pt x="60208" y="124884"/>
                    </a:cubicBezTo>
                    <a:cubicBezTo>
                      <a:pt x="56312" y="124313"/>
                      <a:pt x="52520" y="123534"/>
                      <a:pt x="48832" y="122547"/>
                    </a:cubicBezTo>
                    <a:lnTo>
                      <a:pt x="0" y="109871"/>
                    </a:lnTo>
                    <a:lnTo>
                      <a:pt x="1247" y="104988"/>
                    </a:lnTo>
                    <a:close/>
                    <a:moveTo>
                      <a:pt x="57871" y="60208"/>
                    </a:moveTo>
                    <a:cubicBezTo>
                      <a:pt x="62027" y="61299"/>
                      <a:pt x="65611" y="61767"/>
                      <a:pt x="68624" y="61663"/>
                    </a:cubicBezTo>
                    <a:cubicBezTo>
                      <a:pt x="71637" y="61559"/>
                      <a:pt x="74234" y="60884"/>
                      <a:pt x="76416" y="59741"/>
                    </a:cubicBezTo>
                    <a:cubicBezTo>
                      <a:pt x="78546" y="58546"/>
                      <a:pt x="80312" y="56936"/>
                      <a:pt x="81715" y="54806"/>
                    </a:cubicBezTo>
                    <a:cubicBezTo>
                      <a:pt x="83066" y="52676"/>
                      <a:pt x="84157" y="50130"/>
                      <a:pt x="84936" y="47169"/>
                    </a:cubicBezTo>
                    <a:cubicBezTo>
                      <a:pt x="86910" y="39481"/>
                      <a:pt x="86702" y="33455"/>
                      <a:pt x="84209" y="29143"/>
                    </a:cubicBezTo>
                    <a:cubicBezTo>
                      <a:pt x="81715" y="24831"/>
                      <a:pt x="77092" y="21818"/>
                      <a:pt x="70286" y="20052"/>
                    </a:cubicBezTo>
                    <a:lnTo>
                      <a:pt x="62806" y="18130"/>
                    </a:lnTo>
                    <a:lnTo>
                      <a:pt x="52260" y="58754"/>
                    </a:lnTo>
                    <a:lnTo>
                      <a:pt x="57923" y="60208"/>
                    </a:lnTo>
                    <a:close/>
                    <a:moveTo>
                      <a:pt x="52364" y="114131"/>
                    </a:moveTo>
                    <a:cubicBezTo>
                      <a:pt x="59273" y="115897"/>
                      <a:pt x="64884" y="115689"/>
                      <a:pt x="69143" y="113404"/>
                    </a:cubicBezTo>
                    <a:cubicBezTo>
                      <a:pt x="73403" y="111118"/>
                      <a:pt x="76520" y="106339"/>
                      <a:pt x="78390" y="99066"/>
                    </a:cubicBezTo>
                    <a:cubicBezTo>
                      <a:pt x="79481" y="94806"/>
                      <a:pt x="79949" y="91118"/>
                      <a:pt x="79741" y="87897"/>
                    </a:cubicBezTo>
                    <a:cubicBezTo>
                      <a:pt x="79533" y="84676"/>
                      <a:pt x="78702" y="81923"/>
                      <a:pt x="77196" y="79585"/>
                    </a:cubicBezTo>
                    <a:cubicBezTo>
                      <a:pt x="75689" y="77248"/>
                      <a:pt x="73507" y="75273"/>
                      <a:pt x="70598" y="73611"/>
                    </a:cubicBezTo>
                    <a:cubicBezTo>
                      <a:pt x="67741" y="72001"/>
                      <a:pt x="64208" y="70650"/>
                      <a:pt x="60001" y="69559"/>
                    </a:cubicBezTo>
                    <a:lnTo>
                      <a:pt x="50026" y="66962"/>
                    </a:lnTo>
                    <a:lnTo>
                      <a:pt x="38702" y="110650"/>
                    </a:lnTo>
                    <a:lnTo>
                      <a:pt x="52312" y="1141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774"/>
        <p:cNvGrpSpPr/>
        <p:nvPr/>
      </p:nvGrpSpPr>
      <p:grpSpPr>
        <a:xfrm>
          <a:off x="0" y="0"/>
          <a:ext cx="0" cy="0"/>
          <a:chOff x="0" y="0"/>
          <a:chExt cx="0" cy="0"/>
        </a:xfrm>
      </p:grpSpPr>
      <p:sp>
        <p:nvSpPr>
          <p:cNvPr id="775" name="Google Shape;775;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76" name="Google Shape;776;p23"/>
          <p:cNvSpPr txBox="1">
            <a:spLocks noGrp="1"/>
          </p:cNvSpPr>
          <p:nvPr>
            <p:ph type="subTitle" idx="1"/>
          </p:nvPr>
        </p:nvSpPr>
        <p:spPr>
          <a:xfrm>
            <a:off x="720000" y="1930844"/>
            <a:ext cx="3273900" cy="630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77" name="Google Shape;777;p23"/>
          <p:cNvSpPr txBox="1">
            <a:spLocks noGrp="1"/>
          </p:cNvSpPr>
          <p:nvPr>
            <p:ph type="subTitle" idx="2"/>
          </p:nvPr>
        </p:nvSpPr>
        <p:spPr>
          <a:xfrm>
            <a:off x="4222503" y="1930844"/>
            <a:ext cx="3273900" cy="630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78" name="Google Shape;778;p23"/>
          <p:cNvSpPr txBox="1">
            <a:spLocks noGrp="1"/>
          </p:cNvSpPr>
          <p:nvPr>
            <p:ph type="subTitle" idx="3"/>
          </p:nvPr>
        </p:nvSpPr>
        <p:spPr>
          <a:xfrm>
            <a:off x="720000" y="3555175"/>
            <a:ext cx="3273900" cy="630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79" name="Google Shape;779;p23"/>
          <p:cNvSpPr txBox="1">
            <a:spLocks noGrp="1"/>
          </p:cNvSpPr>
          <p:nvPr>
            <p:ph type="subTitle" idx="4"/>
          </p:nvPr>
        </p:nvSpPr>
        <p:spPr>
          <a:xfrm>
            <a:off x="4222503" y="3555175"/>
            <a:ext cx="3273900" cy="630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0" name="Google Shape;780;p23"/>
          <p:cNvSpPr txBox="1">
            <a:spLocks noGrp="1"/>
          </p:cNvSpPr>
          <p:nvPr>
            <p:ph type="subTitle" idx="5"/>
          </p:nvPr>
        </p:nvSpPr>
        <p:spPr>
          <a:xfrm>
            <a:off x="720018" y="1516884"/>
            <a:ext cx="32739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81" name="Google Shape;781;p23"/>
          <p:cNvSpPr txBox="1">
            <a:spLocks noGrp="1"/>
          </p:cNvSpPr>
          <p:nvPr>
            <p:ph type="subTitle" idx="6"/>
          </p:nvPr>
        </p:nvSpPr>
        <p:spPr>
          <a:xfrm>
            <a:off x="720018" y="3146261"/>
            <a:ext cx="32739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82" name="Google Shape;782;p23"/>
          <p:cNvSpPr txBox="1">
            <a:spLocks noGrp="1"/>
          </p:cNvSpPr>
          <p:nvPr>
            <p:ph type="subTitle" idx="7"/>
          </p:nvPr>
        </p:nvSpPr>
        <p:spPr>
          <a:xfrm>
            <a:off x="4222494" y="1516884"/>
            <a:ext cx="32739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83" name="Google Shape;783;p23"/>
          <p:cNvSpPr txBox="1">
            <a:spLocks noGrp="1"/>
          </p:cNvSpPr>
          <p:nvPr>
            <p:ph type="subTitle" idx="8"/>
          </p:nvPr>
        </p:nvSpPr>
        <p:spPr>
          <a:xfrm>
            <a:off x="4222494" y="3146261"/>
            <a:ext cx="32739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784" name="Google Shape;784;p23"/>
          <p:cNvGrpSpPr/>
          <p:nvPr/>
        </p:nvGrpSpPr>
        <p:grpSpPr>
          <a:xfrm flipH="1">
            <a:off x="80767" y="68105"/>
            <a:ext cx="8986956" cy="4979458"/>
            <a:chOff x="80767" y="68105"/>
            <a:chExt cx="8986956" cy="4979458"/>
          </a:xfrm>
        </p:grpSpPr>
        <p:sp>
          <p:nvSpPr>
            <p:cNvPr id="785" name="Google Shape;785;p23"/>
            <p:cNvSpPr/>
            <p:nvPr/>
          </p:nvSpPr>
          <p:spPr>
            <a:xfrm rot="5400000">
              <a:off x="7190823"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6" name="Google Shape;786;p23"/>
            <p:cNvSpPr/>
            <p:nvPr/>
          </p:nvSpPr>
          <p:spPr>
            <a:xfrm rot="-5400000">
              <a:off x="469868"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87" name="Google Shape;787;p23"/>
            <p:cNvGrpSpPr/>
            <p:nvPr/>
          </p:nvGrpSpPr>
          <p:grpSpPr>
            <a:xfrm>
              <a:off x="80767" y="4252615"/>
              <a:ext cx="543341" cy="413168"/>
              <a:chOff x="6023322" y="2525279"/>
              <a:chExt cx="525018" cy="399234"/>
            </a:xfrm>
          </p:grpSpPr>
          <p:sp>
            <p:nvSpPr>
              <p:cNvPr id="788" name="Google Shape;788;p23"/>
              <p:cNvSpPr/>
              <p:nvPr/>
            </p:nvSpPr>
            <p:spPr>
              <a:xfrm rot="9896927">
                <a:off x="6052726" y="2580872"/>
                <a:ext cx="466210" cy="288050"/>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9" name="Google Shape;789;p23"/>
              <p:cNvSpPr/>
              <p:nvPr/>
            </p:nvSpPr>
            <p:spPr>
              <a:xfrm rot="9896927">
                <a:off x="6052039" y="2703106"/>
                <a:ext cx="422018" cy="42589"/>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90" name="Google Shape;790;p23"/>
            <p:cNvSpPr/>
            <p:nvPr/>
          </p:nvSpPr>
          <p:spPr>
            <a:xfrm rot="9898898">
              <a:off x="242218" y="4756753"/>
              <a:ext cx="150383" cy="276040"/>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1" name="Google Shape;791;p23"/>
            <p:cNvSpPr/>
            <p:nvPr/>
          </p:nvSpPr>
          <p:spPr>
            <a:xfrm rot="9907007">
              <a:off x="8819739" y="87968"/>
              <a:ext cx="203439" cy="373428"/>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2" name="Google Shape;792;p23"/>
            <p:cNvSpPr/>
            <p:nvPr/>
          </p:nvSpPr>
          <p:spPr>
            <a:xfrm rot="3210522">
              <a:off x="8528276" y="596287"/>
              <a:ext cx="160838" cy="295229"/>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793"/>
        <p:cNvGrpSpPr/>
        <p:nvPr/>
      </p:nvGrpSpPr>
      <p:grpSpPr>
        <a:xfrm>
          <a:off x="0" y="0"/>
          <a:ext cx="0" cy="0"/>
          <a:chOff x="0" y="0"/>
          <a:chExt cx="0" cy="0"/>
        </a:xfrm>
      </p:grpSpPr>
      <p:sp>
        <p:nvSpPr>
          <p:cNvPr id="794" name="Google Shape;794;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95" name="Google Shape;795;p24"/>
          <p:cNvSpPr txBox="1">
            <a:spLocks noGrp="1"/>
          </p:cNvSpPr>
          <p:nvPr>
            <p:ph type="subTitle" idx="1"/>
          </p:nvPr>
        </p:nvSpPr>
        <p:spPr>
          <a:xfrm>
            <a:off x="720000" y="1928955"/>
            <a:ext cx="1986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96" name="Google Shape;796;p24"/>
          <p:cNvSpPr txBox="1">
            <a:spLocks noGrp="1"/>
          </p:cNvSpPr>
          <p:nvPr>
            <p:ph type="subTitle" idx="2"/>
          </p:nvPr>
        </p:nvSpPr>
        <p:spPr>
          <a:xfrm>
            <a:off x="3579000" y="1928955"/>
            <a:ext cx="1986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97" name="Google Shape;797;p24"/>
          <p:cNvSpPr txBox="1">
            <a:spLocks noGrp="1"/>
          </p:cNvSpPr>
          <p:nvPr>
            <p:ph type="subTitle" idx="3"/>
          </p:nvPr>
        </p:nvSpPr>
        <p:spPr>
          <a:xfrm>
            <a:off x="720000" y="3559014"/>
            <a:ext cx="1986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98" name="Google Shape;798;p24"/>
          <p:cNvSpPr txBox="1">
            <a:spLocks noGrp="1"/>
          </p:cNvSpPr>
          <p:nvPr>
            <p:ph type="subTitle" idx="4"/>
          </p:nvPr>
        </p:nvSpPr>
        <p:spPr>
          <a:xfrm>
            <a:off x="3579000" y="3559014"/>
            <a:ext cx="1986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99" name="Google Shape;799;p24"/>
          <p:cNvSpPr txBox="1">
            <a:spLocks noGrp="1"/>
          </p:cNvSpPr>
          <p:nvPr>
            <p:ph type="subTitle" idx="5"/>
          </p:nvPr>
        </p:nvSpPr>
        <p:spPr>
          <a:xfrm>
            <a:off x="6438000" y="1928955"/>
            <a:ext cx="1986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00" name="Google Shape;800;p24"/>
          <p:cNvSpPr txBox="1">
            <a:spLocks noGrp="1"/>
          </p:cNvSpPr>
          <p:nvPr>
            <p:ph type="subTitle" idx="6"/>
          </p:nvPr>
        </p:nvSpPr>
        <p:spPr>
          <a:xfrm>
            <a:off x="6438000" y="3559014"/>
            <a:ext cx="1986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01" name="Google Shape;801;p24"/>
          <p:cNvSpPr txBox="1">
            <a:spLocks noGrp="1"/>
          </p:cNvSpPr>
          <p:nvPr>
            <p:ph type="subTitle" idx="7"/>
          </p:nvPr>
        </p:nvSpPr>
        <p:spPr>
          <a:xfrm>
            <a:off x="720000" y="1526162"/>
            <a:ext cx="1984200" cy="492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802" name="Google Shape;802;p24"/>
          <p:cNvSpPr txBox="1">
            <a:spLocks noGrp="1"/>
          </p:cNvSpPr>
          <p:nvPr>
            <p:ph type="subTitle" idx="8"/>
          </p:nvPr>
        </p:nvSpPr>
        <p:spPr>
          <a:xfrm>
            <a:off x="3579900" y="1526162"/>
            <a:ext cx="1984200" cy="492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803" name="Google Shape;803;p24"/>
          <p:cNvSpPr txBox="1">
            <a:spLocks noGrp="1"/>
          </p:cNvSpPr>
          <p:nvPr>
            <p:ph type="subTitle" idx="9"/>
          </p:nvPr>
        </p:nvSpPr>
        <p:spPr>
          <a:xfrm>
            <a:off x="6439800" y="1526162"/>
            <a:ext cx="1984200" cy="492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804" name="Google Shape;804;p24"/>
          <p:cNvSpPr txBox="1">
            <a:spLocks noGrp="1"/>
          </p:cNvSpPr>
          <p:nvPr>
            <p:ph type="subTitle" idx="13"/>
          </p:nvPr>
        </p:nvSpPr>
        <p:spPr>
          <a:xfrm>
            <a:off x="720000" y="3157748"/>
            <a:ext cx="1984200" cy="492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805" name="Google Shape;805;p24"/>
          <p:cNvSpPr txBox="1">
            <a:spLocks noGrp="1"/>
          </p:cNvSpPr>
          <p:nvPr>
            <p:ph type="subTitle" idx="14"/>
          </p:nvPr>
        </p:nvSpPr>
        <p:spPr>
          <a:xfrm>
            <a:off x="3579900" y="3157748"/>
            <a:ext cx="1984200" cy="492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806" name="Google Shape;806;p24"/>
          <p:cNvSpPr txBox="1">
            <a:spLocks noGrp="1"/>
          </p:cNvSpPr>
          <p:nvPr>
            <p:ph type="subTitle" idx="15"/>
          </p:nvPr>
        </p:nvSpPr>
        <p:spPr>
          <a:xfrm>
            <a:off x="6439800" y="3157748"/>
            <a:ext cx="1984200" cy="492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400">
                <a:solidFill>
                  <a:schemeClr val="dk1"/>
                </a:solidFill>
                <a:latin typeface="Germania One"/>
                <a:ea typeface="Germania One"/>
                <a:cs typeface="Germania One"/>
                <a:sym typeface="Germania One"/>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807" name="Google Shape;807;p24"/>
          <p:cNvGrpSpPr/>
          <p:nvPr/>
        </p:nvGrpSpPr>
        <p:grpSpPr>
          <a:xfrm>
            <a:off x="116509" y="106421"/>
            <a:ext cx="8910974" cy="4924908"/>
            <a:chOff x="116509" y="106421"/>
            <a:chExt cx="8910974" cy="4924908"/>
          </a:xfrm>
        </p:grpSpPr>
        <p:grpSp>
          <p:nvGrpSpPr>
            <p:cNvPr id="808" name="Google Shape;808;p24"/>
            <p:cNvGrpSpPr/>
            <p:nvPr/>
          </p:nvGrpSpPr>
          <p:grpSpPr>
            <a:xfrm>
              <a:off x="116509" y="106421"/>
              <a:ext cx="8910974" cy="4924908"/>
              <a:chOff x="116509" y="106421"/>
              <a:chExt cx="8910974" cy="4924908"/>
            </a:xfrm>
          </p:grpSpPr>
          <p:sp>
            <p:nvSpPr>
              <p:cNvPr id="809" name="Google Shape;809;p24"/>
              <p:cNvSpPr/>
              <p:nvPr/>
            </p:nvSpPr>
            <p:spPr>
              <a:xfrm rot="-5400000">
                <a:off x="479554"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0" name="Google Shape;810;p24"/>
              <p:cNvSpPr/>
              <p:nvPr/>
            </p:nvSpPr>
            <p:spPr>
              <a:xfrm rot="5400000">
                <a:off x="7190784"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11" name="Google Shape;811;p24"/>
            <p:cNvGrpSpPr/>
            <p:nvPr/>
          </p:nvGrpSpPr>
          <p:grpSpPr>
            <a:xfrm>
              <a:off x="139636" y="3696000"/>
              <a:ext cx="433463" cy="1335326"/>
              <a:chOff x="432036" y="3696000"/>
              <a:chExt cx="433463" cy="1335326"/>
            </a:xfrm>
          </p:grpSpPr>
          <p:sp>
            <p:nvSpPr>
              <p:cNvPr id="812" name="Google Shape;812;p24"/>
              <p:cNvSpPr/>
              <p:nvPr/>
            </p:nvSpPr>
            <p:spPr>
              <a:xfrm>
                <a:off x="470493" y="4861796"/>
                <a:ext cx="184649" cy="169529"/>
              </a:xfrm>
              <a:custGeom>
                <a:avLst/>
                <a:gdLst/>
                <a:ahLst/>
                <a:cxnLst/>
                <a:rect l="l" t="t" r="r" b="b"/>
                <a:pathLst>
                  <a:path w="134780" h="123744" extrusionOk="0">
                    <a:moveTo>
                      <a:pt x="125196" y="29039"/>
                    </a:moveTo>
                    <a:cubicBezTo>
                      <a:pt x="129871" y="36780"/>
                      <a:pt x="132832" y="44520"/>
                      <a:pt x="134079" y="52260"/>
                    </a:cubicBezTo>
                    <a:cubicBezTo>
                      <a:pt x="135326" y="60052"/>
                      <a:pt x="134910" y="67533"/>
                      <a:pt x="132832" y="74806"/>
                    </a:cubicBezTo>
                    <a:cubicBezTo>
                      <a:pt x="130754" y="82079"/>
                      <a:pt x="127066" y="88936"/>
                      <a:pt x="121715" y="95429"/>
                    </a:cubicBezTo>
                    <a:cubicBezTo>
                      <a:pt x="116365" y="101923"/>
                      <a:pt x="109455" y="107741"/>
                      <a:pt x="100988" y="112884"/>
                    </a:cubicBezTo>
                    <a:cubicBezTo>
                      <a:pt x="95533" y="116209"/>
                      <a:pt x="89975" y="118754"/>
                      <a:pt x="84416" y="120521"/>
                    </a:cubicBezTo>
                    <a:cubicBezTo>
                      <a:pt x="78858" y="122287"/>
                      <a:pt x="73351" y="123326"/>
                      <a:pt x="67897" y="123637"/>
                    </a:cubicBezTo>
                    <a:cubicBezTo>
                      <a:pt x="62442" y="123949"/>
                      <a:pt x="57195" y="123585"/>
                      <a:pt x="52104" y="122495"/>
                    </a:cubicBezTo>
                    <a:cubicBezTo>
                      <a:pt x="47013" y="121404"/>
                      <a:pt x="42182" y="119689"/>
                      <a:pt x="37663" y="117300"/>
                    </a:cubicBezTo>
                    <a:cubicBezTo>
                      <a:pt x="33091" y="114910"/>
                      <a:pt x="28935" y="111897"/>
                      <a:pt x="25039" y="108261"/>
                    </a:cubicBezTo>
                    <a:cubicBezTo>
                      <a:pt x="21195" y="104624"/>
                      <a:pt x="17818" y="100365"/>
                      <a:pt x="14909" y="95585"/>
                    </a:cubicBezTo>
                    <a:cubicBezTo>
                      <a:pt x="13403" y="93092"/>
                      <a:pt x="11844" y="90131"/>
                      <a:pt x="10286" y="86754"/>
                    </a:cubicBezTo>
                    <a:cubicBezTo>
                      <a:pt x="8727" y="83377"/>
                      <a:pt x="7273" y="79897"/>
                      <a:pt x="5870" y="76364"/>
                    </a:cubicBezTo>
                    <a:cubicBezTo>
                      <a:pt x="4519" y="72832"/>
                      <a:pt x="3273" y="69403"/>
                      <a:pt x="2234" y="66079"/>
                    </a:cubicBezTo>
                    <a:cubicBezTo>
                      <a:pt x="1195" y="62754"/>
                      <a:pt x="468" y="59897"/>
                      <a:pt x="0" y="57507"/>
                    </a:cubicBezTo>
                    <a:lnTo>
                      <a:pt x="25870" y="41870"/>
                    </a:lnTo>
                    <a:lnTo>
                      <a:pt x="28987" y="47013"/>
                    </a:lnTo>
                    <a:lnTo>
                      <a:pt x="19013" y="60832"/>
                    </a:lnTo>
                    <a:cubicBezTo>
                      <a:pt x="18390" y="61767"/>
                      <a:pt x="18026" y="62650"/>
                      <a:pt x="17870" y="63429"/>
                    </a:cubicBezTo>
                    <a:cubicBezTo>
                      <a:pt x="17714" y="64208"/>
                      <a:pt x="17663" y="65091"/>
                      <a:pt x="17611" y="65975"/>
                    </a:cubicBezTo>
                    <a:cubicBezTo>
                      <a:pt x="17766" y="70234"/>
                      <a:pt x="18338" y="74338"/>
                      <a:pt x="19377" y="78338"/>
                    </a:cubicBezTo>
                    <a:cubicBezTo>
                      <a:pt x="20416" y="82338"/>
                      <a:pt x="22078" y="86183"/>
                      <a:pt x="24364" y="89923"/>
                    </a:cubicBezTo>
                    <a:cubicBezTo>
                      <a:pt x="26857" y="94027"/>
                      <a:pt x="30026" y="97144"/>
                      <a:pt x="33974" y="99378"/>
                    </a:cubicBezTo>
                    <a:cubicBezTo>
                      <a:pt x="37871" y="101559"/>
                      <a:pt x="42442" y="102754"/>
                      <a:pt x="47533" y="102910"/>
                    </a:cubicBezTo>
                    <a:cubicBezTo>
                      <a:pt x="52676" y="103066"/>
                      <a:pt x="58286" y="102131"/>
                      <a:pt x="64520" y="100209"/>
                    </a:cubicBezTo>
                    <a:cubicBezTo>
                      <a:pt x="70702" y="98235"/>
                      <a:pt x="77299" y="95118"/>
                      <a:pt x="84312" y="90910"/>
                    </a:cubicBezTo>
                    <a:cubicBezTo>
                      <a:pt x="91585" y="86494"/>
                      <a:pt x="97559" y="81871"/>
                      <a:pt x="102339" y="76988"/>
                    </a:cubicBezTo>
                    <a:cubicBezTo>
                      <a:pt x="107066" y="72105"/>
                      <a:pt x="110495" y="67066"/>
                      <a:pt x="112572" y="61819"/>
                    </a:cubicBezTo>
                    <a:cubicBezTo>
                      <a:pt x="114650" y="56572"/>
                      <a:pt x="115378" y="51169"/>
                      <a:pt x="114806" y="45663"/>
                    </a:cubicBezTo>
                    <a:cubicBezTo>
                      <a:pt x="114183" y="40156"/>
                      <a:pt x="112157" y="34546"/>
                      <a:pt x="108728" y="28831"/>
                    </a:cubicBezTo>
                    <a:cubicBezTo>
                      <a:pt x="106443" y="25091"/>
                      <a:pt x="104053" y="22078"/>
                      <a:pt x="101507" y="19740"/>
                    </a:cubicBezTo>
                    <a:cubicBezTo>
                      <a:pt x="98962" y="17403"/>
                      <a:pt x="96365" y="15533"/>
                      <a:pt x="93767" y="14026"/>
                    </a:cubicBezTo>
                    <a:cubicBezTo>
                      <a:pt x="91170" y="12520"/>
                      <a:pt x="88572" y="11429"/>
                      <a:pt x="86027" y="10649"/>
                    </a:cubicBezTo>
                    <a:cubicBezTo>
                      <a:pt x="83481" y="9870"/>
                      <a:pt x="81092" y="9091"/>
                      <a:pt x="78858" y="8416"/>
                    </a:cubicBezTo>
                    <a:lnTo>
                      <a:pt x="76884" y="5091"/>
                    </a:lnTo>
                    <a:lnTo>
                      <a:pt x="85248" y="0"/>
                    </a:lnTo>
                    <a:cubicBezTo>
                      <a:pt x="88261" y="987"/>
                      <a:pt x="91637" y="2286"/>
                      <a:pt x="95274" y="4000"/>
                    </a:cubicBezTo>
                    <a:cubicBezTo>
                      <a:pt x="98910" y="5714"/>
                      <a:pt x="102598" y="7792"/>
                      <a:pt x="106287" y="10234"/>
                    </a:cubicBezTo>
                    <a:cubicBezTo>
                      <a:pt x="109975" y="12675"/>
                      <a:pt x="113456" y="15481"/>
                      <a:pt x="116780" y="18598"/>
                    </a:cubicBezTo>
                    <a:cubicBezTo>
                      <a:pt x="120105" y="21714"/>
                      <a:pt x="122910" y="25195"/>
                      <a:pt x="125248" y="290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3" name="Google Shape;813;p24"/>
              <p:cNvSpPr/>
              <p:nvPr/>
            </p:nvSpPr>
            <p:spPr>
              <a:xfrm>
                <a:off x="519383" y="3696000"/>
                <a:ext cx="133027" cy="131665"/>
              </a:xfrm>
              <a:custGeom>
                <a:avLst/>
                <a:gdLst/>
                <a:ahLst/>
                <a:cxnLst/>
                <a:rect l="l" t="t" r="r" b="b"/>
                <a:pathLst>
                  <a:path w="97100" h="96106" extrusionOk="0">
                    <a:moveTo>
                      <a:pt x="95974" y="17195"/>
                    </a:moveTo>
                    <a:cubicBezTo>
                      <a:pt x="96546" y="18857"/>
                      <a:pt x="96857" y="20312"/>
                      <a:pt x="97013" y="21559"/>
                    </a:cubicBezTo>
                    <a:cubicBezTo>
                      <a:pt x="97169" y="22805"/>
                      <a:pt x="97117" y="24000"/>
                      <a:pt x="96857" y="25091"/>
                    </a:cubicBezTo>
                    <a:cubicBezTo>
                      <a:pt x="96598" y="26182"/>
                      <a:pt x="96182" y="27273"/>
                      <a:pt x="95611" y="28312"/>
                    </a:cubicBezTo>
                    <a:cubicBezTo>
                      <a:pt x="94987" y="29351"/>
                      <a:pt x="94260" y="30546"/>
                      <a:pt x="93273" y="31844"/>
                    </a:cubicBezTo>
                    <a:cubicBezTo>
                      <a:pt x="92338" y="33143"/>
                      <a:pt x="91299" y="34598"/>
                      <a:pt x="90052" y="36260"/>
                    </a:cubicBezTo>
                    <a:cubicBezTo>
                      <a:pt x="88805" y="37922"/>
                      <a:pt x="87663" y="39533"/>
                      <a:pt x="86572" y="41091"/>
                    </a:cubicBezTo>
                    <a:cubicBezTo>
                      <a:pt x="85273" y="42858"/>
                      <a:pt x="83922" y="44676"/>
                      <a:pt x="82572" y="46546"/>
                    </a:cubicBezTo>
                    <a:cubicBezTo>
                      <a:pt x="84078" y="52052"/>
                      <a:pt x="84494" y="57247"/>
                      <a:pt x="83766" y="62130"/>
                    </a:cubicBezTo>
                    <a:cubicBezTo>
                      <a:pt x="83091" y="67014"/>
                      <a:pt x="81481" y="71429"/>
                      <a:pt x="78987" y="75481"/>
                    </a:cubicBezTo>
                    <a:cubicBezTo>
                      <a:pt x="76494" y="79481"/>
                      <a:pt x="73169" y="83014"/>
                      <a:pt x="68961" y="86079"/>
                    </a:cubicBezTo>
                    <a:cubicBezTo>
                      <a:pt x="64753" y="89092"/>
                      <a:pt x="59922" y="91585"/>
                      <a:pt x="54364" y="93403"/>
                    </a:cubicBezTo>
                    <a:cubicBezTo>
                      <a:pt x="48857" y="95274"/>
                      <a:pt x="43454" y="96157"/>
                      <a:pt x="38104" y="96105"/>
                    </a:cubicBezTo>
                    <a:cubicBezTo>
                      <a:pt x="32753" y="96105"/>
                      <a:pt x="27766" y="95066"/>
                      <a:pt x="23143" y="93092"/>
                    </a:cubicBezTo>
                    <a:cubicBezTo>
                      <a:pt x="18519" y="91118"/>
                      <a:pt x="14415" y="88209"/>
                      <a:pt x="10831" y="84312"/>
                    </a:cubicBezTo>
                    <a:cubicBezTo>
                      <a:pt x="7246" y="80416"/>
                      <a:pt x="4493" y="75585"/>
                      <a:pt x="2519" y="69819"/>
                    </a:cubicBezTo>
                    <a:cubicBezTo>
                      <a:pt x="389" y="63533"/>
                      <a:pt x="-390" y="57715"/>
                      <a:pt x="181" y="52416"/>
                    </a:cubicBezTo>
                    <a:cubicBezTo>
                      <a:pt x="753" y="47117"/>
                      <a:pt x="2311" y="42338"/>
                      <a:pt x="4857" y="38078"/>
                    </a:cubicBezTo>
                    <a:cubicBezTo>
                      <a:pt x="7402" y="33870"/>
                      <a:pt x="10831" y="30182"/>
                      <a:pt x="15142" y="27117"/>
                    </a:cubicBezTo>
                    <a:cubicBezTo>
                      <a:pt x="19402" y="24052"/>
                      <a:pt x="24233" y="21559"/>
                      <a:pt x="29636" y="19792"/>
                    </a:cubicBezTo>
                    <a:cubicBezTo>
                      <a:pt x="33480" y="18494"/>
                      <a:pt x="37480" y="17663"/>
                      <a:pt x="41584" y="17299"/>
                    </a:cubicBezTo>
                    <a:cubicBezTo>
                      <a:pt x="45688" y="16935"/>
                      <a:pt x="49740" y="17143"/>
                      <a:pt x="53688" y="17922"/>
                    </a:cubicBezTo>
                    <a:cubicBezTo>
                      <a:pt x="57636" y="18701"/>
                      <a:pt x="61429" y="20156"/>
                      <a:pt x="65065" y="22234"/>
                    </a:cubicBezTo>
                    <a:cubicBezTo>
                      <a:pt x="68701" y="24312"/>
                      <a:pt x="71870" y="27169"/>
                      <a:pt x="74675" y="30805"/>
                    </a:cubicBezTo>
                    <a:lnTo>
                      <a:pt x="84650" y="16000"/>
                    </a:lnTo>
                    <a:cubicBezTo>
                      <a:pt x="85377" y="14909"/>
                      <a:pt x="86000" y="13714"/>
                      <a:pt x="86520" y="12416"/>
                    </a:cubicBezTo>
                    <a:cubicBezTo>
                      <a:pt x="87039" y="11065"/>
                      <a:pt x="87247" y="9870"/>
                      <a:pt x="87247" y="8831"/>
                    </a:cubicBezTo>
                    <a:lnTo>
                      <a:pt x="86779" y="1143"/>
                    </a:lnTo>
                    <a:lnTo>
                      <a:pt x="90104" y="0"/>
                    </a:lnTo>
                    <a:lnTo>
                      <a:pt x="95870" y="17195"/>
                    </a:lnTo>
                    <a:close/>
                    <a:moveTo>
                      <a:pt x="75455" y="44468"/>
                    </a:moveTo>
                    <a:cubicBezTo>
                      <a:pt x="74364" y="41247"/>
                      <a:pt x="72598" y="38702"/>
                      <a:pt x="70156" y="36832"/>
                    </a:cubicBezTo>
                    <a:cubicBezTo>
                      <a:pt x="67714" y="34961"/>
                      <a:pt x="64753" y="33715"/>
                      <a:pt x="61377" y="33091"/>
                    </a:cubicBezTo>
                    <a:cubicBezTo>
                      <a:pt x="57948" y="32468"/>
                      <a:pt x="54208" y="32416"/>
                      <a:pt x="50000" y="32935"/>
                    </a:cubicBezTo>
                    <a:cubicBezTo>
                      <a:pt x="45844" y="33455"/>
                      <a:pt x="41480" y="34494"/>
                      <a:pt x="37013" y="36000"/>
                    </a:cubicBezTo>
                    <a:cubicBezTo>
                      <a:pt x="31818" y="37767"/>
                      <a:pt x="27195" y="39741"/>
                      <a:pt x="23143" y="42026"/>
                    </a:cubicBezTo>
                    <a:cubicBezTo>
                      <a:pt x="19091" y="44312"/>
                      <a:pt x="15818" y="46806"/>
                      <a:pt x="13272" y="49611"/>
                    </a:cubicBezTo>
                    <a:cubicBezTo>
                      <a:pt x="10727" y="52364"/>
                      <a:pt x="9064" y="55377"/>
                      <a:pt x="8181" y="58546"/>
                    </a:cubicBezTo>
                    <a:cubicBezTo>
                      <a:pt x="7350" y="61767"/>
                      <a:pt x="7506" y="65143"/>
                      <a:pt x="8701" y="68780"/>
                    </a:cubicBezTo>
                    <a:cubicBezTo>
                      <a:pt x="9844" y="72208"/>
                      <a:pt x="11714" y="74858"/>
                      <a:pt x="14311" y="76676"/>
                    </a:cubicBezTo>
                    <a:cubicBezTo>
                      <a:pt x="16857" y="78494"/>
                      <a:pt x="19922" y="79689"/>
                      <a:pt x="23350" y="80209"/>
                    </a:cubicBezTo>
                    <a:cubicBezTo>
                      <a:pt x="26831" y="80780"/>
                      <a:pt x="30571" y="80728"/>
                      <a:pt x="34623" y="80157"/>
                    </a:cubicBezTo>
                    <a:cubicBezTo>
                      <a:pt x="38675" y="79585"/>
                      <a:pt x="42779" y="78598"/>
                      <a:pt x="46935" y="77196"/>
                    </a:cubicBezTo>
                    <a:cubicBezTo>
                      <a:pt x="52026" y="75481"/>
                      <a:pt x="56597" y="73507"/>
                      <a:pt x="60649" y="71221"/>
                    </a:cubicBezTo>
                    <a:cubicBezTo>
                      <a:pt x="64701" y="68936"/>
                      <a:pt x="68026" y="66442"/>
                      <a:pt x="70624" y="63689"/>
                    </a:cubicBezTo>
                    <a:cubicBezTo>
                      <a:pt x="73221" y="60936"/>
                      <a:pt x="74987" y="57923"/>
                      <a:pt x="75870" y="54702"/>
                    </a:cubicBezTo>
                    <a:cubicBezTo>
                      <a:pt x="76753" y="51481"/>
                      <a:pt x="76598" y="48052"/>
                      <a:pt x="75403" y="444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4" name="Google Shape;814;p24"/>
              <p:cNvSpPr/>
              <p:nvPr/>
            </p:nvSpPr>
            <p:spPr>
              <a:xfrm>
                <a:off x="674882" y="4621160"/>
                <a:ext cx="155077" cy="160700"/>
              </a:xfrm>
              <a:custGeom>
                <a:avLst/>
                <a:gdLst/>
                <a:ahLst/>
                <a:cxnLst/>
                <a:rect l="l" t="t" r="r" b="b"/>
                <a:pathLst>
                  <a:path w="113195" h="117299" extrusionOk="0">
                    <a:moveTo>
                      <a:pt x="74234" y="114027"/>
                    </a:moveTo>
                    <a:lnTo>
                      <a:pt x="80520" y="105507"/>
                    </a:lnTo>
                    <a:cubicBezTo>
                      <a:pt x="81144" y="104676"/>
                      <a:pt x="81455" y="103793"/>
                      <a:pt x="81455" y="102858"/>
                    </a:cubicBezTo>
                    <a:cubicBezTo>
                      <a:pt x="81455" y="101923"/>
                      <a:pt x="81092" y="101040"/>
                      <a:pt x="80468" y="100261"/>
                    </a:cubicBezTo>
                    <a:lnTo>
                      <a:pt x="31065" y="40260"/>
                    </a:lnTo>
                    <a:lnTo>
                      <a:pt x="15273" y="53247"/>
                    </a:lnTo>
                    <a:cubicBezTo>
                      <a:pt x="14546" y="53819"/>
                      <a:pt x="14182" y="54442"/>
                      <a:pt x="14130" y="55065"/>
                    </a:cubicBezTo>
                    <a:cubicBezTo>
                      <a:pt x="14130" y="55689"/>
                      <a:pt x="14234" y="56364"/>
                      <a:pt x="14494" y="57039"/>
                    </a:cubicBezTo>
                    <a:lnTo>
                      <a:pt x="19896" y="72624"/>
                    </a:lnTo>
                    <a:lnTo>
                      <a:pt x="16260" y="75585"/>
                    </a:lnTo>
                    <a:lnTo>
                      <a:pt x="0" y="55845"/>
                    </a:lnTo>
                    <a:lnTo>
                      <a:pt x="67793" y="0"/>
                    </a:lnTo>
                    <a:lnTo>
                      <a:pt x="84053" y="19740"/>
                    </a:lnTo>
                    <a:lnTo>
                      <a:pt x="80416" y="22701"/>
                    </a:lnTo>
                    <a:lnTo>
                      <a:pt x="66182" y="14442"/>
                    </a:lnTo>
                    <a:cubicBezTo>
                      <a:pt x="65559" y="14026"/>
                      <a:pt x="64936" y="13818"/>
                      <a:pt x="64364" y="13714"/>
                    </a:cubicBezTo>
                    <a:cubicBezTo>
                      <a:pt x="63741" y="13610"/>
                      <a:pt x="63117" y="13818"/>
                      <a:pt x="62442" y="14390"/>
                    </a:cubicBezTo>
                    <a:lnTo>
                      <a:pt x="46390" y="27637"/>
                    </a:lnTo>
                    <a:lnTo>
                      <a:pt x="95793" y="87637"/>
                    </a:lnTo>
                    <a:cubicBezTo>
                      <a:pt x="96468" y="88468"/>
                      <a:pt x="97300" y="88936"/>
                      <a:pt x="98287" y="89092"/>
                    </a:cubicBezTo>
                    <a:cubicBezTo>
                      <a:pt x="99274" y="89248"/>
                      <a:pt x="100157" y="89092"/>
                      <a:pt x="100988" y="88728"/>
                    </a:cubicBezTo>
                    <a:lnTo>
                      <a:pt x="110546" y="84209"/>
                    </a:lnTo>
                    <a:lnTo>
                      <a:pt x="113196" y="87429"/>
                    </a:lnTo>
                    <a:lnTo>
                      <a:pt x="76884" y="117300"/>
                    </a:lnTo>
                    <a:lnTo>
                      <a:pt x="74234" y="11407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5" name="Google Shape;815;p24"/>
              <p:cNvSpPr/>
              <p:nvPr/>
            </p:nvSpPr>
            <p:spPr>
              <a:xfrm>
                <a:off x="715403" y="4076646"/>
                <a:ext cx="150096" cy="179133"/>
              </a:xfrm>
              <a:custGeom>
                <a:avLst/>
                <a:gdLst/>
                <a:ahLst/>
                <a:cxnLst/>
                <a:rect l="l" t="t" r="r" b="b"/>
                <a:pathLst>
                  <a:path w="109559" h="130754" extrusionOk="0">
                    <a:moveTo>
                      <a:pt x="1974" y="78079"/>
                    </a:moveTo>
                    <a:lnTo>
                      <a:pt x="10078" y="78546"/>
                    </a:lnTo>
                    <a:cubicBezTo>
                      <a:pt x="12623" y="78650"/>
                      <a:pt x="14753" y="77819"/>
                      <a:pt x="16520" y="76105"/>
                    </a:cubicBezTo>
                    <a:lnTo>
                      <a:pt x="80416" y="13247"/>
                    </a:lnTo>
                    <a:lnTo>
                      <a:pt x="97248" y="0"/>
                    </a:lnTo>
                    <a:lnTo>
                      <a:pt x="106339" y="4052"/>
                    </a:lnTo>
                    <a:lnTo>
                      <a:pt x="101403" y="114027"/>
                    </a:lnTo>
                    <a:cubicBezTo>
                      <a:pt x="101403" y="115222"/>
                      <a:pt x="101559" y="116365"/>
                      <a:pt x="102027" y="117560"/>
                    </a:cubicBezTo>
                    <a:cubicBezTo>
                      <a:pt x="102494" y="118702"/>
                      <a:pt x="103118" y="119689"/>
                      <a:pt x="103845" y="120469"/>
                    </a:cubicBezTo>
                    <a:lnTo>
                      <a:pt x="109559" y="126183"/>
                    </a:lnTo>
                    <a:lnTo>
                      <a:pt x="107533" y="130754"/>
                    </a:lnTo>
                    <a:lnTo>
                      <a:pt x="62286" y="110546"/>
                    </a:lnTo>
                    <a:lnTo>
                      <a:pt x="64312" y="105975"/>
                    </a:lnTo>
                    <a:lnTo>
                      <a:pt x="78858" y="108572"/>
                    </a:lnTo>
                    <a:lnTo>
                      <a:pt x="80364" y="74910"/>
                    </a:lnTo>
                    <a:lnTo>
                      <a:pt x="47065" y="60053"/>
                    </a:lnTo>
                    <a:lnTo>
                      <a:pt x="23481" y="83533"/>
                    </a:lnTo>
                    <a:lnTo>
                      <a:pt x="34702" y="92780"/>
                    </a:lnTo>
                    <a:lnTo>
                      <a:pt x="32676" y="97352"/>
                    </a:lnTo>
                    <a:lnTo>
                      <a:pt x="0" y="82754"/>
                    </a:lnTo>
                    <a:lnTo>
                      <a:pt x="2026" y="78183"/>
                    </a:lnTo>
                    <a:close/>
                    <a:moveTo>
                      <a:pt x="80780" y="65143"/>
                    </a:moveTo>
                    <a:lnTo>
                      <a:pt x="82079" y="35793"/>
                    </a:lnTo>
                    <a:lnTo>
                      <a:pt x="82754" y="23948"/>
                    </a:lnTo>
                    <a:lnTo>
                      <a:pt x="53974" y="53195"/>
                    </a:lnTo>
                    <a:lnTo>
                      <a:pt x="80728" y="6514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6" name="Google Shape;816;p24"/>
              <p:cNvSpPr/>
              <p:nvPr/>
            </p:nvSpPr>
            <p:spPr>
              <a:xfrm>
                <a:off x="432036" y="4197429"/>
                <a:ext cx="152586" cy="172167"/>
              </a:xfrm>
              <a:custGeom>
                <a:avLst/>
                <a:gdLst/>
                <a:ahLst/>
                <a:cxnLst/>
                <a:rect l="l" t="t" r="r" b="b"/>
                <a:pathLst>
                  <a:path w="111377" h="125669" extrusionOk="0">
                    <a:moveTo>
                      <a:pt x="1247" y="104988"/>
                    </a:moveTo>
                    <a:lnTo>
                      <a:pt x="12156" y="104676"/>
                    </a:lnTo>
                    <a:cubicBezTo>
                      <a:pt x="13403" y="104676"/>
                      <a:pt x="14442" y="104313"/>
                      <a:pt x="15325" y="103689"/>
                    </a:cubicBezTo>
                    <a:cubicBezTo>
                      <a:pt x="16208" y="103066"/>
                      <a:pt x="16779" y="102131"/>
                      <a:pt x="17091" y="100936"/>
                    </a:cubicBezTo>
                    <a:lnTo>
                      <a:pt x="39117" y="16156"/>
                    </a:lnTo>
                    <a:cubicBezTo>
                      <a:pt x="39429" y="14909"/>
                      <a:pt x="39377" y="13818"/>
                      <a:pt x="38909" y="12831"/>
                    </a:cubicBezTo>
                    <a:cubicBezTo>
                      <a:pt x="38442" y="11844"/>
                      <a:pt x="37663" y="11013"/>
                      <a:pt x="36624" y="10390"/>
                    </a:cubicBezTo>
                    <a:lnTo>
                      <a:pt x="27221" y="4883"/>
                    </a:lnTo>
                    <a:lnTo>
                      <a:pt x="28468" y="0"/>
                    </a:lnTo>
                    <a:lnTo>
                      <a:pt x="75221" y="12156"/>
                    </a:lnTo>
                    <a:cubicBezTo>
                      <a:pt x="83689" y="14338"/>
                      <a:pt x="90390" y="16831"/>
                      <a:pt x="95429" y="19585"/>
                    </a:cubicBezTo>
                    <a:cubicBezTo>
                      <a:pt x="100468" y="22338"/>
                      <a:pt x="104209" y="25247"/>
                      <a:pt x="106754" y="28312"/>
                    </a:cubicBezTo>
                    <a:cubicBezTo>
                      <a:pt x="109300" y="31377"/>
                      <a:pt x="110754" y="34546"/>
                      <a:pt x="111170" y="37767"/>
                    </a:cubicBezTo>
                    <a:cubicBezTo>
                      <a:pt x="111585" y="40987"/>
                      <a:pt x="111378" y="44156"/>
                      <a:pt x="110546" y="47325"/>
                    </a:cubicBezTo>
                    <a:cubicBezTo>
                      <a:pt x="109663" y="50806"/>
                      <a:pt x="108209" y="53819"/>
                      <a:pt x="106287" y="56416"/>
                    </a:cubicBezTo>
                    <a:cubicBezTo>
                      <a:pt x="104313" y="59014"/>
                      <a:pt x="101975" y="61195"/>
                      <a:pt x="99170" y="62962"/>
                    </a:cubicBezTo>
                    <a:cubicBezTo>
                      <a:pt x="96416" y="64728"/>
                      <a:pt x="93196" y="66027"/>
                      <a:pt x="89663" y="66858"/>
                    </a:cubicBezTo>
                    <a:cubicBezTo>
                      <a:pt x="86079" y="67741"/>
                      <a:pt x="82235" y="68157"/>
                      <a:pt x="78079" y="68157"/>
                    </a:cubicBezTo>
                    <a:cubicBezTo>
                      <a:pt x="82858" y="69767"/>
                      <a:pt x="87118" y="71741"/>
                      <a:pt x="90754" y="74079"/>
                    </a:cubicBezTo>
                    <a:cubicBezTo>
                      <a:pt x="94390" y="76416"/>
                      <a:pt x="97351" y="79118"/>
                      <a:pt x="99585" y="82131"/>
                    </a:cubicBezTo>
                    <a:cubicBezTo>
                      <a:pt x="101819" y="85144"/>
                      <a:pt x="103326" y="88416"/>
                      <a:pt x="104105" y="91949"/>
                    </a:cubicBezTo>
                    <a:cubicBezTo>
                      <a:pt x="104832" y="95481"/>
                      <a:pt x="104728" y="99222"/>
                      <a:pt x="103741" y="103066"/>
                    </a:cubicBezTo>
                    <a:cubicBezTo>
                      <a:pt x="102650" y="107274"/>
                      <a:pt x="101040" y="110806"/>
                      <a:pt x="98962" y="113663"/>
                    </a:cubicBezTo>
                    <a:cubicBezTo>
                      <a:pt x="96884" y="116521"/>
                      <a:pt x="94390" y="118806"/>
                      <a:pt x="91585" y="120573"/>
                    </a:cubicBezTo>
                    <a:cubicBezTo>
                      <a:pt x="88780" y="122339"/>
                      <a:pt x="85663" y="123637"/>
                      <a:pt x="82235" y="124417"/>
                    </a:cubicBezTo>
                    <a:cubicBezTo>
                      <a:pt x="78806" y="125196"/>
                      <a:pt x="75273" y="125612"/>
                      <a:pt x="71585" y="125663"/>
                    </a:cubicBezTo>
                    <a:cubicBezTo>
                      <a:pt x="67897" y="125715"/>
                      <a:pt x="64104" y="125456"/>
                      <a:pt x="60208" y="124884"/>
                    </a:cubicBezTo>
                    <a:cubicBezTo>
                      <a:pt x="56312" y="124313"/>
                      <a:pt x="52520" y="123534"/>
                      <a:pt x="48832" y="122547"/>
                    </a:cubicBezTo>
                    <a:lnTo>
                      <a:pt x="0" y="109871"/>
                    </a:lnTo>
                    <a:lnTo>
                      <a:pt x="1247" y="104988"/>
                    </a:lnTo>
                    <a:close/>
                    <a:moveTo>
                      <a:pt x="57871" y="60208"/>
                    </a:moveTo>
                    <a:cubicBezTo>
                      <a:pt x="62027" y="61299"/>
                      <a:pt x="65611" y="61767"/>
                      <a:pt x="68624" y="61663"/>
                    </a:cubicBezTo>
                    <a:cubicBezTo>
                      <a:pt x="71637" y="61559"/>
                      <a:pt x="74234" y="60884"/>
                      <a:pt x="76416" y="59741"/>
                    </a:cubicBezTo>
                    <a:cubicBezTo>
                      <a:pt x="78546" y="58546"/>
                      <a:pt x="80312" y="56936"/>
                      <a:pt x="81715" y="54806"/>
                    </a:cubicBezTo>
                    <a:cubicBezTo>
                      <a:pt x="83066" y="52676"/>
                      <a:pt x="84157" y="50130"/>
                      <a:pt x="84936" y="47169"/>
                    </a:cubicBezTo>
                    <a:cubicBezTo>
                      <a:pt x="86910" y="39481"/>
                      <a:pt x="86702" y="33455"/>
                      <a:pt x="84209" y="29143"/>
                    </a:cubicBezTo>
                    <a:cubicBezTo>
                      <a:pt x="81715" y="24831"/>
                      <a:pt x="77092" y="21818"/>
                      <a:pt x="70286" y="20052"/>
                    </a:cubicBezTo>
                    <a:lnTo>
                      <a:pt x="62806" y="18130"/>
                    </a:lnTo>
                    <a:lnTo>
                      <a:pt x="52260" y="58754"/>
                    </a:lnTo>
                    <a:lnTo>
                      <a:pt x="57923" y="60208"/>
                    </a:lnTo>
                    <a:close/>
                    <a:moveTo>
                      <a:pt x="52364" y="114131"/>
                    </a:moveTo>
                    <a:cubicBezTo>
                      <a:pt x="59273" y="115897"/>
                      <a:pt x="64884" y="115689"/>
                      <a:pt x="69143" y="113404"/>
                    </a:cubicBezTo>
                    <a:cubicBezTo>
                      <a:pt x="73403" y="111118"/>
                      <a:pt x="76520" y="106339"/>
                      <a:pt x="78390" y="99066"/>
                    </a:cubicBezTo>
                    <a:cubicBezTo>
                      <a:pt x="79481" y="94806"/>
                      <a:pt x="79949" y="91118"/>
                      <a:pt x="79741" y="87897"/>
                    </a:cubicBezTo>
                    <a:cubicBezTo>
                      <a:pt x="79533" y="84676"/>
                      <a:pt x="78702" y="81923"/>
                      <a:pt x="77196" y="79585"/>
                    </a:cubicBezTo>
                    <a:cubicBezTo>
                      <a:pt x="75689" y="77248"/>
                      <a:pt x="73507" y="75273"/>
                      <a:pt x="70598" y="73611"/>
                    </a:cubicBezTo>
                    <a:cubicBezTo>
                      <a:pt x="67741" y="72001"/>
                      <a:pt x="64208" y="70650"/>
                      <a:pt x="60001" y="69559"/>
                    </a:cubicBezTo>
                    <a:lnTo>
                      <a:pt x="50026" y="66962"/>
                    </a:lnTo>
                    <a:lnTo>
                      <a:pt x="38702" y="110650"/>
                    </a:lnTo>
                    <a:lnTo>
                      <a:pt x="52312" y="1141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817"/>
        <p:cNvGrpSpPr/>
        <p:nvPr/>
      </p:nvGrpSpPr>
      <p:grpSpPr>
        <a:xfrm>
          <a:off x="0" y="0"/>
          <a:ext cx="0" cy="0"/>
          <a:chOff x="0" y="0"/>
          <a:chExt cx="0" cy="0"/>
        </a:xfrm>
      </p:grpSpPr>
      <p:sp>
        <p:nvSpPr>
          <p:cNvPr id="818" name="Google Shape;818;p25"/>
          <p:cNvSpPr txBox="1">
            <a:spLocks noGrp="1"/>
          </p:cNvSpPr>
          <p:nvPr>
            <p:ph type="title" hasCustomPrompt="1"/>
          </p:nvPr>
        </p:nvSpPr>
        <p:spPr>
          <a:xfrm>
            <a:off x="2223600" y="882377"/>
            <a:ext cx="4696800" cy="598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19" name="Google Shape;819;p25"/>
          <p:cNvSpPr txBox="1">
            <a:spLocks noGrp="1"/>
          </p:cNvSpPr>
          <p:nvPr>
            <p:ph type="subTitle" idx="1"/>
          </p:nvPr>
        </p:nvSpPr>
        <p:spPr>
          <a:xfrm>
            <a:off x="2223600" y="1477402"/>
            <a:ext cx="4696800" cy="345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820" name="Google Shape;820;p25"/>
          <p:cNvSpPr txBox="1">
            <a:spLocks noGrp="1"/>
          </p:cNvSpPr>
          <p:nvPr>
            <p:ph type="title" idx="2" hasCustomPrompt="1"/>
          </p:nvPr>
        </p:nvSpPr>
        <p:spPr>
          <a:xfrm>
            <a:off x="2223600" y="2082229"/>
            <a:ext cx="4696800" cy="598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21" name="Google Shape;821;p25"/>
          <p:cNvSpPr txBox="1">
            <a:spLocks noGrp="1"/>
          </p:cNvSpPr>
          <p:nvPr>
            <p:ph type="subTitle" idx="3"/>
          </p:nvPr>
        </p:nvSpPr>
        <p:spPr>
          <a:xfrm>
            <a:off x="2223600" y="2677253"/>
            <a:ext cx="4696800" cy="384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822" name="Google Shape;822;p25"/>
          <p:cNvSpPr txBox="1">
            <a:spLocks noGrp="1"/>
          </p:cNvSpPr>
          <p:nvPr>
            <p:ph type="title" idx="4" hasCustomPrompt="1"/>
          </p:nvPr>
        </p:nvSpPr>
        <p:spPr>
          <a:xfrm>
            <a:off x="2223600" y="3282099"/>
            <a:ext cx="4696800" cy="598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23" name="Google Shape;823;p25"/>
          <p:cNvSpPr txBox="1">
            <a:spLocks noGrp="1"/>
          </p:cNvSpPr>
          <p:nvPr>
            <p:ph type="subTitle" idx="5"/>
          </p:nvPr>
        </p:nvSpPr>
        <p:spPr>
          <a:xfrm>
            <a:off x="2223600" y="3877123"/>
            <a:ext cx="4696800" cy="384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824" name="Google Shape;824;p25"/>
          <p:cNvGrpSpPr/>
          <p:nvPr/>
        </p:nvGrpSpPr>
        <p:grpSpPr>
          <a:xfrm>
            <a:off x="94926" y="103822"/>
            <a:ext cx="9424375" cy="5127796"/>
            <a:chOff x="94926" y="103822"/>
            <a:chExt cx="9424375" cy="5127796"/>
          </a:xfrm>
        </p:grpSpPr>
        <p:sp>
          <p:nvSpPr>
            <p:cNvPr id="825" name="Google Shape;825;p25"/>
            <p:cNvSpPr/>
            <p:nvPr/>
          </p:nvSpPr>
          <p:spPr>
            <a:xfrm rot="-5400000" flipH="1">
              <a:off x="471218"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6" name="Google Shape;826;p25"/>
            <p:cNvSpPr/>
            <p:nvPr/>
          </p:nvSpPr>
          <p:spPr>
            <a:xfrm rot="5400000" flipH="1">
              <a:off x="7197626"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27" name="Google Shape;827;p25"/>
            <p:cNvGrpSpPr/>
            <p:nvPr/>
          </p:nvGrpSpPr>
          <p:grpSpPr>
            <a:xfrm flipH="1">
              <a:off x="8430777" y="3046647"/>
              <a:ext cx="1088524" cy="2184972"/>
              <a:chOff x="5600902" y="897034"/>
              <a:chExt cx="1088524" cy="2184972"/>
            </a:xfrm>
          </p:grpSpPr>
          <p:sp>
            <p:nvSpPr>
              <p:cNvPr id="828" name="Google Shape;828;p25"/>
              <p:cNvSpPr/>
              <p:nvPr/>
            </p:nvSpPr>
            <p:spPr>
              <a:xfrm>
                <a:off x="5600902" y="897034"/>
                <a:ext cx="1088524" cy="1926314"/>
              </a:xfrm>
              <a:custGeom>
                <a:avLst/>
                <a:gdLst/>
                <a:ahLst/>
                <a:cxnLst/>
                <a:rect l="l" t="t" r="r" b="b"/>
                <a:pathLst>
                  <a:path w="806314" h="1426899" extrusionOk="0">
                    <a:moveTo>
                      <a:pt x="135510" y="0"/>
                    </a:moveTo>
                    <a:cubicBezTo>
                      <a:pt x="135510" y="0"/>
                      <a:pt x="30770" y="28357"/>
                      <a:pt x="0" y="67031"/>
                    </a:cubicBezTo>
                    <a:lnTo>
                      <a:pt x="139311" y="156808"/>
                    </a:lnTo>
                    <a:lnTo>
                      <a:pt x="36442" y="119220"/>
                    </a:lnTo>
                    <a:lnTo>
                      <a:pt x="193069" y="237535"/>
                    </a:lnTo>
                    <a:lnTo>
                      <a:pt x="60817" y="189207"/>
                    </a:lnTo>
                    <a:cubicBezTo>
                      <a:pt x="60817" y="189207"/>
                      <a:pt x="174546" y="318564"/>
                      <a:pt x="163505" y="439956"/>
                    </a:cubicBezTo>
                    <a:cubicBezTo>
                      <a:pt x="152464" y="561348"/>
                      <a:pt x="247611" y="696013"/>
                      <a:pt x="345412" y="792849"/>
                    </a:cubicBezTo>
                    <a:lnTo>
                      <a:pt x="149146" y="676706"/>
                    </a:lnTo>
                    <a:cubicBezTo>
                      <a:pt x="149146" y="676706"/>
                      <a:pt x="154877" y="995209"/>
                      <a:pt x="468433" y="1048726"/>
                    </a:cubicBezTo>
                    <a:lnTo>
                      <a:pt x="346378" y="1048545"/>
                    </a:lnTo>
                    <a:cubicBezTo>
                      <a:pt x="346378" y="1048545"/>
                      <a:pt x="403393" y="1120402"/>
                      <a:pt x="556943" y="1125470"/>
                    </a:cubicBezTo>
                    <a:lnTo>
                      <a:pt x="440619" y="1155155"/>
                    </a:lnTo>
                    <a:lnTo>
                      <a:pt x="519355" y="1228340"/>
                    </a:lnTo>
                    <a:lnTo>
                      <a:pt x="596884" y="1228883"/>
                    </a:lnTo>
                    <a:lnTo>
                      <a:pt x="541618" y="1258628"/>
                    </a:lnTo>
                    <a:cubicBezTo>
                      <a:pt x="541618" y="1258628"/>
                      <a:pt x="641833" y="1409825"/>
                      <a:pt x="746573" y="1426899"/>
                    </a:cubicBezTo>
                    <a:cubicBezTo>
                      <a:pt x="855778" y="1173617"/>
                      <a:pt x="781868" y="874541"/>
                      <a:pt x="781868" y="874541"/>
                    </a:cubicBezTo>
                    <a:lnTo>
                      <a:pt x="697099" y="954605"/>
                    </a:lnTo>
                    <a:lnTo>
                      <a:pt x="772155" y="809924"/>
                    </a:lnTo>
                    <a:cubicBezTo>
                      <a:pt x="772155" y="809924"/>
                      <a:pt x="733239" y="612511"/>
                      <a:pt x="590187" y="365926"/>
                    </a:cubicBezTo>
                    <a:cubicBezTo>
                      <a:pt x="583671" y="535645"/>
                      <a:pt x="553263" y="618906"/>
                      <a:pt x="553263" y="618906"/>
                    </a:cubicBezTo>
                    <a:cubicBezTo>
                      <a:pt x="553263" y="618906"/>
                      <a:pt x="571423" y="386862"/>
                      <a:pt x="519898" y="284716"/>
                    </a:cubicBezTo>
                    <a:cubicBezTo>
                      <a:pt x="407134" y="77047"/>
                      <a:pt x="135510" y="0"/>
                      <a:pt x="13551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9" name="Google Shape;829;p25"/>
              <p:cNvSpPr/>
              <p:nvPr/>
            </p:nvSpPr>
            <p:spPr>
              <a:xfrm>
                <a:off x="5905184" y="1098839"/>
                <a:ext cx="751683" cy="1983166"/>
              </a:xfrm>
              <a:custGeom>
                <a:avLst/>
                <a:gdLst/>
                <a:ahLst/>
                <a:cxnLst/>
                <a:rect l="l" t="t" r="r" b="b"/>
                <a:pathLst>
                  <a:path w="556802" h="1469012" extrusionOk="0">
                    <a:moveTo>
                      <a:pt x="556762" y="1469012"/>
                    </a:moveTo>
                    <a:cubicBezTo>
                      <a:pt x="556762" y="1469012"/>
                      <a:pt x="572147" y="758640"/>
                      <a:pt x="0" y="0"/>
                    </a:cubicBezTo>
                    <a:cubicBezTo>
                      <a:pt x="528043" y="742531"/>
                      <a:pt x="490697" y="1406868"/>
                      <a:pt x="490697" y="1406868"/>
                    </a:cubicBezTo>
                    <a:lnTo>
                      <a:pt x="556702" y="146901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30" name="Google Shape;830;p25"/>
            <p:cNvGrpSpPr/>
            <p:nvPr/>
          </p:nvGrpSpPr>
          <p:grpSpPr>
            <a:xfrm>
              <a:off x="8573263" y="2454967"/>
              <a:ext cx="362052" cy="275312"/>
              <a:chOff x="6023322" y="2525279"/>
              <a:chExt cx="525018" cy="399234"/>
            </a:xfrm>
          </p:grpSpPr>
          <p:sp>
            <p:nvSpPr>
              <p:cNvPr id="831" name="Google Shape;831;p25"/>
              <p:cNvSpPr/>
              <p:nvPr/>
            </p:nvSpPr>
            <p:spPr>
              <a:xfrm rot="9896927">
                <a:off x="6052726" y="2580872"/>
                <a:ext cx="466210" cy="288050"/>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2" name="Google Shape;832;p25"/>
              <p:cNvSpPr/>
              <p:nvPr/>
            </p:nvSpPr>
            <p:spPr>
              <a:xfrm rot="9896927">
                <a:off x="6052039" y="2703106"/>
                <a:ext cx="422018" cy="42589"/>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33" name="Google Shape;833;p25"/>
            <p:cNvGrpSpPr/>
            <p:nvPr/>
          </p:nvGrpSpPr>
          <p:grpSpPr>
            <a:xfrm flipH="1">
              <a:off x="94926" y="103822"/>
              <a:ext cx="830363" cy="1131584"/>
              <a:chOff x="7839382" y="484822"/>
              <a:chExt cx="830363" cy="1131584"/>
            </a:xfrm>
          </p:grpSpPr>
          <p:sp>
            <p:nvSpPr>
              <p:cNvPr id="834" name="Google Shape;834;p25"/>
              <p:cNvSpPr/>
              <p:nvPr/>
            </p:nvSpPr>
            <p:spPr>
              <a:xfrm rot="5400000" flipH="1">
                <a:off x="7957025" y="927337"/>
                <a:ext cx="349505" cy="584791"/>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5" name="Google Shape;835;p25"/>
              <p:cNvSpPr/>
              <p:nvPr/>
            </p:nvSpPr>
            <p:spPr>
              <a:xfrm rot="903073" flipH="1">
                <a:off x="8249530" y="995119"/>
                <a:ext cx="350151" cy="585873"/>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36" name="Google Shape;836;p25"/>
              <p:cNvGrpSpPr/>
              <p:nvPr/>
            </p:nvGrpSpPr>
            <p:grpSpPr>
              <a:xfrm>
                <a:off x="7918116" y="484822"/>
                <a:ext cx="728418" cy="693113"/>
                <a:chOff x="10998884" y="208750"/>
                <a:chExt cx="777560" cy="739873"/>
              </a:xfrm>
            </p:grpSpPr>
            <p:sp>
              <p:nvSpPr>
                <p:cNvPr id="837" name="Google Shape;837;p25"/>
                <p:cNvSpPr/>
                <p:nvPr/>
              </p:nvSpPr>
              <p:spPr>
                <a:xfrm>
                  <a:off x="10998884"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8" name="Google Shape;838;p25"/>
                <p:cNvSpPr/>
                <p:nvPr/>
              </p:nvSpPr>
              <p:spPr>
                <a:xfrm>
                  <a:off x="11266703"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9" name="Google Shape;839;p25"/>
                <p:cNvSpPr/>
                <p:nvPr/>
              </p:nvSpPr>
              <p:spPr>
                <a:xfrm>
                  <a:off x="11359570"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0" name="Google Shape;840;p25"/>
                <p:cNvSpPr/>
                <p:nvPr/>
              </p:nvSpPr>
              <p:spPr>
                <a:xfrm>
                  <a:off x="11087005"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1" name="Google Shape;841;p25"/>
                <p:cNvSpPr/>
                <p:nvPr/>
              </p:nvSpPr>
              <p:spPr>
                <a:xfrm>
                  <a:off x="11495401"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2" name="Google Shape;842;p25"/>
                <p:cNvSpPr/>
                <p:nvPr/>
              </p:nvSpPr>
              <p:spPr>
                <a:xfrm>
                  <a:off x="11270843"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3" name="Google Shape;843;p25"/>
                <p:cNvSpPr/>
                <p:nvPr/>
              </p:nvSpPr>
              <p:spPr>
                <a:xfrm>
                  <a:off x="11165861"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4" name="Google Shape;844;p25"/>
                <p:cNvSpPr/>
                <p:nvPr/>
              </p:nvSpPr>
              <p:spPr>
                <a:xfrm>
                  <a:off x="11425825"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5" name="Google Shape;845;p25"/>
                <p:cNvSpPr/>
                <p:nvPr/>
              </p:nvSpPr>
              <p:spPr>
                <a:xfrm>
                  <a:off x="11448815"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6" name="Google Shape;846;p25"/>
                <p:cNvSpPr/>
                <p:nvPr/>
              </p:nvSpPr>
              <p:spPr>
                <a:xfrm>
                  <a:off x="11305318"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7" name="Google Shape;847;p25"/>
                <p:cNvSpPr/>
                <p:nvPr/>
              </p:nvSpPr>
              <p:spPr>
                <a:xfrm>
                  <a:off x="11557407"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8" name="Google Shape;848;p25"/>
                <p:cNvSpPr/>
                <p:nvPr/>
              </p:nvSpPr>
              <p:spPr>
                <a:xfrm>
                  <a:off x="11081445"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9" name="Google Shape;849;p25"/>
                <p:cNvSpPr/>
                <p:nvPr/>
              </p:nvSpPr>
              <p:spPr>
                <a:xfrm>
                  <a:off x="11343673"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0" name="Google Shape;850;p25"/>
                <p:cNvSpPr/>
                <p:nvPr/>
              </p:nvSpPr>
              <p:spPr>
                <a:xfrm>
                  <a:off x="11247125"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1" name="Google Shape;851;p25"/>
                <p:cNvSpPr/>
                <p:nvPr/>
              </p:nvSpPr>
              <p:spPr>
                <a:xfrm>
                  <a:off x="11396355"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2" name="Google Shape;852;p25"/>
                <p:cNvSpPr/>
                <p:nvPr/>
              </p:nvSpPr>
              <p:spPr>
                <a:xfrm>
                  <a:off x="11324151"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3" name="Google Shape;853;p25"/>
                <p:cNvSpPr/>
                <p:nvPr/>
              </p:nvSpPr>
              <p:spPr>
                <a:xfrm>
                  <a:off x="11414100"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4" name="Google Shape;854;p25"/>
                <p:cNvSpPr/>
                <p:nvPr/>
              </p:nvSpPr>
              <p:spPr>
                <a:xfrm>
                  <a:off x="11338622"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5" name="Google Shape;855;p25"/>
                <p:cNvSpPr/>
                <p:nvPr/>
              </p:nvSpPr>
              <p:spPr>
                <a:xfrm>
                  <a:off x="11394951"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6" name="Google Shape;856;p25"/>
                <p:cNvSpPr/>
                <p:nvPr/>
              </p:nvSpPr>
              <p:spPr>
                <a:xfrm>
                  <a:off x="11314358"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7" name="Google Shape;857;p25"/>
                <p:cNvSpPr/>
                <p:nvPr/>
              </p:nvSpPr>
              <p:spPr>
                <a:xfrm>
                  <a:off x="11251948"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858" name="Google Shape;858;p25"/>
            <p:cNvSpPr/>
            <p:nvPr/>
          </p:nvSpPr>
          <p:spPr>
            <a:xfrm rot="9898898">
              <a:off x="8464318" y="2055703"/>
              <a:ext cx="150383" cy="276040"/>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859"/>
        <p:cNvGrpSpPr/>
        <p:nvPr/>
      </p:nvGrpSpPr>
      <p:grpSpPr>
        <a:xfrm>
          <a:off x="0" y="0"/>
          <a:ext cx="0" cy="0"/>
          <a:chOff x="0" y="0"/>
          <a:chExt cx="0" cy="0"/>
        </a:xfrm>
      </p:grpSpPr>
      <p:grpSp>
        <p:nvGrpSpPr>
          <p:cNvPr id="860" name="Google Shape;860;p26"/>
          <p:cNvGrpSpPr/>
          <p:nvPr/>
        </p:nvGrpSpPr>
        <p:grpSpPr>
          <a:xfrm>
            <a:off x="106823" y="104526"/>
            <a:ext cx="9100516" cy="5120564"/>
            <a:chOff x="106823" y="104526"/>
            <a:chExt cx="9100516" cy="5120564"/>
          </a:xfrm>
        </p:grpSpPr>
        <p:grpSp>
          <p:nvGrpSpPr>
            <p:cNvPr id="861" name="Google Shape;861;p26"/>
            <p:cNvGrpSpPr/>
            <p:nvPr/>
          </p:nvGrpSpPr>
          <p:grpSpPr>
            <a:xfrm rot="9899884">
              <a:off x="7789169" y="3867956"/>
              <a:ext cx="1283212" cy="1211703"/>
              <a:chOff x="10862245" y="208750"/>
              <a:chExt cx="1369738" cy="1293408"/>
            </a:xfrm>
          </p:grpSpPr>
          <p:sp>
            <p:nvSpPr>
              <p:cNvPr id="862" name="Google Shape;862;p26"/>
              <p:cNvSpPr/>
              <p:nvPr/>
            </p:nvSpPr>
            <p:spPr>
              <a:xfrm>
                <a:off x="11776756"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3" name="Google Shape;863;p26"/>
              <p:cNvSpPr/>
              <p:nvPr/>
            </p:nvSpPr>
            <p:spPr>
              <a:xfrm>
                <a:off x="11837714"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4" name="Google Shape;864;p26"/>
              <p:cNvSpPr/>
              <p:nvPr/>
            </p:nvSpPr>
            <p:spPr>
              <a:xfrm>
                <a:off x="11605991"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5" name="Google Shape;865;p26"/>
              <p:cNvSpPr/>
              <p:nvPr/>
            </p:nvSpPr>
            <p:spPr>
              <a:xfrm>
                <a:off x="11649757"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66" name="Google Shape;866;p26"/>
              <p:cNvGrpSpPr/>
              <p:nvPr/>
            </p:nvGrpSpPr>
            <p:grpSpPr>
              <a:xfrm>
                <a:off x="10862245" y="208750"/>
                <a:ext cx="1369738" cy="1031739"/>
                <a:chOff x="10862245" y="208750"/>
                <a:chExt cx="1369738" cy="1031739"/>
              </a:xfrm>
            </p:grpSpPr>
            <p:sp>
              <p:nvSpPr>
                <p:cNvPr id="867" name="Google Shape;867;p26"/>
                <p:cNvSpPr/>
                <p:nvPr/>
              </p:nvSpPr>
              <p:spPr>
                <a:xfrm>
                  <a:off x="10862245"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68" name="Google Shape;868;p26"/>
                <p:cNvGrpSpPr/>
                <p:nvPr/>
              </p:nvGrpSpPr>
              <p:grpSpPr>
                <a:xfrm>
                  <a:off x="10998884" y="208750"/>
                  <a:ext cx="1233099" cy="739873"/>
                  <a:chOff x="10998884" y="208750"/>
                  <a:chExt cx="1233099" cy="739873"/>
                </a:xfrm>
              </p:grpSpPr>
              <p:sp>
                <p:nvSpPr>
                  <p:cNvPr id="869" name="Google Shape;869;p26"/>
                  <p:cNvSpPr/>
                  <p:nvPr/>
                </p:nvSpPr>
                <p:spPr>
                  <a:xfrm>
                    <a:off x="11734475"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0" name="Google Shape;870;p26"/>
                  <p:cNvSpPr/>
                  <p:nvPr/>
                </p:nvSpPr>
                <p:spPr>
                  <a:xfrm>
                    <a:off x="11781527"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71" name="Google Shape;871;p26"/>
                  <p:cNvGrpSpPr/>
                  <p:nvPr/>
                </p:nvGrpSpPr>
                <p:grpSpPr>
                  <a:xfrm>
                    <a:off x="10998884" y="208750"/>
                    <a:ext cx="777560" cy="739873"/>
                    <a:chOff x="10998884" y="208750"/>
                    <a:chExt cx="777560" cy="739873"/>
                  </a:xfrm>
                </p:grpSpPr>
                <p:sp>
                  <p:nvSpPr>
                    <p:cNvPr id="872" name="Google Shape;872;p26"/>
                    <p:cNvSpPr/>
                    <p:nvPr/>
                  </p:nvSpPr>
                  <p:spPr>
                    <a:xfrm>
                      <a:off x="10998884"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3" name="Google Shape;873;p26"/>
                    <p:cNvSpPr/>
                    <p:nvPr/>
                  </p:nvSpPr>
                  <p:spPr>
                    <a:xfrm>
                      <a:off x="11266703"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4" name="Google Shape;874;p26"/>
                    <p:cNvSpPr/>
                    <p:nvPr/>
                  </p:nvSpPr>
                  <p:spPr>
                    <a:xfrm>
                      <a:off x="11359570"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5" name="Google Shape;875;p26"/>
                    <p:cNvSpPr/>
                    <p:nvPr/>
                  </p:nvSpPr>
                  <p:spPr>
                    <a:xfrm>
                      <a:off x="11087005"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6" name="Google Shape;876;p26"/>
                    <p:cNvSpPr/>
                    <p:nvPr/>
                  </p:nvSpPr>
                  <p:spPr>
                    <a:xfrm>
                      <a:off x="11495401"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7" name="Google Shape;877;p26"/>
                    <p:cNvSpPr/>
                    <p:nvPr/>
                  </p:nvSpPr>
                  <p:spPr>
                    <a:xfrm>
                      <a:off x="11270843"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8" name="Google Shape;878;p26"/>
                    <p:cNvSpPr/>
                    <p:nvPr/>
                  </p:nvSpPr>
                  <p:spPr>
                    <a:xfrm>
                      <a:off x="11165861"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9" name="Google Shape;879;p26"/>
                    <p:cNvSpPr/>
                    <p:nvPr/>
                  </p:nvSpPr>
                  <p:spPr>
                    <a:xfrm>
                      <a:off x="11425825"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0" name="Google Shape;880;p26"/>
                    <p:cNvSpPr/>
                    <p:nvPr/>
                  </p:nvSpPr>
                  <p:spPr>
                    <a:xfrm>
                      <a:off x="11448815"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1" name="Google Shape;881;p26"/>
                    <p:cNvSpPr/>
                    <p:nvPr/>
                  </p:nvSpPr>
                  <p:spPr>
                    <a:xfrm>
                      <a:off x="11305318"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2" name="Google Shape;882;p26"/>
                    <p:cNvSpPr/>
                    <p:nvPr/>
                  </p:nvSpPr>
                  <p:spPr>
                    <a:xfrm>
                      <a:off x="11557407"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3" name="Google Shape;883;p26"/>
                    <p:cNvSpPr/>
                    <p:nvPr/>
                  </p:nvSpPr>
                  <p:spPr>
                    <a:xfrm>
                      <a:off x="11081445"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4" name="Google Shape;884;p26"/>
                    <p:cNvSpPr/>
                    <p:nvPr/>
                  </p:nvSpPr>
                  <p:spPr>
                    <a:xfrm>
                      <a:off x="11343673"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5" name="Google Shape;885;p26"/>
                    <p:cNvSpPr/>
                    <p:nvPr/>
                  </p:nvSpPr>
                  <p:spPr>
                    <a:xfrm>
                      <a:off x="11247125"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6" name="Google Shape;886;p26"/>
                    <p:cNvSpPr/>
                    <p:nvPr/>
                  </p:nvSpPr>
                  <p:spPr>
                    <a:xfrm>
                      <a:off x="11396355"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7" name="Google Shape;887;p26"/>
                    <p:cNvSpPr/>
                    <p:nvPr/>
                  </p:nvSpPr>
                  <p:spPr>
                    <a:xfrm>
                      <a:off x="11324151"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8" name="Google Shape;888;p26"/>
                    <p:cNvSpPr/>
                    <p:nvPr/>
                  </p:nvSpPr>
                  <p:spPr>
                    <a:xfrm>
                      <a:off x="11414100"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9" name="Google Shape;889;p26"/>
                    <p:cNvSpPr/>
                    <p:nvPr/>
                  </p:nvSpPr>
                  <p:spPr>
                    <a:xfrm>
                      <a:off x="11338622"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0" name="Google Shape;890;p26"/>
                    <p:cNvSpPr/>
                    <p:nvPr/>
                  </p:nvSpPr>
                  <p:spPr>
                    <a:xfrm>
                      <a:off x="11394951"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1" name="Google Shape;891;p26"/>
                    <p:cNvSpPr/>
                    <p:nvPr/>
                  </p:nvSpPr>
                  <p:spPr>
                    <a:xfrm>
                      <a:off x="11314358"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2" name="Google Shape;892;p26"/>
                    <p:cNvSpPr/>
                    <p:nvPr/>
                  </p:nvSpPr>
                  <p:spPr>
                    <a:xfrm>
                      <a:off x="11251948"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
          <p:nvSpPr>
            <p:cNvPr id="893" name="Google Shape;893;p26"/>
            <p:cNvSpPr/>
            <p:nvPr/>
          </p:nvSpPr>
          <p:spPr>
            <a:xfrm rot="-5400000" flipH="1">
              <a:off x="471218"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4" name="Google Shape;894;p26"/>
            <p:cNvSpPr/>
            <p:nvPr/>
          </p:nvSpPr>
          <p:spPr>
            <a:xfrm rot="5400000" flipH="1">
              <a:off x="7197626"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95" name="Google Shape;895;p26"/>
            <p:cNvGrpSpPr/>
            <p:nvPr/>
          </p:nvGrpSpPr>
          <p:grpSpPr>
            <a:xfrm rot="-5400000">
              <a:off x="11214" y="209796"/>
              <a:ext cx="890088" cy="679549"/>
              <a:chOff x="-2148526" y="755363"/>
              <a:chExt cx="890088" cy="679549"/>
            </a:xfrm>
          </p:grpSpPr>
          <p:sp>
            <p:nvSpPr>
              <p:cNvPr id="896" name="Google Shape;896;p26"/>
              <p:cNvSpPr/>
              <p:nvPr/>
            </p:nvSpPr>
            <p:spPr>
              <a:xfrm rot="2903071">
                <a:off x="-2097591" y="862257"/>
                <a:ext cx="361131" cy="298501"/>
              </a:xfrm>
              <a:custGeom>
                <a:avLst/>
                <a:gdLst/>
                <a:ahLst/>
                <a:cxnLst/>
                <a:rect l="l" t="t" r="r" b="b"/>
                <a:pathLst>
                  <a:path w="548199" h="453127" extrusionOk="0">
                    <a:moveTo>
                      <a:pt x="540544" y="35737"/>
                    </a:moveTo>
                    <a:cubicBezTo>
                      <a:pt x="540544" y="35737"/>
                      <a:pt x="394621" y="-55798"/>
                      <a:pt x="240125" y="54121"/>
                    </a:cubicBezTo>
                    <a:cubicBezTo>
                      <a:pt x="85534" y="164134"/>
                      <a:pt x="87821" y="296056"/>
                      <a:pt x="66008" y="360540"/>
                    </a:cubicBezTo>
                    <a:cubicBezTo>
                      <a:pt x="44196" y="425024"/>
                      <a:pt x="0" y="427691"/>
                      <a:pt x="0" y="427691"/>
                    </a:cubicBezTo>
                    <a:cubicBezTo>
                      <a:pt x="0" y="427691"/>
                      <a:pt x="68199" y="472649"/>
                      <a:pt x="226504" y="443026"/>
                    </a:cubicBezTo>
                    <a:cubicBezTo>
                      <a:pt x="384810" y="413404"/>
                      <a:pt x="490728" y="311105"/>
                      <a:pt x="523018" y="227285"/>
                    </a:cubicBezTo>
                    <a:cubicBezTo>
                      <a:pt x="555307" y="143465"/>
                      <a:pt x="551021" y="93459"/>
                      <a:pt x="540449" y="356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7" name="Google Shape;897;p26"/>
              <p:cNvSpPr/>
              <p:nvPr/>
            </p:nvSpPr>
            <p:spPr>
              <a:xfrm rot="2903071">
                <a:off x="-1716778" y="830827"/>
                <a:ext cx="289271" cy="194529"/>
              </a:xfrm>
              <a:custGeom>
                <a:avLst/>
                <a:gdLst/>
                <a:ahLst/>
                <a:cxnLst/>
                <a:rect l="l" t="t" r="r" b="b"/>
                <a:pathLst>
                  <a:path w="439115" h="295296" extrusionOk="0">
                    <a:moveTo>
                      <a:pt x="428625" y="259190"/>
                    </a:moveTo>
                    <a:cubicBezTo>
                      <a:pt x="428625" y="259190"/>
                      <a:pt x="291275" y="362155"/>
                      <a:pt x="136969" y="220328"/>
                    </a:cubicBezTo>
                    <a:cubicBezTo>
                      <a:pt x="29146" y="130603"/>
                      <a:pt x="63913" y="88693"/>
                      <a:pt x="0" y="56403"/>
                    </a:cubicBezTo>
                    <a:cubicBezTo>
                      <a:pt x="227171" y="-51039"/>
                      <a:pt x="350425" y="13921"/>
                      <a:pt x="406813" y="94598"/>
                    </a:cubicBezTo>
                    <a:cubicBezTo>
                      <a:pt x="463201" y="175275"/>
                      <a:pt x="428625" y="259285"/>
                      <a:pt x="428625" y="2592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8" name="Google Shape;898;p26"/>
              <p:cNvSpPr/>
              <p:nvPr/>
            </p:nvSpPr>
            <p:spPr>
              <a:xfrm rot="2903071">
                <a:off x="-1703295" y="1064329"/>
                <a:ext cx="152461" cy="297545"/>
              </a:xfrm>
              <a:custGeom>
                <a:avLst/>
                <a:gdLst/>
                <a:ahLst/>
                <a:cxnLst/>
                <a:rect l="l" t="t" r="r" b="b"/>
                <a:pathLst>
                  <a:path w="231437" h="451675" extrusionOk="0">
                    <a:moveTo>
                      <a:pt x="66954" y="0"/>
                    </a:moveTo>
                    <a:cubicBezTo>
                      <a:pt x="66954" y="0"/>
                      <a:pt x="-8294" y="74200"/>
                      <a:pt x="755" y="183547"/>
                    </a:cubicBezTo>
                    <a:cubicBezTo>
                      <a:pt x="9804" y="292894"/>
                      <a:pt x="-4865" y="339376"/>
                      <a:pt x="86671" y="402717"/>
                    </a:cubicBezTo>
                    <a:cubicBezTo>
                      <a:pt x="118389" y="424148"/>
                      <a:pt x="107245" y="451675"/>
                      <a:pt x="107245" y="451675"/>
                    </a:cubicBezTo>
                    <a:cubicBezTo>
                      <a:pt x="107245" y="451675"/>
                      <a:pt x="192779" y="397383"/>
                      <a:pt x="220592" y="298609"/>
                    </a:cubicBezTo>
                    <a:cubicBezTo>
                      <a:pt x="248405" y="199930"/>
                      <a:pt x="231260" y="10954"/>
                      <a:pt x="66954"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9" name="Google Shape;899;p26"/>
              <p:cNvSpPr/>
              <p:nvPr/>
            </p:nvSpPr>
            <p:spPr>
              <a:xfrm rot="2903071">
                <a:off x="-1797807" y="1004494"/>
                <a:ext cx="520986" cy="283234"/>
              </a:xfrm>
              <a:custGeom>
                <a:avLst/>
                <a:gdLst/>
                <a:ahLst/>
                <a:cxnLst/>
                <a:rect l="l" t="t" r="r" b="b"/>
                <a:pathLst>
                  <a:path w="790860" h="429951" extrusionOk="0">
                    <a:moveTo>
                      <a:pt x="0" y="429951"/>
                    </a:moveTo>
                    <a:cubicBezTo>
                      <a:pt x="0" y="429951"/>
                      <a:pt x="423482" y="-36393"/>
                      <a:pt x="781336" y="2279"/>
                    </a:cubicBezTo>
                    <a:lnTo>
                      <a:pt x="790861" y="41331"/>
                    </a:lnTo>
                    <a:cubicBezTo>
                      <a:pt x="790861" y="41331"/>
                      <a:pt x="511492" y="-58681"/>
                      <a:pt x="0" y="42995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900" name="Google Shape;900;p26"/>
          <p:cNvSpPr txBox="1">
            <a:spLocks noGrp="1"/>
          </p:cNvSpPr>
          <p:nvPr>
            <p:ph type="title"/>
          </p:nvPr>
        </p:nvSpPr>
        <p:spPr>
          <a:xfrm>
            <a:off x="713225" y="539500"/>
            <a:ext cx="4151700" cy="1058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01" name="Google Shape;901;p26"/>
          <p:cNvSpPr txBox="1">
            <a:spLocks noGrp="1"/>
          </p:cNvSpPr>
          <p:nvPr>
            <p:ph type="subTitle" idx="1"/>
          </p:nvPr>
        </p:nvSpPr>
        <p:spPr>
          <a:xfrm>
            <a:off x="713225" y="1598200"/>
            <a:ext cx="4151700" cy="116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2" name="Google Shape;902;p26"/>
          <p:cNvSpPr txBox="1"/>
          <p:nvPr/>
        </p:nvSpPr>
        <p:spPr>
          <a:xfrm>
            <a:off x="713225" y="3500825"/>
            <a:ext cx="3858900" cy="6903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1"/>
                </a:solidFill>
                <a:latin typeface="Inter Tight"/>
                <a:ea typeface="Inter Tight"/>
                <a:cs typeface="Inter Tight"/>
                <a:sym typeface="Inter Tight"/>
              </a:rPr>
              <a:t>CREDITS:</a:t>
            </a:r>
            <a:r>
              <a:rPr lang="en" sz="1200">
                <a:solidFill>
                  <a:schemeClr val="dk1"/>
                </a:solidFill>
                <a:latin typeface="Inter Tight"/>
                <a:ea typeface="Inter Tight"/>
                <a:cs typeface="Inter Tight"/>
                <a:sym typeface="Inter Tight"/>
              </a:rPr>
              <a:t> This presentation template was created by </a:t>
            </a:r>
            <a:r>
              <a:rPr lang="en" sz="1200" b="1" u="sng">
                <a:solidFill>
                  <a:schemeClr val="dk1"/>
                </a:solidFill>
                <a:latin typeface="Inter Tight"/>
                <a:ea typeface="Inter Tight"/>
                <a:cs typeface="Inter Tight"/>
                <a:sym typeface="Inter Tight"/>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1"/>
                </a:solidFill>
                <a:latin typeface="Inter Tight"/>
                <a:ea typeface="Inter Tight"/>
                <a:cs typeface="Inter Tight"/>
                <a:sym typeface="Inter Tight"/>
              </a:rPr>
              <a:t>, and includes icons by </a:t>
            </a:r>
            <a:r>
              <a:rPr lang="en" sz="1200" b="1" u="sng">
                <a:solidFill>
                  <a:schemeClr val="dk1"/>
                </a:solidFill>
                <a:latin typeface="Inter Tight"/>
                <a:ea typeface="Inter Tight"/>
                <a:cs typeface="Inter Tight"/>
                <a:sym typeface="Inter Tight"/>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1"/>
                </a:solidFill>
                <a:latin typeface="Inter Tight"/>
                <a:ea typeface="Inter Tight"/>
                <a:cs typeface="Inter Tight"/>
                <a:sym typeface="Inter Tight"/>
              </a:rPr>
              <a:t>, and infographics &amp; images by </a:t>
            </a:r>
            <a:r>
              <a:rPr lang="en" sz="1200" b="1" u="sng">
                <a:solidFill>
                  <a:schemeClr val="dk1"/>
                </a:solidFill>
                <a:latin typeface="Inter Tight"/>
                <a:ea typeface="Inter Tight"/>
                <a:cs typeface="Inter Tight"/>
                <a:sym typeface="Inter Tight"/>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u="sng">
                <a:solidFill>
                  <a:schemeClr val="dk1"/>
                </a:solidFill>
                <a:latin typeface="Inter Tight"/>
                <a:ea typeface="Inter Tight"/>
                <a:cs typeface="Inter Tight"/>
                <a:sym typeface="Inter Tight"/>
              </a:rPr>
              <a:t> </a:t>
            </a:r>
            <a:endParaRPr sz="1200" b="1" u="sng">
              <a:solidFill>
                <a:schemeClr val="dk1"/>
              </a:solidFill>
              <a:latin typeface="Inter Tight"/>
              <a:ea typeface="Inter Tight"/>
              <a:cs typeface="Inter Tight"/>
              <a:sym typeface="Inter Tigh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903"/>
        <p:cNvGrpSpPr/>
        <p:nvPr/>
      </p:nvGrpSpPr>
      <p:grpSpPr>
        <a:xfrm>
          <a:off x="0" y="0"/>
          <a:ext cx="0" cy="0"/>
          <a:chOff x="0" y="0"/>
          <a:chExt cx="0" cy="0"/>
        </a:xfrm>
      </p:grpSpPr>
      <p:grpSp>
        <p:nvGrpSpPr>
          <p:cNvPr id="904" name="Google Shape;904;p27"/>
          <p:cNvGrpSpPr/>
          <p:nvPr/>
        </p:nvGrpSpPr>
        <p:grpSpPr>
          <a:xfrm>
            <a:off x="94926" y="103822"/>
            <a:ext cx="9424375" cy="5127796"/>
            <a:chOff x="94926" y="103822"/>
            <a:chExt cx="9424375" cy="5127796"/>
          </a:xfrm>
        </p:grpSpPr>
        <p:sp>
          <p:nvSpPr>
            <p:cNvPr id="905" name="Google Shape;905;p27"/>
            <p:cNvSpPr/>
            <p:nvPr/>
          </p:nvSpPr>
          <p:spPr>
            <a:xfrm rot="-5400000" flipH="1">
              <a:off x="471218" y="3194630"/>
              <a:ext cx="1472305" cy="2201094"/>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6" name="Google Shape;906;p27"/>
            <p:cNvSpPr/>
            <p:nvPr/>
          </p:nvSpPr>
          <p:spPr>
            <a:xfrm rot="5400000" flipH="1">
              <a:off x="7197626" y="-256624"/>
              <a:ext cx="1466852" cy="2192942"/>
            </a:xfrm>
            <a:custGeom>
              <a:avLst/>
              <a:gdLst/>
              <a:ahLst/>
              <a:cxnLst/>
              <a:rect l="l" t="t" r="r" b="b"/>
              <a:pathLst>
                <a:path w="2181192" h="3260880" extrusionOk="0">
                  <a:moveTo>
                    <a:pt x="1969447" y="1257773"/>
                  </a:moveTo>
                  <a:cubicBezTo>
                    <a:pt x="2042694" y="1337687"/>
                    <a:pt x="2153374" y="1296349"/>
                    <a:pt x="2177282" y="1194241"/>
                  </a:cubicBezTo>
                  <a:cubicBezTo>
                    <a:pt x="2202333" y="1087466"/>
                    <a:pt x="2093272" y="981452"/>
                    <a:pt x="1981543" y="1004693"/>
                  </a:cubicBezTo>
                  <a:cubicBezTo>
                    <a:pt x="1968970" y="1007360"/>
                    <a:pt x="1957064" y="1011170"/>
                    <a:pt x="1945539" y="1015838"/>
                  </a:cubicBezTo>
                  <a:cubicBezTo>
                    <a:pt x="1950777" y="1010218"/>
                    <a:pt x="1956111" y="1004693"/>
                    <a:pt x="1961445" y="999264"/>
                  </a:cubicBezTo>
                  <a:cubicBezTo>
                    <a:pt x="2060601" y="905824"/>
                    <a:pt x="2212906" y="777617"/>
                    <a:pt x="2136324" y="623979"/>
                  </a:cubicBezTo>
                  <a:cubicBezTo>
                    <a:pt x="2112036" y="574544"/>
                    <a:pt x="2066125" y="531396"/>
                    <a:pt x="2026692" y="496249"/>
                  </a:cubicBezTo>
                  <a:cubicBezTo>
                    <a:pt x="1969447" y="445100"/>
                    <a:pt x="1911630" y="369947"/>
                    <a:pt x="1892389" y="293271"/>
                  </a:cubicBezTo>
                  <a:cubicBezTo>
                    <a:pt x="1950873" y="327561"/>
                    <a:pt x="2015452" y="351945"/>
                    <a:pt x="2082985" y="350135"/>
                  </a:cubicBezTo>
                  <a:cubicBezTo>
                    <a:pt x="2007642" y="334133"/>
                    <a:pt x="1942872" y="290033"/>
                    <a:pt x="1885722" y="239264"/>
                  </a:cubicBezTo>
                  <a:cubicBezTo>
                    <a:pt x="1886293" y="200879"/>
                    <a:pt x="1898866" y="163350"/>
                    <a:pt x="1928775" y="129632"/>
                  </a:cubicBezTo>
                  <a:cubicBezTo>
                    <a:pt x="1971542" y="77530"/>
                    <a:pt x="2043551" y="59337"/>
                    <a:pt x="2094795" y="106105"/>
                  </a:cubicBezTo>
                  <a:cubicBezTo>
                    <a:pt x="2119846" y="126774"/>
                    <a:pt x="2135658" y="160207"/>
                    <a:pt x="2132419" y="192782"/>
                  </a:cubicBezTo>
                  <a:cubicBezTo>
                    <a:pt x="2123752" y="278698"/>
                    <a:pt x="2044408" y="313369"/>
                    <a:pt x="1969447" y="263553"/>
                  </a:cubicBezTo>
                  <a:cubicBezTo>
                    <a:pt x="2042694" y="343468"/>
                    <a:pt x="2153374" y="302129"/>
                    <a:pt x="2177282" y="200021"/>
                  </a:cubicBezTo>
                  <a:cubicBezTo>
                    <a:pt x="2202333" y="93246"/>
                    <a:pt x="2093272" y="-12672"/>
                    <a:pt x="1981543" y="10569"/>
                  </a:cubicBezTo>
                  <a:cubicBezTo>
                    <a:pt x="1899152" y="28286"/>
                    <a:pt x="1839240" y="90865"/>
                    <a:pt x="1812474" y="166112"/>
                  </a:cubicBezTo>
                  <a:cubicBezTo>
                    <a:pt x="1729702" y="78578"/>
                    <a:pt x="1623213" y="-20387"/>
                    <a:pt x="1499007" y="41525"/>
                  </a:cubicBezTo>
                  <a:cubicBezTo>
                    <a:pt x="1453001" y="64100"/>
                    <a:pt x="1412806" y="106772"/>
                    <a:pt x="1380135" y="143538"/>
                  </a:cubicBezTo>
                  <a:cubicBezTo>
                    <a:pt x="1297363" y="236121"/>
                    <a:pt x="1147344" y="330704"/>
                    <a:pt x="1038949" y="234692"/>
                  </a:cubicBezTo>
                  <a:cubicBezTo>
                    <a:pt x="990467" y="194878"/>
                    <a:pt x="973512" y="127917"/>
                    <a:pt x="1017137" y="80197"/>
                  </a:cubicBezTo>
                  <a:cubicBezTo>
                    <a:pt x="1036377" y="56861"/>
                    <a:pt x="1067524" y="42192"/>
                    <a:pt x="1097814" y="45145"/>
                  </a:cubicBezTo>
                  <a:cubicBezTo>
                    <a:pt x="1177729" y="53241"/>
                    <a:pt x="1210018" y="127060"/>
                    <a:pt x="1163631" y="196878"/>
                  </a:cubicBezTo>
                  <a:cubicBezTo>
                    <a:pt x="1238022" y="128679"/>
                    <a:pt x="1199541" y="25714"/>
                    <a:pt x="1104481" y="3425"/>
                  </a:cubicBezTo>
                  <a:cubicBezTo>
                    <a:pt x="1005040" y="-19911"/>
                    <a:pt x="906456" y="81626"/>
                    <a:pt x="928173" y="185543"/>
                  </a:cubicBezTo>
                  <a:cubicBezTo>
                    <a:pt x="930650" y="197259"/>
                    <a:pt x="934174" y="208403"/>
                    <a:pt x="938556" y="219071"/>
                  </a:cubicBezTo>
                  <a:cubicBezTo>
                    <a:pt x="933317" y="214118"/>
                    <a:pt x="928173" y="209261"/>
                    <a:pt x="923125" y="204212"/>
                  </a:cubicBezTo>
                  <a:cubicBezTo>
                    <a:pt x="836162" y="111915"/>
                    <a:pt x="716814" y="-29817"/>
                    <a:pt x="573843" y="41430"/>
                  </a:cubicBezTo>
                  <a:cubicBezTo>
                    <a:pt x="527838" y="64004"/>
                    <a:pt x="487642" y="106676"/>
                    <a:pt x="454971" y="143443"/>
                  </a:cubicBezTo>
                  <a:cubicBezTo>
                    <a:pt x="372199" y="236026"/>
                    <a:pt x="222180" y="330609"/>
                    <a:pt x="113786" y="234597"/>
                  </a:cubicBezTo>
                  <a:cubicBezTo>
                    <a:pt x="65304" y="194783"/>
                    <a:pt x="48349" y="127822"/>
                    <a:pt x="91974" y="80102"/>
                  </a:cubicBezTo>
                  <a:cubicBezTo>
                    <a:pt x="111214" y="56765"/>
                    <a:pt x="142361" y="42097"/>
                    <a:pt x="172650" y="45050"/>
                  </a:cubicBezTo>
                  <a:cubicBezTo>
                    <a:pt x="252565" y="53146"/>
                    <a:pt x="284950" y="126965"/>
                    <a:pt x="238468" y="196783"/>
                  </a:cubicBezTo>
                  <a:cubicBezTo>
                    <a:pt x="312858" y="128584"/>
                    <a:pt x="274377" y="25619"/>
                    <a:pt x="179318" y="3330"/>
                  </a:cubicBezTo>
                  <a:cubicBezTo>
                    <a:pt x="79972" y="-19816"/>
                    <a:pt x="-18612" y="81626"/>
                    <a:pt x="3010" y="185639"/>
                  </a:cubicBezTo>
                  <a:cubicBezTo>
                    <a:pt x="31966" y="320608"/>
                    <a:pt x="190176" y="390617"/>
                    <a:pt x="314668" y="342230"/>
                  </a:cubicBezTo>
                  <a:cubicBezTo>
                    <a:pt x="361817" y="326418"/>
                    <a:pt x="404394" y="301844"/>
                    <a:pt x="442494" y="271649"/>
                  </a:cubicBezTo>
                  <a:cubicBezTo>
                    <a:pt x="425158" y="343087"/>
                    <a:pt x="483927" y="400999"/>
                    <a:pt x="513264" y="401856"/>
                  </a:cubicBezTo>
                  <a:cubicBezTo>
                    <a:pt x="559651" y="403285"/>
                    <a:pt x="622421" y="354517"/>
                    <a:pt x="568224" y="287366"/>
                  </a:cubicBezTo>
                  <a:cubicBezTo>
                    <a:pt x="588893" y="328133"/>
                    <a:pt x="516312" y="370233"/>
                    <a:pt x="497453" y="295748"/>
                  </a:cubicBezTo>
                  <a:cubicBezTo>
                    <a:pt x="485261" y="247456"/>
                    <a:pt x="520408" y="196783"/>
                    <a:pt x="546792" y="166970"/>
                  </a:cubicBezTo>
                  <a:cubicBezTo>
                    <a:pt x="554984" y="158111"/>
                    <a:pt x="563271" y="149539"/>
                    <a:pt x="572796" y="140776"/>
                  </a:cubicBezTo>
                  <a:cubicBezTo>
                    <a:pt x="599656" y="115439"/>
                    <a:pt x="636232" y="94008"/>
                    <a:pt x="670332" y="98771"/>
                  </a:cubicBezTo>
                  <a:cubicBezTo>
                    <a:pt x="752723" y="111344"/>
                    <a:pt x="824827" y="190115"/>
                    <a:pt x="890550" y="240979"/>
                  </a:cubicBezTo>
                  <a:cubicBezTo>
                    <a:pt x="935508" y="275459"/>
                    <a:pt x="986085" y="308035"/>
                    <a:pt x="1040283" y="328514"/>
                  </a:cubicBezTo>
                  <a:cubicBezTo>
                    <a:pt x="1100481" y="360327"/>
                    <a:pt x="1174776" y="367471"/>
                    <a:pt x="1239927" y="342134"/>
                  </a:cubicBezTo>
                  <a:cubicBezTo>
                    <a:pt x="1287076" y="326323"/>
                    <a:pt x="1329652" y="301748"/>
                    <a:pt x="1367752" y="271554"/>
                  </a:cubicBezTo>
                  <a:cubicBezTo>
                    <a:pt x="1350417" y="342992"/>
                    <a:pt x="1409186" y="400904"/>
                    <a:pt x="1438523" y="401761"/>
                  </a:cubicBezTo>
                  <a:cubicBezTo>
                    <a:pt x="1484910" y="403190"/>
                    <a:pt x="1547680" y="354422"/>
                    <a:pt x="1493482" y="287270"/>
                  </a:cubicBezTo>
                  <a:cubicBezTo>
                    <a:pt x="1514152" y="328037"/>
                    <a:pt x="1441571" y="370138"/>
                    <a:pt x="1422711" y="295652"/>
                  </a:cubicBezTo>
                  <a:cubicBezTo>
                    <a:pt x="1410519" y="247361"/>
                    <a:pt x="1445667" y="196688"/>
                    <a:pt x="1472051" y="166874"/>
                  </a:cubicBezTo>
                  <a:cubicBezTo>
                    <a:pt x="1480243" y="158016"/>
                    <a:pt x="1488529" y="149444"/>
                    <a:pt x="1498054" y="140681"/>
                  </a:cubicBezTo>
                  <a:cubicBezTo>
                    <a:pt x="1524915" y="115344"/>
                    <a:pt x="1561491" y="93913"/>
                    <a:pt x="1595590" y="98675"/>
                  </a:cubicBezTo>
                  <a:cubicBezTo>
                    <a:pt x="1670838" y="110105"/>
                    <a:pt x="1737513" y="176876"/>
                    <a:pt x="1798663" y="227168"/>
                  </a:cubicBezTo>
                  <a:cubicBezTo>
                    <a:pt x="1794377" y="266792"/>
                    <a:pt x="1798854" y="307463"/>
                    <a:pt x="1813522" y="345278"/>
                  </a:cubicBezTo>
                  <a:cubicBezTo>
                    <a:pt x="1830477" y="395951"/>
                    <a:pt x="1856956" y="441671"/>
                    <a:pt x="1889341" y="482628"/>
                  </a:cubicBezTo>
                  <a:cubicBezTo>
                    <a:pt x="1812570" y="464054"/>
                    <a:pt x="1750372" y="527205"/>
                    <a:pt x="1749419" y="558638"/>
                  </a:cubicBezTo>
                  <a:cubicBezTo>
                    <a:pt x="1747895" y="608549"/>
                    <a:pt x="1800282" y="675986"/>
                    <a:pt x="1872482" y="617693"/>
                  </a:cubicBezTo>
                  <a:cubicBezTo>
                    <a:pt x="1828667" y="639886"/>
                    <a:pt x="1783423" y="561876"/>
                    <a:pt x="1863433" y="541683"/>
                  </a:cubicBezTo>
                  <a:cubicBezTo>
                    <a:pt x="1915344" y="528539"/>
                    <a:pt x="1969827" y="566353"/>
                    <a:pt x="2001831" y="594642"/>
                  </a:cubicBezTo>
                  <a:cubicBezTo>
                    <a:pt x="2011356" y="603405"/>
                    <a:pt x="2020501" y="612359"/>
                    <a:pt x="2029930" y="622550"/>
                  </a:cubicBezTo>
                  <a:cubicBezTo>
                    <a:pt x="2057172" y="651411"/>
                    <a:pt x="2080222" y="690654"/>
                    <a:pt x="2075079" y="727421"/>
                  </a:cubicBezTo>
                  <a:cubicBezTo>
                    <a:pt x="2061553" y="815908"/>
                    <a:pt x="1976876" y="893441"/>
                    <a:pt x="1922202" y="964022"/>
                  </a:cubicBezTo>
                  <a:cubicBezTo>
                    <a:pt x="1885150" y="1012313"/>
                    <a:pt x="1850098" y="1066701"/>
                    <a:pt x="1828191" y="1124899"/>
                  </a:cubicBezTo>
                  <a:cubicBezTo>
                    <a:pt x="1793996" y="1189574"/>
                    <a:pt x="1786376" y="1269489"/>
                    <a:pt x="1813522" y="1339402"/>
                  </a:cubicBezTo>
                  <a:cubicBezTo>
                    <a:pt x="1830477" y="1390075"/>
                    <a:pt x="1856956" y="1435795"/>
                    <a:pt x="1889341" y="1476752"/>
                  </a:cubicBezTo>
                  <a:cubicBezTo>
                    <a:pt x="1812570" y="1458179"/>
                    <a:pt x="1750372" y="1521330"/>
                    <a:pt x="1749419" y="1552762"/>
                  </a:cubicBezTo>
                  <a:cubicBezTo>
                    <a:pt x="1747895" y="1602673"/>
                    <a:pt x="1800282" y="1670110"/>
                    <a:pt x="1872482" y="1611817"/>
                  </a:cubicBezTo>
                  <a:cubicBezTo>
                    <a:pt x="1828667" y="1634010"/>
                    <a:pt x="1783423" y="1556001"/>
                    <a:pt x="1863433" y="1535807"/>
                  </a:cubicBezTo>
                  <a:cubicBezTo>
                    <a:pt x="1915344" y="1522663"/>
                    <a:pt x="1969827" y="1560572"/>
                    <a:pt x="2001831" y="1588766"/>
                  </a:cubicBezTo>
                  <a:cubicBezTo>
                    <a:pt x="2011356" y="1597530"/>
                    <a:pt x="2020501" y="1606388"/>
                    <a:pt x="2029930" y="1616675"/>
                  </a:cubicBezTo>
                  <a:cubicBezTo>
                    <a:pt x="2057172" y="1645535"/>
                    <a:pt x="2080222" y="1684778"/>
                    <a:pt x="2075079" y="1721545"/>
                  </a:cubicBezTo>
                  <a:cubicBezTo>
                    <a:pt x="2061553" y="1810032"/>
                    <a:pt x="1976876" y="1887566"/>
                    <a:pt x="1922202" y="1958146"/>
                  </a:cubicBezTo>
                  <a:cubicBezTo>
                    <a:pt x="1871720" y="2023868"/>
                    <a:pt x="1825047" y="2100831"/>
                    <a:pt x="1809998" y="2183507"/>
                  </a:cubicBezTo>
                  <a:cubicBezTo>
                    <a:pt x="1792281" y="2238657"/>
                    <a:pt x="1792091" y="2299808"/>
                    <a:pt x="1813522" y="2354862"/>
                  </a:cubicBezTo>
                  <a:cubicBezTo>
                    <a:pt x="1830477" y="2405535"/>
                    <a:pt x="1856956" y="2451255"/>
                    <a:pt x="1889341" y="2492213"/>
                  </a:cubicBezTo>
                  <a:cubicBezTo>
                    <a:pt x="1812570" y="2473639"/>
                    <a:pt x="1750372" y="2536790"/>
                    <a:pt x="1749419" y="2568222"/>
                  </a:cubicBezTo>
                  <a:cubicBezTo>
                    <a:pt x="1747895" y="2618133"/>
                    <a:pt x="1800282" y="2685570"/>
                    <a:pt x="1872482" y="2627277"/>
                  </a:cubicBezTo>
                  <a:cubicBezTo>
                    <a:pt x="1828667" y="2649470"/>
                    <a:pt x="1783423" y="2571461"/>
                    <a:pt x="1863433" y="2551268"/>
                  </a:cubicBezTo>
                  <a:cubicBezTo>
                    <a:pt x="1915344" y="2538123"/>
                    <a:pt x="1969827" y="2575937"/>
                    <a:pt x="2001831" y="2604227"/>
                  </a:cubicBezTo>
                  <a:cubicBezTo>
                    <a:pt x="2011356" y="2612990"/>
                    <a:pt x="2020501" y="2621943"/>
                    <a:pt x="2029930" y="2632135"/>
                  </a:cubicBezTo>
                  <a:cubicBezTo>
                    <a:pt x="2057172" y="2660996"/>
                    <a:pt x="2080222" y="2700239"/>
                    <a:pt x="2075079" y="2737005"/>
                  </a:cubicBezTo>
                  <a:cubicBezTo>
                    <a:pt x="2061553" y="2825493"/>
                    <a:pt x="1976876" y="2903026"/>
                    <a:pt x="1922202" y="2973606"/>
                  </a:cubicBezTo>
                  <a:cubicBezTo>
                    <a:pt x="1859338" y="3055521"/>
                    <a:pt x="1802188" y="3154867"/>
                    <a:pt x="1805045" y="3260880"/>
                  </a:cubicBezTo>
                  <a:cubicBezTo>
                    <a:pt x="1826095" y="3161725"/>
                    <a:pt x="1892485" y="3079524"/>
                    <a:pt x="1961731" y="3008753"/>
                  </a:cubicBezTo>
                  <a:cubicBezTo>
                    <a:pt x="2060886" y="2915313"/>
                    <a:pt x="2213191" y="2787107"/>
                    <a:pt x="2136610" y="2633469"/>
                  </a:cubicBezTo>
                  <a:cubicBezTo>
                    <a:pt x="2112322" y="2584034"/>
                    <a:pt x="2066411" y="2540886"/>
                    <a:pt x="2026977" y="2505738"/>
                  </a:cubicBezTo>
                  <a:cubicBezTo>
                    <a:pt x="1927536" y="2416775"/>
                    <a:pt x="1825905" y="2255612"/>
                    <a:pt x="1929060" y="2139121"/>
                  </a:cubicBezTo>
                  <a:cubicBezTo>
                    <a:pt x="1971828" y="2087019"/>
                    <a:pt x="2043837" y="2068826"/>
                    <a:pt x="2095081" y="2115594"/>
                  </a:cubicBezTo>
                  <a:cubicBezTo>
                    <a:pt x="2120132" y="2136264"/>
                    <a:pt x="2135944" y="2169696"/>
                    <a:pt x="2132705" y="2202272"/>
                  </a:cubicBezTo>
                  <a:cubicBezTo>
                    <a:pt x="2124037" y="2288187"/>
                    <a:pt x="2044694" y="2322858"/>
                    <a:pt x="1969732" y="2273043"/>
                  </a:cubicBezTo>
                  <a:cubicBezTo>
                    <a:pt x="2042980" y="2352957"/>
                    <a:pt x="2153660" y="2311619"/>
                    <a:pt x="2177568" y="2209511"/>
                  </a:cubicBezTo>
                  <a:cubicBezTo>
                    <a:pt x="2202619" y="2102736"/>
                    <a:pt x="2093557" y="1996818"/>
                    <a:pt x="1981829" y="2020059"/>
                  </a:cubicBezTo>
                  <a:cubicBezTo>
                    <a:pt x="1955540" y="2025678"/>
                    <a:pt x="1931632" y="2035965"/>
                    <a:pt x="1910201" y="2049681"/>
                  </a:cubicBezTo>
                  <a:cubicBezTo>
                    <a:pt x="1926774" y="2030155"/>
                    <a:pt x="1944110" y="2011391"/>
                    <a:pt x="1961731" y="1993389"/>
                  </a:cubicBezTo>
                  <a:cubicBezTo>
                    <a:pt x="2060886" y="1899948"/>
                    <a:pt x="2213191" y="1771742"/>
                    <a:pt x="2136610" y="1618103"/>
                  </a:cubicBezTo>
                  <a:cubicBezTo>
                    <a:pt x="2112322" y="1568669"/>
                    <a:pt x="2066411" y="1525520"/>
                    <a:pt x="2026977" y="1490373"/>
                  </a:cubicBezTo>
                  <a:cubicBezTo>
                    <a:pt x="1927536" y="1401410"/>
                    <a:pt x="1825905" y="1240247"/>
                    <a:pt x="1929060" y="1123756"/>
                  </a:cubicBezTo>
                  <a:cubicBezTo>
                    <a:pt x="1971828" y="1071654"/>
                    <a:pt x="2043837" y="1053461"/>
                    <a:pt x="2095081" y="1100229"/>
                  </a:cubicBezTo>
                  <a:cubicBezTo>
                    <a:pt x="2120132" y="1120898"/>
                    <a:pt x="2135944" y="1154331"/>
                    <a:pt x="2132705" y="1186907"/>
                  </a:cubicBezTo>
                  <a:cubicBezTo>
                    <a:pt x="2124037" y="1272822"/>
                    <a:pt x="2044694" y="1307493"/>
                    <a:pt x="1969732" y="12576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07" name="Google Shape;907;p27"/>
            <p:cNvGrpSpPr/>
            <p:nvPr/>
          </p:nvGrpSpPr>
          <p:grpSpPr>
            <a:xfrm flipH="1">
              <a:off x="8430777" y="3046647"/>
              <a:ext cx="1088524" cy="2184972"/>
              <a:chOff x="5600902" y="897034"/>
              <a:chExt cx="1088524" cy="2184972"/>
            </a:xfrm>
          </p:grpSpPr>
          <p:sp>
            <p:nvSpPr>
              <p:cNvPr id="908" name="Google Shape;908;p27"/>
              <p:cNvSpPr/>
              <p:nvPr/>
            </p:nvSpPr>
            <p:spPr>
              <a:xfrm>
                <a:off x="5600902" y="897034"/>
                <a:ext cx="1088524" cy="1926314"/>
              </a:xfrm>
              <a:custGeom>
                <a:avLst/>
                <a:gdLst/>
                <a:ahLst/>
                <a:cxnLst/>
                <a:rect l="l" t="t" r="r" b="b"/>
                <a:pathLst>
                  <a:path w="806314" h="1426899" extrusionOk="0">
                    <a:moveTo>
                      <a:pt x="135510" y="0"/>
                    </a:moveTo>
                    <a:cubicBezTo>
                      <a:pt x="135510" y="0"/>
                      <a:pt x="30770" y="28357"/>
                      <a:pt x="0" y="67031"/>
                    </a:cubicBezTo>
                    <a:lnTo>
                      <a:pt x="139311" y="156808"/>
                    </a:lnTo>
                    <a:lnTo>
                      <a:pt x="36442" y="119220"/>
                    </a:lnTo>
                    <a:lnTo>
                      <a:pt x="193069" y="237535"/>
                    </a:lnTo>
                    <a:lnTo>
                      <a:pt x="60817" y="189207"/>
                    </a:lnTo>
                    <a:cubicBezTo>
                      <a:pt x="60817" y="189207"/>
                      <a:pt x="174546" y="318564"/>
                      <a:pt x="163505" y="439956"/>
                    </a:cubicBezTo>
                    <a:cubicBezTo>
                      <a:pt x="152464" y="561348"/>
                      <a:pt x="247611" y="696013"/>
                      <a:pt x="345412" y="792849"/>
                    </a:cubicBezTo>
                    <a:lnTo>
                      <a:pt x="149146" y="676706"/>
                    </a:lnTo>
                    <a:cubicBezTo>
                      <a:pt x="149146" y="676706"/>
                      <a:pt x="154877" y="995209"/>
                      <a:pt x="468433" y="1048726"/>
                    </a:cubicBezTo>
                    <a:lnTo>
                      <a:pt x="346378" y="1048545"/>
                    </a:lnTo>
                    <a:cubicBezTo>
                      <a:pt x="346378" y="1048545"/>
                      <a:pt x="403393" y="1120402"/>
                      <a:pt x="556943" y="1125470"/>
                    </a:cubicBezTo>
                    <a:lnTo>
                      <a:pt x="440619" y="1155155"/>
                    </a:lnTo>
                    <a:lnTo>
                      <a:pt x="519355" y="1228340"/>
                    </a:lnTo>
                    <a:lnTo>
                      <a:pt x="596884" y="1228883"/>
                    </a:lnTo>
                    <a:lnTo>
                      <a:pt x="541618" y="1258628"/>
                    </a:lnTo>
                    <a:cubicBezTo>
                      <a:pt x="541618" y="1258628"/>
                      <a:pt x="641833" y="1409825"/>
                      <a:pt x="746573" y="1426899"/>
                    </a:cubicBezTo>
                    <a:cubicBezTo>
                      <a:pt x="855778" y="1173617"/>
                      <a:pt x="781868" y="874541"/>
                      <a:pt x="781868" y="874541"/>
                    </a:cubicBezTo>
                    <a:lnTo>
                      <a:pt x="697099" y="954605"/>
                    </a:lnTo>
                    <a:lnTo>
                      <a:pt x="772155" y="809924"/>
                    </a:lnTo>
                    <a:cubicBezTo>
                      <a:pt x="772155" y="809924"/>
                      <a:pt x="733239" y="612511"/>
                      <a:pt x="590187" y="365926"/>
                    </a:cubicBezTo>
                    <a:cubicBezTo>
                      <a:pt x="583671" y="535645"/>
                      <a:pt x="553263" y="618906"/>
                      <a:pt x="553263" y="618906"/>
                    </a:cubicBezTo>
                    <a:cubicBezTo>
                      <a:pt x="553263" y="618906"/>
                      <a:pt x="571423" y="386862"/>
                      <a:pt x="519898" y="284716"/>
                    </a:cubicBezTo>
                    <a:cubicBezTo>
                      <a:pt x="407134" y="77047"/>
                      <a:pt x="135510" y="0"/>
                      <a:pt x="13551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9" name="Google Shape;909;p27"/>
              <p:cNvSpPr/>
              <p:nvPr/>
            </p:nvSpPr>
            <p:spPr>
              <a:xfrm>
                <a:off x="5905184" y="1098839"/>
                <a:ext cx="751683" cy="1983166"/>
              </a:xfrm>
              <a:custGeom>
                <a:avLst/>
                <a:gdLst/>
                <a:ahLst/>
                <a:cxnLst/>
                <a:rect l="l" t="t" r="r" b="b"/>
                <a:pathLst>
                  <a:path w="556802" h="1469012" extrusionOk="0">
                    <a:moveTo>
                      <a:pt x="556762" y="1469012"/>
                    </a:moveTo>
                    <a:cubicBezTo>
                      <a:pt x="556762" y="1469012"/>
                      <a:pt x="572147" y="758640"/>
                      <a:pt x="0" y="0"/>
                    </a:cubicBezTo>
                    <a:cubicBezTo>
                      <a:pt x="528043" y="742531"/>
                      <a:pt x="490697" y="1406868"/>
                      <a:pt x="490697" y="1406868"/>
                    </a:cubicBezTo>
                    <a:lnTo>
                      <a:pt x="556702" y="146901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10" name="Google Shape;910;p27"/>
            <p:cNvGrpSpPr/>
            <p:nvPr/>
          </p:nvGrpSpPr>
          <p:grpSpPr>
            <a:xfrm>
              <a:off x="8573263" y="2454967"/>
              <a:ext cx="362052" cy="275312"/>
              <a:chOff x="6023322" y="2525279"/>
              <a:chExt cx="525018" cy="399234"/>
            </a:xfrm>
          </p:grpSpPr>
          <p:sp>
            <p:nvSpPr>
              <p:cNvPr id="911" name="Google Shape;911;p27"/>
              <p:cNvSpPr/>
              <p:nvPr/>
            </p:nvSpPr>
            <p:spPr>
              <a:xfrm rot="9896927">
                <a:off x="6052726" y="2580872"/>
                <a:ext cx="466210" cy="288050"/>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2" name="Google Shape;912;p27"/>
              <p:cNvSpPr/>
              <p:nvPr/>
            </p:nvSpPr>
            <p:spPr>
              <a:xfrm rot="9896927">
                <a:off x="6052039" y="2703106"/>
                <a:ext cx="422018" cy="42589"/>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13" name="Google Shape;913;p27"/>
            <p:cNvGrpSpPr/>
            <p:nvPr/>
          </p:nvGrpSpPr>
          <p:grpSpPr>
            <a:xfrm flipH="1">
              <a:off x="94926" y="103822"/>
              <a:ext cx="830363" cy="1131584"/>
              <a:chOff x="7839382" y="484822"/>
              <a:chExt cx="830363" cy="1131584"/>
            </a:xfrm>
          </p:grpSpPr>
          <p:sp>
            <p:nvSpPr>
              <p:cNvPr id="914" name="Google Shape;914;p27"/>
              <p:cNvSpPr/>
              <p:nvPr/>
            </p:nvSpPr>
            <p:spPr>
              <a:xfrm rot="5400000" flipH="1">
                <a:off x="7957025" y="927337"/>
                <a:ext cx="349505" cy="584791"/>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5" name="Google Shape;915;p27"/>
              <p:cNvSpPr/>
              <p:nvPr/>
            </p:nvSpPr>
            <p:spPr>
              <a:xfrm rot="903073" flipH="1">
                <a:off x="8249530" y="995119"/>
                <a:ext cx="350151" cy="585873"/>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16" name="Google Shape;916;p27"/>
              <p:cNvGrpSpPr/>
              <p:nvPr/>
            </p:nvGrpSpPr>
            <p:grpSpPr>
              <a:xfrm>
                <a:off x="7918116" y="484822"/>
                <a:ext cx="728418" cy="693113"/>
                <a:chOff x="10998884" y="208750"/>
                <a:chExt cx="777560" cy="739873"/>
              </a:xfrm>
            </p:grpSpPr>
            <p:sp>
              <p:nvSpPr>
                <p:cNvPr id="917" name="Google Shape;917;p27"/>
                <p:cNvSpPr/>
                <p:nvPr/>
              </p:nvSpPr>
              <p:spPr>
                <a:xfrm>
                  <a:off x="10998884"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8" name="Google Shape;918;p27"/>
                <p:cNvSpPr/>
                <p:nvPr/>
              </p:nvSpPr>
              <p:spPr>
                <a:xfrm>
                  <a:off x="11266703"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9" name="Google Shape;919;p27"/>
                <p:cNvSpPr/>
                <p:nvPr/>
              </p:nvSpPr>
              <p:spPr>
                <a:xfrm>
                  <a:off x="11359570"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0" name="Google Shape;920;p27"/>
                <p:cNvSpPr/>
                <p:nvPr/>
              </p:nvSpPr>
              <p:spPr>
                <a:xfrm>
                  <a:off x="11087005"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1" name="Google Shape;921;p27"/>
                <p:cNvSpPr/>
                <p:nvPr/>
              </p:nvSpPr>
              <p:spPr>
                <a:xfrm>
                  <a:off x="11495401"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2" name="Google Shape;922;p27"/>
                <p:cNvSpPr/>
                <p:nvPr/>
              </p:nvSpPr>
              <p:spPr>
                <a:xfrm>
                  <a:off x="11270843"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3" name="Google Shape;923;p27"/>
                <p:cNvSpPr/>
                <p:nvPr/>
              </p:nvSpPr>
              <p:spPr>
                <a:xfrm>
                  <a:off x="11165861"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4" name="Google Shape;924;p27"/>
                <p:cNvSpPr/>
                <p:nvPr/>
              </p:nvSpPr>
              <p:spPr>
                <a:xfrm>
                  <a:off x="11425825"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5" name="Google Shape;925;p27"/>
                <p:cNvSpPr/>
                <p:nvPr/>
              </p:nvSpPr>
              <p:spPr>
                <a:xfrm>
                  <a:off x="11448815"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6" name="Google Shape;926;p27"/>
                <p:cNvSpPr/>
                <p:nvPr/>
              </p:nvSpPr>
              <p:spPr>
                <a:xfrm>
                  <a:off x="11305318"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7" name="Google Shape;927;p27"/>
                <p:cNvSpPr/>
                <p:nvPr/>
              </p:nvSpPr>
              <p:spPr>
                <a:xfrm>
                  <a:off x="11557407"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8" name="Google Shape;928;p27"/>
                <p:cNvSpPr/>
                <p:nvPr/>
              </p:nvSpPr>
              <p:spPr>
                <a:xfrm>
                  <a:off x="11081445"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9" name="Google Shape;929;p27"/>
                <p:cNvSpPr/>
                <p:nvPr/>
              </p:nvSpPr>
              <p:spPr>
                <a:xfrm>
                  <a:off x="11343673"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0" name="Google Shape;930;p27"/>
                <p:cNvSpPr/>
                <p:nvPr/>
              </p:nvSpPr>
              <p:spPr>
                <a:xfrm>
                  <a:off x="11247125"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1" name="Google Shape;931;p27"/>
                <p:cNvSpPr/>
                <p:nvPr/>
              </p:nvSpPr>
              <p:spPr>
                <a:xfrm>
                  <a:off x="11396355"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2" name="Google Shape;932;p27"/>
                <p:cNvSpPr/>
                <p:nvPr/>
              </p:nvSpPr>
              <p:spPr>
                <a:xfrm>
                  <a:off x="11324151"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3" name="Google Shape;933;p27"/>
                <p:cNvSpPr/>
                <p:nvPr/>
              </p:nvSpPr>
              <p:spPr>
                <a:xfrm>
                  <a:off x="11414100"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4" name="Google Shape;934;p27"/>
                <p:cNvSpPr/>
                <p:nvPr/>
              </p:nvSpPr>
              <p:spPr>
                <a:xfrm>
                  <a:off x="11338622"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5" name="Google Shape;935;p27"/>
                <p:cNvSpPr/>
                <p:nvPr/>
              </p:nvSpPr>
              <p:spPr>
                <a:xfrm>
                  <a:off x="11394951"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6" name="Google Shape;936;p27"/>
                <p:cNvSpPr/>
                <p:nvPr/>
              </p:nvSpPr>
              <p:spPr>
                <a:xfrm>
                  <a:off x="11314358"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7" name="Google Shape;937;p27"/>
                <p:cNvSpPr/>
                <p:nvPr/>
              </p:nvSpPr>
              <p:spPr>
                <a:xfrm>
                  <a:off x="11251948"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938" name="Google Shape;938;p27"/>
            <p:cNvSpPr/>
            <p:nvPr/>
          </p:nvSpPr>
          <p:spPr>
            <a:xfrm rot="9898898">
              <a:off x="8464318" y="2055703"/>
              <a:ext cx="150383" cy="276040"/>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39"/>
        <p:cNvGrpSpPr/>
        <p:nvPr/>
      </p:nvGrpSpPr>
      <p:grpSpPr>
        <a:xfrm>
          <a:off x="0" y="0"/>
          <a:ext cx="0" cy="0"/>
          <a:chOff x="0" y="0"/>
          <a:chExt cx="0" cy="0"/>
        </a:xfrm>
      </p:grpSpPr>
      <p:grpSp>
        <p:nvGrpSpPr>
          <p:cNvPr id="940" name="Google Shape;940;p28"/>
          <p:cNvGrpSpPr/>
          <p:nvPr/>
        </p:nvGrpSpPr>
        <p:grpSpPr>
          <a:xfrm>
            <a:off x="118949" y="121225"/>
            <a:ext cx="9155062" cy="5138818"/>
            <a:chOff x="118949" y="121225"/>
            <a:chExt cx="9155062" cy="5138818"/>
          </a:xfrm>
        </p:grpSpPr>
        <p:grpSp>
          <p:nvGrpSpPr>
            <p:cNvPr id="941" name="Google Shape;941;p28"/>
            <p:cNvGrpSpPr/>
            <p:nvPr/>
          </p:nvGrpSpPr>
          <p:grpSpPr>
            <a:xfrm flipH="1">
              <a:off x="118949" y="121225"/>
              <a:ext cx="2181803" cy="2335108"/>
              <a:chOff x="6789974" y="208750"/>
              <a:chExt cx="2181803" cy="2335108"/>
            </a:xfrm>
          </p:grpSpPr>
          <p:sp>
            <p:nvSpPr>
              <p:cNvPr id="942" name="Google Shape;942;p28"/>
              <p:cNvSpPr/>
              <p:nvPr/>
            </p:nvSpPr>
            <p:spPr>
              <a:xfrm>
                <a:off x="8622036" y="2194213"/>
                <a:ext cx="187137" cy="349645"/>
              </a:xfrm>
              <a:custGeom>
                <a:avLst/>
                <a:gdLst/>
                <a:ahLst/>
                <a:cxnLst/>
                <a:rect l="l" t="t" r="r" b="b"/>
                <a:pathLst>
                  <a:path w="284619" h="531780" extrusionOk="0">
                    <a:moveTo>
                      <a:pt x="113167" y="0"/>
                    </a:moveTo>
                    <a:cubicBezTo>
                      <a:pt x="113167" y="0"/>
                      <a:pt x="249661" y="28289"/>
                      <a:pt x="278236" y="179165"/>
                    </a:cubicBezTo>
                    <a:cubicBezTo>
                      <a:pt x="306811" y="330041"/>
                      <a:pt x="231563" y="405765"/>
                      <a:pt x="208132" y="455581"/>
                    </a:cubicBezTo>
                    <a:cubicBezTo>
                      <a:pt x="184700" y="505396"/>
                      <a:pt x="208989" y="531781"/>
                      <a:pt x="208989" y="531781"/>
                    </a:cubicBezTo>
                    <a:cubicBezTo>
                      <a:pt x="208989" y="531781"/>
                      <a:pt x="144028" y="519779"/>
                      <a:pt x="68114" y="413766"/>
                    </a:cubicBezTo>
                    <a:cubicBezTo>
                      <a:pt x="-7705" y="307753"/>
                      <a:pt x="-12277" y="188595"/>
                      <a:pt x="15917" y="121634"/>
                    </a:cubicBezTo>
                    <a:cubicBezTo>
                      <a:pt x="44016" y="54578"/>
                      <a:pt x="74496" y="27813"/>
                      <a:pt x="113072"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3" name="Google Shape;943;p28"/>
              <p:cNvSpPr/>
              <p:nvPr/>
            </p:nvSpPr>
            <p:spPr>
              <a:xfrm>
                <a:off x="8685363" y="1997720"/>
                <a:ext cx="239235" cy="150602"/>
              </a:xfrm>
              <a:custGeom>
                <a:avLst/>
                <a:gdLst/>
                <a:ahLst/>
                <a:cxnLst/>
                <a:rect l="l" t="t" r="r" b="b"/>
                <a:pathLst>
                  <a:path w="363855" h="229053" extrusionOk="0">
                    <a:moveTo>
                      <a:pt x="0" y="87289"/>
                    </a:moveTo>
                    <a:cubicBezTo>
                      <a:pt x="0" y="87289"/>
                      <a:pt x="22479" y="224354"/>
                      <a:pt x="192024" y="228069"/>
                    </a:cubicBezTo>
                    <a:cubicBezTo>
                      <a:pt x="305276" y="236070"/>
                      <a:pt x="308420" y="192160"/>
                      <a:pt x="363855" y="209114"/>
                    </a:cubicBezTo>
                    <a:cubicBezTo>
                      <a:pt x="291465" y="19091"/>
                      <a:pt x="183071" y="-12056"/>
                      <a:pt x="104965" y="3469"/>
                    </a:cubicBezTo>
                    <a:cubicBezTo>
                      <a:pt x="26861" y="18995"/>
                      <a:pt x="0" y="87385"/>
                      <a:pt x="0" y="873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4" name="Google Shape;944;p28"/>
              <p:cNvSpPr/>
              <p:nvPr/>
            </p:nvSpPr>
            <p:spPr>
              <a:xfrm>
                <a:off x="8491353" y="2034124"/>
                <a:ext cx="185109" cy="180152"/>
              </a:xfrm>
              <a:custGeom>
                <a:avLst/>
                <a:gdLst/>
                <a:ahLst/>
                <a:cxnLst/>
                <a:rect l="l" t="t" r="r" b="b"/>
                <a:pathLst>
                  <a:path w="281535" h="273996" extrusionOk="0">
                    <a:moveTo>
                      <a:pt x="281440" y="32823"/>
                    </a:moveTo>
                    <a:cubicBezTo>
                      <a:pt x="281440" y="32823"/>
                      <a:pt x="283726" y="118263"/>
                      <a:pt x="217241" y="177032"/>
                    </a:cubicBezTo>
                    <a:cubicBezTo>
                      <a:pt x="150662" y="235801"/>
                      <a:pt x="133231" y="271139"/>
                      <a:pt x="44267" y="256852"/>
                    </a:cubicBezTo>
                    <a:cubicBezTo>
                      <a:pt x="13788" y="251613"/>
                      <a:pt x="4834" y="273997"/>
                      <a:pt x="4834" y="273997"/>
                    </a:cubicBezTo>
                    <a:cubicBezTo>
                      <a:pt x="4834" y="273997"/>
                      <a:pt x="-14597" y="194368"/>
                      <a:pt x="24456" y="121120"/>
                    </a:cubicBezTo>
                    <a:cubicBezTo>
                      <a:pt x="63508" y="47873"/>
                      <a:pt x="179427" y="-52806"/>
                      <a:pt x="281535" y="328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5" name="Google Shape;945;p28"/>
              <p:cNvSpPr/>
              <p:nvPr/>
            </p:nvSpPr>
            <p:spPr>
              <a:xfrm>
                <a:off x="8543957" y="1830625"/>
                <a:ext cx="160497" cy="452103"/>
              </a:xfrm>
              <a:custGeom>
                <a:avLst/>
                <a:gdLst/>
                <a:ahLst/>
                <a:cxnLst/>
                <a:rect l="l" t="t" r="r" b="b"/>
                <a:pathLst>
                  <a:path w="244102" h="687609" extrusionOk="0">
                    <a:moveTo>
                      <a:pt x="243935" y="687610"/>
                    </a:moveTo>
                    <a:cubicBezTo>
                      <a:pt x="243935" y="687610"/>
                      <a:pt x="258032" y="178022"/>
                      <a:pt x="27432" y="0"/>
                    </a:cubicBezTo>
                    <a:lnTo>
                      <a:pt x="0" y="17431"/>
                    </a:lnTo>
                    <a:cubicBezTo>
                      <a:pt x="0" y="17431"/>
                      <a:pt x="219170" y="115634"/>
                      <a:pt x="243935" y="68761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6" name="Google Shape;946;p28"/>
              <p:cNvSpPr/>
              <p:nvPr/>
            </p:nvSpPr>
            <p:spPr>
              <a:xfrm>
                <a:off x="8495154" y="1896893"/>
                <a:ext cx="195896" cy="78219"/>
              </a:xfrm>
              <a:custGeom>
                <a:avLst/>
                <a:gdLst/>
                <a:ahLst/>
                <a:cxnLst/>
                <a:rect l="l" t="t" r="r" b="b"/>
                <a:pathLst>
                  <a:path w="297941" h="118964" extrusionOk="0">
                    <a:moveTo>
                      <a:pt x="297942" y="55995"/>
                    </a:moveTo>
                    <a:cubicBezTo>
                      <a:pt x="297942" y="55995"/>
                      <a:pt x="208407" y="187536"/>
                      <a:pt x="0" y="70378"/>
                    </a:cubicBezTo>
                    <a:cubicBezTo>
                      <a:pt x="135350" y="-19062"/>
                      <a:pt x="203454" y="-22586"/>
                      <a:pt x="297942" y="559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7" name="Google Shape;947;p28"/>
              <p:cNvSpPr/>
              <p:nvPr/>
            </p:nvSpPr>
            <p:spPr>
              <a:xfrm>
                <a:off x="8590830" y="1850710"/>
                <a:ext cx="145285" cy="121817"/>
              </a:xfrm>
              <a:custGeom>
                <a:avLst/>
                <a:gdLst/>
                <a:ahLst/>
                <a:cxnLst/>
                <a:rect l="l" t="t" r="r" b="b"/>
                <a:pathLst>
                  <a:path w="220966" h="185273" extrusionOk="0">
                    <a:moveTo>
                      <a:pt x="220967" y="185166"/>
                    </a:moveTo>
                    <a:lnTo>
                      <a:pt x="185629" y="57721"/>
                    </a:lnTo>
                    <a:lnTo>
                      <a:pt x="463" y="0"/>
                    </a:lnTo>
                    <a:cubicBezTo>
                      <a:pt x="-11729" y="196024"/>
                      <a:pt x="220967" y="185166"/>
                      <a:pt x="220967" y="1851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8" name="Google Shape;948;p28"/>
              <p:cNvSpPr/>
              <p:nvPr/>
            </p:nvSpPr>
            <p:spPr>
              <a:xfrm>
                <a:off x="8420698" y="1725822"/>
                <a:ext cx="212309" cy="238469"/>
              </a:xfrm>
              <a:custGeom>
                <a:avLst/>
                <a:gdLst/>
                <a:ahLst/>
                <a:cxnLst/>
                <a:rect l="l" t="t" r="r" b="b"/>
                <a:pathLst>
                  <a:path w="322903" h="362691" extrusionOk="0">
                    <a:moveTo>
                      <a:pt x="321659" y="164020"/>
                    </a:moveTo>
                    <a:cubicBezTo>
                      <a:pt x="321659" y="164020"/>
                      <a:pt x="360807" y="387953"/>
                      <a:pt x="0" y="360331"/>
                    </a:cubicBezTo>
                    <a:cubicBezTo>
                      <a:pt x="41148" y="220790"/>
                      <a:pt x="78867" y="61436"/>
                      <a:pt x="78867" y="61436"/>
                    </a:cubicBezTo>
                    <a:lnTo>
                      <a:pt x="256889" y="0"/>
                    </a:lnTo>
                    <a:lnTo>
                      <a:pt x="321659" y="16402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9" name="Google Shape;949;p28"/>
              <p:cNvSpPr/>
              <p:nvPr/>
            </p:nvSpPr>
            <p:spPr>
              <a:xfrm>
                <a:off x="8504706" y="1454224"/>
                <a:ext cx="295029" cy="478879"/>
              </a:xfrm>
              <a:custGeom>
                <a:avLst/>
                <a:gdLst/>
                <a:ahLst/>
                <a:cxnLst/>
                <a:rect l="l" t="t" r="r" b="b"/>
                <a:pathLst>
                  <a:path w="448713" h="728333" extrusionOk="0">
                    <a:moveTo>
                      <a:pt x="319024" y="53795"/>
                    </a:moveTo>
                    <a:cubicBezTo>
                      <a:pt x="319024" y="53795"/>
                      <a:pt x="468662" y="93991"/>
                      <a:pt x="446469" y="299445"/>
                    </a:cubicBezTo>
                    <a:cubicBezTo>
                      <a:pt x="424275" y="504899"/>
                      <a:pt x="323501" y="490898"/>
                      <a:pt x="430943" y="728261"/>
                    </a:cubicBezTo>
                    <a:cubicBezTo>
                      <a:pt x="294640" y="729690"/>
                      <a:pt x="121285" y="711592"/>
                      <a:pt x="82423" y="521759"/>
                    </a:cubicBezTo>
                    <a:cubicBezTo>
                      <a:pt x="43561" y="331925"/>
                      <a:pt x="-177229" y="-162613"/>
                      <a:pt x="318929" y="5370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0" name="Google Shape;950;p28"/>
              <p:cNvSpPr/>
              <p:nvPr/>
            </p:nvSpPr>
            <p:spPr>
              <a:xfrm>
                <a:off x="8385034" y="1491939"/>
                <a:ext cx="175832" cy="445277"/>
              </a:xfrm>
              <a:custGeom>
                <a:avLst/>
                <a:gdLst/>
                <a:ahLst/>
                <a:cxnLst/>
                <a:rect l="l" t="t" r="r" b="b"/>
                <a:pathLst>
                  <a:path w="267425" h="677227" extrusionOk="0">
                    <a:moveTo>
                      <a:pt x="255270" y="95250"/>
                    </a:moveTo>
                    <a:cubicBezTo>
                      <a:pt x="255270" y="95250"/>
                      <a:pt x="351949" y="662273"/>
                      <a:pt x="0" y="677227"/>
                    </a:cubicBezTo>
                    <a:cubicBezTo>
                      <a:pt x="97631" y="511588"/>
                      <a:pt x="-96583" y="44101"/>
                      <a:pt x="146399" y="0"/>
                    </a:cubicBezTo>
                    <a:cubicBezTo>
                      <a:pt x="246221" y="47244"/>
                      <a:pt x="255270" y="95250"/>
                      <a:pt x="255270" y="9525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1" name="Google Shape;951;p28"/>
              <p:cNvSpPr/>
              <p:nvPr/>
            </p:nvSpPr>
            <p:spPr>
              <a:xfrm>
                <a:off x="8258770" y="1296787"/>
                <a:ext cx="713007" cy="512505"/>
              </a:xfrm>
              <a:custGeom>
                <a:avLst/>
                <a:gdLst/>
                <a:ahLst/>
                <a:cxnLst/>
                <a:rect l="l" t="t" r="r" b="b"/>
                <a:pathLst>
                  <a:path w="1084421" h="779475" extrusionOk="0">
                    <a:moveTo>
                      <a:pt x="150019" y="458057"/>
                    </a:moveTo>
                    <a:cubicBezTo>
                      <a:pt x="200501" y="395097"/>
                      <a:pt x="239649" y="337947"/>
                      <a:pt x="321850" y="325660"/>
                    </a:cubicBezTo>
                    <a:cubicBezTo>
                      <a:pt x="340995" y="535591"/>
                      <a:pt x="242792" y="650081"/>
                      <a:pt x="129445" y="662654"/>
                    </a:cubicBezTo>
                    <a:cubicBezTo>
                      <a:pt x="16097" y="675227"/>
                      <a:pt x="0" y="771906"/>
                      <a:pt x="0" y="771906"/>
                    </a:cubicBezTo>
                    <a:cubicBezTo>
                      <a:pt x="0" y="771906"/>
                      <a:pt x="16288" y="700754"/>
                      <a:pt x="178118" y="696278"/>
                    </a:cubicBezTo>
                    <a:cubicBezTo>
                      <a:pt x="339852" y="691801"/>
                      <a:pt x="392144" y="529400"/>
                      <a:pt x="405003" y="392811"/>
                    </a:cubicBezTo>
                    <a:cubicBezTo>
                      <a:pt x="417767" y="256222"/>
                      <a:pt x="514541" y="278321"/>
                      <a:pt x="514541" y="278321"/>
                    </a:cubicBezTo>
                    <a:cubicBezTo>
                      <a:pt x="514541" y="278321"/>
                      <a:pt x="680180" y="370332"/>
                      <a:pt x="716185" y="565880"/>
                    </a:cubicBezTo>
                    <a:cubicBezTo>
                      <a:pt x="752284" y="761429"/>
                      <a:pt x="858012" y="834104"/>
                      <a:pt x="1018889" y="735997"/>
                    </a:cubicBezTo>
                    <a:cubicBezTo>
                      <a:pt x="715899" y="810101"/>
                      <a:pt x="780383" y="460248"/>
                      <a:pt x="688181" y="327755"/>
                    </a:cubicBezTo>
                    <a:cubicBezTo>
                      <a:pt x="781050" y="244507"/>
                      <a:pt x="837914" y="255270"/>
                      <a:pt x="879062" y="396812"/>
                    </a:cubicBezTo>
                    <a:cubicBezTo>
                      <a:pt x="920210" y="538353"/>
                      <a:pt x="983361" y="597313"/>
                      <a:pt x="1084422" y="491204"/>
                    </a:cubicBezTo>
                    <a:cubicBezTo>
                      <a:pt x="982790" y="546163"/>
                      <a:pt x="953834" y="489680"/>
                      <a:pt x="904018" y="342614"/>
                    </a:cubicBezTo>
                    <a:cubicBezTo>
                      <a:pt x="854297" y="195453"/>
                      <a:pt x="791909" y="207454"/>
                      <a:pt x="721233" y="239459"/>
                    </a:cubicBezTo>
                    <a:cubicBezTo>
                      <a:pt x="650558" y="271367"/>
                      <a:pt x="613410" y="243364"/>
                      <a:pt x="575977" y="189833"/>
                    </a:cubicBezTo>
                    <a:cubicBezTo>
                      <a:pt x="538543" y="136303"/>
                      <a:pt x="534257" y="0"/>
                      <a:pt x="534257" y="0"/>
                    </a:cubicBezTo>
                    <a:lnTo>
                      <a:pt x="477488" y="571"/>
                    </a:lnTo>
                    <a:cubicBezTo>
                      <a:pt x="467868" y="168212"/>
                      <a:pt x="420148" y="228314"/>
                      <a:pt x="343757" y="248888"/>
                    </a:cubicBezTo>
                    <a:cubicBezTo>
                      <a:pt x="267272" y="269558"/>
                      <a:pt x="207931" y="295656"/>
                      <a:pt x="152210" y="395478"/>
                    </a:cubicBezTo>
                    <a:cubicBezTo>
                      <a:pt x="96488" y="495205"/>
                      <a:pt x="16955" y="490728"/>
                      <a:pt x="16955" y="490728"/>
                    </a:cubicBezTo>
                    <a:cubicBezTo>
                      <a:pt x="16955" y="490728"/>
                      <a:pt x="99632" y="521113"/>
                      <a:pt x="150019" y="458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2" name="Google Shape;952;p28"/>
              <p:cNvSpPr/>
              <p:nvPr/>
            </p:nvSpPr>
            <p:spPr>
              <a:xfrm>
                <a:off x="6789974" y="344934"/>
                <a:ext cx="350898" cy="186673"/>
              </a:xfrm>
              <a:custGeom>
                <a:avLst/>
                <a:gdLst/>
                <a:ahLst/>
                <a:cxnLst/>
                <a:rect l="l" t="t" r="r" b="b"/>
                <a:pathLst>
                  <a:path w="533685" h="283914" extrusionOk="0">
                    <a:moveTo>
                      <a:pt x="533686" y="166484"/>
                    </a:moveTo>
                    <a:cubicBezTo>
                      <a:pt x="533686" y="166484"/>
                      <a:pt x="502634" y="30562"/>
                      <a:pt x="351187" y="5130"/>
                    </a:cubicBezTo>
                    <a:cubicBezTo>
                      <a:pt x="199739" y="-20397"/>
                      <a:pt x="125540" y="56375"/>
                      <a:pt x="76200" y="80854"/>
                    </a:cubicBezTo>
                    <a:cubicBezTo>
                      <a:pt x="26860" y="105238"/>
                      <a:pt x="0" y="81521"/>
                      <a:pt x="0" y="81521"/>
                    </a:cubicBezTo>
                    <a:cubicBezTo>
                      <a:pt x="0" y="81521"/>
                      <a:pt x="13335" y="146291"/>
                      <a:pt x="120872" y="219919"/>
                    </a:cubicBezTo>
                    <a:cubicBezTo>
                      <a:pt x="228410" y="293643"/>
                      <a:pt x="347567" y="295643"/>
                      <a:pt x="414052" y="266115"/>
                    </a:cubicBezTo>
                    <a:cubicBezTo>
                      <a:pt x="480441" y="236588"/>
                      <a:pt x="506635" y="205632"/>
                      <a:pt x="533686" y="16648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3" name="Google Shape;953;p28"/>
              <p:cNvSpPr/>
              <p:nvPr/>
            </p:nvSpPr>
            <p:spPr>
              <a:xfrm>
                <a:off x="7183849" y="225106"/>
                <a:ext cx="151751" cy="237606"/>
              </a:xfrm>
              <a:custGeom>
                <a:avLst/>
                <a:gdLst/>
                <a:ahLst/>
                <a:cxnLst/>
                <a:rect l="l" t="t" r="r" b="b"/>
                <a:pathLst>
                  <a:path w="230800" h="361378" extrusionOk="0">
                    <a:moveTo>
                      <a:pt x="146200" y="361379"/>
                    </a:moveTo>
                    <a:cubicBezTo>
                      <a:pt x="146200" y="361379"/>
                      <a:pt x="8659" y="341757"/>
                      <a:pt x="1611" y="172212"/>
                    </a:cubicBezTo>
                    <a:cubicBezTo>
                      <a:pt x="-8772" y="59150"/>
                      <a:pt x="35139" y="55150"/>
                      <a:pt x="17041" y="0"/>
                    </a:cubicBezTo>
                    <a:cubicBezTo>
                      <a:pt x="208494" y="68485"/>
                      <a:pt x="241926" y="176213"/>
                      <a:pt x="228020" y="254603"/>
                    </a:cubicBezTo>
                    <a:cubicBezTo>
                      <a:pt x="214113" y="333089"/>
                      <a:pt x="146295" y="361283"/>
                      <a:pt x="146295" y="3612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4" name="Google Shape;954;p28"/>
              <p:cNvSpPr/>
              <p:nvPr/>
            </p:nvSpPr>
            <p:spPr>
              <a:xfrm>
                <a:off x="7124779" y="471628"/>
                <a:ext cx="177556" cy="187685"/>
              </a:xfrm>
              <a:custGeom>
                <a:avLst/>
                <a:gdLst/>
                <a:ahLst/>
                <a:cxnLst/>
                <a:rect l="l" t="t" r="r" b="b"/>
                <a:pathLst>
                  <a:path w="270047" h="285452" extrusionOk="0">
                    <a:moveTo>
                      <a:pt x="235458" y="0"/>
                    </a:moveTo>
                    <a:cubicBezTo>
                      <a:pt x="235458" y="0"/>
                      <a:pt x="149924" y="-571"/>
                      <a:pt x="92583" y="67151"/>
                    </a:cubicBezTo>
                    <a:cubicBezTo>
                      <a:pt x="35243" y="134874"/>
                      <a:pt x="191" y="153067"/>
                      <a:pt x="16288" y="241745"/>
                    </a:cubicBezTo>
                    <a:cubicBezTo>
                      <a:pt x="22193" y="272129"/>
                      <a:pt x="0" y="281559"/>
                      <a:pt x="0" y="281559"/>
                    </a:cubicBezTo>
                    <a:cubicBezTo>
                      <a:pt x="0" y="281559"/>
                      <a:pt x="80010" y="299371"/>
                      <a:pt x="152495" y="258794"/>
                    </a:cubicBezTo>
                    <a:cubicBezTo>
                      <a:pt x="224885" y="218218"/>
                      <a:pt x="323183" y="100298"/>
                      <a:pt x="23545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5" name="Google Shape;955;p28"/>
              <p:cNvSpPr/>
              <p:nvPr/>
            </p:nvSpPr>
            <p:spPr>
              <a:xfrm>
                <a:off x="7052262" y="447778"/>
                <a:ext cx="454921" cy="151881"/>
              </a:xfrm>
              <a:custGeom>
                <a:avLst/>
                <a:gdLst/>
                <a:ahLst/>
                <a:cxnLst/>
                <a:rect l="l" t="t" r="r" b="b"/>
                <a:pathLst>
                  <a:path w="691895" h="230997" extrusionOk="0">
                    <a:moveTo>
                      <a:pt x="0" y="779"/>
                    </a:moveTo>
                    <a:cubicBezTo>
                      <a:pt x="0" y="779"/>
                      <a:pt x="509207" y="-23796"/>
                      <a:pt x="691896" y="203185"/>
                    </a:cubicBezTo>
                    <a:lnTo>
                      <a:pt x="675037" y="230998"/>
                    </a:lnTo>
                    <a:cubicBezTo>
                      <a:pt x="675037" y="230998"/>
                      <a:pt x="572357" y="13923"/>
                      <a:pt x="0" y="779"/>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6" name="Google Shape;956;p28"/>
              <p:cNvSpPr/>
              <p:nvPr/>
            </p:nvSpPr>
            <p:spPr>
              <a:xfrm>
                <a:off x="8468750"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7" name="Google Shape;957;p28"/>
              <p:cNvSpPr/>
              <p:nvPr/>
            </p:nvSpPr>
            <p:spPr>
              <a:xfrm>
                <a:off x="8515802"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8" name="Google Shape;958;p28"/>
              <p:cNvSpPr/>
              <p:nvPr/>
            </p:nvSpPr>
            <p:spPr>
              <a:xfrm>
                <a:off x="8511031"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9" name="Google Shape;959;p28"/>
              <p:cNvSpPr/>
              <p:nvPr/>
            </p:nvSpPr>
            <p:spPr>
              <a:xfrm>
                <a:off x="8571989"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0" name="Google Shape;960;p28"/>
              <p:cNvSpPr/>
              <p:nvPr/>
            </p:nvSpPr>
            <p:spPr>
              <a:xfrm>
                <a:off x="8340266"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1" name="Google Shape;961;p28"/>
              <p:cNvSpPr/>
              <p:nvPr/>
            </p:nvSpPr>
            <p:spPr>
              <a:xfrm>
                <a:off x="8384032"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2" name="Google Shape;962;p28"/>
              <p:cNvSpPr/>
              <p:nvPr/>
            </p:nvSpPr>
            <p:spPr>
              <a:xfrm>
                <a:off x="7138356" y="564593"/>
                <a:ext cx="360441" cy="297931"/>
              </a:xfrm>
              <a:custGeom>
                <a:avLst/>
                <a:gdLst/>
                <a:ahLst/>
                <a:cxnLst/>
                <a:rect l="l" t="t" r="r" b="b"/>
                <a:pathLst>
                  <a:path w="548199" h="453127" extrusionOk="0">
                    <a:moveTo>
                      <a:pt x="540544" y="35737"/>
                    </a:moveTo>
                    <a:cubicBezTo>
                      <a:pt x="540544" y="35737"/>
                      <a:pt x="394621" y="-55798"/>
                      <a:pt x="240125" y="54121"/>
                    </a:cubicBezTo>
                    <a:cubicBezTo>
                      <a:pt x="85534" y="164134"/>
                      <a:pt x="87821" y="296056"/>
                      <a:pt x="66008" y="360540"/>
                    </a:cubicBezTo>
                    <a:cubicBezTo>
                      <a:pt x="44196" y="425024"/>
                      <a:pt x="0" y="427691"/>
                      <a:pt x="0" y="427691"/>
                    </a:cubicBezTo>
                    <a:cubicBezTo>
                      <a:pt x="0" y="427691"/>
                      <a:pt x="68199" y="472649"/>
                      <a:pt x="226504" y="443026"/>
                    </a:cubicBezTo>
                    <a:cubicBezTo>
                      <a:pt x="384810" y="413404"/>
                      <a:pt x="490728" y="311105"/>
                      <a:pt x="523018" y="227285"/>
                    </a:cubicBezTo>
                    <a:cubicBezTo>
                      <a:pt x="555307" y="143465"/>
                      <a:pt x="551021" y="93459"/>
                      <a:pt x="540449" y="356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3" name="Google Shape;963;p28"/>
              <p:cNvSpPr/>
              <p:nvPr/>
            </p:nvSpPr>
            <p:spPr>
              <a:xfrm>
                <a:off x="7340765" y="303182"/>
                <a:ext cx="288718" cy="194157"/>
              </a:xfrm>
              <a:custGeom>
                <a:avLst/>
                <a:gdLst/>
                <a:ahLst/>
                <a:cxnLst/>
                <a:rect l="l" t="t" r="r" b="b"/>
                <a:pathLst>
                  <a:path w="439115" h="295296" extrusionOk="0">
                    <a:moveTo>
                      <a:pt x="428625" y="259190"/>
                    </a:moveTo>
                    <a:cubicBezTo>
                      <a:pt x="428625" y="259190"/>
                      <a:pt x="291275" y="362155"/>
                      <a:pt x="136969" y="220328"/>
                    </a:cubicBezTo>
                    <a:cubicBezTo>
                      <a:pt x="29146" y="130603"/>
                      <a:pt x="63913" y="88693"/>
                      <a:pt x="0" y="56403"/>
                    </a:cubicBezTo>
                    <a:cubicBezTo>
                      <a:pt x="227171" y="-51039"/>
                      <a:pt x="350425" y="13921"/>
                      <a:pt x="406813" y="94598"/>
                    </a:cubicBezTo>
                    <a:cubicBezTo>
                      <a:pt x="463201" y="175275"/>
                      <a:pt x="428625" y="259285"/>
                      <a:pt x="428625" y="2592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4" name="Google Shape;964;p28"/>
              <p:cNvSpPr/>
              <p:nvPr/>
            </p:nvSpPr>
            <p:spPr>
              <a:xfrm>
                <a:off x="7585913" y="481827"/>
                <a:ext cx="152170" cy="296976"/>
              </a:xfrm>
              <a:custGeom>
                <a:avLst/>
                <a:gdLst/>
                <a:ahLst/>
                <a:cxnLst/>
                <a:rect l="l" t="t" r="r" b="b"/>
                <a:pathLst>
                  <a:path w="231437" h="451675" extrusionOk="0">
                    <a:moveTo>
                      <a:pt x="66954" y="0"/>
                    </a:moveTo>
                    <a:cubicBezTo>
                      <a:pt x="66954" y="0"/>
                      <a:pt x="-8294" y="74200"/>
                      <a:pt x="755" y="183547"/>
                    </a:cubicBezTo>
                    <a:cubicBezTo>
                      <a:pt x="9804" y="292894"/>
                      <a:pt x="-4865" y="339376"/>
                      <a:pt x="86671" y="402717"/>
                    </a:cubicBezTo>
                    <a:cubicBezTo>
                      <a:pt x="118389" y="424148"/>
                      <a:pt x="107245" y="451675"/>
                      <a:pt x="107245" y="451675"/>
                    </a:cubicBezTo>
                    <a:cubicBezTo>
                      <a:pt x="107245" y="451675"/>
                      <a:pt x="192779" y="397383"/>
                      <a:pt x="220592" y="298609"/>
                    </a:cubicBezTo>
                    <a:cubicBezTo>
                      <a:pt x="248405" y="199930"/>
                      <a:pt x="231260" y="10954"/>
                      <a:pt x="66954"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5" name="Google Shape;965;p28"/>
              <p:cNvSpPr/>
              <p:nvPr/>
            </p:nvSpPr>
            <p:spPr>
              <a:xfrm>
                <a:off x="7411092" y="377529"/>
                <a:ext cx="519990" cy="282693"/>
              </a:xfrm>
              <a:custGeom>
                <a:avLst/>
                <a:gdLst/>
                <a:ahLst/>
                <a:cxnLst/>
                <a:rect l="l" t="t" r="r" b="b"/>
                <a:pathLst>
                  <a:path w="790860" h="429951" extrusionOk="0">
                    <a:moveTo>
                      <a:pt x="0" y="429951"/>
                    </a:moveTo>
                    <a:cubicBezTo>
                      <a:pt x="0" y="429951"/>
                      <a:pt x="423482" y="-36393"/>
                      <a:pt x="781336" y="2279"/>
                    </a:cubicBezTo>
                    <a:lnTo>
                      <a:pt x="790861" y="41331"/>
                    </a:lnTo>
                    <a:cubicBezTo>
                      <a:pt x="790861" y="41331"/>
                      <a:pt x="511492" y="-58681"/>
                      <a:pt x="0" y="42995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6" name="Google Shape;966;p28"/>
              <p:cNvSpPr/>
              <p:nvPr/>
            </p:nvSpPr>
            <p:spPr>
              <a:xfrm>
                <a:off x="7596520"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7" name="Google Shape;967;p28"/>
              <p:cNvSpPr/>
              <p:nvPr/>
            </p:nvSpPr>
            <p:spPr>
              <a:xfrm>
                <a:off x="7847445" y="665717"/>
                <a:ext cx="479283" cy="815715"/>
              </a:xfrm>
              <a:custGeom>
                <a:avLst/>
                <a:gdLst/>
                <a:ahLst/>
                <a:cxnLst/>
                <a:rect l="l" t="t" r="r" b="b"/>
                <a:pathLst>
                  <a:path w="728948" h="1240631" extrusionOk="0">
                    <a:moveTo>
                      <a:pt x="665321" y="67913"/>
                    </a:moveTo>
                    <a:cubicBezTo>
                      <a:pt x="668084" y="50864"/>
                      <a:pt x="660273" y="21717"/>
                      <a:pt x="588645" y="0"/>
                    </a:cubicBezTo>
                    <a:cubicBezTo>
                      <a:pt x="602456" y="149923"/>
                      <a:pt x="577120" y="370713"/>
                      <a:pt x="519589" y="435578"/>
                    </a:cubicBezTo>
                    <a:cubicBezTo>
                      <a:pt x="462058" y="500444"/>
                      <a:pt x="441960" y="629317"/>
                      <a:pt x="356902" y="694468"/>
                    </a:cubicBezTo>
                    <a:cubicBezTo>
                      <a:pt x="271843" y="759619"/>
                      <a:pt x="216884" y="778574"/>
                      <a:pt x="0" y="835914"/>
                    </a:cubicBezTo>
                    <a:lnTo>
                      <a:pt x="9430" y="857250"/>
                    </a:lnTo>
                    <a:cubicBezTo>
                      <a:pt x="9430" y="857250"/>
                      <a:pt x="183547" y="809530"/>
                      <a:pt x="272034" y="778002"/>
                    </a:cubicBezTo>
                    <a:cubicBezTo>
                      <a:pt x="196596" y="892112"/>
                      <a:pt x="102965" y="1018604"/>
                      <a:pt x="2000" y="1025747"/>
                    </a:cubicBezTo>
                    <a:cubicBezTo>
                      <a:pt x="23813" y="1065371"/>
                      <a:pt x="130778" y="1039749"/>
                      <a:pt x="311944" y="789813"/>
                    </a:cubicBezTo>
                    <a:cubicBezTo>
                      <a:pt x="348139" y="734282"/>
                      <a:pt x="381667" y="718661"/>
                      <a:pt x="381667" y="718661"/>
                    </a:cubicBezTo>
                    <a:cubicBezTo>
                      <a:pt x="381667" y="718661"/>
                      <a:pt x="345853" y="810863"/>
                      <a:pt x="350330" y="945642"/>
                    </a:cubicBezTo>
                    <a:cubicBezTo>
                      <a:pt x="354806" y="1080326"/>
                      <a:pt x="255365" y="1240631"/>
                      <a:pt x="255365" y="1240631"/>
                    </a:cubicBezTo>
                    <a:lnTo>
                      <a:pt x="289084" y="1240250"/>
                    </a:lnTo>
                    <a:cubicBezTo>
                      <a:pt x="289084" y="1240250"/>
                      <a:pt x="373380" y="1098518"/>
                      <a:pt x="378047" y="957548"/>
                    </a:cubicBezTo>
                    <a:cubicBezTo>
                      <a:pt x="382714" y="816578"/>
                      <a:pt x="397478" y="761333"/>
                      <a:pt x="448532" y="662845"/>
                    </a:cubicBezTo>
                    <a:cubicBezTo>
                      <a:pt x="499586" y="564356"/>
                      <a:pt x="523494" y="502825"/>
                      <a:pt x="551212" y="520922"/>
                    </a:cubicBezTo>
                    <a:cubicBezTo>
                      <a:pt x="578930" y="539020"/>
                      <a:pt x="614267" y="697897"/>
                      <a:pt x="615220" y="789813"/>
                    </a:cubicBezTo>
                    <a:cubicBezTo>
                      <a:pt x="616172" y="881634"/>
                      <a:pt x="553879" y="1084421"/>
                      <a:pt x="553879" y="1084421"/>
                    </a:cubicBezTo>
                    <a:lnTo>
                      <a:pt x="590455" y="1065657"/>
                    </a:lnTo>
                    <a:cubicBezTo>
                      <a:pt x="590455" y="1065657"/>
                      <a:pt x="634841" y="918210"/>
                      <a:pt x="637413" y="866108"/>
                    </a:cubicBezTo>
                    <a:cubicBezTo>
                      <a:pt x="668941" y="957644"/>
                      <a:pt x="704659" y="1150239"/>
                      <a:pt x="704659" y="1150239"/>
                    </a:cubicBezTo>
                    <a:lnTo>
                      <a:pt x="728948" y="1125474"/>
                    </a:lnTo>
                    <a:cubicBezTo>
                      <a:pt x="728948" y="1125474"/>
                      <a:pt x="677609" y="899351"/>
                      <a:pt x="655225" y="801624"/>
                    </a:cubicBezTo>
                    <a:cubicBezTo>
                      <a:pt x="632746" y="703897"/>
                      <a:pt x="640556" y="562928"/>
                      <a:pt x="575405" y="487013"/>
                    </a:cubicBezTo>
                    <a:cubicBezTo>
                      <a:pt x="582930" y="402717"/>
                      <a:pt x="656749" y="253365"/>
                      <a:pt x="660844" y="118300"/>
                    </a:cubicBezTo>
                    <a:cubicBezTo>
                      <a:pt x="661321" y="101346"/>
                      <a:pt x="662845" y="84582"/>
                      <a:pt x="665512" y="679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8" name="Google Shape;968;p28"/>
              <p:cNvSpPr/>
              <p:nvPr/>
            </p:nvSpPr>
            <p:spPr>
              <a:xfrm>
                <a:off x="8346491" y="1441133"/>
                <a:ext cx="70545" cy="80386"/>
              </a:xfrm>
              <a:custGeom>
                <a:avLst/>
                <a:gdLst/>
                <a:ahLst/>
                <a:cxnLst/>
                <a:rect l="l" t="t" r="r" b="b"/>
                <a:pathLst>
                  <a:path w="107293" h="122260" extrusionOk="0">
                    <a:moveTo>
                      <a:pt x="40481" y="0"/>
                    </a:moveTo>
                    <a:cubicBezTo>
                      <a:pt x="40481" y="0"/>
                      <a:pt x="118110" y="28003"/>
                      <a:pt x="106013" y="45434"/>
                    </a:cubicBezTo>
                    <a:cubicBezTo>
                      <a:pt x="93917" y="62960"/>
                      <a:pt x="58960" y="43339"/>
                      <a:pt x="58960" y="43339"/>
                    </a:cubicBezTo>
                    <a:cubicBezTo>
                      <a:pt x="58960" y="43339"/>
                      <a:pt x="110109" y="106775"/>
                      <a:pt x="93917" y="118872"/>
                    </a:cubicBezTo>
                    <a:cubicBezTo>
                      <a:pt x="77724" y="130969"/>
                      <a:pt x="31052" y="75247"/>
                      <a:pt x="31052" y="75247"/>
                    </a:cubicBezTo>
                    <a:cubicBezTo>
                      <a:pt x="31052" y="75247"/>
                      <a:pt x="34862" y="115157"/>
                      <a:pt x="24194" y="121825"/>
                    </a:cubicBezTo>
                    <a:cubicBezTo>
                      <a:pt x="13525" y="128397"/>
                      <a:pt x="0" y="58388"/>
                      <a:pt x="0" y="58388"/>
                    </a:cubicBezTo>
                    <a:lnTo>
                      <a:pt x="40481"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9" name="Google Shape;969;p28"/>
              <p:cNvSpPr/>
              <p:nvPr/>
            </p:nvSpPr>
            <p:spPr>
              <a:xfrm>
                <a:off x="8277964" y="1376129"/>
                <a:ext cx="121902" cy="112555"/>
              </a:xfrm>
              <a:custGeom>
                <a:avLst/>
                <a:gdLst/>
                <a:ahLst/>
                <a:cxnLst/>
                <a:rect l="l" t="t" r="r" b="b"/>
                <a:pathLst>
                  <a:path w="185402" h="171186" extrusionOk="0">
                    <a:moveTo>
                      <a:pt x="13358" y="139153"/>
                    </a:moveTo>
                    <a:cubicBezTo>
                      <a:pt x="-16265" y="95338"/>
                      <a:pt x="6595" y="52571"/>
                      <a:pt x="50410" y="23044"/>
                    </a:cubicBezTo>
                    <a:cubicBezTo>
                      <a:pt x="94225" y="-6484"/>
                      <a:pt x="142422" y="-11818"/>
                      <a:pt x="172045" y="31997"/>
                    </a:cubicBezTo>
                    <a:cubicBezTo>
                      <a:pt x="201667" y="75812"/>
                      <a:pt x="178807" y="118579"/>
                      <a:pt x="134992" y="148107"/>
                    </a:cubicBezTo>
                    <a:cubicBezTo>
                      <a:pt x="91177" y="177729"/>
                      <a:pt x="42981" y="182968"/>
                      <a:pt x="13358" y="139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0" name="Google Shape;970;p28"/>
              <p:cNvSpPr/>
              <p:nvPr/>
            </p:nvSpPr>
            <p:spPr>
              <a:xfrm>
                <a:off x="7946531" y="1521222"/>
                <a:ext cx="84572" cy="78746"/>
              </a:xfrm>
              <a:custGeom>
                <a:avLst/>
                <a:gdLst/>
                <a:ahLst/>
                <a:cxnLst/>
                <a:rect l="l" t="t" r="r" b="b"/>
                <a:pathLst>
                  <a:path w="128627" h="119766" extrusionOk="0">
                    <a:moveTo>
                      <a:pt x="127098" y="12478"/>
                    </a:moveTo>
                    <a:cubicBezTo>
                      <a:pt x="127098" y="12478"/>
                      <a:pt x="135480" y="100679"/>
                      <a:pt x="113001" y="96965"/>
                    </a:cubicBezTo>
                    <a:cubicBezTo>
                      <a:pt x="90522" y="93250"/>
                      <a:pt x="93475" y="50292"/>
                      <a:pt x="93475" y="50292"/>
                    </a:cubicBezTo>
                    <a:cubicBezTo>
                      <a:pt x="93475" y="50292"/>
                      <a:pt x="55279" y="128969"/>
                      <a:pt x="36134" y="118872"/>
                    </a:cubicBezTo>
                    <a:cubicBezTo>
                      <a:pt x="16989" y="108680"/>
                      <a:pt x="49660" y="37814"/>
                      <a:pt x="49660" y="37814"/>
                    </a:cubicBezTo>
                    <a:cubicBezTo>
                      <a:pt x="49660" y="37814"/>
                      <a:pt x="12607" y="59817"/>
                      <a:pt x="1368" y="52483"/>
                    </a:cubicBezTo>
                    <a:cubicBezTo>
                      <a:pt x="-9872" y="45149"/>
                      <a:pt x="51850" y="0"/>
                      <a:pt x="51850" y="0"/>
                    </a:cubicBezTo>
                    <a:lnTo>
                      <a:pt x="127098" y="12573"/>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1" name="Google Shape;971;p28"/>
              <p:cNvSpPr/>
              <p:nvPr/>
            </p:nvSpPr>
            <p:spPr>
              <a:xfrm>
                <a:off x="7956988" y="1432681"/>
                <a:ext cx="131857" cy="119065"/>
              </a:xfrm>
              <a:custGeom>
                <a:avLst/>
                <a:gdLst/>
                <a:ahLst/>
                <a:cxnLst/>
                <a:rect l="l" t="t" r="r" b="b"/>
                <a:pathLst>
                  <a:path w="200543" h="181087" extrusionOk="0">
                    <a:moveTo>
                      <a:pt x="11927" y="38013"/>
                    </a:moveTo>
                    <a:cubicBezTo>
                      <a:pt x="40883" y="-10755"/>
                      <a:pt x="92890" y="-8183"/>
                      <a:pt x="141658" y="20868"/>
                    </a:cubicBezTo>
                    <a:cubicBezTo>
                      <a:pt x="190426" y="49824"/>
                      <a:pt x="217667" y="94211"/>
                      <a:pt x="188616" y="143074"/>
                    </a:cubicBezTo>
                    <a:cubicBezTo>
                      <a:pt x="159660" y="191842"/>
                      <a:pt x="107654" y="189270"/>
                      <a:pt x="58886" y="160219"/>
                    </a:cubicBezTo>
                    <a:cubicBezTo>
                      <a:pt x="10117" y="131263"/>
                      <a:pt x="-17124" y="86876"/>
                      <a:pt x="11927" y="380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2" name="Google Shape;972;p28"/>
              <p:cNvSpPr/>
              <p:nvPr/>
            </p:nvSpPr>
            <p:spPr>
              <a:xfrm>
                <a:off x="7741832" y="1359665"/>
                <a:ext cx="91181" cy="77026"/>
              </a:xfrm>
              <a:custGeom>
                <a:avLst/>
                <a:gdLst/>
                <a:ahLst/>
                <a:cxnLst/>
                <a:rect l="l" t="t" r="r" b="b"/>
                <a:pathLst>
                  <a:path w="138679" h="117150" extrusionOk="0">
                    <a:moveTo>
                      <a:pt x="138680" y="58584"/>
                    </a:moveTo>
                    <a:cubicBezTo>
                      <a:pt x="138680" y="58584"/>
                      <a:pt x="88769" y="131831"/>
                      <a:pt x="73814" y="114496"/>
                    </a:cubicBezTo>
                    <a:cubicBezTo>
                      <a:pt x="58860" y="97160"/>
                      <a:pt x="88578" y="66109"/>
                      <a:pt x="88578" y="66109"/>
                    </a:cubicBezTo>
                    <a:cubicBezTo>
                      <a:pt x="88578" y="66109"/>
                      <a:pt x="8949" y="102208"/>
                      <a:pt x="662" y="82206"/>
                    </a:cubicBezTo>
                    <a:cubicBezTo>
                      <a:pt x="-7529" y="62203"/>
                      <a:pt x="62956" y="28580"/>
                      <a:pt x="62956" y="28580"/>
                    </a:cubicBezTo>
                    <a:cubicBezTo>
                      <a:pt x="62956" y="28580"/>
                      <a:pt x="20379" y="21817"/>
                      <a:pt x="16379" y="8959"/>
                    </a:cubicBezTo>
                    <a:cubicBezTo>
                      <a:pt x="12378" y="-3900"/>
                      <a:pt x="88769" y="862"/>
                      <a:pt x="88769" y="862"/>
                    </a:cubicBezTo>
                    <a:lnTo>
                      <a:pt x="138584" y="58679"/>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3" name="Google Shape;973;p28"/>
              <p:cNvSpPr/>
              <p:nvPr/>
            </p:nvSpPr>
            <p:spPr>
              <a:xfrm>
                <a:off x="7794877" y="1297887"/>
                <a:ext cx="112874" cy="134199"/>
              </a:xfrm>
              <a:custGeom>
                <a:avLst/>
                <a:gdLst/>
                <a:ahLst/>
                <a:cxnLst/>
                <a:rect l="l" t="t" r="r" b="b"/>
                <a:pathLst>
                  <a:path w="171671" h="204105" extrusionOk="0">
                    <a:moveTo>
                      <a:pt x="51451" y="5183"/>
                    </a:moveTo>
                    <a:cubicBezTo>
                      <a:pt x="104981" y="-13771"/>
                      <a:pt x="143176" y="21471"/>
                      <a:pt x="162226" y="74906"/>
                    </a:cubicBezTo>
                    <a:cubicBezTo>
                      <a:pt x="181181" y="128437"/>
                      <a:pt x="173752" y="179872"/>
                      <a:pt x="120221" y="198922"/>
                    </a:cubicBezTo>
                    <a:cubicBezTo>
                      <a:pt x="66691" y="217877"/>
                      <a:pt x="28495" y="182634"/>
                      <a:pt x="9445" y="129199"/>
                    </a:cubicBezTo>
                    <a:cubicBezTo>
                      <a:pt x="-9509" y="75668"/>
                      <a:pt x="-2080" y="24233"/>
                      <a:pt x="51451" y="51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4" name="Google Shape;974;p28"/>
              <p:cNvSpPr/>
              <p:nvPr/>
            </p:nvSpPr>
            <p:spPr>
              <a:xfrm>
                <a:off x="8179939" y="1428995"/>
                <a:ext cx="66146" cy="69332"/>
              </a:xfrm>
              <a:custGeom>
                <a:avLst/>
                <a:gdLst/>
                <a:ahLst/>
                <a:cxnLst/>
                <a:rect l="l" t="t" r="r" b="b"/>
                <a:pathLst>
                  <a:path w="100602" h="105448" extrusionOk="0">
                    <a:moveTo>
                      <a:pt x="77716" y="0"/>
                    </a:moveTo>
                    <a:cubicBezTo>
                      <a:pt x="77716" y="0"/>
                      <a:pt x="113053" y="59531"/>
                      <a:pt x="95908" y="64389"/>
                    </a:cubicBezTo>
                    <a:cubicBezTo>
                      <a:pt x="78763" y="69247"/>
                      <a:pt x="66571" y="37909"/>
                      <a:pt x="66571" y="37909"/>
                    </a:cubicBezTo>
                    <a:cubicBezTo>
                      <a:pt x="66571" y="37909"/>
                      <a:pt x="65905" y="106204"/>
                      <a:pt x="48950" y="105442"/>
                    </a:cubicBezTo>
                    <a:cubicBezTo>
                      <a:pt x="32091" y="104680"/>
                      <a:pt x="31519" y="43625"/>
                      <a:pt x="31519" y="43625"/>
                    </a:cubicBezTo>
                    <a:cubicBezTo>
                      <a:pt x="31519" y="43625"/>
                      <a:pt x="12660" y="71533"/>
                      <a:pt x="2278" y="70104"/>
                    </a:cubicBezTo>
                    <a:cubicBezTo>
                      <a:pt x="-8105" y="68675"/>
                      <a:pt x="20375" y="16192"/>
                      <a:pt x="20375" y="16192"/>
                    </a:cubicBezTo>
                    <a:lnTo>
                      <a:pt x="77716"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5" name="Google Shape;975;p28"/>
              <p:cNvSpPr/>
              <p:nvPr/>
            </p:nvSpPr>
            <p:spPr>
              <a:xfrm>
                <a:off x="8160746" y="1363241"/>
                <a:ext cx="105548" cy="83720"/>
              </a:xfrm>
              <a:custGeom>
                <a:avLst/>
                <a:gdLst/>
                <a:ahLst/>
                <a:cxnLst/>
                <a:rect l="l" t="t" r="r" b="b"/>
                <a:pathLst>
                  <a:path w="160529" h="127331" extrusionOk="0">
                    <a:moveTo>
                      <a:pt x="350" y="56093"/>
                    </a:moveTo>
                    <a:cubicBezTo>
                      <a:pt x="4541" y="11993"/>
                      <a:pt x="42069" y="-3533"/>
                      <a:pt x="86265" y="658"/>
                    </a:cubicBezTo>
                    <a:cubicBezTo>
                      <a:pt x="130461" y="4849"/>
                      <a:pt x="164370" y="27137"/>
                      <a:pt x="160179" y="71238"/>
                    </a:cubicBezTo>
                    <a:cubicBezTo>
                      <a:pt x="155988" y="115339"/>
                      <a:pt x="118460" y="130865"/>
                      <a:pt x="74264" y="126674"/>
                    </a:cubicBezTo>
                    <a:cubicBezTo>
                      <a:pt x="30163" y="122483"/>
                      <a:pt x="-3841" y="100194"/>
                      <a:pt x="350" y="5609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6" name="Google Shape;976;p28"/>
              <p:cNvSpPr/>
              <p:nvPr/>
            </p:nvSpPr>
            <p:spPr>
              <a:xfrm>
                <a:off x="7751743" y="1199998"/>
                <a:ext cx="71618" cy="64405"/>
              </a:xfrm>
              <a:custGeom>
                <a:avLst/>
                <a:gdLst/>
                <a:ahLst/>
                <a:cxnLst/>
                <a:rect l="l" t="t" r="r" b="b"/>
                <a:pathLst>
                  <a:path w="108924" h="97954" extrusionOk="0">
                    <a:moveTo>
                      <a:pt x="108829" y="65524"/>
                    </a:moveTo>
                    <a:cubicBezTo>
                      <a:pt x="108829" y="65524"/>
                      <a:pt x="56251" y="110577"/>
                      <a:pt x="48536" y="94479"/>
                    </a:cubicBezTo>
                    <a:cubicBezTo>
                      <a:pt x="40821" y="78382"/>
                      <a:pt x="69586" y="61047"/>
                      <a:pt x="69586" y="61047"/>
                    </a:cubicBezTo>
                    <a:cubicBezTo>
                      <a:pt x="69586" y="61047"/>
                      <a:pt x="2149" y="72000"/>
                      <a:pt x="54" y="55237"/>
                    </a:cubicBezTo>
                    <a:cubicBezTo>
                      <a:pt x="-2042" y="38473"/>
                      <a:pt x="57966" y="27424"/>
                      <a:pt x="57966" y="27424"/>
                    </a:cubicBezTo>
                    <a:cubicBezTo>
                      <a:pt x="57966" y="27424"/>
                      <a:pt x="27295" y="13612"/>
                      <a:pt x="26914" y="3135"/>
                    </a:cubicBezTo>
                    <a:cubicBezTo>
                      <a:pt x="26533" y="-7343"/>
                      <a:pt x="83112" y="11803"/>
                      <a:pt x="83112" y="11803"/>
                    </a:cubicBezTo>
                    <a:lnTo>
                      <a:pt x="108924" y="65524"/>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7" name="Google Shape;977;p28"/>
              <p:cNvSpPr/>
              <p:nvPr/>
            </p:nvSpPr>
            <p:spPr>
              <a:xfrm>
                <a:off x="7802103" y="1168991"/>
                <a:ext cx="83567" cy="105585"/>
              </a:xfrm>
              <a:custGeom>
                <a:avLst/>
                <a:gdLst/>
                <a:ahLst/>
                <a:cxnLst/>
                <a:rect l="l" t="t" r="r" b="b"/>
                <a:pathLst>
                  <a:path w="127098" h="160586" extrusionOk="0">
                    <a:moveTo>
                      <a:pt x="57310" y="236"/>
                    </a:moveTo>
                    <a:cubicBezTo>
                      <a:pt x="101506" y="-3193"/>
                      <a:pt x="123223" y="31192"/>
                      <a:pt x="126652" y="75388"/>
                    </a:cubicBezTo>
                    <a:cubicBezTo>
                      <a:pt x="130081" y="119584"/>
                      <a:pt x="113984" y="156922"/>
                      <a:pt x="69788" y="160351"/>
                    </a:cubicBezTo>
                    <a:cubicBezTo>
                      <a:pt x="25592" y="163780"/>
                      <a:pt x="3875" y="129395"/>
                      <a:pt x="446" y="85199"/>
                    </a:cubicBezTo>
                    <a:cubicBezTo>
                      <a:pt x="-2983" y="41003"/>
                      <a:pt x="13114" y="3665"/>
                      <a:pt x="57310" y="23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8" name="Google Shape;978;p28"/>
              <p:cNvSpPr/>
              <p:nvPr/>
            </p:nvSpPr>
            <p:spPr>
              <a:xfrm>
                <a:off x="7733159"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9" name="Google Shape;979;p28"/>
              <p:cNvSpPr/>
              <p:nvPr/>
            </p:nvSpPr>
            <p:spPr>
              <a:xfrm>
                <a:off x="8000978"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0" name="Google Shape;980;p28"/>
              <p:cNvSpPr/>
              <p:nvPr/>
            </p:nvSpPr>
            <p:spPr>
              <a:xfrm>
                <a:off x="8093845"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1" name="Google Shape;981;p28"/>
              <p:cNvSpPr/>
              <p:nvPr/>
            </p:nvSpPr>
            <p:spPr>
              <a:xfrm>
                <a:off x="7821280"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2" name="Google Shape;982;p28"/>
              <p:cNvSpPr/>
              <p:nvPr/>
            </p:nvSpPr>
            <p:spPr>
              <a:xfrm>
                <a:off x="8229676"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3" name="Google Shape;983;p28"/>
              <p:cNvSpPr/>
              <p:nvPr/>
            </p:nvSpPr>
            <p:spPr>
              <a:xfrm>
                <a:off x="8005118"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4" name="Google Shape;984;p28"/>
              <p:cNvSpPr/>
              <p:nvPr/>
            </p:nvSpPr>
            <p:spPr>
              <a:xfrm>
                <a:off x="7900136"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5" name="Google Shape;985;p28"/>
              <p:cNvSpPr/>
              <p:nvPr/>
            </p:nvSpPr>
            <p:spPr>
              <a:xfrm>
                <a:off x="8160100"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6" name="Google Shape;986;p28"/>
              <p:cNvSpPr/>
              <p:nvPr/>
            </p:nvSpPr>
            <p:spPr>
              <a:xfrm>
                <a:off x="8183090"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7" name="Google Shape;987;p28"/>
              <p:cNvSpPr/>
              <p:nvPr/>
            </p:nvSpPr>
            <p:spPr>
              <a:xfrm>
                <a:off x="8039593"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8" name="Google Shape;988;p28"/>
              <p:cNvSpPr/>
              <p:nvPr/>
            </p:nvSpPr>
            <p:spPr>
              <a:xfrm>
                <a:off x="8291682"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9" name="Google Shape;989;p28"/>
              <p:cNvSpPr/>
              <p:nvPr/>
            </p:nvSpPr>
            <p:spPr>
              <a:xfrm>
                <a:off x="7815720"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0" name="Google Shape;990;p28"/>
              <p:cNvSpPr/>
              <p:nvPr/>
            </p:nvSpPr>
            <p:spPr>
              <a:xfrm>
                <a:off x="8077948"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1" name="Google Shape;991;p28"/>
              <p:cNvSpPr/>
              <p:nvPr/>
            </p:nvSpPr>
            <p:spPr>
              <a:xfrm>
                <a:off x="7981400"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2" name="Google Shape;992;p28"/>
              <p:cNvSpPr/>
              <p:nvPr/>
            </p:nvSpPr>
            <p:spPr>
              <a:xfrm>
                <a:off x="8130630"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3" name="Google Shape;993;p28"/>
              <p:cNvSpPr/>
              <p:nvPr/>
            </p:nvSpPr>
            <p:spPr>
              <a:xfrm>
                <a:off x="8058426"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4" name="Google Shape;994;p28"/>
              <p:cNvSpPr/>
              <p:nvPr/>
            </p:nvSpPr>
            <p:spPr>
              <a:xfrm>
                <a:off x="8028567" y="560378"/>
                <a:ext cx="151706" cy="167532"/>
              </a:xfrm>
              <a:custGeom>
                <a:avLst/>
                <a:gdLst/>
                <a:ahLst/>
                <a:cxnLst/>
                <a:rect l="l" t="t" r="r" b="b"/>
                <a:pathLst>
                  <a:path w="230732" h="254801" extrusionOk="0">
                    <a:moveTo>
                      <a:pt x="53648" y="5007"/>
                    </a:moveTo>
                    <a:cubicBezTo>
                      <a:pt x="53648" y="5007"/>
                      <a:pt x="2308" y="16152"/>
                      <a:pt x="22" y="123975"/>
                    </a:cubicBezTo>
                    <a:cubicBezTo>
                      <a:pt x="-2264" y="231798"/>
                      <a:pt x="176520" y="295996"/>
                      <a:pt x="230717" y="224749"/>
                    </a:cubicBezTo>
                    <a:cubicBezTo>
                      <a:pt x="231860" y="164361"/>
                      <a:pt x="169852" y="-33855"/>
                      <a:pt x="53648" y="500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5" name="Google Shape;995;p28"/>
              <p:cNvSpPr/>
              <p:nvPr/>
            </p:nvSpPr>
            <p:spPr>
              <a:xfrm>
                <a:off x="8148375"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6" name="Google Shape;996;p28"/>
              <p:cNvSpPr/>
              <p:nvPr/>
            </p:nvSpPr>
            <p:spPr>
              <a:xfrm>
                <a:off x="8072897"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7" name="Google Shape;997;p28"/>
              <p:cNvSpPr/>
              <p:nvPr/>
            </p:nvSpPr>
            <p:spPr>
              <a:xfrm>
                <a:off x="8129226"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8" name="Google Shape;998;p28"/>
              <p:cNvSpPr/>
              <p:nvPr/>
            </p:nvSpPr>
            <p:spPr>
              <a:xfrm>
                <a:off x="8048633"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9" name="Google Shape;999;p28"/>
              <p:cNvSpPr/>
              <p:nvPr/>
            </p:nvSpPr>
            <p:spPr>
              <a:xfrm>
                <a:off x="7986223"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00" name="Google Shape;1000;p28"/>
            <p:cNvGrpSpPr/>
            <p:nvPr/>
          </p:nvGrpSpPr>
          <p:grpSpPr>
            <a:xfrm rot="7200174" flipH="1">
              <a:off x="7848670" y="3856430"/>
              <a:ext cx="1229917" cy="1161379"/>
              <a:chOff x="10862245" y="208750"/>
              <a:chExt cx="1369738" cy="1293408"/>
            </a:xfrm>
          </p:grpSpPr>
          <p:sp>
            <p:nvSpPr>
              <p:cNvPr id="1001" name="Google Shape;1001;p28"/>
              <p:cNvSpPr/>
              <p:nvPr/>
            </p:nvSpPr>
            <p:spPr>
              <a:xfrm>
                <a:off x="11776756"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2" name="Google Shape;1002;p28"/>
              <p:cNvSpPr/>
              <p:nvPr/>
            </p:nvSpPr>
            <p:spPr>
              <a:xfrm>
                <a:off x="11837714"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3" name="Google Shape;1003;p28"/>
              <p:cNvSpPr/>
              <p:nvPr/>
            </p:nvSpPr>
            <p:spPr>
              <a:xfrm>
                <a:off x="11605991"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4" name="Google Shape;1004;p28"/>
              <p:cNvSpPr/>
              <p:nvPr/>
            </p:nvSpPr>
            <p:spPr>
              <a:xfrm>
                <a:off x="11649757"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05" name="Google Shape;1005;p28"/>
              <p:cNvGrpSpPr/>
              <p:nvPr/>
            </p:nvGrpSpPr>
            <p:grpSpPr>
              <a:xfrm>
                <a:off x="10862245" y="208750"/>
                <a:ext cx="1369738" cy="1031739"/>
                <a:chOff x="10862245" y="208750"/>
                <a:chExt cx="1369738" cy="1031739"/>
              </a:xfrm>
            </p:grpSpPr>
            <p:sp>
              <p:nvSpPr>
                <p:cNvPr id="1006" name="Google Shape;1006;p28"/>
                <p:cNvSpPr/>
                <p:nvPr/>
              </p:nvSpPr>
              <p:spPr>
                <a:xfrm>
                  <a:off x="10862245"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07" name="Google Shape;1007;p28"/>
                <p:cNvGrpSpPr/>
                <p:nvPr/>
              </p:nvGrpSpPr>
              <p:grpSpPr>
                <a:xfrm>
                  <a:off x="10998884" y="208750"/>
                  <a:ext cx="1233099" cy="739873"/>
                  <a:chOff x="10998884" y="208750"/>
                  <a:chExt cx="1233099" cy="739873"/>
                </a:xfrm>
              </p:grpSpPr>
              <p:sp>
                <p:nvSpPr>
                  <p:cNvPr id="1008" name="Google Shape;1008;p28"/>
                  <p:cNvSpPr/>
                  <p:nvPr/>
                </p:nvSpPr>
                <p:spPr>
                  <a:xfrm>
                    <a:off x="11734475"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9" name="Google Shape;1009;p28"/>
                  <p:cNvSpPr/>
                  <p:nvPr/>
                </p:nvSpPr>
                <p:spPr>
                  <a:xfrm>
                    <a:off x="11781527"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10" name="Google Shape;1010;p28"/>
                  <p:cNvGrpSpPr/>
                  <p:nvPr/>
                </p:nvGrpSpPr>
                <p:grpSpPr>
                  <a:xfrm>
                    <a:off x="10998884" y="208750"/>
                    <a:ext cx="777560" cy="739873"/>
                    <a:chOff x="10998884" y="208750"/>
                    <a:chExt cx="777560" cy="739873"/>
                  </a:xfrm>
                </p:grpSpPr>
                <p:sp>
                  <p:nvSpPr>
                    <p:cNvPr id="1011" name="Google Shape;1011;p28"/>
                    <p:cNvSpPr/>
                    <p:nvPr/>
                  </p:nvSpPr>
                  <p:spPr>
                    <a:xfrm>
                      <a:off x="10998884"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2" name="Google Shape;1012;p28"/>
                    <p:cNvSpPr/>
                    <p:nvPr/>
                  </p:nvSpPr>
                  <p:spPr>
                    <a:xfrm>
                      <a:off x="11266703"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3" name="Google Shape;1013;p28"/>
                    <p:cNvSpPr/>
                    <p:nvPr/>
                  </p:nvSpPr>
                  <p:spPr>
                    <a:xfrm>
                      <a:off x="11359570"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4" name="Google Shape;1014;p28"/>
                    <p:cNvSpPr/>
                    <p:nvPr/>
                  </p:nvSpPr>
                  <p:spPr>
                    <a:xfrm>
                      <a:off x="11087005"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5" name="Google Shape;1015;p28"/>
                    <p:cNvSpPr/>
                    <p:nvPr/>
                  </p:nvSpPr>
                  <p:spPr>
                    <a:xfrm>
                      <a:off x="11495401"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6" name="Google Shape;1016;p28"/>
                    <p:cNvSpPr/>
                    <p:nvPr/>
                  </p:nvSpPr>
                  <p:spPr>
                    <a:xfrm>
                      <a:off x="11270843"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7" name="Google Shape;1017;p28"/>
                    <p:cNvSpPr/>
                    <p:nvPr/>
                  </p:nvSpPr>
                  <p:spPr>
                    <a:xfrm>
                      <a:off x="11165861"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8" name="Google Shape;1018;p28"/>
                    <p:cNvSpPr/>
                    <p:nvPr/>
                  </p:nvSpPr>
                  <p:spPr>
                    <a:xfrm>
                      <a:off x="11425825"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9" name="Google Shape;1019;p28"/>
                    <p:cNvSpPr/>
                    <p:nvPr/>
                  </p:nvSpPr>
                  <p:spPr>
                    <a:xfrm>
                      <a:off x="11448815"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0" name="Google Shape;1020;p28"/>
                    <p:cNvSpPr/>
                    <p:nvPr/>
                  </p:nvSpPr>
                  <p:spPr>
                    <a:xfrm>
                      <a:off x="11305318"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1" name="Google Shape;1021;p28"/>
                    <p:cNvSpPr/>
                    <p:nvPr/>
                  </p:nvSpPr>
                  <p:spPr>
                    <a:xfrm>
                      <a:off x="11557407"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2" name="Google Shape;1022;p28"/>
                    <p:cNvSpPr/>
                    <p:nvPr/>
                  </p:nvSpPr>
                  <p:spPr>
                    <a:xfrm>
                      <a:off x="11081445"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3" name="Google Shape;1023;p28"/>
                    <p:cNvSpPr/>
                    <p:nvPr/>
                  </p:nvSpPr>
                  <p:spPr>
                    <a:xfrm>
                      <a:off x="11343673"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4" name="Google Shape;1024;p28"/>
                    <p:cNvSpPr/>
                    <p:nvPr/>
                  </p:nvSpPr>
                  <p:spPr>
                    <a:xfrm>
                      <a:off x="11247125"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5" name="Google Shape;1025;p28"/>
                    <p:cNvSpPr/>
                    <p:nvPr/>
                  </p:nvSpPr>
                  <p:spPr>
                    <a:xfrm>
                      <a:off x="11396355"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6" name="Google Shape;1026;p28"/>
                    <p:cNvSpPr/>
                    <p:nvPr/>
                  </p:nvSpPr>
                  <p:spPr>
                    <a:xfrm>
                      <a:off x="11324151"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7" name="Google Shape;1027;p28"/>
                    <p:cNvSpPr/>
                    <p:nvPr/>
                  </p:nvSpPr>
                  <p:spPr>
                    <a:xfrm>
                      <a:off x="11414100"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8" name="Google Shape;1028;p28"/>
                    <p:cNvSpPr/>
                    <p:nvPr/>
                  </p:nvSpPr>
                  <p:spPr>
                    <a:xfrm>
                      <a:off x="11338622"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9" name="Google Shape;1029;p28"/>
                    <p:cNvSpPr/>
                    <p:nvPr/>
                  </p:nvSpPr>
                  <p:spPr>
                    <a:xfrm>
                      <a:off x="11394951"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0" name="Google Shape;1030;p28"/>
                    <p:cNvSpPr/>
                    <p:nvPr/>
                  </p:nvSpPr>
                  <p:spPr>
                    <a:xfrm>
                      <a:off x="11314358"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1" name="Google Shape;1031;p28"/>
                    <p:cNvSpPr/>
                    <p:nvPr/>
                  </p:nvSpPr>
                  <p:spPr>
                    <a:xfrm>
                      <a:off x="11251948"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2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Germania One"/>
              <a:buNone/>
              <a:defRPr sz="3500">
                <a:solidFill>
                  <a:schemeClr val="dk1"/>
                </a:solidFill>
                <a:latin typeface="Germania One"/>
                <a:ea typeface="Germania One"/>
                <a:cs typeface="Germania One"/>
                <a:sym typeface="Germania One"/>
              </a:defRPr>
            </a:lvl1pPr>
            <a:lvl2pPr lvl="1" rtl="0">
              <a:spcBef>
                <a:spcPts val="0"/>
              </a:spcBef>
              <a:spcAft>
                <a:spcPts val="0"/>
              </a:spcAft>
              <a:buClr>
                <a:schemeClr val="dk1"/>
              </a:buClr>
              <a:buSzPts val="3500"/>
              <a:buFont typeface="Germania One"/>
              <a:buNone/>
              <a:defRPr sz="3500">
                <a:solidFill>
                  <a:schemeClr val="dk1"/>
                </a:solidFill>
                <a:latin typeface="Germania One"/>
                <a:ea typeface="Germania One"/>
                <a:cs typeface="Germania One"/>
                <a:sym typeface="Germania One"/>
              </a:defRPr>
            </a:lvl2pPr>
            <a:lvl3pPr lvl="2" rtl="0">
              <a:spcBef>
                <a:spcPts val="0"/>
              </a:spcBef>
              <a:spcAft>
                <a:spcPts val="0"/>
              </a:spcAft>
              <a:buClr>
                <a:schemeClr val="dk1"/>
              </a:buClr>
              <a:buSzPts val="3500"/>
              <a:buFont typeface="Germania One"/>
              <a:buNone/>
              <a:defRPr sz="3500">
                <a:solidFill>
                  <a:schemeClr val="dk1"/>
                </a:solidFill>
                <a:latin typeface="Germania One"/>
                <a:ea typeface="Germania One"/>
                <a:cs typeface="Germania One"/>
                <a:sym typeface="Germania One"/>
              </a:defRPr>
            </a:lvl3pPr>
            <a:lvl4pPr lvl="3" rtl="0">
              <a:spcBef>
                <a:spcPts val="0"/>
              </a:spcBef>
              <a:spcAft>
                <a:spcPts val="0"/>
              </a:spcAft>
              <a:buClr>
                <a:schemeClr val="dk1"/>
              </a:buClr>
              <a:buSzPts val="3500"/>
              <a:buFont typeface="Germania One"/>
              <a:buNone/>
              <a:defRPr sz="3500">
                <a:solidFill>
                  <a:schemeClr val="dk1"/>
                </a:solidFill>
                <a:latin typeface="Germania One"/>
                <a:ea typeface="Germania One"/>
                <a:cs typeface="Germania One"/>
                <a:sym typeface="Germania One"/>
              </a:defRPr>
            </a:lvl4pPr>
            <a:lvl5pPr lvl="4" rtl="0">
              <a:spcBef>
                <a:spcPts val="0"/>
              </a:spcBef>
              <a:spcAft>
                <a:spcPts val="0"/>
              </a:spcAft>
              <a:buClr>
                <a:schemeClr val="dk1"/>
              </a:buClr>
              <a:buSzPts val="3500"/>
              <a:buFont typeface="Germania One"/>
              <a:buNone/>
              <a:defRPr sz="3500">
                <a:solidFill>
                  <a:schemeClr val="dk1"/>
                </a:solidFill>
                <a:latin typeface="Germania One"/>
                <a:ea typeface="Germania One"/>
                <a:cs typeface="Germania One"/>
                <a:sym typeface="Germania One"/>
              </a:defRPr>
            </a:lvl5pPr>
            <a:lvl6pPr lvl="5" rtl="0">
              <a:spcBef>
                <a:spcPts val="0"/>
              </a:spcBef>
              <a:spcAft>
                <a:spcPts val="0"/>
              </a:spcAft>
              <a:buClr>
                <a:schemeClr val="dk1"/>
              </a:buClr>
              <a:buSzPts val="3500"/>
              <a:buFont typeface="Germania One"/>
              <a:buNone/>
              <a:defRPr sz="3500">
                <a:solidFill>
                  <a:schemeClr val="dk1"/>
                </a:solidFill>
                <a:latin typeface="Germania One"/>
                <a:ea typeface="Germania One"/>
                <a:cs typeface="Germania One"/>
                <a:sym typeface="Germania One"/>
              </a:defRPr>
            </a:lvl6pPr>
            <a:lvl7pPr lvl="6" rtl="0">
              <a:spcBef>
                <a:spcPts val="0"/>
              </a:spcBef>
              <a:spcAft>
                <a:spcPts val="0"/>
              </a:spcAft>
              <a:buClr>
                <a:schemeClr val="dk1"/>
              </a:buClr>
              <a:buSzPts val="3500"/>
              <a:buFont typeface="Germania One"/>
              <a:buNone/>
              <a:defRPr sz="3500">
                <a:solidFill>
                  <a:schemeClr val="dk1"/>
                </a:solidFill>
                <a:latin typeface="Germania One"/>
                <a:ea typeface="Germania One"/>
                <a:cs typeface="Germania One"/>
                <a:sym typeface="Germania One"/>
              </a:defRPr>
            </a:lvl7pPr>
            <a:lvl8pPr lvl="7" rtl="0">
              <a:spcBef>
                <a:spcPts val="0"/>
              </a:spcBef>
              <a:spcAft>
                <a:spcPts val="0"/>
              </a:spcAft>
              <a:buClr>
                <a:schemeClr val="dk1"/>
              </a:buClr>
              <a:buSzPts val="3500"/>
              <a:buFont typeface="Germania One"/>
              <a:buNone/>
              <a:defRPr sz="3500">
                <a:solidFill>
                  <a:schemeClr val="dk1"/>
                </a:solidFill>
                <a:latin typeface="Germania One"/>
                <a:ea typeface="Germania One"/>
                <a:cs typeface="Germania One"/>
                <a:sym typeface="Germania One"/>
              </a:defRPr>
            </a:lvl8pPr>
            <a:lvl9pPr lvl="8" rtl="0">
              <a:spcBef>
                <a:spcPts val="0"/>
              </a:spcBef>
              <a:spcAft>
                <a:spcPts val="0"/>
              </a:spcAft>
              <a:buClr>
                <a:schemeClr val="dk1"/>
              </a:buClr>
              <a:buSzPts val="3500"/>
              <a:buFont typeface="Germania One"/>
              <a:buNone/>
              <a:defRPr sz="3500">
                <a:solidFill>
                  <a:schemeClr val="dk1"/>
                </a:solidFill>
                <a:latin typeface="Germania One"/>
                <a:ea typeface="Germania One"/>
                <a:cs typeface="Germania One"/>
                <a:sym typeface="Germania On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Inter Tight"/>
              <a:buChar char="●"/>
              <a:defRPr>
                <a:solidFill>
                  <a:schemeClr val="dk1"/>
                </a:solidFill>
                <a:latin typeface="Inter Tight"/>
                <a:ea typeface="Inter Tight"/>
                <a:cs typeface="Inter Tight"/>
                <a:sym typeface="Inter Tight"/>
              </a:defRPr>
            </a:lvl1pPr>
            <a:lvl2pPr marL="914400" lvl="1" indent="-317500">
              <a:lnSpc>
                <a:spcPct val="115000"/>
              </a:lnSpc>
              <a:spcBef>
                <a:spcPts val="0"/>
              </a:spcBef>
              <a:spcAft>
                <a:spcPts val="0"/>
              </a:spcAft>
              <a:buClr>
                <a:schemeClr val="dk1"/>
              </a:buClr>
              <a:buSzPts val="1400"/>
              <a:buFont typeface="Inter Tight"/>
              <a:buChar char="○"/>
              <a:defRPr>
                <a:solidFill>
                  <a:schemeClr val="dk1"/>
                </a:solidFill>
                <a:latin typeface="Inter Tight"/>
                <a:ea typeface="Inter Tight"/>
                <a:cs typeface="Inter Tight"/>
                <a:sym typeface="Inter Tight"/>
              </a:defRPr>
            </a:lvl2pPr>
            <a:lvl3pPr marL="1371600" lvl="2" indent="-317500">
              <a:lnSpc>
                <a:spcPct val="115000"/>
              </a:lnSpc>
              <a:spcBef>
                <a:spcPts val="0"/>
              </a:spcBef>
              <a:spcAft>
                <a:spcPts val="0"/>
              </a:spcAft>
              <a:buClr>
                <a:schemeClr val="dk1"/>
              </a:buClr>
              <a:buSzPts val="1400"/>
              <a:buFont typeface="Inter Tight"/>
              <a:buChar char="■"/>
              <a:defRPr>
                <a:solidFill>
                  <a:schemeClr val="dk1"/>
                </a:solidFill>
                <a:latin typeface="Inter Tight"/>
                <a:ea typeface="Inter Tight"/>
                <a:cs typeface="Inter Tight"/>
                <a:sym typeface="Inter Tight"/>
              </a:defRPr>
            </a:lvl3pPr>
            <a:lvl4pPr marL="1828800" lvl="3" indent="-317500">
              <a:lnSpc>
                <a:spcPct val="115000"/>
              </a:lnSpc>
              <a:spcBef>
                <a:spcPts val="0"/>
              </a:spcBef>
              <a:spcAft>
                <a:spcPts val="0"/>
              </a:spcAft>
              <a:buClr>
                <a:schemeClr val="dk1"/>
              </a:buClr>
              <a:buSzPts val="1400"/>
              <a:buFont typeface="Inter Tight"/>
              <a:buChar char="●"/>
              <a:defRPr>
                <a:solidFill>
                  <a:schemeClr val="dk1"/>
                </a:solidFill>
                <a:latin typeface="Inter Tight"/>
                <a:ea typeface="Inter Tight"/>
                <a:cs typeface="Inter Tight"/>
                <a:sym typeface="Inter Tight"/>
              </a:defRPr>
            </a:lvl4pPr>
            <a:lvl5pPr marL="2286000" lvl="4" indent="-317500">
              <a:lnSpc>
                <a:spcPct val="115000"/>
              </a:lnSpc>
              <a:spcBef>
                <a:spcPts val="0"/>
              </a:spcBef>
              <a:spcAft>
                <a:spcPts val="0"/>
              </a:spcAft>
              <a:buClr>
                <a:schemeClr val="dk1"/>
              </a:buClr>
              <a:buSzPts val="1400"/>
              <a:buFont typeface="Inter Tight"/>
              <a:buChar char="○"/>
              <a:defRPr>
                <a:solidFill>
                  <a:schemeClr val="dk1"/>
                </a:solidFill>
                <a:latin typeface="Inter Tight"/>
                <a:ea typeface="Inter Tight"/>
                <a:cs typeface="Inter Tight"/>
                <a:sym typeface="Inter Tight"/>
              </a:defRPr>
            </a:lvl5pPr>
            <a:lvl6pPr marL="2743200" lvl="5" indent="-317500">
              <a:lnSpc>
                <a:spcPct val="115000"/>
              </a:lnSpc>
              <a:spcBef>
                <a:spcPts val="0"/>
              </a:spcBef>
              <a:spcAft>
                <a:spcPts val="0"/>
              </a:spcAft>
              <a:buClr>
                <a:schemeClr val="dk1"/>
              </a:buClr>
              <a:buSzPts val="1400"/>
              <a:buFont typeface="Inter Tight"/>
              <a:buChar char="■"/>
              <a:defRPr>
                <a:solidFill>
                  <a:schemeClr val="dk1"/>
                </a:solidFill>
                <a:latin typeface="Inter Tight"/>
                <a:ea typeface="Inter Tight"/>
                <a:cs typeface="Inter Tight"/>
                <a:sym typeface="Inter Tight"/>
              </a:defRPr>
            </a:lvl6pPr>
            <a:lvl7pPr marL="3200400" lvl="6" indent="-317500">
              <a:lnSpc>
                <a:spcPct val="115000"/>
              </a:lnSpc>
              <a:spcBef>
                <a:spcPts val="0"/>
              </a:spcBef>
              <a:spcAft>
                <a:spcPts val="0"/>
              </a:spcAft>
              <a:buClr>
                <a:schemeClr val="dk1"/>
              </a:buClr>
              <a:buSzPts val="1400"/>
              <a:buFont typeface="Inter Tight"/>
              <a:buChar char="●"/>
              <a:defRPr>
                <a:solidFill>
                  <a:schemeClr val="dk1"/>
                </a:solidFill>
                <a:latin typeface="Inter Tight"/>
                <a:ea typeface="Inter Tight"/>
                <a:cs typeface="Inter Tight"/>
                <a:sym typeface="Inter Tight"/>
              </a:defRPr>
            </a:lvl7pPr>
            <a:lvl8pPr marL="3657600" lvl="7" indent="-317500">
              <a:lnSpc>
                <a:spcPct val="115000"/>
              </a:lnSpc>
              <a:spcBef>
                <a:spcPts val="0"/>
              </a:spcBef>
              <a:spcAft>
                <a:spcPts val="0"/>
              </a:spcAft>
              <a:buClr>
                <a:schemeClr val="dk1"/>
              </a:buClr>
              <a:buSzPts val="1400"/>
              <a:buFont typeface="Inter Tight"/>
              <a:buChar char="○"/>
              <a:defRPr>
                <a:solidFill>
                  <a:schemeClr val="dk1"/>
                </a:solidFill>
                <a:latin typeface="Inter Tight"/>
                <a:ea typeface="Inter Tight"/>
                <a:cs typeface="Inter Tight"/>
                <a:sym typeface="Inter Tight"/>
              </a:defRPr>
            </a:lvl8pPr>
            <a:lvl9pPr marL="4114800" lvl="8" indent="-317500">
              <a:lnSpc>
                <a:spcPct val="115000"/>
              </a:lnSpc>
              <a:spcBef>
                <a:spcPts val="0"/>
              </a:spcBef>
              <a:spcAft>
                <a:spcPts val="0"/>
              </a:spcAft>
              <a:buClr>
                <a:schemeClr val="dk1"/>
              </a:buClr>
              <a:buSzPts val="1400"/>
              <a:buFont typeface="Inter Tight"/>
              <a:buChar char="■"/>
              <a:defRPr>
                <a:solidFill>
                  <a:schemeClr val="dk1"/>
                </a:solidFill>
                <a:latin typeface="Inter Tight"/>
                <a:ea typeface="Inter Tight"/>
                <a:cs typeface="Inter Tight"/>
                <a:sym typeface="Inter T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5" r:id="rId6"/>
    <p:sldLayoutId id="2147483658" r:id="rId7"/>
    <p:sldLayoutId id="2147483659" r:id="rId8"/>
    <p:sldLayoutId id="2147483660" r:id="rId9"/>
    <p:sldLayoutId id="2147483661" r:id="rId10"/>
    <p:sldLayoutId id="2147483662" r:id="rId11"/>
    <p:sldLayoutId id="2147483664" r:id="rId12"/>
    <p:sldLayoutId id="2147483666" r:id="rId13"/>
    <p:sldLayoutId id="2147483667" r:id="rId14"/>
    <p:sldLayoutId id="2147483668" r:id="rId15"/>
    <p:sldLayoutId id="2147483669" r:id="rId16"/>
    <p:sldLayoutId id="2147483670" r:id="rId17"/>
    <p:sldLayoutId id="2147483671" r:id="rId18"/>
    <p:sldLayoutId id="2147483672" r:id="rId19"/>
    <p:sldLayoutId id="2147483673" r:id="rId20"/>
    <p:sldLayoutId id="2147483674"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28.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1.xml"/><Relationship Id="rId1" Type="http://schemas.openxmlformats.org/officeDocument/2006/relationships/slideLayout" Target="../slideLayouts/slideLayout10.xml"/><Relationship Id="rId5" Type="http://schemas.openxmlformats.org/officeDocument/2006/relationships/image" Target="../media/image3.png"/><Relationship Id="rId4" Type="http://schemas.openxmlformats.org/officeDocument/2006/relationships/hyperlink" Target="https://docs.google.com/spreadsheets/d/1MpcKKteo9TQbuqTxaLgEVbQFhUNCrYZuT89qag7K-Ds/copy#gid=0&amp;range=A7"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hyperlink" Target="https://docs.google.com/spreadsheets/d/1MpcKKteo9TQbuqTxaLgEVbQFhUNCrYZuT89qag7K-Ds/copy#gid=0&amp;range=A7" TargetMode="External"/><Relationship Id="rId2" Type="http://schemas.openxmlformats.org/officeDocument/2006/relationships/notesSlide" Target="../notesSlides/notesSlide25.xml"/><Relationship Id="rId1" Type="http://schemas.openxmlformats.org/officeDocument/2006/relationships/slideLayout" Target="../slideLayouts/slideLayout10.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p32"/>
          <p:cNvSpPr txBox="1">
            <a:spLocks noGrp="1"/>
          </p:cNvSpPr>
          <p:nvPr>
            <p:ph type="ctrTitle"/>
          </p:nvPr>
        </p:nvSpPr>
        <p:spPr>
          <a:xfrm>
            <a:off x="1333163" y="1136094"/>
            <a:ext cx="3288600" cy="198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Gothic Literature</a:t>
            </a:r>
            <a:endParaRPr/>
          </a:p>
        </p:txBody>
      </p:sp>
      <p:sp>
        <p:nvSpPr>
          <p:cNvPr id="1043" name="Google Shape;1043;p32"/>
          <p:cNvSpPr txBox="1">
            <a:spLocks noGrp="1"/>
          </p:cNvSpPr>
          <p:nvPr>
            <p:ph type="subTitle" idx="1"/>
          </p:nvPr>
        </p:nvSpPr>
        <p:spPr>
          <a:xfrm>
            <a:off x="1333163" y="3122706"/>
            <a:ext cx="2622900" cy="732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grpSp>
        <p:nvGrpSpPr>
          <p:cNvPr id="1044" name="Google Shape;1044;p32"/>
          <p:cNvGrpSpPr/>
          <p:nvPr/>
        </p:nvGrpSpPr>
        <p:grpSpPr>
          <a:xfrm>
            <a:off x="5129259" y="1965154"/>
            <a:ext cx="2622521" cy="2056856"/>
            <a:chOff x="5281659" y="1689027"/>
            <a:chExt cx="2622521" cy="2056856"/>
          </a:xfrm>
        </p:grpSpPr>
        <p:sp>
          <p:nvSpPr>
            <p:cNvPr id="1045" name="Google Shape;1045;p32"/>
            <p:cNvSpPr/>
            <p:nvPr/>
          </p:nvSpPr>
          <p:spPr>
            <a:xfrm>
              <a:off x="7373283" y="1984903"/>
              <a:ext cx="530897" cy="447308"/>
            </a:xfrm>
            <a:custGeom>
              <a:avLst/>
              <a:gdLst/>
              <a:ahLst/>
              <a:cxnLst/>
              <a:rect l="l" t="t" r="r" b="b"/>
              <a:pathLst>
                <a:path w="393257" h="331339" extrusionOk="0">
                  <a:moveTo>
                    <a:pt x="287793" y="329831"/>
                  </a:moveTo>
                  <a:cubicBezTo>
                    <a:pt x="284776" y="330374"/>
                    <a:pt x="281700" y="330917"/>
                    <a:pt x="278502" y="331339"/>
                  </a:cubicBezTo>
                  <a:cubicBezTo>
                    <a:pt x="317417" y="72627"/>
                    <a:pt x="0" y="29488"/>
                    <a:pt x="0" y="29488"/>
                  </a:cubicBezTo>
                  <a:cubicBezTo>
                    <a:pt x="0" y="29488"/>
                    <a:pt x="240371" y="-72355"/>
                    <a:pt x="371356" y="102493"/>
                  </a:cubicBezTo>
                  <a:cubicBezTo>
                    <a:pt x="421554" y="192088"/>
                    <a:pt x="382035" y="311972"/>
                    <a:pt x="287793" y="32977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6" name="Google Shape;1046;p32"/>
            <p:cNvSpPr/>
            <p:nvPr/>
          </p:nvSpPr>
          <p:spPr>
            <a:xfrm>
              <a:off x="5381312" y="1689027"/>
              <a:ext cx="2518380" cy="2056856"/>
            </a:xfrm>
            <a:custGeom>
              <a:avLst/>
              <a:gdLst/>
              <a:ahLst/>
              <a:cxnLst/>
              <a:rect l="l" t="t" r="r" b="b"/>
              <a:pathLst>
                <a:path w="1865467" h="1523597" extrusionOk="0">
                  <a:moveTo>
                    <a:pt x="1865467" y="378711"/>
                  </a:moveTo>
                  <a:cubicBezTo>
                    <a:pt x="1865467" y="378711"/>
                    <a:pt x="1820639" y="278737"/>
                    <a:pt x="1697739" y="289899"/>
                  </a:cubicBezTo>
                  <a:cubicBezTo>
                    <a:pt x="1619908" y="296958"/>
                    <a:pt x="1552756" y="346432"/>
                    <a:pt x="1517943" y="416359"/>
                  </a:cubicBezTo>
                  <a:cubicBezTo>
                    <a:pt x="1368436" y="716340"/>
                    <a:pt x="1485725" y="1424420"/>
                    <a:pt x="1050234" y="1519265"/>
                  </a:cubicBezTo>
                  <a:cubicBezTo>
                    <a:pt x="981574" y="1534228"/>
                    <a:pt x="843409" y="1505629"/>
                    <a:pt x="843409" y="1505629"/>
                  </a:cubicBezTo>
                  <a:cubicBezTo>
                    <a:pt x="417089" y="1359380"/>
                    <a:pt x="0" y="1125043"/>
                    <a:pt x="0" y="1125043"/>
                  </a:cubicBezTo>
                  <a:cubicBezTo>
                    <a:pt x="0" y="1125043"/>
                    <a:pt x="258833" y="1172948"/>
                    <a:pt x="494980" y="432710"/>
                  </a:cubicBezTo>
                  <a:cubicBezTo>
                    <a:pt x="731067" y="-307528"/>
                    <a:pt x="1829086" y="59001"/>
                    <a:pt x="1865467" y="37865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7" name="Google Shape;1047;p32"/>
            <p:cNvSpPr/>
            <p:nvPr/>
          </p:nvSpPr>
          <p:spPr>
            <a:xfrm>
              <a:off x="6633813" y="3431645"/>
              <a:ext cx="253080" cy="155770"/>
            </a:xfrm>
            <a:custGeom>
              <a:avLst/>
              <a:gdLst/>
              <a:ahLst/>
              <a:cxnLst/>
              <a:rect l="l" t="t" r="r" b="b"/>
              <a:pathLst>
                <a:path w="187467" h="115385" extrusionOk="0">
                  <a:moveTo>
                    <a:pt x="187458" y="36589"/>
                  </a:moveTo>
                  <a:cubicBezTo>
                    <a:pt x="187458" y="36589"/>
                    <a:pt x="189690" y="90890"/>
                    <a:pt x="127968" y="115386"/>
                  </a:cubicBezTo>
                  <a:cubicBezTo>
                    <a:pt x="72280" y="39787"/>
                    <a:pt x="0" y="63438"/>
                    <a:pt x="0" y="63438"/>
                  </a:cubicBezTo>
                  <a:cubicBezTo>
                    <a:pt x="0" y="63438"/>
                    <a:pt x="166160" y="-59281"/>
                    <a:pt x="187458" y="36650"/>
                  </a:cubicBezTo>
                  <a:close/>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 name="Google Shape;1048;p32"/>
            <p:cNvSpPr/>
            <p:nvPr/>
          </p:nvSpPr>
          <p:spPr>
            <a:xfrm>
              <a:off x="5281659" y="3000192"/>
              <a:ext cx="1604872" cy="744854"/>
            </a:xfrm>
            <a:custGeom>
              <a:avLst/>
              <a:gdLst/>
              <a:ahLst/>
              <a:cxnLst/>
              <a:rect l="l" t="t" r="r" b="b"/>
              <a:pathLst>
                <a:path w="1188794" h="551744" extrusionOk="0">
                  <a:moveTo>
                    <a:pt x="1188312" y="355972"/>
                  </a:moveTo>
                  <a:cubicBezTo>
                    <a:pt x="1188312" y="355972"/>
                    <a:pt x="1160558" y="279348"/>
                    <a:pt x="1059620" y="370754"/>
                  </a:cubicBezTo>
                  <a:cubicBezTo>
                    <a:pt x="1043510" y="385294"/>
                    <a:pt x="1033857" y="405023"/>
                    <a:pt x="1028910" y="426261"/>
                  </a:cubicBezTo>
                  <a:cubicBezTo>
                    <a:pt x="1022393" y="454135"/>
                    <a:pt x="1025471" y="483880"/>
                    <a:pt x="1040071" y="508496"/>
                  </a:cubicBezTo>
                  <a:cubicBezTo>
                    <a:pt x="1078444" y="573174"/>
                    <a:pt x="1158809" y="539327"/>
                    <a:pt x="1158809" y="539327"/>
                  </a:cubicBezTo>
                  <a:cubicBezTo>
                    <a:pt x="1158809" y="539327"/>
                    <a:pt x="954035" y="641955"/>
                    <a:pt x="111169" y="257145"/>
                  </a:cubicBezTo>
                  <a:cubicBezTo>
                    <a:pt x="90776" y="247853"/>
                    <a:pt x="71469" y="236088"/>
                    <a:pt x="54515" y="221427"/>
                  </a:cubicBezTo>
                  <a:cubicBezTo>
                    <a:pt x="-71221" y="112524"/>
                    <a:pt x="45888" y="-28959"/>
                    <a:pt x="150989" y="5190"/>
                  </a:cubicBezTo>
                  <a:cubicBezTo>
                    <a:pt x="265021" y="42235"/>
                    <a:pt x="439205" y="129900"/>
                    <a:pt x="739548" y="201637"/>
                  </a:cubicBezTo>
                  <a:cubicBezTo>
                    <a:pt x="1039890" y="273435"/>
                    <a:pt x="1199353" y="304266"/>
                    <a:pt x="1188252" y="35591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49" name="Google Shape;1049;p32"/>
          <p:cNvGrpSpPr/>
          <p:nvPr/>
        </p:nvGrpSpPr>
        <p:grpSpPr>
          <a:xfrm>
            <a:off x="5458077" y="1121490"/>
            <a:ext cx="1088524" cy="2184972"/>
            <a:chOff x="5600902" y="897034"/>
            <a:chExt cx="1088524" cy="2184972"/>
          </a:xfrm>
        </p:grpSpPr>
        <p:sp>
          <p:nvSpPr>
            <p:cNvPr id="1050" name="Google Shape;1050;p32"/>
            <p:cNvSpPr/>
            <p:nvPr/>
          </p:nvSpPr>
          <p:spPr>
            <a:xfrm>
              <a:off x="5600902" y="897034"/>
              <a:ext cx="1088524" cy="1926314"/>
            </a:xfrm>
            <a:custGeom>
              <a:avLst/>
              <a:gdLst/>
              <a:ahLst/>
              <a:cxnLst/>
              <a:rect l="l" t="t" r="r" b="b"/>
              <a:pathLst>
                <a:path w="806314" h="1426899" extrusionOk="0">
                  <a:moveTo>
                    <a:pt x="135510" y="0"/>
                  </a:moveTo>
                  <a:cubicBezTo>
                    <a:pt x="135510" y="0"/>
                    <a:pt x="30770" y="28357"/>
                    <a:pt x="0" y="67031"/>
                  </a:cubicBezTo>
                  <a:lnTo>
                    <a:pt x="139311" y="156808"/>
                  </a:lnTo>
                  <a:lnTo>
                    <a:pt x="36442" y="119220"/>
                  </a:lnTo>
                  <a:lnTo>
                    <a:pt x="193069" y="237535"/>
                  </a:lnTo>
                  <a:lnTo>
                    <a:pt x="60817" y="189207"/>
                  </a:lnTo>
                  <a:cubicBezTo>
                    <a:pt x="60817" y="189207"/>
                    <a:pt x="174546" y="318564"/>
                    <a:pt x="163505" y="439956"/>
                  </a:cubicBezTo>
                  <a:cubicBezTo>
                    <a:pt x="152464" y="561348"/>
                    <a:pt x="247611" y="696013"/>
                    <a:pt x="345412" y="792849"/>
                  </a:cubicBezTo>
                  <a:lnTo>
                    <a:pt x="149146" y="676706"/>
                  </a:lnTo>
                  <a:cubicBezTo>
                    <a:pt x="149146" y="676706"/>
                    <a:pt x="154877" y="995209"/>
                    <a:pt x="468433" y="1048726"/>
                  </a:cubicBezTo>
                  <a:lnTo>
                    <a:pt x="346378" y="1048545"/>
                  </a:lnTo>
                  <a:cubicBezTo>
                    <a:pt x="346378" y="1048545"/>
                    <a:pt x="403393" y="1120402"/>
                    <a:pt x="556943" y="1125470"/>
                  </a:cubicBezTo>
                  <a:lnTo>
                    <a:pt x="440619" y="1155155"/>
                  </a:lnTo>
                  <a:lnTo>
                    <a:pt x="519355" y="1228340"/>
                  </a:lnTo>
                  <a:lnTo>
                    <a:pt x="596884" y="1228883"/>
                  </a:lnTo>
                  <a:lnTo>
                    <a:pt x="541618" y="1258628"/>
                  </a:lnTo>
                  <a:cubicBezTo>
                    <a:pt x="541618" y="1258628"/>
                    <a:pt x="641833" y="1409825"/>
                    <a:pt x="746573" y="1426899"/>
                  </a:cubicBezTo>
                  <a:cubicBezTo>
                    <a:pt x="855778" y="1173617"/>
                    <a:pt x="781868" y="874541"/>
                    <a:pt x="781868" y="874541"/>
                  </a:cubicBezTo>
                  <a:lnTo>
                    <a:pt x="697099" y="954605"/>
                  </a:lnTo>
                  <a:lnTo>
                    <a:pt x="772155" y="809924"/>
                  </a:lnTo>
                  <a:cubicBezTo>
                    <a:pt x="772155" y="809924"/>
                    <a:pt x="733239" y="612511"/>
                    <a:pt x="590187" y="365926"/>
                  </a:cubicBezTo>
                  <a:cubicBezTo>
                    <a:pt x="583671" y="535645"/>
                    <a:pt x="553263" y="618906"/>
                    <a:pt x="553263" y="618906"/>
                  </a:cubicBezTo>
                  <a:cubicBezTo>
                    <a:pt x="553263" y="618906"/>
                    <a:pt x="571423" y="386862"/>
                    <a:pt x="519898" y="284716"/>
                  </a:cubicBezTo>
                  <a:cubicBezTo>
                    <a:pt x="407134" y="77047"/>
                    <a:pt x="135510" y="0"/>
                    <a:pt x="13551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1" name="Google Shape;1051;p32"/>
            <p:cNvSpPr/>
            <p:nvPr/>
          </p:nvSpPr>
          <p:spPr>
            <a:xfrm>
              <a:off x="5905184" y="1098839"/>
              <a:ext cx="751683" cy="1983166"/>
            </a:xfrm>
            <a:custGeom>
              <a:avLst/>
              <a:gdLst/>
              <a:ahLst/>
              <a:cxnLst/>
              <a:rect l="l" t="t" r="r" b="b"/>
              <a:pathLst>
                <a:path w="556802" h="1469012" extrusionOk="0">
                  <a:moveTo>
                    <a:pt x="556762" y="1469012"/>
                  </a:moveTo>
                  <a:cubicBezTo>
                    <a:pt x="556762" y="1469012"/>
                    <a:pt x="572147" y="758640"/>
                    <a:pt x="0" y="0"/>
                  </a:cubicBezTo>
                  <a:cubicBezTo>
                    <a:pt x="528043" y="742531"/>
                    <a:pt x="490697" y="1406868"/>
                    <a:pt x="490697" y="1406868"/>
                  </a:cubicBezTo>
                  <a:lnTo>
                    <a:pt x="556702" y="146901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052" name="Google Shape;1052;p32"/>
          <p:cNvSpPr/>
          <p:nvPr/>
        </p:nvSpPr>
        <p:spPr>
          <a:xfrm rot="5400000">
            <a:off x="-825763" y="-1180551"/>
            <a:ext cx="1022976" cy="353738"/>
          </a:xfrm>
          <a:custGeom>
            <a:avLst/>
            <a:gdLst/>
            <a:ahLst/>
            <a:cxnLst/>
            <a:rect l="l" t="t" r="r" b="b"/>
            <a:pathLst>
              <a:path w="967353" h="334504" extrusionOk="0">
                <a:moveTo>
                  <a:pt x="967259" y="233463"/>
                </a:moveTo>
                <a:cubicBezTo>
                  <a:pt x="967259" y="233463"/>
                  <a:pt x="966687" y="232034"/>
                  <a:pt x="965639" y="229272"/>
                </a:cubicBezTo>
                <a:cubicBezTo>
                  <a:pt x="964496" y="226509"/>
                  <a:pt x="963163" y="222318"/>
                  <a:pt x="960686" y="217080"/>
                </a:cubicBezTo>
                <a:cubicBezTo>
                  <a:pt x="956114" y="206697"/>
                  <a:pt x="948590" y="191267"/>
                  <a:pt x="934778" y="175265"/>
                </a:cubicBezTo>
                <a:cubicBezTo>
                  <a:pt x="921253" y="159168"/>
                  <a:pt x="899441" y="143642"/>
                  <a:pt x="870770" y="137641"/>
                </a:cubicBezTo>
                <a:cubicBezTo>
                  <a:pt x="842291" y="131355"/>
                  <a:pt x="808572" y="133926"/>
                  <a:pt x="773234" y="141737"/>
                </a:cubicBezTo>
                <a:cubicBezTo>
                  <a:pt x="702083" y="157644"/>
                  <a:pt x="624168" y="194315"/>
                  <a:pt x="540443" y="232129"/>
                </a:cubicBezTo>
                <a:cubicBezTo>
                  <a:pt x="498438" y="251084"/>
                  <a:pt x="455195" y="271182"/>
                  <a:pt x="409856" y="288898"/>
                </a:cubicBezTo>
                <a:cubicBezTo>
                  <a:pt x="364517" y="306519"/>
                  <a:pt x="317273" y="322998"/>
                  <a:pt x="267362" y="330903"/>
                </a:cubicBezTo>
                <a:cubicBezTo>
                  <a:pt x="242406" y="334618"/>
                  <a:pt x="216689" y="336047"/>
                  <a:pt x="191066" y="332332"/>
                </a:cubicBezTo>
                <a:cubicBezTo>
                  <a:pt x="178208" y="330808"/>
                  <a:pt x="165444" y="326808"/>
                  <a:pt x="154109" y="323569"/>
                </a:cubicBezTo>
                <a:cubicBezTo>
                  <a:pt x="142108" y="319759"/>
                  <a:pt x="130297" y="315759"/>
                  <a:pt x="118772" y="310996"/>
                </a:cubicBezTo>
                <a:cubicBezTo>
                  <a:pt x="95721" y="301662"/>
                  <a:pt x="73623" y="289565"/>
                  <a:pt x="54192" y="273944"/>
                </a:cubicBezTo>
                <a:cubicBezTo>
                  <a:pt x="34952" y="258228"/>
                  <a:pt x="18378" y="238320"/>
                  <a:pt x="9044" y="215175"/>
                </a:cubicBezTo>
                <a:cubicBezTo>
                  <a:pt x="-386" y="192124"/>
                  <a:pt x="-2196" y="166597"/>
                  <a:pt x="2471" y="143547"/>
                </a:cubicBezTo>
                <a:cubicBezTo>
                  <a:pt x="6948" y="120401"/>
                  <a:pt x="16759" y="99351"/>
                  <a:pt x="28951" y="81158"/>
                </a:cubicBezTo>
                <a:cubicBezTo>
                  <a:pt x="53525" y="44868"/>
                  <a:pt x="87339" y="18007"/>
                  <a:pt x="123915" y="5720"/>
                </a:cubicBezTo>
                <a:cubicBezTo>
                  <a:pt x="142108" y="-281"/>
                  <a:pt x="161634" y="-2091"/>
                  <a:pt x="179065" y="2862"/>
                </a:cubicBezTo>
                <a:cubicBezTo>
                  <a:pt x="196591" y="7720"/>
                  <a:pt x="210593" y="19245"/>
                  <a:pt x="219165" y="32199"/>
                </a:cubicBezTo>
                <a:cubicBezTo>
                  <a:pt x="228023" y="45058"/>
                  <a:pt x="233548" y="58869"/>
                  <a:pt x="234786" y="72490"/>
                </a:cubicBezTo>
                <a:cubicBezTo>
                  <a:pt x="236120" y="86111"/>
                  <a:pt x="231738" y="98970"/>
                  <a:pt x="224689" y="107637"/>
                </a:cubicBezTo>
                <a:cubicBezTo>
                  <a:pt x="217641" y="116496"/>
                  <a:pt x="208592" y="121544"/>
                  <a:pt x="200591" y="124211"/>
                </a:cubicBezTo>
                <a:cubicBezTo>
                  <a:pt x="192495" y="127068"/>
                  <a:pt x="185256" y="127640"/>
                  <a:pt x="179446" y="127640"/>
                </a:cubicBezTo>
                <a:cubicBezTo>
                  <a:pt x="173635" y="127640"/>
                  <a:pt x="169254" y="126878"/>
                  <a:pt x="166301" y="126306"/>
                </a:cubicBezTo>
                <a:cubicBezTo>
                  <a:pt x="163444" y="125640"/>
                  <a:pt x="161920" y="125259"/>
                  <a:pt x="161920" y="125259"/>
                </a:cubicBezTo>
                <a:cubicBezTo>
                  <a:pt x="161920" y="125259"/>
                  <a:pt x="163444" y="125544"/>
                  <a:pt x="166397" y="126021"/>
                </a:cubicBezTo>
                <a:cubicBezTo>
                  <a:pt x="169349" y="126402"/>
                  <a:pt x="173731" y="126878"/>
                  <a:pt x="179446" y="126497"/>
                </a:cubicBezTo>
                <a:cubicBezTo>
                  <a:pt x="185066" y="126116"/>
                  <a:pt x="192209" y="125068"/>
                  <a:pt x="199734" y="121830"/>
                </a:cubicBezTo>
                <a:cubicBezTo>
                  <a:pt x="207164" y="118686"/>
                  <a:pt x="215355" y="113448"/>
                  <a:pt x="221451" y="105066"/>
                </a:cubicBezTo>
                <a:cubicBezTo>
                  <a:pt x="227452" y="96779"/>
                  <a:pt x="230785" y="85254"/>
                  <a:pt x="228976" y="73062"/>
                </a:cubicBezTo>
                <a:cubicBezTo>
                  <a:pt x="227261" y="60965"/>
                  <a:pt x="221451" y="48201"/>
                  <a:pt x="212783" y="36771"/>
                </a:cubicBezTo>
                <a:cubicBezTo>
                  <a:pt x="204306" y="25341"/>
                  <a:pt x="191638" y="16102"/>
                  <a:pt x="176398" y="12578"/>
                </a:cubicBezTo>
                <a:cubicBezTo>
                  <a:pt x="161253" y="8958"/>
                  <a:pt x="144108" y="10863"/>
                  <a:pt x="127630" y="16864"/>
                </a:cubicBezTo>
                <a:cubicBezTo>
                  <a:pt x="94578" y="28961"/>
                  <a:pt x="63336" y="55250"/>
                  <a:pt x="41714" y="89349"/>
                </a:cubicBezTo>
                <a:cubicBezTo>
                  <a:pt x="30951" y="106494"/>
                  <a:pt x="22760" y="125830"/>
                  <a:pt x="19426" y="146404"/>
                </a:cubicBezTo>
                <a:cubicBezTo>
                  <a:pt x="16092" y="166883"/>
                  <a:pt x="17807" y="188409"/>
                  <a:pt x="26189" y="207840"/>
                </a:cubicBezTo>
                <a:cubicBezTo>
                  <a:pt x="34380" y="227462"/>
                  <a:pt x="48858" y="244512"/>
                  <a:pt x="66384" y="258418"/>
                </a:cubicBezTo>
                <a:cubicBezTo>
                  <a:pt x="84101" y="272229"/>
                  <a:pt x="104675" y="283183"/>
                  <a:pt x="126392" y="291946"/>
                </a:cubicBezTo>
                <a:cubicBezTo>
                  <a:pt x="137250" y="296423"/>
                  <a:pt x="148489" y="300138"/>
                  <a:pt x="159634" y="303662"/>
                </a:cubicBezTo>
                <a:cubicBezTo>
                  <a:pt x="171635" y="306996"/>
                  <a:pt x="182303" y="310329"/>
                  <a:pt x="193829" y="311663"/>
                </a:cubicBezTo>
                <a:cubicBezTo>
                  <a:pt x="216689" y="314806"/>
                  <a:pt x="240501" y="313473"/>
                  <a:pt x="264028" y="309853"/>
                </a:cubicBezTo>
                <a:cubicBezTo>
                  <a:pt x="311272" y="302614"/>
                  <a:pt x="357563" y="286898"/>
                  <a:pt x="402331" y="269658"/>
                </a:cubicBezTo>
                <a:cubicBezTo>
                  <a:pt x="447003" y="252227"/>
                  <a:pt x="490628" y="233367"/>
                  <a:pt x="532823" y="214889"/>
                </a:cubicBezTo>
                <a:cubicBezTo>
                  <a:pt x="575019" y="196410"/>
                  <a:pt x="616167" y="178980"/>
                  <a:pt x="655886" y="164121"/>
                </a:cubicBezTo>
                <a:cubicBezTo>
                  <a:pt x="695606" y="149262"/>
                  <a:pt x="734087" y="136974"/>
                  <a:pt x="770853" y="129831"/>
                </a:cubicBezTo>
                <a:cubicBezTo>
                  <a:pt x="807429" y="122592"/>
                  <a:pt x="842862" y="121449"/>
                  <a:pt x="872675" y="129735"/>
                </a:cubicBezTo>
                <a:cubicBezTo>
                  <a:pt x="902679" y="137641"/>
                  <a:pt x="924777" y="155167"/>
                  <a:pt x="937922" y="172407"/>
                </a:cubicBezTo>
                <a:cubicBezTo>
                  <a:pt x="941446" y="176598"/>
                  <a:pt x="944113" y="181075"/>
                  <a:pt x="946875" y="184980"/>
                </a:cubicBezTo>
                <a:cubicBezTo>
                  <a:pt x="949256" y="189171"/>
                  <a:pt x="951542" y="193077"/>
                  <a:pt x="953447" y="196887"/>
                </a:cubicBezTo>
                <a:cubicBezTo>
                  <a:pt x="955257" y="200697"/>
                  <a:pt x="956876" y="204221"/>
                  <a:pt x="958305" y="207459"/>
                </a:cubicBezTo>
                <a:cubicBezTo>
                  <a:pt x="959543" y="210793"/>
                  <a:pt x="960782" y="213746"/>
                  <a:pt x="961829" y="216508"/>
                </a:cubicBezTo>
                <a:cubicBezTo>
                  <a:pt x="963925" y="221842"/>
                  <a:pt x="964973" y="226224"/>
                  <a:pt x="966020" y="228986"/>
                </a:cubicBezTo>
                <a:cubicBezTo>
                  <a:pt x="966878" y="231843"/>
                  <a:pt x="967354" y="233272"/>
                  <a:pt x="967354" y="23327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a:t>Contents of this template</a:t>
            </a:r>
            <a:endParaRPr b="0"/>
          </a:p>
        </p:txBody>
      </p:sp>
      <p:graphicFrame>
        <p:nvGraphicFramePr>
          <p:cNvPr id="1058" name="Google Shape;1058;p33"/>
          <p:cNvGraphicFramePr/>
          <p:nvPr/>
        </p:nvGraphicFramePr>
        <p:xfrm>
          <a:off x="720000" y="1614825"/>
          <a:ext cx="3000000" cy="3000000"/>
        </p:xfrm>
        <a:graphic>
          <a:graphicData uri="http://schemas.openxmlformats.org/drawingml/2006/table">
            <a:tbl>
              <a:tblPr>
                <a:noFill/>
                <a:tableStyleId>{86058C78-6472-4ECB-A7C8-18051B10B224}</a:tableStyleId>
              </a:tblPr>
              <a:tblGrid>
                <a:gridCol w="2284850">
                  <a:extLst>
                    <a:ext uri="{9D8B030D-6E8A-4147-A177-3AD203B41FA5}">
                      <a16:colId xmlns:a16="http://schemas.microsoft.com/office/drawing/2014/main" val="20000"/>
                    </a:ext>
                  </a:extLst>
                </a:gridCol>
                <a:gridCol w="5419150">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100" b="1" u="sng">
                          <a:solidFill>
                            <a:schemeClr val="hlink"/>
                          </a:solidFill>
                          <a:latin typeface="Inter Tight"/>
                          <a:ea typeface="Inter Tight"/>
                          <a:cs typeface="Inter Tight"/>
                          <a:sym typeface="Inter Tight"/>
                          <a:hlinkClick r:id="" action="ppaction://noaction"/>
                        </a:rPr>
                        <a:t>Fonts</a:t>
                      </a:r>
                      <a:endParaRPr sz="1100" b="1" u="sng">
                        <a:solidFill>
                          <a:schemeClr val="dk1"/>
                        </a:solidFill>
                        <a:latin typeface="Inter Tight"/>
                        <a:ea typeface="Inter Tight"/>
                        <a:cs typeface="Inter Tight"/>
                        <a:sym typeface="Inter Tight"/>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22780"/>
                      </a:srgbClr>
                    </a:solidFill>
                  </a:tcPr>
                </a:tc>
                <a:tc>
                  <a:txBody>
                    <a:bodyPr/>
                    <a:lstStyle/>
                    <a:p>
                      <a:pPr marL="0" lvl="0" indent="0" algn="l" rtl="0">
                        <a:spcBef>
                          <a:spcPts val="0"/>
                        </a:spcBef>
                        <a:spcAft>
                          <a:spcPts val="1600"/>
                        </a:spcAft>
                        <a:buNone/>
                      </a:pPr>
                      <a:r>
                        <a:rPr lang="en" sz="1100">
                          <a:solidFill>
                            <a:schemeClr val="dk1"/>
                          </a:solidFill>
                          <a:latin typeface="Inter Tight"/>
                          <a:ea typeface="Inter Tight"/>
                          <a:cs typeface="Inter Tight"/>
                          <a:sym typeface="Inter Tight"/>
                        </a:rPr>
                        <a:t>To view this template correctly in PowerPoint, download and install the fonts we used</a:t>
                      </a:r>
                      <a:endParaRPr sz="1100">
                        <a:solidFill>
                          <a:schemeClr val="dk1"/>
                        </a:solidFill>
                        <a:latin typeface="Inter Tight"/>
                        <a:ea typeface="Inter Tight"/>
                        <a:cs typeface="Inter Tight"/>
                        <a:sym typeface="Inter Tight"/>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100" b="1" u="sng">
                          <a:solidFill>
                            <a:schemeClr val="hlink"/>
                          </a:solidFill>
                          <a:latin typeface="Inter Tight"/>
                          <a:ea typeface="Inter Tight"/>
                          <a:cs typeface="Inter Tight"/>
                          <a:sym typeface="Inter Tight"/>
                          <a:hlinkClick r:id="" action="ppaction://noaction"/>
                        </a:rPr>
                        <a:t>Used</a:t>
                      </a:r>
                      <a:r>
                        <a:rPr lang="en" sz="1100" b="1">
                          <a:solidFill>
                            <a:schemeClr val="dk1"/>
                          </a:solidFill>
                          <a:latin typeface="Inter Tight"/>
                          <a:ea typeface="Inter Tight"/>
                          <a:cs typeface="Inter Tight"/>
                          <a:sym typeface="Inter Tight"/>
                        </a:rPr>
                        <a:t> and </a:t>
                      </a:r>
                      <a:r>
                        <a:rPr lang="en" sz="1100" b="1" u="sng">
                          <a:solidFill>
                            <a:schemeClr val="hlink"/>
                          </a:solidFill>
                          <a:latin typeface="Inter Tight"/>
                          <a:ea typeface="Inter Tight"/>
                          <a:cs typeface="Inter Tight"/>
                          <a:sym typeface="Inter Tight"/>
                          <a:hlinkClick r:id="" action="ppaction://noaction"/>
                        </a:rPr>
                        <a:t>alternative</a:t>
                      </a:r>
                      <a:r>
                        <a:rPr lang="en" sz="1100" b="1" u="sng">
                          <a:solidFill>
                            <a:schemeClr val="hlink"/>
                          </a:solidFill>
                          <a:latin typeface="Inter Tight"/>
                          <a:ea typeface="Inter Tight"/>
                          <a:cs typeface="Inter Tight"/>
                          <a:sym typeface="Inter Tight"/>
                          <a:hlinkClick r:id="" action="ppaction://noaction"/>
                        </a:rPr>
                        <a:t> resources</a:t>
                      </a:r>
                      <a:endParaRPr sz="1100" b="1" u="sng">
                        <a:solidFill>
                          <a:schemeClr val="dk1"/>
                        </a:solidFill>
                        <a:latin typeface="Inter Tight"/>
                        <a:ea typeface="Inter Tight"/>
                        <a:cs typeface="Inter Tight"/>
                        <a:sym typeface="Inter Tight"/>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22780"/>
                      </a:srgbClr>
                    </a:solidFill>
                  </a:tcPr>
                </a:tc>
                <a:tc>
                  <a:txBody>
                    <a:bodyPr/>
                    <a:lstStyle/>
                    <a:p>
                      <a:pPr marL="0" marR="0" lvl="0" indent="0" algn="l" rtl="0">
                        <a:lnSpc>
                          <a:spcPct val="100000"/>
                        </a:lnSpc>
                        <a:spcBef>
                          <a:spcPts val="0"/>
                        </a:spcBef>
                        <a:spcAft>
                          <a:spcPts val="1600"/>
                        </a:spcAft>
                        <a:buNone/>
                      </a:pPr>
                      <a:r>
                        <a:rPr lang="en" sz="1100">
                          <a:solidFill>
                            <a:schemeClr val="dk1"/>
                          </a:solidFill>
                          <a:latin typeface="Inter Tight"/>
                          <a:ea typeface="Inter Tight"/>
                          <a:cs typeface="Inter Tight"/>
                          <a:sym typeface="Inter Tight"/>
                        </a:rPr>
                        <a:t>An assortment of graphic resources that are suitable for use in this presentation</a:t>
                      </a:r>
                      <a:endParaRPr sz="1100">
                        <a:solidFill>
                          <a:schemeClr val="dk1"/>
                        </a:solidFill>
                        <a:latin typeface="Inter Tight"/>
                        <a:ea typeface="Inter Tight"/>
                        <a:cs typeface="Inter Tight"/>
                        <a:sym typeface="Inter Tight"/>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100" b="1" u="sng">
                          <a:solidFill>
                            <a:schemeClr val="hlink"/>
                          </a:solidFill>
                          <a:latin typeface="Inter Tight"/>
                          <a:ea typeface="Inter Tight"/>
                          <a:cs typeface="Inter Tight"/>
                          <a:sym typeface="Inter Tight"/>
                          <a:hlinkClick r:id="rId3" action="ppaction://hlinksldjump"/>
                        </a:rPr>
                        <a:t>Thanks slide</a:t>
                      </a:r>
                      <a:endParaRPr sz="1100" b="1" u="sng">
                        <a:solidFill>
                          <a:schemeClr val="dk1"/>
                        </a:solidFill>
                        <a:latin typeface="Inter Tight"/>
                        <a:ea typeface="Inter Tight"/>
                        <a:cs typeface="Inter Tight"/>
                        <a:sym typeface="Inter Tight"/>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22780"/>
                      </a:srgbClr>
                    </a:solidFill>
                  </a:tcPr>
                </a:tc>
                <a:tc>
                  <a:txBody>
                    <a:bodyPr/>
                    <a:lstStyle/>
                    <a:p>
                      <a:pPr marL="0" lvl="0" indent="0" algn="l" rtl="0">
                        <a:spcBef>
                          <a:spcPts val="0"/>
                        </a:spcBef>
                        <a:spcAft>
                          <a:spcPts val="1600"/>
                        </a:spcAft>
                        <a:buNone/>
                      </a:pPr>
                      <a:r>
                        <a:rPr lang="en" sz="1100">
                          <a:solidFill>
                            <a:schemeClr val="dk1"/>
                          </a:solidFill>
                          <a:latin typeface="Inter Tight"/>
                          <a:ea typeface="Inter Tight"/>
                          <a:cs typeface="Inter Tight"/>
                          <a:sym typeface="Inter Tight"/>
                        </a:rPr>
                        <a:t>You must keep it so that proper credits for our design are given</a:t>
                      </a:r>
                      <a:endParaRPr sz="1100">
                        <a:solidFill>
                          <a:schemeClr val="dk1"/>
                        </a:solidFill>
                        <a:latin typeface="Inter Tight"/>
                        <a:ea typeface="Inter Tight"/>
                        <a:cs typeface="Inter Tight"/>
                        <a:sym typeface="Inter Tight"/>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100" b="1" u="sng">
                          <a:solidFill>
                            <a:schemeClr val="hlink"/>
                          </a:solidFill>
                          <a:latin typeface="Inter Tight"/>
                          <a:ea typeface="Inter Tight"/>
                          <a:cs typeface="Inter Tight"/>
                          <a:sym typeface="Inter Tight"/>
                          <a:hlinkClick r:id="" action="ppaction://noaction"/>
                        </a:rPr>
                        <a:t>Colors</a:t>
                      </a:r>
                      <a:endParaRPr sz="1100" b="1" u="sng">
                        <a:solidFill>
                          <a:schemeClr val="dk1"/>
                        </a:solidFill>
                        <a:latin typeface="Inter Tight"/>
                        <a:ea typeface="Inter Tight"/>
                        <a:cs typeface="Inter Tight"/>
                        <a:sym typeface="Inter Tight"/>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22780"/>
                      </a:srgbClr>
                    </a:solidFill>
                  </a:tcPr>
                </a:tc>
                <a:tc>
                  <a:txBody>
                    <a:bodyPr/>
                    <a:lstStyle/>
                    <a:p>
                      <a:pPr marL="0" lvl="0" indent="0" algn="l" rtl="0">
                        <a:spcBef>
                          <a:spcPts val="0"/>
                        </a:spcBef>
                        <a:spcAft>
                          <a:spcPts val="1600"/>
                        </a:spcAft>
                        <a:buNone/>
                      </a:pPr>
                      <a:r>
                        <a:rPr lang="en" sz="1100">
                          <a:solidFill>
                            <a:schemeClr val="dk1"/>
                          </a:solidFill>
                          <a:latin typeface="Inter Tight"/>
                          <a:ea typeface="Inter Tight"/>
                          <a:cs typeface="Inter Tight"/>
                          <a:sym typeface="Inter Tight"/>
                        </a:rPr>
                        <a:t>All the colors used in this presentation</a:t>
                      </a:r>
                      <a:endParaRPr sz="1100">
                        <a:solidFill>
                          <a:schemeClr val="dk1"/>
                        </a:solidFill>
                        <a:latin typeface="Inter Tight"/>
                        <a:ea typeface="Inter Tight"/>
                        <a:cs typeface="Inter Tight"/>
                        <a:sym typeface="Inter Tight"/>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100" b="1" u="sng">
                          <a:solidFill>
                            <a:schemeClr val="hlink"/>
                          </a:solidFill>
                          <a:latin typeface="Inter Tight"/>
                          <a:ea typeface="Inter Tight"/>
                          <a:cs typeface="Inter Tight"/>
                          <a:sym typeface="Inter Tight"/>
                          <a:hlinkClick r:id="" action="ppaction://noaction"/>
                        </a:rPr>
                        <a:t>Icons</a:t>
                      </a:r>
                      <a:r>
                        <a:rPr lang="en" sz="1100" b="1">
                          <a:solidFill>
                            <a:schemeClr val="dk1"/>
                          </a:solidFill>
                          <a:latin typeface="Inter Tight"/>
                          <a:ea typeface="Inter Tight"/>
                          <a:cs typeface="Inter Tight"/>
                          <a:sym typeface="Inter Tight"/>
                        </a:rPr>
                        <a:t> and </a:t>
                      </a:r>
                      <a:r>
                        <a:rPr lang="en" sz="1100" b="1" u="sng">
                          <a:solidFill>
                            <a:schemeClr val="hlink"/>
                          </a:solidFill>
                          <a:latin typeface="Inter Tight"/>
                          <a:ea typeface="Inter Tight"/>
                          <a:cs typeface="Inter Tight"/>
                          <a:sym typeface="Inter Tight"/>
                          <a:hlinkClick r:id="" action="ppaction://noaction"/>
                        </a:rPr>
                        <a:t>infographic resources</a:t>
                      </a:r>
                      <a:endParaRPr sz="1100" b="1" u="sng">
                        <a:solidFill>
                          <a:schemeClr val="dk1"/>
                        </a:solidFill>
                        <a:latin typeface="Inter Tight"/>
                        <a:ea typeface="Inter Tight"/>
                        <a:cs typeface="Inter Tight"/>
                        <a:sym typeface="Inter Tight"/>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22780"/>
                      </a:srgbClr>
                    </a:solidFill>
                  </a:tcPr>
                </a:tc>
                <a:tc>
                  <a:txBody>
                    <a:bodyPr/>
                    <a:lstStyle/>
                    <a:p>
                      <a:pPr marL="0" lvl="0" indent="0" algn="l" rtl="0">
                        <a:spcBef>
                          <a:spcPts val="0"/>
                        </a:spcBef>
                        <a:spcAft>
                          <a:spcPts val="0"/>
                        </a:spcAft>
                        <a:buNone/>
                      </a:pPr>
                      <a:r>
                        <a:rPr lang="en" sz="1100">
                          <a:solidFill>
                            <a:schemeClr val="dk1"/>
                          </a:solidFill>
                          <a:latin typeface="Inter Tight"/>
                          <a:ea typeface="Inter Tight"/>
                          <a:cs typeface="Inter Tight"/>
                          <a:sym typeface="Inter Tight"/>
                        </a:rPr>
                        <a:t>These can be used in the template, and their size and color can be edited</a:t>
                      </a:r>
                      <a:endParaRPr sz="1100">
                        <a:solidFill>
                          <a:schemeClr val="dk1"/>
                        </a:solidFill>
                        <a:latin typeface="Inter Tight"/>
                        <a:ea typeface="Inter Tight"/>
                        <a:cs typeface="Inter Tight"/>
                        <a:sym typeface="Inter Tight"/>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en" sz="1100" b="1">
                          <a:solidFill>
                            <a:schemeClr val="dk1"/>
                          </a:solidFill>
                          <a:latin typeface="Inter Tight"/>
                          <a:ea typeface="Inter Tight"/>
                          <a:cs typeface="Inter Tight"/>
                          <a:sym typeface="Inter Tight"/>
                        </a:rPr>
                        <a:t>Editable presentation theme </a:t>
                      </a:r>
                      <a:endParaRPr sz="1100" b="1">
                        <a:solidFill>
                          <a:schemeClr val="dk1"/>
                        </a:solidFill>
                        <a:latin typeface="Inter Tight"/>
                        <a:ea typeface="Inter Tight"/>
                        <a:cs typeface="Inter Tight"/>
                        <a:sym typeface="Inter Tight"/>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rgbClr val="999999">
                        <a:alpha val="22780"/>
                      </a:srgbClr>
                    </a:solidFill>
                  </a:tcPr>
                </a:tc>
                <a:tc>
                  <a:txBody>
                    <a:bodyPr/>
                    <a:lstStyle/>
                    <a:p>
                      <a:pPr marL="0" lvl="0" indent="0" algn="l" rtl="0">
                        <a:spcBef>
                          <a:spcPts val="0"/>
                        </a:spcBef>
                        <a:spcAft>
                          <a:spcPts val="1600"/>
                        </a:spcAft>
                        <a:buNone/>
                      </a:pPr>
                      <a:r>
                        <a:rPr lang="en" sz="1100">
                          <a:solidFill>
                            <a:schemeClr val="dk1"/>
                          </a:solidFill>
                          <a:latin typeface="Inter Tight"/>
                          <a:ea typeface="Inter Tight"/>
                          <a:cs typeface="Inter Tight"/>
                          <a:sym typeface="Inter Tight"/>
                        </a:rPr>
                        <a:t>You can edit the master slides easily. For more info, click </a:t>
                      </a:r>
                      <a:r>
                        <a:rPr lang="en" sz="1100" b="1" u="sng">
                          <a:solidFill>
                            <a:schemeClr val="dk1"/>
                          </a:solidFill>
                          <a:latin typeface="Inter Tight"/>
                          <a:ea typeface="Inter Tight"/>
                          <a:cs typeface="Inter Tight"/>
                          <a:sym typeface="Inter Tight"/>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100">
                        <a:solidFill>
                          <a:schemeClr val="dk1"/>
                        </a:solidFill>
                        <a:latin typeface="Inter Tight"/>
                        <a:ea typeface="Inter Tight"/>
                        <a:cs typeface="Inter Tight"/>
                        <a:sym typeface="Inter Tight"/>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059" name="Google Shape;1059;p33"/>
          <p:cNvSpPr txBox="1"/>
          <p:nvPr/>
        </p:nvSpPr>
        <p:spPr>
          <a:xfrm>
            <a:off x="720000" y="1131325"/>
            <a:ext cx="77040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You can delete this slide when you’re done editing the presentation</a:t>
            </a:r>
            <a:endParaRPr sz="1200">
              <a:solidFill>
                <a:schemeClr val="dk1"/>
              </a:solidFill>
              <a:latin typeface="Inter Tight"/>
              <a:ea typeface="Inter Tight"/>
              <a:cs typeface="Inter Tight"/>
              <a:sym typeface="Inter Tight"/>
            </a:endParaRPr>
          </a:p>
        </p:txBody>
      </p:sp>
      <p:sp>
        <p:nvSpPr>
          <p:cNvPr id="1060" name="Google Shape;1060;p33"/>
          <p:cNvSpPr txBox="1"/>
          <p:nvPr/>
        </p:nvSpPr>
        <p:spPr>
          <a:xfrm>
            <a:off x="720001" y="3940600"/>
            <a:ext cx="19050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Inter Tight"/>
                <a:ea typeface="Inter Tight"/>
                <a:cs typeface="Inter Tight"/>
                <a:sym typeface="Inter Tight"/>
              </a:rPr>
              <a:t>For more info:</a:t>
            </a:r>
            <a:br>
              <a:rPr lang="en" sz="1000">
                <a:solidFill>
                  <a:schemeClr val="dk1"/>
                </a:solidFill>
                <a:latin typeface="Inter Tight"/>
                <a:ea typeface="Inter Tight"/>
                <a:cs typeface="Inter Tight"/>
                <a:sym typeface="Inter Tight"/>
              </a:rPr>
            </a:br>
            <a:r>
              <a:rPr lang="en" sz="1200" u="sng">
                <a:solidFill>
                  <a:schemeClr val="dk1"/>
                </a:solidFill>
                <a:latin typeface="Germania One"/>
                <a:ea typeface="Germania One"/>
                <a:cs typeface="Germania One"/>
                <a:sym typeface="Germania One"/>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1"/>
                </a:solidFill>
                <a:latin typeface="Germania One"/>
                <a:ea typeface="Germania One"/>
                <a:cs typeface="Germania One"/>
                <a:sym typeface="Germania One"/>
              </a:rPr>
              <a:t> | </a:t>
            </a:r>
            <a:r>
              <a:rPr lang="en" sz="1200" u="sng">
                <a:solidFill>
                  <a:schemeClr val="dk1"/>
                </a:solidFill>
                <a:latin typeface="Germania One"/>
                <a:ea typeface="Germania One"/>
                <a:cs typeface="Germania One"/>
                <a:sym typeface="Germania One"/>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200">
                <a:solidFill>
                  <a:schemeClr val="dk1"/>
                </a:solidFill>
                <a:latin typeface="Germania One"/>
                <a:ea typeface="Germania One"/>
                <a:cs typeface="Germania One"/>
                <a:sym typeface="Germania One"/>
              </a:rPr>
              <a:t> | </a:t>
            </a:r>
            <a:r>
              <a:rPr lang="en" sz="1200" u="sng">
                <a:solidFill>
                  <a:schemeClr val="dk1"/>
                </a:solidFill>
                <a:latin typeface="Germania One"/>
                <a:ea typeface="Germania One"/>
                <a:cs typeface="Germania One"/>
                <a:sym typeface="Germania One"/>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endParaRPr sz="1200" u="sng">
              <a:solidFill>
                <a:schemeClr val="dk1"/>
              </a:solidFill>
              <a:latin typeface="Germania One"/>
              <a:ea typeface="Germania One"/>
              <a:cs typeface="Germania One"/>
              <a:sym typeface="Germania One"/>
            </a:endParaRPr>
          </a:p>
        </p:txBody>
      </p:sp>
      <p:sp>
        <p:nvSpPr>
          <p:cNvPr id="1061" name="Google Shape;1061;p33"/>
          <p:cNvSpPr txBox="1"/>
          <p:nvPr/>
        </p:nvSpPr>
        <p:spPr>
          <a:xfrm>
            <a:off x="3004849" y="3940600"/>
            <a:ext cx="33357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Inter Tight"/>
                <a:ea typeface="Inter Tight"/>
                <a:cs typeface="Inter Tight"/>
                <a:sym typeface="Inter Tight"/>
              </a:rPr>
              <a:t>You can visit our sister projects:</a:t>
            </a:r>
            <a:br>
              <a:rPr lang="en" sz="1000">
                <a:solidFill>
                  <a:schemeClr val="dk1"/>
                </a:solidFill>
                <a:latin typeface="Inter Tight"/>
                <a:ea typeface="Inter Tight"/>
                <a:cs typeface="Inter Tight"/>
                <a:sym typeface="Inter Tight"/>
              </a:rPr>
            </a:br>
            <a:r>
              <a:rPr lang="en" sz="1200" u="sng">
                <a:solidFill>
                  <a:schemeClr val="dk1"/>
                </a:solidFill>
                <a:latin typeface="Germania One"/>
                <a:ea typeface="Germania One"/>
                <a:cs typeface="Germania One"/>
                <a:sym typeface="Germania One"/>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a:solidFill>
                  <a:schemeClr val="dk1"/>
                </a:solidFill>
                <a:latin typeface="Germania One"/>
                <a:ea typeface="Germania One"/>
                <a:cs typeface="Germania One"/>
                <a:sym typeface="Germania One"/>
              </a:rPr>
              <a:t> | </a:t>
            </a:r>
            <a:r>
              <a:rPr lang="en" sz="1200" u="sng">
                <a:solidFill>
                  <a:schemeClr val="dk1"/>
                </a:solidFill>
                <a:latin typeface="Germania One"/>
                <a:ea typeface="Germania One"/>
                <a:cs typeface="Germania One"/>
                <a:sym typeface="Germania One"/>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1"/>
                </a:solidFill>
                <a:latin typeface="Germania One"/>
                <a:ea typeface="Germania One"/>
                <a:cs typeface="Germania One"/>
                <a:sym typeface="Germania One"/>
              </a:rPr>
              <a:t> | </a:t>
            </a:r>
            <a:r>
              <a:rPr lang="en" sz="1200" u="sng">
                <a:solidFill>
                  <a:schemeClr val="dk1"/>
                </a:solidFill>
                <a:latin typeface="Germania One"/>
                <a:ea typeface="Germania One"/>
                <a:cs typeface="Germania One"/>
                <a:sym typeface="Germania One"/>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200">
                <a:solidFill>
                  <a:schemeClr val="dk1"/>
                </a:solidFill>
                <a:latin typeface="Germania One"/>
                <a:ea typeface="Germania One"/>
                <a:cs typeface="Germania One"/>
                <a:sym typeface="Germania One"/>
              </a:rPr>
              <a:t> | </a:t>
            </a:r>
            <a:r>
              <a:rPr lang="en" sz="1200" u="sng">
                <a:solidFill>
                  <a:schemeClr val="dk1"/>
                </a:solidFill>
                <a:latin typeface="Germania One"/>
                <a:ea typeface="Germania One"/>
                <a:cs typeface="Germania One"/>
                <a:sym typeface="Germania One"/>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a:t>
            </a:r>
            <a:r>
              <a:rPr lang="en" sz="1200">
                <a:solidFill>
                  <a:schemeClr val="dk1"/>
                </a:solidFill>
                <a:latin typeface="Germania One"/>
                <a:ea typeface="Germania One"/>
                <a:cs typeface="Germania One"/>
                <a:sym typeface="Germania One"/>
              </a:rPr>
              <a:t> | </a:t>
            </a:r>
            <a:r>
              <a:rPr lang="en" sz="1200" u="sng">
                <a:solidFill>
                  <a:schemeClr val="dk1"/>
                </a:solidFill>
                <a:latin typeface="Germania One"/>
                <a:ea typeface="Germania One"/>
                <a:cs typeface="Germania One"/>
                <a:sym typeface="Germania One"/>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200">
              <a:solidFill>
                <a:schemeClr val="dk1"/>
              </a:solidFill>
              <a:latin typeface="Germania One"/>
              <a:ea typeface="Germania One"/>
              <a:cs typeface="Germania One"/>
              <a:sym typeface="Germania On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1067" name="Google Shape;1067;p34"/>
          <p:cNvSpPr txBox="1">
            <a:spLocks noGrp="1"/>
          </p:cNvSpPr>
          <p:nvPr>
            <p:ph type="subTitle" idx="3"/>
          </p:nvPr>
        </p:nvSpPr>
        <p:spPr>
          <a:xfrm>
            <a:off x="720000" y="4018575"/>
            <a:ext cx="2054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sz="1600"/>
          </a:p>
        </p:txBody>
      </p:sp>
      <p:sp>
        <p:nvSpPr>
          <p:cNvPr id="1068" name="Google Shape;1068;p34"/>
          <p:cNvSpPr txBox="1">
            <a:spLocks noGrp="1"/>
          </p:cNvSpPr>
          <p:nvPr>
            <p:ph type="subTitle" idx="1"/>
          </p:nvPr>
        </p:nvSpPr>
        <p:spPr>
          <a:xfrm>
            <a:off x="720000" y="2285397"/>
            <a:ext cx="2054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069" name="Google Shape;1069;p34"/>
          <p:cNvSpPr txBox="1">
            <a:spLocks noGrp="1"/>
          </p:cNvSpPr>
          <p:nvPr>
            <p:ph type="subTitle" idx="2"/>
          </p:nvPr>
        </p:nvSpPr>
        <p:spPr>
          <a:xfrm>
            <a:off x="3544800" y="2285397"/>
            <a:ext cx="2054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070" name="Google Shape;1070;p34"/>
          <p:cNvSpPr txBox="1">
            <a:spLocks noGrp="1"/>
          </p:cNvSpPr>
          <p:nvPr>
            <p:ph type="subTitle" idx="4"/>
          </p:nvPr>
        </p:nvSpPr>
        <p:spPr>
          <a:xfrm>
            <a:off x="3544800" y="4018575"/>
            <a:ext cx="2054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071" name="Google Shape;1071;p34"/>
          <p:cNvSpPr txBox="1">
            <a:spLocks noGrp="1"/>
          </p:cNvSpPr>
          <p:nvPr>
            <p:ph type="subTitle" idx="5"/>
          </p:nvPr>
        </p:nvSpPr>
        <p:spPr>
          <a:xfrm>
            <a:off x="6369600" y="2285397"/>
            <a:ext cx="2054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072" name="Google Shape;1072;p34"/>
          <p:cNvSpPr txBox="1">
            <a:spLocks noGrp="1"/>
          </p:cNvSpPr>
          <p:nvPr>
            <p:ph type="subTitle" idx="6"/>
          </p:nvPr>
        </p:nvSpPr>
        <p:spPr>
          <a:xfrm>
            <a:off x="6369600" y="4018575"/>
            <a:ext cx="2054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073" name="Google Shape;1073;p34"/>
          <p:cNvSpPr txBox="1">
            <a:spLocks noGrp="1"/>
          </p:cNvSpPr>
          <p:nvPr>
            <p:ph type="title" idx="7"/>
          </p:nvPr>
        </p:nvSpPr>
        <p:spPr>
          <a:xfrm>
            <a:off x="720000" y="1505975"/>
            <a:ext cx="6546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074" name="Google Shape;1074;p34"/>
          <p:cNvSpPr txBox="1">
            <a:spLocks noGrp="1"/>
          </p:cNvSpPr>
          <p:nvPr>
            <p:ph type="title" idx="8"/>
          </p:nvPr>
        </p:nvSpPr>
        <p:spPr>
          <a:xfrm>
            <a:off x="720000" y="3238568"/>
            <a:ext cx="6546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1075" name="Google Shape;1075;p34"/>
          <p:cNvSpPr txBox="1">
            <a:spLocks noGrp="1"/>
          </p:cNvSpPr>
          <p:nvPr>
            <p:ph type="title" idx="9"/>
          </p:nvPr>
        </p:nvSpPr>
        <p:spPr>
          <a:xfrm>
            <a:off x="3544800" y="1505975"/>
            <a:ext cx="6546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076" name="Google Shape;1076;p34"/>
          <p:cNvSpPr txBox="1">
            <a:spLocks noGrp="1"/>
          </p:cNvSpPr>
          <p:nvPr>
            <p:ph type="title" idx="13"/>
          </p:nvPr>
        </p:nvSpPr>
        <p:spPr>
          <a:xfrm>
            <a:off x="3544800" y="3238568"/>
            <a:ext cx="6546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05.</a:t>
            </a:r>
            <a:endParaRPr/>
          </a:p>
        </p:txBody>
      </p:sp>
      <p:sp>
        <p:nvSpPr>
          <p:cNvPr id="1077" name="Google Shape;1077;p34"/>
          <p:cNvSpPr txBox="1">
            <a:spLocks noGrp="1"/>
          </p:cNvSpPr>
          <p:nvPr>
            <p:ph type="title" idx="14"/>
          </p:nvPr>
        </p:nvSpPr>
        <p:spPr>
          <a:xfrm>
            <a:off x="6369600" y="1505975"/>
            <a:ext cx="6546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1078" name="Google Shape;1078;p34"/>
          <p:cNvSpPr txBox="1">
            <a:spLocks noGrp="1"/>
          </p:cNvSpPr>
          <p:nvPr>
            <p:ph type="title" idx="15"/>
          </p:nvPr>
        </p:nvSpPr>
        <p:spPr>
          <a:xfrm>
            <a:off x="6369600" y="3238568"/>
            <a:ext cx="6546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06.</a:t>
            </a:r>
            <a:endParaRPr/>
          </a:p>
        </p:txBody>
      </p:sp>
      <p:sp>
        <p:nvSpPr>
          <p:cNvPr id="1079" name="Google Shape;1079;p34"/>
          <p:cNvSpPr txBox="1">
            <a:spLocks noGrp="1"/>
          </p:cNvSpPr>
          <p:nvPr>
            <p:ph type="subTitle" idx="16"/>
          </p:nvPr>
        </p:nvSpPr>
        <p:spPr>
          <a:xfrm>
            <a:off x="720000" y="1953516"/>
            <a:ext cx="2054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Introduction</a:t>
            </a:r>
            <a:endParaRPr/>
          </a:p>
        </p:txBody>
      </p:sp>
      <p:sp>
        <p:nvSpPr>
          <p:cNvPr id="1080" name="Google Shape;1080;p34"/>
          <p:cNvSpPr txBox="1">
            <a:spLocks noGrp="1"/>
          </p:cNvSpPr>
          <p:nvPr>
            <p:ph type="subTitle" idx="17"/>
          </p:nvPr>
        </p:nvSpPr>
        <p:spPr>
          <a:xfrm>
            <a:off x="3544800" y="1953516"/>
            <a:ext cx="2054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Features</a:t>
            </a:r>
            <a:endParaRPr/>
          </a:p>
        </p:txBody>
      </p:sp>
      <p:sp>
        <p:nvSpPr>
          <p:cNvPr id="1081" name="Google Shape;1081;p34"/>
          <p:cNvSpPr txBox="1">
            <a:spLocks noGrp="1"/>
          </p:cNvSpPr>
          <p:nvPr>
            <p:ph type="subTitle" idx="18"/>
          </p:nvPr>
        </p:nvSpPr>
        <p:spPr>
          <a:xfrm>
            <a:off x="6369600" y="1953516"/>
            <a:ext cx="2054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Themes</a:t>
            </a:r>
            <a:endParaRPr/>
          </a:p>
        </p:txBody>
      </p:sp>
      <p:sp>
        <p:nvSpPr>
          <p:cNvPr id="1082" name="Google Shape;1082;p34"/>
          <p:cNvSpPr txBox="1">
            <a:spLocks noGrp="1"/>
          </p:cNvSpPr>
          <p:nvPr>
            <p:ph type="subTitle" idx="19"/>
          </p:nvPr>
        </p:nvSpPr>
        <p:spPr>
          <a:xfrm>
            <a:off x="720000" y="3686176"/>
            <a:ext cx="2054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Symbolism</a:t>
            </a:r>
            <a:endParaRPr/>
          </a:p>
        </p:txBody>
      </p:sp>
      <p:sp>
        <p:nvSpPr>
          <p:cNvPr id="1083" name="Google Shape;1083;p34"/>
          <p:cNvSpPr txBox="1">
            <a:spLocks noGrp="1"/>
          </p:cNvSpPr>
          <p:nvPr>
            <p:ph type="subTitle" idx="20"/>
          </p:nvPr>
        </p:nvSpPr>
        <p:spPr>
          <a:xfrm>
            <a:off x="3544800" y="3686176"/>
            <a:ext cx="2054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Authors</a:t>
            </a:r>
            <a:endParaRPr/>
          </a:p>
        </p:txBody>
      </p:sp>
      <p:sp>
        <p:nvSpPr>
          <p:cNvPr id="1084" name="Google Shape;1084;p34"/>
          <p:cNvSpPr txBox="1">
            <a:spLocks noGrp="1"/>
          </p:cNvSpPr>
          <p:nvPr>
            <p:ph type="subTitle" idx="21"/>
          </p:nvPr>
        </p:nvSpPr>
        <p:spPr>
          <a:xfrm>
            <a:off x="6369600" y="3686176"/>
            <a:ext cx="2054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Activities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p35"/>
          <p:cNvSpPr txBox="1">
            <a:spLocks noGrp="1"/>
          </p:cNvSpPr>
          <p:nvPr>
            <p:ph type="title"/>
          </p:nvPr>
        </p:nvSpPr>
        <p:spPr>
          <a:xfrm>
            <a:off x="713225" y="2214300"/>
            <a:ext cx="3890400" cy="91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Introduction</a:t>
            </a:r>
            <a:endParaRPr/>
          </a:p>
        </p:txBody>
      </p:sp>
      <p:sp>
        <p:nvSpPr>
          <p:cNvPr id="1090" name="Google Shape;1090;p35"/>
          <p:cNvSpPr txBox="1">
            <a:spLocks noGrp="1"/>
          </p:cNvSpPr>
          <p:nvPr>
            <p:ph type="title" idx="2"/>
          </p:nvPr>
        </p:nvSpPr>
        <p:spPr>
          <a:xfrm>
            <a:off x="713225" y="1298400"/>
            <a:ext cx="1652100" cy="91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091" name="Google Shape;1091;p35"/>
          <p:cNvSpPr txBox="1">
            <a:spLocks noGrp="1"/>
          </p:cNvSpPr>
          <p:nvPr>
            <p:ph type="subTitle" idx="1"/>
          </p:nvPr>
        </p:nvSpPr>
        <p:spPr>
          <a:xfrm>
            <a:off x="713225" y="3130200"/>
            <a:ext cx="2506800" cy="71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enter a subtitle here if you need it</a:t>
            </a:r>
            <a:endParaRPr/>
          </a:p>
        </p:txBody>
      </p:sp>
      <p:grpSp>
        <p:nvGrpSpPr>
          <p:cNvPr id="1092" name="Google Shape;1092;p35"/>
          <p:cNvGrpSpPr/>
          <p:nvPr/>
        </p:nvGrpSpPr>
        <p:grpSpPr>
          <a:xfrm rot="9899884">
            <a:off x="4516282" y="2653714"/>
            <a:ext cx="1283212" cy="1211703"/>
            <a:chOff x="10862245" y="208750"/>
            <a:chExt cx="1369738" cy="1293408"/>
          </a:xfrm>
        </p:grpSpPr>
        <p:sp>
          <p:nvSpPr>
            <p:cNvPr id="1093" name="Google Shape;1093;p35"/>
            <p:cNvSpPr/>
            <p:nvPr/>
          </p:nvSpPr>
          <p:spPr>
            <a:xfrm>
              <a:off x="11776756"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4" name="Google Shape;1094;p35"/>
            <p:cNvSpPr/>
            <p:nvPr/>
          </p:nvSpPr>
          <p:spPr>
            <a:xfrm>
              <a:off x="11837714"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5" name="Google Shape;1095;p35"/>
            <p:cNvSpPr/>
            <p:nvPr/>
          </p:nvSpPr>
          <p:spPr>
            <a:xfrm>
              <a:off x="11605991"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6" name="Google Shape;1096;p35"/>
            <p:cNvSpPr/>
            <p:nvPr/>
          </p:nvSpPr>
          <p:spPr>
            <a:xfrm>
              <a:off x="11649757"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97" name="Google Shape;1097;p35"/>
            <p:cNvGrpSpPr/>
            <p:nvPr/>
          </p:nvGrpSpPr>
          <p:grpSpPr>
            <a:xfrm>
              <a:off x="10862245" y="208750"/>
              <a:ext cx="1369738" cy="1031739"/>
              <a:chOff x="10862245" y="208750"/>
              <a:chExt cx="1369738" cy="1031739"/>
            </a:xfrm>
          </p:grpSpPr>
          <p:sp>
            <p:nvSpPr>
              <p:cNvPr id="1098" name="Google Shape;1098;p35"/>
              <p:cNvSpPr/>
              <p:nvPr/>
            </p:nvSpPr>
            <p:spPr>
              <a:xfrm>
                <a:off x="10862245"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99" name="Google Shape;1099;p35"/>
              <p:cNvGrpSpPr/>
              <p:nvPr/>
            </p:nvGrpSpPr>
            <p:grpSpPr>
              <a:xfrm>
                <a:off x="10998884" y="208750"/>
                <a:ext cx="1233099" cy="739873"/>
                <a:chOff x="10998884" y="208750"/>
                <a:chExt cx="1233099" cy="739873"/>
              </a:xfrm>
            </p:grpSpPr>
            <p:sp>
              <p:nvSpPr>
                <p:cNvPr id="1100" name="Google Shape;1100;p35"/>
                <p:cNvSpPr/>
                <p:nvPr/>
              </p:nvSpPr>
              <p:spPr>
                <a:xfrm>
                  <a:off x="11734475"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1" name="Google Shape;1101;p35"/>
                <p:cNvSpPr/>
                <p:nvPr/>
              </p:nvSpPr>
              <p:spPr>
                <a:xfrm>
                  <a:off x="11781527"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02" name="Google Shape;1102;p35"/>
                <p:cNvGrpSpPr/>
                <p:nvPr/>
              </p:nvGrpSpPr>
              <p:grpSpPr>
                <a:xfrm>
                  <a:off x="10998884" y="208750"/>
                  <a:ext cx="777560" cy="739873"/>
                  <a:chOff x="10998884" y="208750"/>
                  <a:chExt cx="777560" cy="739873"/>
                </a:xfrm>
              </p:grpSpPr>
              <p:sp>
                <p:nvSpPr>
                  <p:cNvPr id="1103" name="Google Shape;1103;p35"/>
                  <p:cNvSpPr/>
                  <p:nvPr/>
                </p:nvSpPr>
                <p:spPr>
                  <a:xfrm>
                    <a:off x="10998884"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4" name="Google Shape;1104;p35"/>
                  <p:cNvSpPr/>
                  <p:nvPr/>
                </p:nvSpPr>
                <p:spPr>
                  <a:xfrm>
                    <a:off x="11266703"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5" name="Google Shape;1105;p35"/>
                  <p:cNvSpPr/>
                  <p:nvPr/>
                </p:nvSpPr>
                <p:spPr>
                  <a:xfrm>
                    <a:off x="11359570"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6" name="Google Shape;1106;p35"/>
                  <p:cNvSpPr/>
                  <p:nvPr/>
                </p:nvSpPr>
                <p:spPr>
                  <a:xfrm>
                    <a:off x="11087005"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7" name="Google Shape;1107;p35"/>
                  <p:cNvSpPr/>
                  <p:nvPr/>
                </p:nvSpPr>
                <p:spPr>
                  <a:xfrm>
                    <a:off x="11495401"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8" name="Google Shape;1108;p35"/>
                  <p:cNvSpPr/>
                  <p:nvPr/>
                </p:nvSpPr>
                <p:spPr>
                  <a:xfrm>
                    <a:off x="11270843"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9" name="Google Shape;1109;p35"/>
                  <p:cNvSpPr/>
                  <p:nvPr/>
                </p:nvSpPr>
                <p:spPr>
                  <a:xfrm>
                    <a:off x="11165861"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0" name="Google Shape;1110;p35"/>
                  <p:cNvSpPr/>
                  <p:nvPr/>
                </p:nvSpPr>
                <p:spPr>
                  <a:xfrm>
                    <a:off x="11425825"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1" name="Google Shape;1111;p35"/>
                  <p:cNvSpPr/>
                  <p:nvPr/>
                </p:nvSpPr>
                <p:spPr>
                  <a:xfrm>
                    <a:off x="11448815"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2" name="Google Shape;1112;p35"/>
                  <p:cNvSpPr/>
                  <p:nvPr/>
                </p:nvSpPr>
                <p:spPr>
                  <a:xfrm>
                    <a:off x="11305318"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3" name="Google Shape;1113;p35"/>
                  <p:cNvSpPr/>
                  <p:nvPr/>
                </p:nvSpPr>
                <p:spPr>
                  <a:xfrm>
                    <a:off x="11557407"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4" name="Google Shape;1114;p35"/>
                  <p:cNvSpPr/>
                  <p:nvPr/>
                </p:nvSpPr>
                <p:spPr>
                  <a:xfrm>
                    <a:off x="11081445"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5" name="Google Shape;1115;p35"/>
                  <p:cNvSpPr/>
                  <p:nvPr/>
                </p:nvSpPr>
                <p:spPr>
                  <a:xfrm>
                    <a:off x="11343673"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6" name="Google Shape;1116;p35"/>
                  <p:cNvSpPr/>
                  <p:nvPr/>
                </p:nvSpPr>
                <p:spPr>
                  <a:xfrm>
                    <a:off x="11247125"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7" name="Google Shape;1117;p35"/>
                  <p:cNvSpPr/>
                  <p:nvPr/>
                </p:nvSpPr>
                <p:spPr>
                  <a:xfrm>
                    <a:off x="11396355"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8" name="Google Shape;1118;p35"/>
                  <p:cNvSpPr/>
                  <p:nvPr/>
                </p:nvSpPr>
                <p:spPr>
                  <a:xfrm>
                    <a:off x="11324151"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9" name="Google Shape;1119;p35"/>
                  <p:cNvSpPr/>
                  <p:nvPr/>
                </p:nvSpPr>
                <p:spPr>
                  <a:xfrm>
                    <a:off x="11414100"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5"/>
                  <p:cNvSpPr/>
                  <p:nvPr/>
                </p:nvSpPr>
                <p:spPr>
                  <a:xfrm>
                    <a:off x="11338622"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1" name="Google Shape;1121;p35"/>
                  <p:cNvSpPr/>
                  <p:nvPr/>
                </p:nvSpPr>
                <p:spPr>
                  <a:xfrm>
                    <a:off x="11394951"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2" name="Google Shape;1122;p35"/>
                  <p:cNvSpPr/>
                  <p:nvPr/>
                </p:nvSpPr>
                <p:spPr>
                  <a:xfrm>
                    <a:off x="11314358"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5"/>
                  <p:cNvSpPr/>
                  <p:nvPr/>
                </p:nvSpPr>
                <p:spPr>
                  <a:xfrm>
                    <a:off x="11251948"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nvGrpSpPr>
          <p:cNvPr id="1124" name="Google Shape;1124;p35"/>
          <p:cNvGrpSpPr/>
          <p:nvPr/>
        </p:nvGrpSpPr>
        <p:grpSpPr>
          <a:xfrm>
            <a:off x="3805127" y="3493145"/>
            <a:ext cx="4625656" cy="1110856"/>
            <a:chOff x="4045327" y="2455412"/>
            <a:chExt cx="4625656" cy="1110856"/>
          </a:xfrm>
        </p:grpSpPr>
        <p:sp>
          <p:nvSpPr>
            <p:cNvPr id="1125" name="Google Shape;1125;p35"/>
            <p:cNvSpPr/>
            <p:nvPr/>
          </p:nvSpPr>
          <p:spPr>
            <a:xfrm>
              <a:off x="4118165" y="2554095"/>
              <a:ext cx="4341455" cy="983869"/>
            </a:xfrm>
            <a:custGeom>
              <a:avLst/>
              <a:gdLst/>
              <a:ahLst/>
              <a:cxnLst/>
              <a:rect l="l" t="t" r="r" b="b"/>
              <a:pathLst>
                <a:path w="1989212" h="450799" extrusionOk="0">
                  <a:moveTo>
                    <a:pt x="1989161" y="450800"/>
                  </a:moveTo>
                  <a:cubicBezTo>
                    <a:pt x="1989161" y="450800"/>
                    <a:pt x="1939446" y="391630"/>
                    <a:pt x="1875601" y="316201"/>
                  </a:cubicBezTo>
                  <a:cubicBezTo>
                    <a:pt x="1798042" y="343682"/>
                    <a:pt x="1710301" y="302279"/>
                    <a:pt x="1595339" y="271006"/>
                  </a:cubicBezTo>
                  <a:cubicBezTo>
                    <a:pt x="1461831" y="234746"/>
                    <a:pt x="1307440" y="159888"/>
                    <a:pt x="1111387" y="293915"/>
                  </a:cubicBezTo>
                  <a:cubicBezTo>
                    <a:pt x="1341103" y="47783"/>
                    <a:pt x="1640482" y="133966"/>
                    <a:pt x="1753211" y="171940"/>
                  </a:cubicBezTo>
                  <a:cubicBezTo>
                    <a:pt x="1672431" y="77238"/>
                    <a:pt x="1602041" y="-4062"/>
                    <a:pt x="1602041" y="198"/>
                  </a:cubicBezTo>
                  <a:cubicBezTo>
                    <a:pt x="1134764" y="-9828"/>
                    <a:pt x="1011282" y="363994"/>
                    <a:pt x="1011282" y="363994"/>
                  </a:cubicBezTo>
                  <a:cubicBezTo>
                    <a:pt x="883800" y="164563"/>
                    <a:pt x="701461" y="77809"/>
                    <a:pt x="597408" y="50277"/>
                  </a:cubicBezTo>
                  <a:cubicBezTo>
                    <a:pt x="442498" y="9289"/>
                    <a:pt x="347068" y="198"/>
                    <a:pt x="347068" y="198"/>
                  </a:cubicBezTo>
                  <a:lnTo>
                    <a:pt x="238703" y="136719"/>
                  </a:lnTo>
                  <a:cubicBezTo>
                    <a:pt x="330548" y="129394"/>
                    <a:pt x="515849" y="129394"/>
                    <a:pt x="687539" y="218798"/>
                  </a:cubicBezTo>
                  <a:cubicBezTo>
                    <a:pt x="474861" y="185447"/>
                    <a:pt x="337665" y="367942"/>
                    <a:pt x="86442" y="328513"/>
                  </a:cubicBezTo>
                  <a:lnTo>
                    <a:pt x="0" y="437449"/>
                  </a:lnTo>
                  <a:lnTo>
                    <a:pt x="1011282" y="437449"/>
                  </a:lnTo>
                  <a:lnTo>
                    <a:pt x="1011282" y="435994"/>
                  </a:lnTo>
                  <a:lnTo>
                    <a:pt x="1989213" y="450800"/>
                  </a:lnTo>
                  <a:close/>
                </a:path>
              </a:pathLst>
            </a:custGeom>
            <a:solidFill>
              <a:schemeClr val="lt1"/>
            </a:solidFill>
            <a:ln w="95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5"/>
            <p:cNvSpPr/>
            <p:nvPr/>
          </p:nvSpPr>
          <p:spPr>
            <a:xfrm>
              <a:off x="5672379" y="2572652"/>
              <a:ext cx="894736" cy="784912"/>
            </a:xfrm>
            <a:custGeom>
              <a:avLst/>
              <a:gdLst/>
              <a:ahLst/>
              <a:cxnLst/>
              <a:rect l="l" t="t" r="r" b="b"/>
              <a:pathLst>
                <a:path w="409959" h="359639" extrusionOk="0">
                  <a:moveTo>
                    <a:pt x="10624" y="118339"/>
                  </a:moveTo>
                  <a:cubicBezTo>
                    <a:pt x="10624" y="118339"/>
                    <a:pt x="-36286" y="33299"/>
                    <a:pt x="67040" y="0"/>
                  </a:cubicBezTo>
                  <a:cubicBezTo>
                    <a:pt x="41481" y="22442"/>
                    <a:pt x="58105" y="56780"/>
                    <a:pt x="58105" y="56780"/>
                  </a:cubicBezTo>
                  <a:cubicBezTo>
                    <a:pt x="58105" y="56780"/>
                    <a:pt x="69533" y="25922"/>
                    <a:pt x="111404" y="21143"/>
                  </a:cubicBezTo>
                  <a:cubicBezTo>
                    <a:pt x="79455" y="57040"/>
                    <a:pt x="84287" y="105559"/>
                    <a:pt x="152807" y="133300"/>
                  </a:cubicBezTo>
                  <a:cubicBezTo>
                    <a:pt x="221327" y="160988"/>
                    <a:pt x="579460" y="147430"/>
                    <a:pt x="312237" y="359640"/>
                  </a:cubicBezTo>
                  <a:cubicBezTo>
                    <a:pt x="185846" y="299379"/>
                    <a:pt x="10624" y="118339"/>
                    <a:pt x="10624" y="1183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7" name="Google Shape;1127;p35"/>
            <p:cNvSpPr/>
            <p:nvPr/>
          </p:nvSpPr>
          <p:spPr>
            <a:xfrm>
              <a:off x="6143542" y="2770089"/>
              <a:ext cx="509644" cy="230269"/>
            </a:xfrm>
            <a:custGeom>
              <a:avLst/>
              <a:gdLst/>
              <a:ahLst/>
              <a:cxnLst/>
              <a:rect l="l" t="t" r="r" b="b"/>
              <a:pathLst>
                <a:path w="233514" h="105507" extrusionOk="0">
                  <a:moveTo>
                    <a:pt x="24318" y="68312"/>
                  </a:moveTo>
                  <a:lnTo>
                    <a:pt x="181151" y="105507"/>
                  </a:lnTo>
                  <a:cubicBezTo>
                    <a:pt x="218242" y="88157"/>
                    <a:pt x="233515" y="55429"/>
                    <a:pt x="233515" y="55429"/>
                  </a:cubicBezTo>
                  <a:lnTo>
                    <a:pt x="6" y="0"/>
                  </a:lnTo>
                  <a:cubicBezTo>
                    <a:pt x="6" y="0"/>
                    <a:pt x="-1033" y="36104"/>
                    <a:pt x="24318" y="682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5"/>
            <p:cNvSpPr/>
            <p:nvPr/>
          </p:nvSpPr>
          <p:spPr>
            <a:xfrm>
              <a:off x="6391066" y="2455412"/>
              <a:ext cx="96257" cy="405550"/>
            </a:xfrm>
            <a:custGeom>
              <a:avLst/>
              <a:gdLst/>
              <a:ahLst/>
              <a:cxnLst/>
              <a:rect l="l" t="t" r="r" b="b"/>
              <a:pathLst>
                <a:path w="44104" h="185819" extrusionOk="0">
                  <a:moveTo>
                    <a:pt x="44104" y="0"/>
                  </a:moveTo>
                  <a:lnTo>
                    <a:pt x="0" y="185820"/>
                  </a:ln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5"/>
            <p:cNvSpPr/>
            <p:nvPr/>
          </p:nvSpPr>
          <p:spPr>
            <a:xfrm>
              <a:off x="6229530" y="2488488"/>
              <a:ext cx="250112" cy="294441"/>
            </a:xfrm>
            <a:custGeom>
              <a:avLst/>
              <a:gdLst/>
              <a:ahLst/>
              <a:cxnLst/>
              <a:rect l="l" t="t" r="r" b="b"/>
              <a:pathLst>
                <a:path w="114599" h="134910" extrusionOk="0">
                  <a:moveTo>
                    <a:pt x="1" y="115274"/>
                  </a:moveTo>
                  <a:cubicBezTo>
                    <a:pt x="1" y="115274"/>
                    <a:pt x="-1402" y="26234"/>
                    <a:pt x="114599" y="0"/>
                  </a:cubicBezTo>
                  <a:lnTo>
                    <a:pt x="82599" y="134910"/>
                  </a:lnTo>
                  <a:cubicBezTo>
                    <a:pt x="82599" y="134910"/>
                    <a:pt x="38235" y="101144"/>
                    <a:pt x="1" y="1153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0" name="Google Shape;1130;p35"/>
            <p:cNvSpPr/>
            <p:nvPr/>
          </p:nvSpPr>
          <p:spPr>
            <a:xfrm>
              <a:off x="6409642" y="2488375"/>
              <a:ext cx="192964" cy="335369"/>
            </a:xfrm>
            <a:custGeom>
              <a:avLst/>
              <a:gdLst/>
              <a:ahLst/>
              <a:cxnLst/>
              <a:rect l="l" t="t" r="r" b="b"/>
              <a:pathLst>
                <a:path w="88414" h="153663" extrusionOk="0">
                  <a:moveTo>
                    <a:pt x="79117" y="153664"/>
                  </a:moveTo>
                  <a:cubicBezTo>
                    <a:pt x="79117" y="153664"/>
                    <a:pt x="119482" y="74546"/>
                    <a:pt x="32000" y="0"/>
                  </a:cubicBezTo>
                  <a:lnTo>
                    <a:pt x="0" y="134910"/>
                  </a:lnTo>
                  <a:cubicBezTo>
                    <a:pt x="0" y="134910"/>
                    <a:pt x="52728" y="124157"/>
                    <a:pt x="79117" y="15366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1" name="Google Shape;1131;p35"/>
            <p:cNvSpPr/>
            <p:nvPr/>
          </p:nvSpPr>
          <p:spPr>
            <a:xfrm>
              <a:off x="4118165" y="2554095"/>
              <a:ext cx="4341455" cy="983869"/>
            </a:xfrm>
            <a:custGeom>
              <a:avLst/>
              <a:gdLst/>
              <a:ahLst/>
              <a:cxnLst/>
              <a:rect l="l" t="t" r="r" b="b"/>
              <a:pathLst>
                <a:path w="1989212" h="450799" extrusionOk="0">
                  <a:moveTo>
                    <a:pt x="1989161" y="450800"/>
                  </a:moveTo>
                  <a:cubicBezTo>
                    <a:pt x="1989161" y="450800"/>
                    <a:pt x="1939446" y="391630"/>
                    <a:pt x="1875601" y="316201"/>
                  </a:cubicBezTo>
                  <a:cubicBezTo>
                    <a:pt x="1798042" y="343682"/>
                    <a:pt x="1710301" y="302279"/>
                    <a:pt x="1595339" y="271006"/>
                  </a:cubicBezTo>
                  <a:cubicBezTo>
                    <a:pt x="1461831" y="234746"/>
                    <a:pt x="1307440" y="159888"/>
                    <a:pt x="1111387" y="293915"/>
                  </a:cubicBezTo>
                  <a:cubicBezTo>
                    <a:pt x="1341103" y="47783"/>
                    <a:pt x="1640482" y="133966"/>
                    <a:pt x="1753211" y="171940"/>
                  </a:cubicBezTo>
                  <a:cubicBezTo>
                    <a:pt x="1672431" y="77238"/>
                    <a:pt x="1602041" y="-4062"/>
                    <a:pt x="1602041" y="198"/>
                  </a:cubicBezTo>
                  <a:cubicBezTo>
                    <a:pt x="1134764" y="-9828"/>
                    <a:pt x="1011282" y="363994"/>
                    <a:pt x="1011282" y="363994"/>
                  </a:cubicBezTo>
                  <a:cubicBezTo>
                    <a:pt x="883800" y="164563"/>
                    <a:pt x="701461" y="77809"/>
                    <a:pt x="597408" y="50277"/>
                  </a:cubicBezTo>
                  <a:cubicBezTo>
                    <a:pt x="442498" y="9289"/>
                    <a:pt x="347068" y="198"/>
                    <a:pt x="347068" y="198"/>
                  </a:cubicBezTo>
                  <a:lnTo>
                    <a:pt x="238703" y="136719"/>
                  </a:lnTo>
                  <a:cubicBezTo>
                    <a:pt x="330548" y="129394"/>
                    <a:pt x="515849" y="129394"/>
                    <a:pt x="687539" y="218798"/>
                  </a:cubicBezTo>
                  <a:cubicBezTo>
                    <a:pt x="474861" y="185447"/>
                    <a:pt x="337665" y="367942"/>
                    <a:pt x="86442" y="328513"/>
                  </a:cubicBezTo>
                  <a:lnTo>
                    <a:pt x="0" y="437449"/>
                  </a:lnTo>
                  <a:lnTo>
                    <a:pt x="1011282" y="437449"/>
                  </a:lnTo>
                  <a:lnTo>
                    <a:pt x="1011282" y="435994"/>
                  </a:lnTo>
                  <a:lnTo>
                    <a:pt x="1989213" y="45080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32" name="Google Shape;1132;p35"/>
            <p:cNvGrpSpPr/>
            <p:nvPr/>
          </p:nvGrpSpPr>
          <p:grpSpPr>
            <a:xfrm>
              <a:off x="4225974" y="2631411"/>
              <a:ext cx="4084196" cy="813255"/>
              <a:chOff x="495964" y="1812287"/>
              <a:chExt cx="1873055" cy="372967"/>
            </a:xfrm>
          </p:grpSpPr>
          <p:sp>
            <p:nvSpPr>
              <p:cNvPr id="1133" name="Google Shape;1133;p35"/>
              <p:cNvSpPr/>
              <p:nvPr/>
            </p:nvSpPr>
            <p:spPr>
              <a:xfrm>
                <a:off x="979968" y="2048724"/>
                <a:ext cx="332574" cy="121747"/>
              </a:xfrm>
              <a:custGeom>
                <a:avLst/>
                <a:gdLst/>
                <a:ahLst/>
                <a:cxnLst/>
                <a:rect l="l" t="t" r="r" b="b"/>
                <a:pathLst>
                  <a:path w="332574" h="121747" extrusionOk="0">
                    <a:moveTo>
                      <a:pt x="0" y="6786"/>
                    </a:moveTo>
                    <a:cubicBezTo>
                      <a:pt x="93871" y="-10513"/>
                      <a:pt x="223275" y="-2201"/>
                      <a:pt x="332574" y="121748"/>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4" name="Google Shape;1134;p35"/>
              <p:cNvSpPr/>
              <p:nvPr/>
            </p:nvSpPr>
            <p:spPr>
              <a:xfrm>
                <a:off x="1557843" y="2050309"/>
                <a:ext cx="372367" cy="90500"/>
              </a:xfrm>
              <a:custGeom>
                <a:avLst/>
                <a:gdLst/>
                <a:ahLst/>
                <a:cxnLst/>
                <a:rect l="l" t="t" r="r" b="b"/>
                <a:pathLst>
                  <a:path w="372367" h="90500" extrusionOk="0">
                    <a:moveTo>
                      <a:pt x="0" y="90501"/>
                    </a:moveTo>
                    <a:cubicBezTo>
                      <a:pt x="0" y="90501"/>
                      <a:pt x="151014" y="-51734"/>
                      <a:pt x="372367" y="20422"/>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5" name="Google Shape;1135;p35"/>
              <p:cNvSpPr/>
              <p:nvPr/>
            </p:nvSpPr>
            <p:spPr>
              <a:xfrm>
                <a:off x="1671507" y="2088428"/>
                <a:ext cx="217716" cy="30511"/>
              </a:xfrm>
              <a:custGeom>
                <a:avLst/>
                <a:gdLst/>
                <a:ahLst/>
                <a:cxnLst/>
                <a:rect l="l" t="t" r="r" b="b"/>
                <a:pathLst>
                  <a:path w="217716" h="30511" extrusionOk="0">
                    <a:moveTo>
                      <a:pt x="0" y="30511"/>
                    </a:moveTo>
                    <a:cubicBezTo>
                      <a:pt x="0" y="30511"/>
                      <a:pt x="74546" y="-19255"/>
                      <a:pt x="217716" y="8329"/>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6" name="Google Shape;1136;p35"/>
              <p:cNvSpPr/>
              <p:nvPr/>
            </p:nvSpPr>
            <p:spPr>
              <a:xfrm>
                <a:off x="1930262" y="2148498"/>
                <a:ext cx="438757" cy="36756"/>
              </a:xfrm>
              <a:custGeom>
                <a:avLst/>
                <a:gdLst/>
                <a:ahLst/>
                <a:cxnLst/>
                <a:rect l="l" t="t" r="r" b="b"/>
                <a:pathLst>
                  <a:path w="438757" h="36756" extrusionOk="0">
                    <a:moveTo>
                      <a:pt x="0" y="0"/>
                    </a:moveTo>
                    <a:cubicBezTo>
                      <a:pt x="0" y="0"/>
                      <a:pt x="241041" y="82702"/>
                      <a:pt x="438757" y="0"/>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7" name="Google Shape;1137;p35"/>
              <p:cNvSpPr/>
              <p:nvPr/>
            </p:nvSpPr>
            <p:spPr>
              <a:xfrm>
                <a:off x="495964" y="2127511"/>
                <a:ext cx="439432" cy="41999"/>
              </a:xfrm>
              <a:custGeom>
                <a:avLst/>
                <a:gdLst/>
                <a:ahLst/>
                <a:cxnLst/>
                <a:rect l="l" t="t" r="r" b="b"/>
                <a:pathLst>
                  <a:path w="439432" h="41999" extrusionOk="0">
                    <a:moveTo>
                      <a:pt x="0" y="26078"/>
                    </a:moveTo>
                    <a:cubicBezTo>
                      <a:pt x="0" y="26078"/>
                      <a:pt x="237561" y="75585"/>
                      <a:pt x="439433" y="0"/>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8" name="Google Shape;1138;p35"/>
              <p:cNvSpPr/>
              <p:nvPr/>
            </p:nvSpPr>
            <p:spPr>
              <a:xfrm>
                <a:off x="938617" y="1833274"/>
                <a:ext cx="390756" cy="199690"/>
              </a:xfrm>
              <a:custGeom>
                <a:avLst/>
                <a:gdLst/>
                <a:ahLst/>
                <a:cxnLst/>
                <a:rect l="l" t="t" r="r" b="b"/>
                <a:pathLst>
                  <a:path w="390756" h="199690" extrusionOk="0">
                    <a:moveTo>
                      <a:pt x="0" y="0"/>
                    </a:moveTo>
                    <a:cubicBezTo>
                      <a:pt x="0" y="0"/>
                      <a:pt x="237612" y="37039"/>
                      <a:pt x="390757" y="199690"/>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9" name="Google Shape;1139;p35"/>
              <p:cNvSpPr/>
              <p:nvPr/>
            </p:nvSpPr>
            <p:spPr>
              <a:xfrm>
                <a:off x="1707039" y="1812287"/>
                <a:ext cx="239638" cy="75792"/>
              </a:xfrm>
              <a:custGeom>
                <a:avLst/>
                <a:gdLst/>
                <a:ahLst/>
                <a:cxnLst/>
                <a:rect l="l" t="t" r="r" b="b"/>
                <a:pathLst>
                  <a:path w="239638" h="75792" extrusionOk="0">
                    <a:moveTo>
                      <a:pt x="0" y="75793"/>
                    </a:moveTo>
                    <a:cubicBezTo>
                      <a:pt x="0" y="75793"/>
                      <a:pt x="93300" y="12364"/>
                      <a:pt x="239639" y="0"/>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140" name="Google Shape;1140;p35"/>
            <p:cNvSpPr/>
            <p:nvPr/>
          </p:nvSpPr>
          <p:spPr>
            <a:xfrm>
              <a:off x="4045327" y="3507960"/>
              <a:ext cx="2279909" cy="58275"/>
            </a:xfrm>
            <a:custGeom>
              <a:avLst/>
              <a:gdLst/>
              <a:ahLst/>
              <a:cxnLst/>
              <a:rect l="l" t="t" r="r" b="b"/>
              <a:pathLst>
                <a:path w="1044632" h="26701" extrusionOk="0">
                  <a:moveTo>
                    <a:pt x="0" y="0"/>
                  </a:moveTo>
                  <a:lnTo>
                    <a:pt x="1044633" y="0"/>
                  </a:lnTo>
                  <a:lnTo>
                    <a:pt x="1044633" y="26702"/>
                  </a:lnTo>
                  <a:lnTo>
                    <a:pt x="0" y="26702"/>
                  </a:lnTo>
                  <a:close/>
                </a:path>
              </a:pathLst>
            </a:custGeom>
            <a:solidFill>
              <a:schemeClr val="dk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1" name="Google Shape;1141;p35"/>
            <p:cNvSpPr/>
            <p:nvPr/>
          </p:nvSpPr>
          <p:spPr>
            <a:xfrm>
              <a:off x="6391074" y="3507960"/>
              <a:ext cx="2279909" cy="58275"/>
            </a:xfrm>
            <a:custGeom>
              <a:avLst/>
              <a:gdLst/>
              <a:ahLst/>
              <a:cxnLst/>
              <a:rect l="l" t="t" r="r" b="b"/>
              <a:pathLst>
                <a:path w="1044632" h="26701" extrusionOk="0">
                  <a:moveTo>
                    <a:pt x="0" y="0"/>
                  </a:moveTo>
                  <a:lnTo>
                    <a:pt x="1044633" y="0"/>
                  </a:lnTo>
                  <a:lnTo>
                    <a:pt x="1044633" y="26702"/>
                  </a:lnTo>
                  <a:lnTo>
                    <a:pt x="0" y="26702"/>
                  </a:lnTo>
                  <a:close/>
                </a:path>
              </a:pathLst>
            </a:custGeom>
            <a:solidFill>
              <a:schemeClr val="dk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2" name="Google Shape;1142;p35"/>
            <p:cNvSpPr/>
            <p:nvPr/>
          </p:nvSpPr>
          <p:spPr>
            <a:xfrm>
              <a:off x="6104928" y="3347790"/>
              <a:ext cx="437070" cy="218477"/>
            </a:xfrm>
            <a:custGeom>
              <a:avLst/>
              <a:gdLst/>
              <a:ahLst/>
              <a:cxnLst/>
              <a:rect l="l" t="t" r="r" b="b"/>
              <a:pathLst>
                <a:path w="200261" h="100104" extrusionOk="0">
                  <a:moveTo>
                    <a:pt x="100105" y="0"/>
                  </a:moveTo>
                  <a:cubicBezTo>
                    <a:pt x="44832" y="0"/>
                    <a:pt x="0" y="44832"/>
                    <a:pt x="0" y="100105"/>
                  </a:cubicBezTo>
                  <a:lnTo>
                    <a:pt x="200262" y="100105"/>
                  </a:lnTo>
                  <a:cubicBezTo>
                    <a:pt x="200262" y="44832"/>
                    <a:pt x="155430" y="0"/>
                    <a:pt x="100157" y="0"/>
                  </a:cubicBezTo>
                  <a:close/>
                </a:path>
              </a:pathLst>
            </a:custGeom>
            <a:solidFill>
              <a:schemeClr val="dk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43" name="Google Shape;1143;p35"/>
          <p:cNvGrpSpPr/>
          <p:nvPr/>
        </p:nvGrpSpPr>
        <p:grpSpPr>
          <a:xfrm>
            <a:off x="6606931" y="1478274"/>
            <a:ext cx="1341663" cy="1984467"/>
            <a:chOff x="6606931" y="1478274"/>
            <a:chExt cx="1341663" cy="1984467"/>
          </a:xfrm>
        </p:grpSpPr>
        <p:sp>
          <p:nvSpPr>
            <p:cNvPr id="1144" name="Google Shape;1144;p35"/>
            <p:cNvSpPr/>
            <p:nvPr/>
          </p:nvSpPr>
          <p:spPr>
            <a:xfrm rot="857226" flipH="1">
              <a:off x="6823469" y="1568093"/>
              <a:ext cx="935361" cy="1655146"/>
            </a:xfrm>
            <a:custGeom>
              <a:avLst/>
              <a:gdLst/>
              <a:ahLst/>
              <a:cxnLst/>
              <a:rect l="l" t="t" r="r" b="b"/>
              <a:pathLst>
                <a:path w="806314" h="1426899" extrusionOk="0">
                  <a:moveTo>
                    <a:pt x="135510" y="0"/>
                  </a:moveTo>
                  <a:cubicBezTo>
                    <a:pt x="135510" y="0"/>
                    <a:pt x="30770" y="28357"/>
                    <a:pt x="0" y="67031"/>
                  </a:cubicBezTo>
                  <a:lnTo>
                    <a:pt x="139311" y="156808"/>
                  </a:lnTo>
                  <a:lnTo>
                    <a:pt x="36442" y="119220"/>
                  </a:lnTo>
                  <a:lnTo>
                    <a:pt x="193069" y="237535"/>
                  </a:lnTo>
                  <a:lnTo>
                    <a:pt x="60817" y="189207"/>
                  </a:lnTo>
                  <a:cubicBezTo>
                    <a:pt x="60817" y="189207"/>
                    <a:pt x="174546" y="318564"/>
                    <a:pt x="163505" y="439956"/>
                  </a:cubicBezTo>
                  <a:cubicBezTo>
                    <a:pt x="152464" y="561348"/>
                    <a:pt x="247611" y="696013"/>
                    <a:pt x="345412" y="792849"/>
                  </a:cubicBezTo>
                  <a:lnTo>
                    <a:pt x="149146" y="676706"/>
                  </a:lnTo>
                  <a:cubicBezTo>
                    <a:pt x="149146" y="676706"/>
                    <a:pt x="154877" y="995209"/>
                    <a:pt x="468433" y="1048726"/>
                  </a:cubicBezTo>
                  <a:lnTo>
                    <a:pt x="346378" y="1048545"/>
                  </a:lnTo>
                  <a:cubicBezTo>
                    <a:pt x="346378" y="1048545"/>
                    <a:pt x="403393" y="1120402"/>
                    <a:pt x="556943" y="1125470"/>
                  </a:cubicBezTo>
                  <a:lnTo>
                    <a:pt x="440619" y="1155155"/>
                  </a:lnTo>
                  <a:lnTo>
                    <a:pt x="519355" y="1228340"/>
                  </a:lnTo>
                  <a:lnTo>
                    <a:pt x="596884" y="1228883"/>
                  </a:lnTo>
                  <a:lnTo>
                    <a:pt x="541618" y="1258628"/>
                  </a:lnTo>
                  <a:cubicBezTo>
                    <a:pt x="541618" y="1258628"/>
                    <a:pt x="641833" y="1409825"/>
                    <a:pt x="746573" y="1426899"/>
                  </a:cubicBezTo>
                  <a:cubicBezTo>
                    <a:pt x="855778" y="1173617"/>
                    <a:pt x="781868" y="874541"/>
                    <a:pt x="781868" y="874541"/>
                  </a:cubicBezTo>
                  <a:lnTo>
                    <a:pt x="697099" y="954605"/>
                  </a:lnTo>
                  <a:lnTo>
                    <a:pt x="772155" y="809924"/>
                  </a:lnTo>
                  <a:cubicBezTo>
                    <a:pt x="772155" y="809924"/>
                    <a:pt x="733239" y="612511"/>
                    <a:pt x="590187" y="365926"/>
                  </a:cubicBezTo>
                  <a:cubicBezTo>
                    <a:pt x="583671" y="535645"/>
                    <a:pt x="553263" y="618906"/>
                    <a:pt x="553263" y="618906"/>
                  </a:cubicBezTo>
                  <a:cubicBezTo>
                    <a:pt x="553263" y="618906"/>
                    <a:pt x="571423" y="386862"/>
                    <a:pt x="519898" y="284716"/>
                  </a:cubicBezTo>
                  <a:cubicBezTo>
                    <a:pt x="407134" y="77047"/>
                    <a:pt x="135510" y="0"/>
                    <a:pt x="13551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5" name="Google Shape;1145;p35"/>
            <p:cNvSpPr/>
            <p:nvPr/>
          </p:nvSpPr>
          <p:spPr>
            <a:xfrm rot="857226" flipH="1">
              <a:off x="6807066" y="1706574"/>
              <a:ext cx="645438" cy="1702860"/>
            </a:xfrm>
            <a:custGeom>
              <a:avLst/>
              <a:gdLst/>
              <a:ahLst/>
              <a:cxnLst/>
              <a:rect l="l" t="t" r="r" b="b"/>
              <a:pathLst>
                <a:path w="556802" h="1469012" extrusionOk="0">
                  <a:moveTo>
                    <a:pt x="556762" y="1469012"/>
                  </a:moveTo>
                  <a:cubicBezTo>
                    <a:pt x="556762" y="1469012"/>
                    <a:pt x="572147" y="758640"/>
                    <a:pt x="0" y="0"/>
                  </a:cubicBezTo>
                  <a:cubicBezTo>
                    <a:pt x="528043" y="742531"/>
                    <a:pt x="490697" y="1406868"/>
                    <a:pt x="490697" y="1406868"/>
                  </a:cubicBezTo>
                  <a:lnTo>
                    <a:pt x="556702" y="146901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grpSp>
        <p:nvGrpSpPr>
          <p:cNvPr id="1150" name="Google Shape;1150;p36"/>
          <p:cNvGrpSpPr/>
          <p:nvPr/>
        </p:nvGrpSpPr>
        <p:grpSpPr>
          <a:xfrm>
            <a:off x="1283479" y="1687269"/>
            <a:ext cx="3015034" cy="3882612"/>
            <a:chOff x="1150499" y="828675"/>
            <a:chExt cx="3349666" cy="4313535"/>
          </a:xfrm>
        </p:grpSpPr>
        <p:sp>
          <p:nvSpPr>
            <p:cNvPr id="1151" name="Google Shape;1151;p36"/>
            <p:cNvSpPr/>
            <p:nvPr/>
          </p:nvSpPr>
          <p:spPr>
            <a:xfrm>
              <a:off x="1254518" y="828675"/>
              <a:ext cx="1569291" cy="900148"/>
            </a:xfrm>
            <a:custGeom>
              <a:avLst/>
              <a:gdLst/>
              <a:ahLst/>
              <a:cxnLst/>
              <a:rect l="l" t="t" r="r" b="b"/>
              <a:pathLst>
                <a:path w="945356" h="542258" extrusionOk="0">
                  <a:moveTo>
                    <a:pt x="0" y="58579"/>
                  </a:moveTo>
                  <a:lnTo>
                    <a:pt x="109442" y="0"/>
                  </a:lnTo>
                  <a:cubicBezTo>
                    <a:pt x="109442" y="0"/>
                    <a:pt x="945356" y="3905"/>
                    <a:pt x="945356" y="148495"/>
                  </a:cubicBezTo>
                  <a:cubicBezTo>
                    <a:pt x="945356" y="292989"/>
                    <a:pt x="945356" y="542258"/>
                    <a:pt x="945356" y="542258"/>
                  </a:cubicBezTo>
                  <a:lnTo>
                    <a:pt x="0" y="58579"/>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2" name="Google Shape;1152;p36"/>
            <p:cNvSpPr/>
            <p:nvPr/>
          </p:nvSpPr>
          <p:spPr>
            <a:xfrm>
              <a:off x="2824689" y="828675"/>
              <a:ext cx="1569133" cy="899989"/>
            </a:xfrm>
            <a:custGeom>
              <a:avLst/>
              <a:gdLst/>
              <a:ahLst/>
              <a:cxnLst/>
              <a:rect l="l" t="t" r="r" b="b"/>
              <a:pathLst>
                <a:path w="945261" h="542162" extrusionOk="0">
                  <a:moveTo>
                    <a:pt x="945261" y="58579"/>
                  </a:moveTo>
                  <a:lnTo>
                    <a:pt x="835914" y="0"/>
                  </a:lnTo>
                  <a:cubicBezTo>
                    <a:pt x="835914" y="0"/>
                    <a:pt x="0" y="3905"/>
                    <a:pt x="0" y="148400"/>
                  </a:cubicBezTo>
                  <a:cubicBezTo>
                    <a:pt x="0" y="292894"/>
                    <a:pt x="0" y="542163"/>
                    <a:pt x="0" y="542163"/>
                  </a:cubicBezTo>
                  <a:lnTo>
                    <a:pt x="945261" y="58579"/>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3" name="Google Shape;1153;p36"/>
            <p:cNvSpPr/>
            <p:nvPr/>
          </p:nvSpPr>
          <p:spPr>
            <a:xfrm>
              <a:off x="2950250" y="863005"/>
              <a:ext cx="1250900" cy="199857"/>
            </a:xfrm>
            <a:custGeom>
              <a:avLst/>
              <a:gdLst/>
              <a:ahLst/>
              <a:cxnLst/>
              <a:rect l="l" t="t" r="r" b="b"/>
              <a:pathLst>
                <a:path w="753554" h="120396" extrusionOk="0">
                  <a:moveTo>
                    <a:pt x="32" y="120396"/>
                  </a:moveTo>
                  <a:cubicBezTo>
                    <a:pt x="-4540" y="41148"/>
                    <a:pt x="479997" y="1619"/>
                    <a:pt x="753555" y="0"/>
                  </a:cubicBezTo>
                </a:path>
              </a:pathLst>
            </a:custGeom>
            <a:no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4" name="Google Shape;1154;p36"/>
            <p:cNvSpPr/>
            <p:nvPr/>
          </p:nvSpPr>
          <p:spPr>
            <a:xfrm>
              <a:off x="3022919" y="929181"/>
              <a:ext cx="1038498" cy="124862"/>
            </a:xfrm>
            <a:custGeom>
              <a:avLst/>
              <a:gdLst/>
              <a:ahLst/>
              <a:cxnLst/>
              <a:rect l="l" t="t" r="r" b="b"/>
              <a:pathLst>
                <a:path w="625601" h="75218" extrusionOk="0">
                  <a:moveTo>
                    <a:pt x="0" y="75219"/>
                  </a:moveTo>
                  <a:cubicBezTo>
                    <a:pt x="74104" y="33404"/>
                    <a:pt x="431292" y="-11649"/>
                    <a:pt x="625602" y="2734"/>
                  </a:cubicBezTo>
                </a:path>
              </a:pathLst>
            </a:custGeom>
            <a:no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5" name="Google Shape;1155;p36"/>
            <p:cNvSpPr/>
            <p:nvPr/>
          </p:nvSpPr>
          <p:spPr>
            <a:xfrm>
              <a:off x="1447369" y="862847"/>
              <a:ext cx="1250900" cy="200015"/>
            </a:xfrm>
            <a:custGeom>
              <a:avLst/>
              <a:gdLst/>
              <a:ahLst/>
              <a:cxnLst/>
              <a:rect l="l" t="t" r="r" b="b"/>
              <a:pathLst>
                <a:path w="753554" h="120491" extrusionOk="0">
                  <a:moveTo>
                    <a:pt x="753523" y="120491"/>
                  </a:moveTo>
                  <a:cubicBezTo>
                    <a:pt x="758095" y="41243"/>
                    <a:pt x="273558" y="1714"/>
                    <a:pt x="0" y="0"/>
                  </a:cubicBezTo>
                </a:path>
              </a:pathLst>
            </a:custGeom>
            <a:no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6" name="Google Shape;1156;p36"/>
            <p:cNvSpPr/>
            <p:nvPr/>
          </p:nvSpPr>
          <p:spPr>
            <a:xfrm>
              <a:off x="1587379" y="929196"/>
              <a:ext cx="1039130" cy="125322"/>
            </a:xfrm>
            <a:custGeom>
              <a:avLst/>
              <a:gdLst/>
              <a:ahLst/>
              <a:cxnLst/>
              <a:rect l="l" t="t" r="r" b="b"/>
              <a:pathLst>
                <a:path w="625982" h="75495" extrusionOk="0">
                  <a:moveTo>
                    <a:pt x="625983" y="75496"/>
                  </a:moveTo>
                  <a:cubicBezTo>
                    <a:pt x="552831" y="33586"/>
                    <a:pt x="194691" y="-11658"/>
                    <a:pt x="0" y="2725"/>
                  </a:cubicBezTo>
                </a:path>
              </a:pathLst>
            </a:custGeom>
            <a:no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7" name="Google Shape;1157;p36"/>
            <p:cNvSpPr/>
            <p:nvPr/>
          </p:nvSpPr>
          <p:spPr>
            <a:xfrm>
              <a:off x="3410580" y="2912937"/>
              <a:ext cx="248507" cy="435044"/>
            </a:xfrm>
            <a:custGeom>
              <a:avLst/>
              <a:gdLst/>
              <a:ahLst/>
              <a:cxnLst/>
              <a:rect l="l" t="t" r="r" b="b"/>
              <a:pathLst>
                <a:path w="149703" h="262075" extrusionOk="0">
                  <a:moveTo>
                    <a:pt x="48826" y="42"/>
                  </a:moveTo>
                  <a:cubicBezTo>
                    <a:pt x="76258" y="11377"/>
                    <a:pt x="103594" y="22617"/>
                    <a:pt x="131026" y="33951"/>
                  </a:cubicBezTo>
                  <a:cubicBezTo>
                    <a:pt x="139027" y="37285"/>
                    <a:pt x="148076" y="41857"/>
                    <a:pt x="149505" y="50334"/>
                  </a:cubicBezTo>
                  <a:cubicBezTo>
                    <a:pt x="150648" y="56907"/>
                    <a:pt x="146647" y="63098"/>
                    <a:pt x="142837" y="68622"/>
                  </a:cubicBezTo>
                  <a:cubicBezTo>
                    <a:pt x="118453" y="103484"/>
                    <a:pt x="94165" y="138250"/>
                    <a:pt x="69781" y="173112"/>
                  </a:cubicBezTo>
                  <a:cubicBezTo>
                    <a:pt x="56541" y="191971"/>
                    <a:pt x="23584" y="259789"/>
                    <a:pt x="724" y="262075"/>
                  </a:cubicBezTo>
                  <a:cubicBezTo>
                    <a:pt x="-6134" y="237691"/>
                    <a:pt x="37681" y="-3672"/>
                    <a:pt x="48826" y="42"/>
                  </a:cubicBezTo>
                  <a:close/>
                </a:path>
              </a:pathLst>
            </a:custGeom>
            <a:solidFill>
              <a:srgbClr val="E6D8C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8" name="Google Shape;1158;p36"/>
            <p:cNvSpPr/>
            <p:nvPr/>
          </p:nvSpPr>
          <p:spPr>
            <a:xfrm>
              <a:off x="1988412" y="2912937"/>
              <a:ext cx="248507" cy="435044"/>
            </a:xfrm>
            <a:custGeom>
              <a:avLst/>
              <a:gdLst/>
              <a:ahLst/>
              <a:cxnLst/>
              <a:rect l="l" t="t" r="r" b="b"/>
              <a:pathLst>
                <a:path w="149703" h="262075" extrusionOk="0">
                  <a:moveTo>
                    <a:pt x="100878" y="42"/>
                  </a:moveTo>
                  <a:cubicBezTo>
                    <a:pt x="73446" y="11377"/>
                    <a:pt x="46109" y="22617"/>
                    <a:pt x="18677" y="33951"/>
                  </a:cubicBezTo>
                  <a:cubicBezTo>
                    <a:pt x="10676" y="37285"/>
                    <a:pt x="1627" y="41857"/>
                    <a:pt x="199" y="50334"/>
                  </a:cubicBezTo>
                  <a:cubicBezTo>
                    <a:pt x="-944" y="56907"/>
                    <a:pt x="3056" y="63098"/>
                    <a:pt x="6866" y="68622"/>
                  </a:cubicBezTo>
                  <a:cubicBezTo>
                    <a:pt x="31250" y="103484"/>
                    <a:pt x="55539" y="138250"/>
                    <a:pt x="79923" y="173112"/>
                  </a:cubicBezTo>
                  <a:cubicBezTo>
                    <a:pt x="93163" y="191971"/>
                    <a:pt x="126119" y="259789"/>
                    <a:pt x="148979" y="262075"/>
                  </a:cubicBezTo>
                  <a:cubicBezTo>
                    <a:pt x="155837" y="237691"/>
                    <a:pt x="112022" y="-3672"/>
                    <a:pt x="100878" y="42"/>
                  </a:cubicBezTo>
                  <a:close/>
                </a:path>
              </a:pathLst>
            </a:custGeom>
            <a:solidFill>
              <a:srgbClr val="E6D8C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9" name="Google Shape;1159;p36"/>
            <p:cNvSpPr/>
            <p:nvPr/>
          </p:nvSpPr>
          <p:spPr>
            <a:xfrm>
              <a:off x="2914391" y="907617"/>
              <a:ext cx="1515215" cy="2222305"/>
            </a:xfrm>
            <a:custGeom>
              <a:avLst/>
              <a:gdLst/>
              <a:ahLst/>
              <a:cxnLst/>
              <a:rect l="l" t="t" r="r" b="b"/>
              <a:pathLst>
                <a:path w="912780" h="1338738" extrusionOk="0">
                  <a:moveTo>
                    <a:pt x="95" y="110204"/>
                  </a:moveTo>
                  <a:cubicBezTo>
                    <a:pt x="15907" y="110204"/>
                    <a:pt x="912781" y="0"/>
                    <a:pt x="912781" y="0"/>
                  </a:cubicBezTo>
                  <a:lnTo>
                    <a:pt x="865251" y="1177576"/>
                  </a:lnTo>
                  <a:lnTo>
                    <a:pt x="0" y="1338739"/>
                  </a:lnTo>
                  <a:lnTo>
                    <a:pt x="0" y="11020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0" name="Google Shape;1160;p36"/>
            <p:cNvSpPr/>
            <p:nvPr/>
          </p:nvSpPr>
          <p:spPr>
            <a:xfrm>
              <a:off x="3116258" y="1165173"/>
              <a:ext cx="1108068" cy="1673014"/>
            </a:xfrm>
            <a:custGeom>
              <a:avLst/>
              <a:gdLst/>
              <a:ahLst/>
              <a:cxnLst/>
              <a:rect l="l" t="t" r="r" b="b"/>
              <a:pathLst>
                <a:path w="667511" h="1007840" extrusionOk="0">
                  <a:moveTo>
                    <a:pt x="0" y="182213"/>
                  </a:moveTo>
                  <a:cubicBezTo>
                    <a:pt x="44958" y="131445"/>
                    <a:pt x="72961" y="99822"/>
                    <a:pt x="117824" y="49054"/>
                  </a:cubicBezTo>
                  <a:cubicBezTo>
                    <a:pt x="177927" y="41719"/>
                    <a:pt x="253746" y="32385"/>
                    <a:pt x="349663" y="20574"/>
                  </a:cubicBezTo>
                  <a:cubicBezTo>
                    <a:pt x="403669" y="13906"/>
                    <a:pt x="461391" y="6858"/>
                    <a:pt x="517017" y="0"/>
                  </a:cubicBezTo>
                  <a:cubicBezTo>
                    <a:pt x="577691" y="55340"/>
                    <a:pt x="606743" y="81725"/>
                    <a:pt x="667512" y="137065"/>
                  </a:cubicBezTo>
                  <a:cubicBezTo>
                    <a:pt x="659797" y="403860"/>
                    <a:pt x="644461" y="471011"/>
                    <a:pt x="630745" y="813721"/>
                  </a:cubicBezTo>
                  <a:cubicBezTo>
                    <a:pt x="589788" y="861060"/>
                    <a:pt x="562165" y="892969"/>
                    <a:pt x="521208" y="940308"/>
                  </a:cubicBezTo>
                  <a:lnTo>
                    <a:pt x="158782" y="1007840"/>
                  </a:lnTo>
                  <a:cubicBezTo>
                    <a:pt x="94202" y="954214"/>
                    <a:pt x="64579" y="929545"/>
                    <a:pt x="0" y="875919"/>
                  </a:cubicBezTo>
                  <a:lnTo>
                    <a:pt x="0" y="182213"/>
                  </a:lnTo>
                  <a:close/>
                </a:path>
              </a:pathLst>
            </a:custGeom>
            <a:solidFill>
              <a:schemeClr val="dk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1" name="Google Shape;1161;p36"/>
            <p:cNvSpPr/>
            <p:nvPr/>
          </p:nvSpPr>
          <p:spPr>
            <a:xfrm>
              <a:off x="1214967" y="907460"/>
              <a:ext cx="1515057" cy="2222305"/>
            </a:xfrm>
            <a:custGeom>
              <a:avLst/>
              <a:gdLst/>
              <a:ahLst/>
              <a:cxnLst/>
              <a:rect l="l" t="t" r="r" b="b"/>
              <a:pathLst>
                <a:path w="912685" h="1338738" extrusionOk="0">
                  <a:moveTo>
                    <a:pt x="912686" y="110299"/>
                  </a:moveTo>
                  <a:cubicBezTo>
                    <a:pt x="896874" y="110299"/>
                    <a:pt x="0" y="0"/>
                    <a:pt x="0" y="0"/>
                  </a:cubicBezTo>
                  <a:lnTo>
                    <a:pt x="47435" y="1177576"/>
                  </a:lnTo>
                  <a:lnTo>
                    <a:pt x="912686" y="1338739"/>
                  </a:lnTo>
                  <a:lnTo>
                    <a:pt x="912686" y="11029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2" name="Google Shape;1162;p36"/>
            <p:cNvSpPr/>
            <p:nvPr/>
          </p:nvSpPr>
          <p:spPr>
            <a:xfrm>
              <a:off x="1420474" y="1165173"/>
              <a:ext cx="1108070" cy="1673014"/>
            </a:xfrm>
            <a:custGeom>
              <a:avLst/>
              <a:gdLst/>
              <a:ahLst/>
              <a:cxnLst/>
              <a:rect l="l" t="t" r="r" b="b"/>
              <a:pathLst>
                <a:path w="667512" h="1007840" extrusionOk="0">
                  <a:moveTo>
                    <a:pt x="36767" y="813721"/>
                  </a:moveTo>
                  <a:cubicBezTo>
                    <a:pt x="22955" y="471011"/>
                    <a:pt x="7620" y="403765"/>
                    <a:pt x="0" y="137065"/>
                  </a:cubicBezTo>
                  <a:cubicBezTo>
                    <a:pt x="60674" y="81725"/>
                    <a:pt x="89726" y="55340"/>
                    <a:pt x="150495" y="0"/>
                  </a:cubicBezTo>
                  <a:cubicBezTo>
                    <a:pt x="206026" y="6858"/>
                    <a:pt x="263843" y="13906"/>
                    <a:pt x="317849" y="20574"/>
                  </a:cubicBezTo>
                  <a:cubicBezTo>
                    <a:pt x="413766" y="32385"/>
                    <a:pt x="489585" y="41719"/>
                    <a:pt x="549688" y="49054"/>
                  </a:cubicBezTo>
                  <a:cubicBezTo>
                    <a:pt x="594646" y="99822"/>
                    <a:pt x="622649" y="131445"/>
                    <a:pt x="667512" y="182213"/>
                  </a:cubicBezTo>
                  <a:lnTo>
                    <a:pt x="667512" y="875919"/>
                  </a:lnTo>
                  <a:cubicBezTo>
                    <a:pt x="602933" y="929545"/>
                    <a:pt x="573310" y="954214"/>
                    <a:pt x="508730" y="1007840"/>
                  </a:cubicBezTo>
                  <a:lnTo>
                    <a:pt x="146304" y="940308"/>
                  </a:lnTo>
                  <a:cubicBezTo>
                    <a:pt x="105346" y="892969"/>
                    <a:pt x="77724" y="861060"/>
                    <a:pt x="36767" y="813721"/>
                  </a:cubicBezTo>
                  <a:close/>
                </a:path>
              </a:pathLst>
            </a:custGeom>
            <a:solidFill>
              <a:schemeClr val="dk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3" name="Google Shape;1163;p36"/>
            <p:cNvSpPr/>
            <p:nvPr/>
          </p:nvSpPr>
          <p:spPr>
            <a:xfrm>
              <a:off x="2716162" y="1070726"/>
              <a:ext cx="212980" cy="2069409"/>
            </a:xfrm>
            <a:custGeom>
              <a:avLst/>
              <a:gdLst/>
              <a:ahLst/>
              <a:cxnLst/>
              <a:rect l="l" t="t" r="r" b="b"/>
              <a:pathLst>
                <a:path w="128301" h="1246632" extrusionOk="0">
                  <a:moveTo>
                    <a:pt x="0" y="0"/>
                  </a:moveTo>
                  <a:lnTo>
                    <a:pt x="128302" y="0"/>
                  </a:lnTo>
                  <a:lnTo>
                    <a:pt x="128302" y="1246632"/>
                  </a:lnTo>
                  <a:lnTo>
                    <a:pt x="0" y="124663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4" name="Google Shape;1164;p36"/>
            <p:cNvSpPr/>
            <p:nvPr/>
          </p:nvSpPr>
          <p:spPr>
            <a:xfrm>
              <a:off x="2713788" y="1070568"/>
              <a:ext cx="2688" cy="2069409"/>
            </a:xfrm>
            <a:custGeom>
              <a:avLst/>
              <a:gdLst/>
              <a:ahLst/>
              <a:cxnLst/>
              <a:rect l="l" t="t" r="r" b="b"/>
              <a:pathLst>
                <a:path w="1619" h="1246632" extrusionOk="0">
                  <a:moveTo>
                    <a:pt x="0" y="0"/>
                  </a:moveTo>
                  <a:lnTo>
                    <a:pt x="1619" y="1246632"/>
                  </a:lnTo>
                </a:path>
              </a:pathLst>
            </a:custGeom>
            <a:no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5" name="Google Shape;1165;p36"/>
            <p:cNvSpPr/>
            <p:nvPr/>
          </p:nvSpPr>
          <p:spPr>
            <a:xfrm>
              <a:off x="2928945" y="1070568"/>
              <a:ext cx="2688" cy="2069409"/>
            </a:xfrm>
            <a:custGeom>
              <a:avLst/>
              <a:gdLst/>
              <a:ahLst/>
              <a:cxnLst/>
              <a:rect l="l" t="t" r="r" b="b"/>
              <a:pathLst>
                <a:path w="1619" h="1246632" extrusionOk="0">
                  <a:moveTo>
                    <a:pt x="0" y="0"/>
                  </a:moveTo>
                  <a:lnTo>
                    <a:pt x="1619" y="1246632"/>
                  </a:lnTo>
                </a:path>
              </a:pathLst>
            </a:custGeom>
            <a:noFill/>
            <a:ln w="9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6" name="Google Shape;1166;p36"/>
            <p:cNvSpPr/>
            <p:nvPr/>
          </p:nvSpPr>
          <p:spPr>
            <a:xfrm>
              <a:off x="1434547" y="2091613"/>
              <a:ext cx="259418" cy="766540"/>
            </a:xfrm>
            <a:custGeom>
              <a:avLst/>
              <a:gdLst/>
              <a:ahLst/>
              <a:cxnLst/>
              <a:rect l="l" t="t" r="r" b="b"/>
              <a:pathLst>
                <a:path w="156276" h="461771" extrusionOk="0">
                  <a:moveTo>
                    <a:pt x="10292" y="461772"/>
                  </a:moveTo>
                  <a:cubicBezTo>
                    <a:pt x="12578" y="407384"/>
                    <a:pt x="-4853" y="347282"/>
                    <a:pt x="1338" y="293180"/>
                  </a:cubicBezTo>
                  <a:cubicBezTo>
                    <a:pt x="6005" y="252222"/>
                    <a:pt x="22769" y="213741"/>
                    <a:pt x="39343" y="175927"/>
                  </a:cubicBezTo>
                  <a:cubicBezTo>
                    <a:pt x="66203" y="114586"/>
                    <a:pt x="93540" y="52578"/>
                    <a:pt x="135164" y="0"/>
                  </a:cubicBezTo>
                  <a:cubicBezTo>
                    <a:pt x="146880" y="6286"/>
                    <a:pt x="154500" y="18574"/>
                    <a:pt x="155738" y="41434"/>
                  </a:cubicBezTo>
                  <a:cubicBezTo>
                    <a:pt x="159929" y="118777"/>
                    <a:pt x="139260" y="188976"/>
                    <a:pt x="106685" y="259175"/>
                  </a:cubicBezTo>
                  <a:cubicBezTo>
                    <a:pt x="75443" y="326422"/>
                    <a:pt x="48773" y="398336"/>
                    <a:pt x="10387" y="461772"/>
                  </a:cubicBezTo>
                  <a:close/>
                </a:path>
              </a:pathLst>
            </a:custGeom>
            <a:solidFill>
              <a:srgbClr val="66330C"/>
            </a:solidFill>
            <a:ln w="9525" cap="rnd"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7" name="Google Shape;1167;p36"/>
            <p:cNvSpPr/>
            <p:nvPr/>
          </p:nvSpPr>
          <p:spPr>
            <a:xfrm>
              <a:off x="1391032" y="2019157"/>
              <a:ext cx="467488" cy="1017944"/>
            </a:xfrm>
            <a:custGeom>
              <a:avLst/>
              <a:gdLst/>
              <a:ahLst/>
              <a:cxnLst/>
              <a:rect l="l" t="t" r="r" b="b"/>
              <a:pathLst>
                <a:path w="281619" h="613219" extrusionOk="0">
                  <a:moveTo>
                    <a:pt x="3343" y="613220"/>
                  </a:moveTo>
                  <a:cubicBezTo>
                    <a:pt x="-8468" y="573691"/>
                    <a:pt x="13630" y="545878"/>
                    <a:pt x="28966" y="515493"/>
                  </a:cubicBezTo>
                  <a:cubicBezTo>
                    <a:pt x="76400" y="421291"/>
                    <a:pt x="115262" y="322802"/>
                    <a:pt x="144885" y="221647"/>
                  </a:cubicBezTo>
                  <a:cubicBezTo>
                    <a:pt x="166507" y="147733"/>
                    <a:pt x="180889" y="67342"/>
                    <a:pt x="218323" y="0"/>
                  </a:cubicBezTo>
                  <a:cubicBezTo>
                    <a:pt x="247088" y="5144"/>
                    <a:pt x="271377" y="29432"/>
                    <a:pt x="276520" y="58198"/>
                  </a:cubicBezTo>
                  <a:cubicBezTo>
                    <a:pt x="296142" y="167831"/>
                    <a:pt x="256899" y="276511"/>
                    <a:pt x="197082" y="370427"/>
                  </a:cubicBezTo>
                  <a:cubicBezTo>
                    <a:pt x="170507" y="412242"/>
                    <a:pt x="138122" y="450247"/>
                    <a:pt x="113738" y="493395"/>
                  </a:cubicBezTo>
                  <a:cubicBezTo>
                    <a:pt x="99546" y="518541"/>
                    <a:pt x="88021" y="545401"/>
                    <a:pt x="70685" y="568547"/>
                  </a:cubicBezTo>
                  <a:cubicBezTo>
                    <a:pt x="53350" y="591693"/>
                    <a:pt x="32204" y="610362"/>
                    <a:pt x="3439" y="613220"/>
                  </a:cubicBezTo>
                  <a:close/>
                </a:path>
              </a:pathLst>
            </a:custGeom>
            <a:solidFill>
              <a:srgbClr val="66330C"/>
            </a:solidFill>
            <a:ln w="9525" cap="rnd"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8" name="Google Shape;1168;p36"/>
            <p:cNvSpPr/>
            <p:nvPr/>
          </p:nvSpPr>
          <p:spPr>
            <a:xfrm>
              <a:off x="1513168" y="2046609"/>
              <a:ext cx="447244" cy="955089"/>
            </a:xfrm>
            <a:custGeom>
              <a:avLst/>
              <a:gdLst/>
              <a:ahLst/>
              <a:cxnLst/>
              <a:rect l="l" t="t" r="r" b="b"/>
              <a:pathLst>
                <a:path w="269424" h="575355" extrusionOk="0">
                  <a:moveTo>
                    <a:pt x="8" y="575260"/>
                  </a:moveTo>
                  <a:cubicBezTo>
                    <a:pt x="-564" y="523634"/>
                    <a:pt x="30202" y="477819"/>
                    <a:pt x="56777" y="433528"/>
                  </a:cubicBezTo>
                  <a:cubicBezTo>
                    <a:pt x="111831" y="341612"/>
                    <a:pt x="152789" y="241313"/>
                    <a:pt x="177935" y="137205"/>
                  </a:cubicBezTo>
                  <a:cubicBezTo>
                    <a:pt x="189174" y="90818"/>
                    <a:pt x="197461" y="42908"/>
                    <a:pt x="218988" y="331"/>
                  </a:cubicBezTo>
                  <a:cubicBezTo>
                    <a:pt x="240419" y="-2717"/>
                    <a:pt x="260231" y="15761"/>
                    <a:pt x="266327" y="36621"/>
                  </a:cubicBezTo>
                  <a:cubicBezTo>
                    <a:pt x="272423" y="57481"/>
                    <a:pt x="268327" y="79674"/>
                    <a:pt x="264231" y="101010"/>
                  </a:cubicBezTo>
                  <a:cubicBezTo>
                    <a:pt x="251944" y="165018"/>
                    <a:pt x="239562" y="229026"/>
                    <a:pt x="227274" y="293034"/>
                  </a:cubicBezTo>
                  <a:cubicBezTo>
                    <a:pt x="214797" y="357995"/>
                    <a:pt x="197556" y="420098"/>
                    <a:pt x="158790" y="473819"/>
                  </a:cubicBezTo>
                  <a:cubicBezTo>
                    <a:pt x="120118" y="527540"/>
                    <a:pt x="66016" y="571736"/>
                    <a:pt x="8" y="575355"/>
                  </a:cubicBezTo>
                  <a:close/>
                </a:path>
              </a:pathLst>
            </a:custGeom>
            <a:solidFill>
              <a:srgbClr val="66330C"/>
            </a:solidFill>
            <a:ln w="9525" cap="rnd"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9" name="Google Shape;1169;p36"/>
            <p:cNvSpPr/>
            <p:nvPr/>
          </p:nvSpPr>
          <p:spPr>
            <a:xfrm>
              <a:off x="1150499" y="2839683"/>
              <a:ext cx="1090861" cy="2302369"/>
            </a:xfrm>
            <a:custGeom>
              <a:avLst/>
              <a:gdLst/>
              <a:ahLst/>
              <a:cxnLst/>
              <a:rect l="l" t="t" r="r" b="b"/>
              <a:pathLst>
                <a:path w="657145" h="1386969" extrusionOk="0">
                  <a:moveTo>
                    <a:pt x="501063" y="28430"/>
                  </a:moveTo>
                  <a:cubicBezTo>
                    <a:pt x="507064" y="34717"/>
                    <a:pt x="512398" y="40432"/>
                    <a:pt x="516303" y="43480"/>
                  </a:cubicBezTo>
                  <a:cubicBezTo>
                    <a:pt x="594313" y="104154"/>
                    <a:pt x="645843" y="198832"/>
                    <a:pt x="656606" y="298369"/>
                  </a:cubicBezTo>
                  <a:cubicBezTo>
                    <a:pt x="669275" y="415526"/>
                    <a:pt x="454581" y="1322211"/>
                    <a:pt x="445818" y="1328974"/>
                  </a:cubicBezTo>
                  <a:cubicBezTo>
                    <a:pt x="372571" y="1385266"/>
                    <a:pt x="270844" y="1402221"/>
                    <a:pt x="183309" y="1372598"/>
                  </a:cubicBezTo>
                  <a:cubicBezTo>
                    <a:pt x="95774" y="1342975"/>
                    <a:pt x="25194" y="1267728"/>
                    <a:pt x="1286" y="1178479"/>
                  </a:cubicBezTo>
                  <a:cubicBezTo>
                    <a:pt x="-24241" y="1083419"/>
                    <a:pt x="337900" y="515348"/>
                    <a:pt x="400955" y="431719"/>
                  </a:cubicBezTo>
                  <a:cubicBezTo>
                    <a:pt x="423244" y="402191"/>
                    <a:pt x="432769" y="401524"/>
                    <a:pt x="406385" y="371425"/>
                  </a:cubicBezTo>
                  <a:cubicBezTo>
                    <a:pt x="386477" y="348661"/>
                    <a:pt x="364856" y="327325"/>
                    <a:pt x="343043" y="306465"/>
                  </a:cubicBezTo>
                  <a:cubicBezTo>
                    <a:pt x="286274" y="252172"/>
                    <a:pt x="195596" y="207214"/>
                    <a:pt x="156068" y="138444"/>
                  </a:cubicBezTo>
                  <a:cubicBezTo>
                    <a:pt x="141590" y="113298"/>
                    <a:pt x="139970" y="78151"/>
                    <a:pt x="160544" y="57767"/>
                  </a:cubicBezTo>
                  <a:cubicBezTo>
                    <a:pt x="249222" y="40527"/>
                    <a:pt x="346282" y="20524"/>
                    <a:pt x="434864" y="3189"/>
                  </a:cubicBezTo>
                  <a:cubicBezTo>
                    <a:pt x="445532" y="1093"/>
                    <a:pt x="456391" y="-1002"/>
                    <a:pt x="467154" y="522"/>
                  </a:cubicBezTo>
                  <a:cubicBezTo>
                    <a:pt x="475822" y="1665"/>
                    <a:pt x="489538" y="16238"/>
                    <a:pt x="501063" y="28525"/>
                  </a:cubicBezTo>
                  <a:close/>
                </a:path>
              </a:pathLst>
            </a:custGeom>
            <a:solidFill>
              <a:srgbClr val="66330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0" name="Google Shape;1170;p36"/>
            <p:cNvSpPr/>
            <p:nvPr/>
          </p:nvSpPr>
          <p:spPr>
            <a:xfrm>
              <a:off x="1675973" y="2266890"/>
              <a:ext cx="385663" cy="686075"/>
            </a:xfrm>
            <a:custGeom>
              <a:avLst/>
              <a:gdLst/>
              <a:ahLst/>
              <a:cxnLst/>
              <a:rect l="l" t="t" r="r" b="b"/>
              <a:pathLst>
                <a:path w="232327" h="413298" extrusionOk="0">
                  <a:moveTo>
                    <a:pt x="155829" y="413298"/>
                  </a:moveTo>
                  <a:cubicBezTo>
                    <a:pt x="165544" y="394058"/>
                    <a:pt x="158877" y="370816"/>
                    <a:pt x="161068" y="349385"/>
                  </a:cubicBezTo>
                  <a:cubicBezTo>
                    <a:pt x="163354" y="327287"/>
                    <a:pt x="170974" y="291473"/>
                    <a:pt x="178879" y="270804"/>
                  </a:cubicBezTo>
                  <a:cubicBezTo>
                    <a:pt x="212979" y="182412"/>
                    <a:pt x="228124" y="130882"/>
                    <a:pt x="232315" y="39156"/>
                  </a:cubicBezTo>
                  <a:cubicBezTo>
                    <a:pt x="233077" y="21725"/>
                    <a:pt x="200216" y="-6945"/>
                    <a:pt x="181927" y="1532"/>
                  </a:cubicBezTo>
                  <a:cubicBezTo>
                    <a:pt x="181927" y="1532"/>
                    <a:pt x="167926" y="36680"/>
                    <a:pt x="163259" y="53539"/>
                  </a:cubicBezTo>
                  <a:cubicBezTo>
                    <a:pt x="132017" y="168505"/>
                    <a:pt x="75914" y="276710"/>
                    <a:pt x="0" y="368626"/>
                  </a:cubicBezTo>
                </a:path>
              </a:pathLst>
            </a:custGeom>
            <a:solidFill>
              <a:srgbClr val="66330C"/>
            </a:solidFill>
            <a:ln w="9525" cap="rnd"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1" name="Google Shape;1171;p36"/>
            <p:cNvSpPr/>
            <p:nvPr/>
          </p:nvSpPr>
          <p:spPr>
            <a:xfrm>
              <a:off x="1595448" y="2067251"/>
              <a:ext cx="90770" cy="129035"/>
            </a:xfrm>
            <a:custGeom>
              <a:avLst/>
              <a:gdLst/>
              <a:ahLst/>
              <a:cxnLst/>
              <a:rect l="l" t="t" r="r" b="b"/>
              <a:pathLst>
                <a:path w="54681" h="77732" extrusionOk="0">
                  <a:moveTo>
                    <a:pt x="54673" y="32766"/>
                  </a:moveTo>
                  <a:cubicBezTo>
                    <a:pt x="55055" y="49435"/>
                    <a:pt x="42005" y="69342"/>
                    <a:pt x="26289" y="74676"/>
                  </a:cubicBezTo>
                  <a:cubicBezTo>
                    <a:pt x="17145" y="77819"/>
                    <a:pt x="9716" y="78105"/>
                    <a:pt x="0" y="77438"/>
                  </a:cubicBezTo>
                  <a:cubicBezTo>
                    <a:pt x="9716" y="48768"/>
                    <a:pt x="22384" y="21907"/>
                    <a:pt x="43339" y="0"/>
                  </a:cubicBezTo>
                  <a:cubicBezTo>
                    <a:pt x="51626" y="7715"/>
                    <a:pt x="54388" y="21527"/>
                    <a:pt x="54673" y="3276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2" name="Google Shape;1172;p36"/>
            <p:cNvSpPr/>
            <p:nvPr/>
          </p:nvSpPr>
          <p:spPr>
            <a:xfrm>
              <a:off x="1700810" y="1972169"/>
              <a:ext cx="92203" cy="187771"/>
            </a:xfrm>
            <a:custGeom>
              <a:avLst/>
              <a:gdLst/>
              <a:ahLst/>
              <a:cxnLst/>
              <a:rect l="l" t="t" r="r" b="b"/>
              <a:pathLst>
                <a:path w="55544" h="113115" extrusionOk="0">
                  <a:moveTo>
                    <a:pt x="53816" y="77438"/>
                  </a:moveTo>
                  <a:cubicBezTo>
                    <a:pt x="49340" y="88392"/>
                    <a:pt x="42196" y="98584"/>
                    <a:pt x="32290" y="104966"/>
                  </a:cubicBezTo>
                  <a:cubicBezTo>
                    <a:pt x="22384" y="111347"/>
                    <a:pt x="10954" y="115729"/>
                    <a:pt x="0" y="111347"/>
                  </a:cubicBezTo>
                  <a:cubicBezTo>
                    <a:pt x="4477" y="72771"/>
                    <a:pt x="15811" y="31623"/>
                    <a:pt x="38386" y="0"/>
                  </a:cubicBezTo>
                  <a:cubicBezTo>
                    <a:pt x="54388" y="7906"/>
                    <a:pt x="58293" y="66485"/>
                    <a:pt x="53816" y="7743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3" name="Google Shape;1173;p36"/>
            <p:cNvSpPr/>
            <p:nvPr/>
          </p:nvSpPr>
          <p:spPr>
            <a:xfrm>
              <a:off x="1841441" y="1970746"/>
              <a:ext cx="76299" cy="189049"/>
            </a:xfrm>
            <a:custGeom>
              <a:avLst/>
              <a:gdLst/>
              <a:ahLst/>
              <a:cxnLst/>
              <a:rect l="l" t="t" r="r" b="b"/>
              <a:pathLst>
                <a:path w="45963" h="113885" extrusionOk="0">
                  <a:moveTo>
                    <a:pt x="8" y="113443"/>
                  </a:moveTo>
                  <a:cubicBezTo>
                    <a:pt x="8" y="113443"/>
                    <a:pt x="-183" y="81724"/>
                    <a:pt x="1341" y="73057"/>
                  </a:cubicBezTo>
                  <a:cubicBezTo>
                    <a:pt x="5913" y="47815"/>
                    <a:pt x="13724" y="23146"/>
                    <a:pt x="24773" y="0"/>
                  </a:cubicBezTo>
                  <a:cubicBezTo>
                    <a:pt x="48109" y="7715"/>
                    <a:pt x="48776" y="69151"/>
                    <a:pt x="42775" y="84868"/>
                  </a:cubicBezTo>
                  <a:cubicBezTo>
                    <a:pt x="39155" y="94202"/>
                    <a:pt x="30678" y="117729"/>
                    <a:pt x="8" y="11334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4" name="Google Shape;1174;p36"/>
            <p:cNvSpPr/>
            <p:nvPr/>
          </p:nvSpPr>
          <p:spPr>
            <a:xfrm>
              <a:off x="1940805" y="2205047"/>
              <a:ext cx="83510" cy="180827"/>
            </a:xfrm>
            <a:custGeom>
              <a:avLst/>
              <a:gdLst/>
              <a:ahLst/>
              <a:cxnLst/>
              <a:rect l="l" t="t" r="r" b="b"/>
              <a:pathLst>
                <a:path w="50307" h="108932" extrusionOk="0">
                  <a:moveTo>
                    <a:pt x="44577" y="77533"/>
                  </a:moveTo>
                  <a:cubicBezTo>
                    <a:pt x="40672" y="87725"/>
                    <a:pt x="35624" y="98108"/>
                    <a:pt x="26670" y="104299"/>
                  </a:cubicBezTo>
                  <a:cubicBezTo>
                    <a:pt x="18859" y="109728"/>
                    <a:pt x="7430" y="110776"/>
                    <a:pt x="0" y="105346"/>
                  </a:cubicBezTo>
                  <a:cubicBezTo>
                    <a:pt x="3620" y="69056"/>
                    <a:pt x="14383" y="30671"/>
                    <a:pt x="34100" y="0"/>
                  </a:cubicBezTo>
                  <a:cubicBezTo>
                    <a:pt x="59722" y="18669"/>
                    <a:pt x="48197" y="68008"/>
                    <a:pt x="44577" y="7753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5" name="Google Shape;1175;p36"/>
            <p:cNvSpPr/>
            <p:nvPr/>
          </p:nvSpPr>
          <p:spPr>
            <a:xfrm>
              <a:off x="3957162" y="2091613"/>
              <a:ext cx="259421" cy="766540"/>
            </a:xfrm>
            <a:custGeom>
              <a:avLst/>
              <a:gdLst/>
              <a:ahLst/>
              <a:cxnLst/>
              <a:rect l="l" t="t" r="r" b="b"/>
              <a:pathLst>
                <a:path w="156278" h="461771" extrusionOk="0">
                  <a:moveTo>
                    <a:pt x="145987" y="461772"/>
                  </a:moveTo>
                  <a:cubicBezTo>
                    <a:pt x="143701" y="407384"/>
                    <a:pt x="161131" y="347282"/>
                    <a:pt x="154940" y="293180"/>
                  </a:cubicBezTo>
                  <a:cubicBezTo>
                    <a:pt x="150273" y="252222"/>
                    <a:pt x="133509" y="213741"/>
                    <a:pt x="116935" y="175927"/>
                  </a:cubicBezTo>
                  <a:cubicBezTo>
                    <a:pt x="90075" y="114586"/>
                    <a:pt x="62738" y="52578"/>
                    <a:pt x="21114" y="0"/>
                  </a:cubicBezTo>
                  <a:cubicBezTo>
                    <a:pt x="9398" y="6286"/>
                    <a:pt x="1778" y="18574"/>
                    <a:pt x="540" y="41434"/>
                  </a:cubicBezTo>
                  <a:cubicBezTo>
                    <a:pt x="-3651" y="118777"/>
                    <a:pt x="16923" y="188976"/>
                    <a:pt x="49594" y="259175"/>
                  </a:cubicBezTo>
                  <a:cubicBezTo>
                    <a:pt x="80836" y="326422"/>
                    <a:pt x="107506" y="398336"/>
                    <a:pt x="145891" y="461772"/>
                  </a:cubicBezTo>
                  <a:close/>
                </a:path>
              </a:pathLst>
            </a:custGeom>
            <a:solidFill>
              <a:srgbClr val="66330C"/>
            </a:solidFill>
            <a:ln w="9525" cap="rnd"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6" name="Google Shape;1176;p36"/>
            <p:cNvSpPr/>
            <p:nvPr/>
          </p:nvSpPr>
          <p:spPr>
            <a:xfrm>
              <a:off x="3792812" y="2019315"/>
              <a:ext cx="467170" cy="1017944"/>
            </a:xfrm>
            <a:custGeom>
              <a:avLst/>
              <a:gdLst/>
              <a:ahLst/>
              <a:cxnLst/>
              <a:rect l="l" t="t" r="r" b="b"/>
              <a:pathLst>
                <a:path w="281428" h="613219" extrusionOk="0">
                  <a:moveTo>
                    <a:pt x="278085" y="613220"/>
                  </a:moveTo>
                  <a:cubicBezTo>
                    <a:pt x="289896" y="573691"/>
                    <a:pt x="267798" y="545878"/>
                    <a:pt x="252463" y="515493"/>
                  </a:cubicBezTo>
                  <a:cubicBezTo>
                    <a:pt x="205029" y="421291"/>
                    <a:pt x="166167" y="322802"/>
                    <a:pt x="136639" y="221647"/>
                  </a:cubicBezTo>
                  <a:cubicBezTo>
                    <a:pt x="115017" y="147733"/>
                    <a:pt x="100635" y="67342"/>
                    <a:pt x="63297" y="0"/>
                  </a:cubicBezTo>
                  <a:cubicBezTo>
                    <a:pt x="34531" y="5144"/>
                    <a:pt x="10242" y="29432"/>
                    <a:pt x="5099" y="58198"/>
                  </a:cubicBezTo>
                  <a:cubicBezTo>
                    <a:pt x="-14523" y="167830"/>
                    <a:pt x="24720" y="276511"/>
                    <a:pt x="84537" y="370427"/>
                  </a:cubicBezTo>
                  <a:cubicBezTo>
                    <a:pt x="111112" y="412242"/>
                    <a:pt x="143497" y="450247"/>
                    <a:pt x="167881" y="493395"/>
                  </a:cubicBezTo>
                  <a:cubicBezTo>
                    <a:pt x="182169" y="518541"/>
                    <a:pt x="193599" y="545402"/>
                    <a:pt x="210934" y="568547"/>
                  </a:cubicBezTo>
                  <a:cubicBezTo>
                    <a:pt x="228270" y="591693"/>
                    <a:pt x="249415" y="610362"/>
                    <a:pt x="278181" y="613220"/>
                  </a:cubicBezTo>
                  <a:close/>
                </a:path>
              </a:pathLst>
            </a:custGeom>
            <a:solidFill>
              <a:srgbClr val="66330C"/>
            </a:solidFill>
            <a:ln w="9525" cap="rnd"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7" name="Google Shape;1177;p36"/>
            <p:cNvSpPr/>
            <p:nvPr/>
          </p:nvSpPr>
          <p:spPr>
            <a:xfrm>
              <a:off x="3690613" y="2046609"/>
              <a:ext cx="447244" cy="955089"/>
            </a:xfrm>
            <a:custGeom>
              <a:avLst/>
              <a:gdLst/>
              <a:ahLst/>
              <a:cxnLst/>
              <a:rect l="l" t="t" r="r" b="b"/>
              <a:pathLst>
                <a:path w="269424" h="575355" extrusionOk="0">
                  <a:moveTo>
                    <a:pt x="269416" y="575260"/>
                  </a:moveTo>
                  <a:cubicBezTo>
                    <a:pt x="269988" y="523634"/>
                    <a:pt x="239222" y="477819"/>
                    <a:pt x="212647" y="433528"/>
                  </a:cubicBezTo>
                  <a:cubicBezTo>
                    <a:pt x="157593" y="341612"/>
                    <a:pt x="116635" y="241313"/>
                    <a:pt x="91489" y="137205"/>
                  </a:cubicBezTo>
                  <a:cubicBezTo>
                    <a:pt x="80250" y="90818"/>
                    <a:pt x="71963" y="42908"/>
                    <a:pt x="50437" y="331"/>
                  </a:cubicBezTo>
                  <a:cubicBezTo>
                    <a:pt x="29005" y="-2717"/>
                    <a:pt x="9193" y="15761"/>
                    <a:pt x="3097" y="36621"/>
                  </a:cubicBezTo>
                  <a:cubicBezTo>
                    <a:pt x="-2999" y="57481"/>
                    <a:pt x="1097" y="79674"/>
                    <a:pt x="5193" y="101010"/>
                  </a:cubicBezTo>
                  <a:cubicBezTo>
                    <a:pt x="17480" y="165018"/>
                    <a:pt x="29863" y="229026"/>
                    <a:pt x="42150" y="293034"/>
                  </a:cubicBezTo>
                  <a:cubicBezTo>
                    <a:pt x="54628" y="357995"/>
                    <a:pt x="71868" y="420098"/>
                    <a:pt x="110635" y="473819"/>
                  </a:cubicBezTo>
                  <a:cubicBezTo>
                    <a:pt x="149306" y="527540"/>
                    <a:pt x="203408" y="571736"/>
                    <a:pt x="269416" y="575355"/>
                  </a:cubicBezTo>
                  <a:close/>
                </a:path>
              </a:pathLst>
            </a:custGeom>
            <a:solidFill>
              <a:srgbClr val="66330C"/>
            </a:solidFill>
            <a:ln w="9525" cap="rnd"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8" name="Google Shape;1178;p36"/>
            <p:cNvSpPr/>
            <p:nvPr/>
          </p:nvSpPr>
          <p:spPr>
            <a:xfrm>
              <a:off x="3409304" y="2839999"/>
              <a:ext cx="1090861" cy="2302211"/>
            </a:xfrm>
            <a:custGeom>
              <a:avLst/>
              <a:gdLst/>
              <a:ahLst/>
              <a:cxnLst/>
              <a:rect l="l" t="t" r="r" b="b"/>
              <a:pathLst>
                <a:path w="657145" h="1386874" extrusionOk="0">
                  <a:moveTo>
                    <a:pt x="156082" y="28335"/>
                  </a:moveTo>
                  <a:cubicBezTo>
                    <a:pt x="150082" y="34621"/>
                    <a:pt x="144748" y="40336"/>
                    <a:pt x="140843" y="43384"/>
                  </a:cubicBezTo>
                  <a:cubicBezTo>
                    <a:pt x="62833" y="104059"/>
                    <a:pt x="11302" y="198737"/>
                    <a:pt x="539" y="298273"/>
                  </a:cubicBezTo>
                  <a:cubicBezTo>
                    <a:pt x="-12129" y="415431"/>
                    <a:pt x="202564" y="1322116"/>
                    <a:pt x="211327" y="1328878"/>
                  </a:cubicBezTo>
                  <a:cubicBezTo>
                    <a:pt x="284575" y="1385171"/>
                    <a:pt x="386302" y="1402126"/>
                    <a:pt x="473836" y="1372503"/>
                  </a:cubicBezTo>
                  <a:cubicBezTo>
                    <a:pt x="561371" y="1342880"/>
                    <a:pt x="631952" y="1267633"/>
                    <a:pt x="655859" y="1178383"/>
                  </a:cubicBezTo>
                  <a:cubicBezTo>
                    <a:pt x="681386" y="1083324"/>
                    <a:pt x="319246" y="515253"/>
                    <a:pt x="256190" y="431623"/>
                  </a:cubicBezTo>
                  <a:cubicBezTo>
                    <a:pt x="233902" y="402096"/>
                    <a:pt x="224377" y="401429"/>
                    <a:pt x="250761" y="371330"/>
                  </a:cubicBezTo>
                  <a:cubicBezTo>
                    <a:pt x="270668" y="348565"/>
                    <a:pt x="292290" y="327229"/>
                    <a:pt x="314102" y="306370"/>
                  </a:cubicBezTo>
                  <a:cubicBezTo>
                    <a:pt x="370871" y="252077"/>
                    <a:pt x="461549" y="207119"/>
                    <a:pt x="501078" y="138444"/>
                  </a:cubicBezTo>
                  <a:cubicBezTo>
                    <a:pt x="515556" y="113298"/>
                    <a:pt x="517175" y="78151"/>
                    <a:pt x="496696" y="57767"/>
                  </a:cubicBezTo>
                  <a:cubicBezTo>
                    <a:pt x="408019" y="40527"/>
                    <a:pt x="310959" y="20524"/>
                    <a:pt x="222376" y="3189"/>
                  </a:cubicBezTo>
                  <a:cubicBezTo>
                    <a:pt x="211708" y="1093"/>
                    <a:pt x="200850" y="-1002"/>
                    <a:pt x="190087" y="522"/>
                  </a:cubicBezTo>
                  <a:cubicBezTo>
                    <a:pt x="181419" y="1665"/>
                    <a:pt x="167703" y="16238"/>
                    <a:pt x="156178" y="28525"/>
                  </a:cubicBezTo>
                  <a:close/>
                </a:path>
              </a:pathLst>
            </a:custGeom>
            <a:solidFill>
              <a:srgbClr val="66330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9" name="Google Shape;1179;p36"/>
            <p:cNvSpPr/>
            <p:nvPr/>
          </p:nvSpPr>
          <p:spPr>
            <a:xfrm>
              <a:off x="3589424" y="2266890"/>
              <a:ext cx="385663" cy="686075"/>
            </a:xfrm>
            <a:custGeom>
              <a:avLst/>
              <a:gdLst/>
              <a:ahLst/>
              <a:cxnLst/>
              <a:rect l="l" t="t" r="r" b="b"/>
              <a:pathLst>
                <a:path w="232327" h="413298" extrusionOk="0">
                  <a:moveTo>
                    <a:pt x="76499" y="413298"/>
                  </a:moveTo>
                  <a:cubicBezTo>
                    <a:pt x="66783" y="394058"/>
                    <a:pt x="73451" y="370816"/>
                    <a:pt x="71260" y="349385"/>
                  </a:cubicBezTo>
                  <a:cubicBezTo>
                    <a:pt x="68974" y="327287"/>
                    <a:pt x="61449" y="291473"/>
                    <a:pt x="53448" y="270804"/>
                  </a:cubicBezTo>
                  <a:cubicBezTo>
                    <a:pt x="19349" y="182412"/>
                    <a:pt x="4204" y="130882"/>
                    <a:pt x="13" y="39156"/>
                  </a:cubicBezTo>
                  <a:cubicBezTo>
                    <a:pt x="-749" y="21725"/>
                    <a:pt x="32112" y="-6945"/>
                    <a:pt x="50400" y="1532"/>
                  </a:cubicBezTo>
                  <a:cubicBezTo>
                    <a:pt x="50400" y="1532"/>
                    <a:pt x="64402" y="36680"/>
                    <a:pt x="69069" y="53539"/>
                  </a:cubicBezTo>
                  <a:cubicBezTo>
                    <a:pt x="100311" y="168505"/>
                    <a:pt x="156414" y="276710"/>
                    <a:pt x="232328" y="368626"/>
                  </a:cubicBezTo>
                </a:path>
              </a:pathLst>
            </a:custGeom>
            <a:solidFill>
              <a:srgbClr val="66330C"/>
            </a:solidFill>
            <a:ln w="9525" cap="rnd"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0" name="Google Shape;1180;p36"/>
            <p:cNvSpPr/>
            <p:nvPr/>
          </p:nvSpPr>
          <p:spPr>
            <a:xfrm>
              <a:off x="3965007" y="2067251"/>
              <a:ext cx="90770" cy="129035"/>
            </a:xfrm>
            <a:custGeom>
              <a:avLst/>
              <a:gdLst/>
              <a:ahLst/>
              <a:cxnLst/>
              <a:rect l="l" t="t" r="r" b="b"/>
              <a:pathLst>
                <a:path w="54681" h="77732" extrusionOk="0">
                  <a:moveTo>
                    <a:pt x="8" y="32766"/>
                  </a:moveTo>
                  <a:cubicBezTo>
                    <a:pt x="-373" y="49435"/>
                    <a:pt x="12676" y="69342"/>
                    <a:pt x="28393" y="74676"/>
                  </a:cubicBezTo>
                  <a:cubicBezTo>
                    <a:pt x="37537" y="77819"/>
                    <a:pt x="44966" y="78105"/>
                    <a:pt x="54682" y="77438"/>
                  </a:cubicBezTo>
                  <a:cubicBezTo>
                    <a:pt x="44966" y="48768"/>
                    <a:pt x="32298" y="21907"/>
                    <a:pt x="11343" y="0"/>
                  </a:cubicBezTo>
                  <a:cubicBezTo>
                    <a:pt x="3056" y="7715"/>
                    <a:pt x="294" y="21527"/>
                    <a:pt x="8" y="3276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1" name="Google Shape;1181;p36"/>
            <p:cNvSpPr/>
            <p:nvPr/>
          </p:nvSpPr>
          <p:spPr>
            <a:xfrm>
              <a:off x="3858211" y="1972169"/>
              <a:ext cx="92203" cy="187771"/>
            </a:xfrm>
            <a:custGeom>
              <a:avLst/>
              <a:gdLst/>
              <a:ahLst/>
              <a:cxnLst/>
              <a:rect l="l" t="t" r="r" b="b"/>
              <a:pathLst>
                <a:path w="55544" h="113115" extrusionOk="0">
                  <a:moveTo>
                    <a:pt x="1728" y="77438"/>
                  </a:moveTo>
                  <a:cubicBezTo>
                    <a:pt x="6205" y="88392"/>
                    <a:pt x="13349" y="98584"/>
                    <a:pt x="23255" y="104966"/>
                  </a:cubicBezTo>
                  <a:cubicBezTo>
                    <a:pt x="33161" y="111347"/>
                    <a:pt x="44591" y="115729"/>
                    <a:pt x="55544" y="111347"/>
                  </a:cubicBezTo>
                  <a:cubicBezTo>
                    <a:pt x="51068" y="72771"/>
                    <a:pt x="39733" y="31623"/>
                    <a:pt x="17159" y="0"/>
                  </a:cubicBezTo>
                  <a:cubicBezTo>
                    <a:pt x="1157" y="7906"/>
                    <a:pt x="-2749" y="66485"/>
                    <a:pt x="1728" y="7743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2" name="Google Shape;1182;p36"/>
            <p:cNvSpPr/>
            <p:nvPr/>
          </p:nvSpPr>
          <p:spPr>
            <a:xfrm>
              <a:off x="3733493" y="1970904"/>
              <a:ext cx="76299" cy="189049"/>
            </a:xfrm>
            <a:custGeom>
              <a:avLst/>
              <a:gdLst/>
              <a:ahLst/>
              <a:cxnLst/>
              <a:rect l="l" t="t" r="r" b="b"/>
              <a:pathLst>
                <a:path w="45963" h="113885" extrusionOk="0">
                  <a:moveTo>
                    <a:pt x="45956" y="113443"/>
                  </a:moveTo>
                  <a:cubicBezTo>
                    <a:pt x="45956" y="113443"/>
                    <a:pt x="46146" y="81725"/>
                    <a:pt x="44623" y="73057"/>
                  </a:cubicBezTo>
                  <a:cubicBezTo>
                    <a:pt x="40050" y="47816"/>
                    <a:pt x="32240" y="23146"/>
                    <a:pt x="21191" y="0"/>
                  </a:cubicBezTo>
                  <a:cubicBezTo>
                    <a:pt x="-2145" y="7715"/>
                    <a:pt x="-2812" y="69152"/>
                    <a:pt x="3189" y="84868"/>
                  </a:cubicBezTo>
                  <a:cubicBezTo>
                    <a:pt x="6808" y="94202"/>
                    <a:pt x="15285" y="117729"/>
                    <a:pt x="45956" y="11334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3" name="Google Shape;1183;p36"/>
            <p:cNvSpPr/>
            <p:nvPr/>
          </p:nvSpPr>
          <p:spPr>
            <a:xfrm>
              <a:off x="3626755" y="2205047"/>
              <a:ext cx="83510" cy="180827"/>
            </a:xfrm>
            <a:custGeom>
              <a:avLst/>
              <a:gdLst/>
              <a:ahLst/>
              <a:cxnLst/>
              <a:rect l="l" t="t" r="r" b="b"/>
              <a:pathLst>
                <a:path w="50307" h="108932" extrusionOk="0">
                  <a:moveTo>
                    <a:pt x="5730" y="77533"/>
                  </a:moveTo>
                  <a:cubicBezTo>
                    <a:pt x="9636" y="87725"/>
                    <a:pt x="14684" y="98108"/>
                    <a:pt x="23637" y="104299"/>
                  </a:cubicBezTo>
                  <a:cubicBezTo>
                    <a:pt x="31448" y="109728"/>
                    <a:pt x="42878" y="110776"/>
                    <a:pt x="50307" y="105346"/>
                  </a:cubicBezTo>
                  <a:cubicBezTo>
                    <a:pt x="46688" y="69056"/>
                    <a:pt x="35925" y="30671"/>
                    <a:pt x="16208" y="0"/>
                  </a:cubicBezTo>
                  <a:cubicBezTo>
                    <a:pt x="-9414" y="18669"/>
                    <a:pt x="2111" y="68008"/>
                    <a:pt x="5730" y="7753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184" name="Google Shape;1184;p36"/>
          <p:cNvSpPr txBox="1">
            <a:spLocks noGrp="1"/>
          </p:cNvSpPr>
          <p:nvPr>
            <p:ph type="title"/>
          </p:nvPr>
        </p:nvSpPr>
        <p:spPr>
          <a:xfrm>
            <a:off x="4860075" y="1400700"/>
            <a:ext cx="3391200" cy="116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Whoa!</a:t>
            </a:r>
            <a:endParaRPr/>
          </a:p>
        </p:txBody>
      </p:sp>
      <p:sp>
        <p:nvSpPr>
          <p:cNvPr id="1185" name="Google Shape;1185;p36"/>
          <p:cNvSpPr txBox="1">
            <a:spLocks noGrp="1"/>
          </p:cNvSpPr>
          <p:nvPr>
            <p:ph type="subTitle" idx="1"/>
          </p:nvPr>
        </p:nvSpPr>
        <p:spPr>
          <a:xfrm>
            <a:off x="4860075" y="2562000"/>
            <a:ext cx="3391200" cy="102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can be the part of the presentation where you introduce yourself, write your email…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9"/>
        <p:cNvGrpSpPr/>
        <p:nvPr/>
      </p:nvGrpSpPr>
      <p:grpSpPr>
        <a:xfrm>
          <a:off x="0" y="0"/>
          <a:ext cx="0" cy="0"/>
          <a:chOff x="0" y="0"/>
          <a:chExt cx="0" cy="0"/>
        </a:xfrm>
      </p:grpSpPr>
      <p:sp>
        <p:nvSpPr>
          <p:cNvPr id="1190" name="Google Shape;1190;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 to gothic literature</a:t>
            </a:r>
            <a:endParaRPr/>
          </a:p>
        </p:txBody>
      </p:sp>
      <p:sp>
        <p:nvSpPr>
          <p:cNvPr id="1191" name="Google Shape;1191;p37"/>
          <p:cNvSpPr txBox="1">
            <a:spLocks noGrp="1"/>
          </p:cNvSpPr>
          <p:nvPr>
            <p:ph type="subTitle" idx="1"/>
          </p:nvPr>
        </p:nvSpPr>
        <p:spPr>
          <a:xfrm>
            <a:off x="4469482" y="1832250"/>
            <a:ext cx="3232800" cy="194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takes a little more than 58 days to complete its rotation, so try to imagine how long days must be there! Since the temperatures are so extreme, albeit not as extreme as on Venus, Mercury has been deemed to be non-habitable for humans</a:t>
            </a:r>
            <a:endParaRPr/>
          </a:p>
        </p:txBody>
      </p:sp>
      <p:sp>
        <p:nvSpPr>
          <p:cNvPr id="1192" name="Google Shape;1192;p37"/>
          <p:cNvSpPr txBox="1">
            <a:spLocks noGrp="1"/>
          </p:cNvSpPr>
          <p:nvPr>
            <p:ph type="subTitle" idx="2"/>
          </p:nvPr>
        </p:nvSpPr>
        <p:spPr>
          <a:xfrm>
            <a:off x="720000" y="1832250"/>
            <a:ext cx="3232800" cy="194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Contrary to popular belief, this planet's name has nothing to do with the liquid metal. Mercury was, instead, named after the famous Roman messenger god Mercurius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6"/>
        <p:cNvGrpSpPr/>
        <p:nvPr/>
      </p:nvGrpSpPr>
      <p:grpSpPr>
        <a:xfrm>
          <a:off x="0" y="0"/>
          <a:ext cx="0" cy="0"/>
          <a:chOff x="0" y="0"/>
          <a:chExt cx="0" cy="0"/>
        </a:xfrm>
      </p:grpSpPr>
      <p:sp>
        <p:nvSpPr>
          <p:cNvPr id="1197" name="Google Shape;1197;p38"/>
          <p:cNvSpPr txBox="1">
            <a:spLocks noGrp="1"/>
          </p:cNvSpPr>
          <p:nvPr>
            <p:ph type="title"/>
          </p:nvPr>
        </p:nvSpPr>
        <p:spPr>
          <a:xfrm>
            <a:off x="720000" y="844100"/>
            <a:ext cx="4245300" cy="117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Historical context: </a:t>
            </a:r>
            <a:endParaRPr/>
          </a:p>
          <a:p>
            <a:pPr marL="0" lvl="0" indent="0" algn="l" rtl="0">
              <a:spcBef>
                <a:spcPts val="0"/>
              </a:spcBef>
              <a:spcAft>
                <a:spcPts val="0"/>
              </a:spcAft>
              <a:buNone/>
            </a:pPr>
            <a:r>
              <a:rPr lang="en"/>
              <a:t>The gothic revival</a:t>
            </a:r>
            <a:endParaRPr/>
          </a:p>
        </p:txBody>
      </p:sp>
      <p:sp>
        <p:nvSpPr>
          <p:cNvPr id="1198" name="Google Shape;1198;p38"/>
          <p:cNvSpPr txBox="1">
            <a:spLocks noGrp="1"/>
          </p:cNvSpPr>
          <p:nvPr>
            <p:ph type="subTitle" idx="1"/>
          </p:nvPr>
        </p:nvSpPr>
        <p:spPr>
          <a:xfrm>
            <a:off x="720000" y="2204225"/>
            <a:ext cx="4245300" cy="23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Do you know what helps you make your point crystal clear? Lists like this one:</a:t>
            </a:r>
            <a:endParaRPr/>
          </a:p>
          <a:p>
            <a:pPr marL="457200" lvl="0" indent="-317500" algn="l" rtl="0">
              <a:spcBef>
                <a:spcPts val="1000"/>
              </a:spcBef>
              <a:spcAft>
                <a:spcPts val="0"/>
              </a:spcAft>
              <a:buSzPts val="1400"/>
              <a:buChar char="●"/>
            </a:pPr>
            <a:r>
              <a:rPr lang="en"/>
              <a:t>They’re simple </a:t>
            </a:r>
            <a:endParaRPr/>
          </a:p>
          <a:p>
            <a:pPr marL="457200" lvl="0" indent="-317500" algn="l" rtl="0">
              <a:spcBef>
                <a:spcPts val="0"/>
              </a:spcBef>
              <a:spcAft>
                <a:spcPts val="0"/>
              </a:spcAft>
              <a:buSzPts val="1400"/>
              <a:buChar char="●"/>
            </a:pPr>
            <a:r>
              <a:rPr lang="en"/>
              <a:t>You can organize your ideas clearly</a:t>
            </a:r>
            <a:endParaRPr/>
          </a:p>
          <a:p>
            <a:pPr marL="457200" lvl="0" indent="-317500" algn="l" rtl="0">
              <a:spcBef>
                <a:spcPts val="0"/>
              </a:spcBef>
              <a:spcAft>
                <a:spcPts val="0"/>
              </a:spcAft>
              <a:buSzPts val="1400"/>
              <a:buChar char="●"/>
            </a:pPr>
            <a:r>
              <a:rPr lang="en"/>
              <a:t>You’ll never forget to buy milk!</a:t>
            </a:r>
            <a:endParaRPr/>
          </a:p>
          <a:p>
            <a:pPr marL="0" lvl="0" indent="0" algn="l" rtl="0">
              <a:spcBef>
                <a:spcPts val="1000"/>
              </a:spcBef>
              <a:spcAft>
                <a:spcPts val="0"/>
              </a:spcAft>
              <a:buNone/>
            </a:pPr>
            <a:r>
              <a:rPr lang="en"/>
              <a:t>And the most important thing: the audience won’t miss the point of your presentation</a:t>
            </a:r>
            <a:endParaRPr/>
          </a:p>
        </p:txBody>
      </p:sp>
      <p:pic>
        <p:nvPicPr>
          <p:cNvPr id="1199" name="Google Shape;1199;p38"/>
          <p:cNvPicPr preferRelativeResize="0">
            <a:picLocks noGrp="1"/>
          </p:cNvPicPr>
          <p:nvPr>
            <p:ph type="pic" idx="2"/>
          </p:nvPr>
        </p:nvPicPr>
        <p:blipFill rotWithShape="1">
          <a:blip r:embed="rId3">
            <a:alphaModFix/>
          </a:blip>
          <a:srcRect b="12717"/>
          <a:stretch/>
        </p:blipFill>
        <p:spPr>
          <a:xfrm>
            <a:off x="5264590" y="103825"/>
            <a:ext cx="3762936" cy="4927575"/>
          </a:xfrm>
          <a:prstGeom prst="rect">
            <a:avLst/>
          </a:prstGeom>
        </p:spPr>
      </p:pic>
      <p:grpSp>
        <p:nvGrpSpPr>
          <p:cNvPr id="1200" name="Google Shape;1200;p38"/>
          <p:cNvGrpSpPr/>
          <p:nvPr/>
        </p:nvGrpSpPr>
        <p:grpSpPr>
          <a:xfrm>
            <a:off x="8189042" y="-70947"/>
            <a:ext cx="838401" cy="1160059"/>
            <a:chOff x="7797507" y="561492"/>
            <a:chExt cx="675204" cy="934251"/>
          </a:xfrm>
        </p:grpSpPr>
        <p:sp>
          <p:nvSpPr>
            <p:cNvPr id="1201" name="Google Shape;1201;p38"/>
            <p:cNvSpPr/>
            <p:nvPr/>
          </p:nvSpPr>
          <p:spPr>
            <a:xfrm>
              <a:off x="7903120" y="561492"/>
              <a:ext cx="479283" cy="815715"/>
            </a:xfrm>
            <a:custGeom>
              <a:avLst/>
              <a:gdLst/>
              <a:ahLst/>
              <a:cxnLst/>
              <a:rect l="l" t="t" r="r" b="b"/>
              <a:pathLst>
                <a:path w="728948" h="1240631" extrusionOk="0">
                  <a:moveTo>
                    <a:pt x="665321" y="67913"/>
                  </a:moveTo>
                  <a:cubicBezTo>
                    <a:pt x="668084" y="50864"/>
                    <a:pt x="660273" y="21717"/>
                    <a:pt x="588645" y="0"/>
                  </a:cubicBezTo>
                  <a:cubicBezTo>
                    <a:pt x="602456" y="149923"/>
                    <a:pt x="577120" y="370713"/>
                    <a:pt x="519589" y="435578"/>
                  </a:cubicBezTo>
                  <a:cubicBezTo>
                    <a:pt x="462058" y="500444"/>
                    <a:pt x="441960" y="629317"/>
                    <a:pt x="356902" y="694468"/>
                  </a:cubicBezTo>
                  <a:cubicBezTo>
                    <a:pt x="271843" y="759619"/>
                    <a:pt x="216884" y="778574"/>
                    <a:pt x="0" y="835914"/>
                  </a:cubicBezTo>
                  <a:lnTo>
                    <a:pt x="9430" y="857250"/>
                  </a:lnTo>
                  <a:cubicBezTo>
                    <a:pt x="9430" y="857250"/>
                    <a:pt x="183547" y="809530"/>
                    <a:pt x="272034" y="778002"/>
                  </a:cubicBezTo>
                  <a:cubicBezTo>
                    <a:pt x="196596" y="892112"/>
                    <a:pt x="102965" y="1018604"/>
                    <a:pt x="2000" y="1025747"/>
                  </a:cubicBezTo>
                  <a:cubicBezTo>
                    <a:pt x="23813" y="1065371"/>
                    <a:pt x="130778" y="1039749"/>
                    <a:pt x="311944" y="789813"/>
                  </a:cubicBezTo>
                  <a:cubicBezTo>
                    <a:pt x="348139" y="734282"/>
                    <a:pt x="381667" y="718661"/>
                    <a:pt x="381667" y="718661"/>
                  </a:cubicBezTo>
                  <a:cubicBezTo>
                    <a:pt x="381667" y="718661"/>
                    <a:pt x="345853" y="810863"/>
                    <a:pt x="350330" y="945642"/>
                  </a:cubicBezTo>
                  <a:cubicBezTo>
                    <a:pt x="354806" y="1080326"/>
                    <a:pt x="255365" y="1240631"/>
                    <a:pt x="255365" y="1240631"/>
                  </a:cubicBezTo>
                  <a:lnTo>
                    <a:pt x="289084" y="1240250"/>
                  </a:lnTo>
                  <a:cubicBezTo>
                    <a:pt x="289084" y="1240250"/>
                    <a:pt x="373380" y="1098518"/>
                    <a:pt x="378047" y="957548"/>
                  </a:cubicBezTo>
                  <a:cubicBezTo>
                    <a:pt x="382714" y="816578"/>
                    <a:pt x="397478" y="761333"/>
                    <a:pt x="448532" y="662845"/>
                  </a:cubicBezTo>
                  <a:cubicBezTo>
                    <a:pt x="499586" y="564356"/>
                    <a:pt x="523494" y="502825"/>
                    <a:pt x="551212" y="520922"/>
                  </a:cubicBezTo>
                  <a:cubicBezTo>
                    <a:pt x="578930" y="539020"/>
                    <a:pt x="614267" y="697897"/>
                    <a:pt x="615220" y="789813"/>
                  </a:cubicBezTo>
                  <a:cubicBezTo>
                    <a:pt x="616172" y="881634"/>
                    <a:pt x="553879" y="1084421"/>
                    <a:pt x="553879" y="1084421"/>
                  </a:cubicBezTo>
                  <a:lnTo>
                    <a:pt x="590455" y="1065657"/>
                  </a:lnTo>
                  <a:cubicBezTo>
                    <a:pt x="590455" y="1065657"/>
                    <a:pt x="634841" y="918210"/>
                    <a:pt x="637413" y="866108"/>
                  </a:cubicBezTo>
                  <a:cubicBezTo>
                    <a:pt x="668941" y="957644"/>
                    <a:pt x="704659" y="1150239"/>
                    <a:pt x="704659" y="1150239"/>
                  </a:cubicBezTo>
                  <a:lnTo>
                    <a:pt x="728948" y="1125474"/>
                  </a:lnTo>
                  <a:cubicBezTo>
                    <a:pt x="728948" y="1125474"/>
                    <a:pt x="677609" y="899351"/>
                    <a:pt x="655225" y="801624"/>
                  </a:cubicBezTo>
                  <a:cubicBezTo>
                    <a:pt x="632746" y="703897"/>
                    <a:pt x="640556" y="562928"/>
                    <a:pt x="575405" y="487013"/>
                  </a:cubicBezTo>
                  <a:cubicBezTo>
                    <a:pt x="582930" y="402717"/>
                    <a:pt x="656749" y="253365"/>
                    <a:pt x="660844" y="118300"/>
                  </a:cubicBezTo>
                  <a:cubicBezTo>
                    <a:pt x="661321" y="101346"/>
                    <a:pt x="662845" y="84582"/>
                    <a:pt x="665512" y="679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2" name="Google Shape;1202;p38"/>
            <p:cNvSpPr/>
            <p:nvPr/>
          </p:nvSpPr>
          <p:spPr>
            <a:xfrm>
              <a:off x="8402166" y="1336908"/>
              <a:ext cx="70545" cy="80386"/>
            </a:xfrm>
            <a:custGeom>
              <a:avLst/>
              <a:gdLst/>
              <a:ahLst/>
              <a:cxnLst/>
              <a:rect l="l" t="t" r="r" b="b"/>
              <a:pathLst>
                <a:path w="107293" h="122260" extrusionOk="0">
                  <a:moveTo>
                    <a:pt x="40481" y="0"/>
                  </a:moveTo>
                  <a:cubicBezTo>
                    <a:pt x="40481" y="0"/>
                    <a:pt x="118110" y="28003"/>
                    <a:pt x="106013" y="45434"/>
                  </a:cubicBezTo>
                  <a:cubicBezTo>
                    <a:pt x="93917" y="62960"/>
                    <a:pt x="58960" y="43339"/>
                    <a:pt x="58960" y="43339"/>
                  </a:cubicBezTo>
                  <a:cubicBezTo>
                    <a:pt x="58960" y="43339"/>
                    <a:pt x="110109" y="106775"/>
                    <a:pt x="93917" y="118872"/>
                  </a:cubicBezTo>
                  <a:cubicBezTo>
                    <a:pt x="77724" y="130969"/>
                    <a:pt x="31052" y="75247"/>
                    <a:pt x="31052" y="75247"/>
                  </a:cubicBezTo>
                  <a:cubicBezTo>
                    <a:pt x="31052" y="75247"/>
                    <a:pt x="34862" y="115157"/>
                    <a:pt x="24194" y="121825"/>
                  </a:cubicBezTo>
                  <a:cubicBezTo>
                    <a:pt x="13525" y="128397"/>
                    <a:pt x="0" y="58388"/>
                    <a:pt x="0" y="58388"/>
                  </a:cubicBezTo>
                  <a:lnTo>
                    <a:pt x="40481"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3" name="Google Shape;1203;p38"/>
            <p:cNvSpPr/>
            <p:nvPr/>
          </p:nvSpPr>
          <p:spPr>
            <a:xfrm>
              <a:off x="8333639" y="1271904"/>
              <a:ext cx="121902" cy="112555"/>
            </a:xfrm>
            <a:custGeom>
              <a:avLst/>
              <a:gdLst/>
              <a:ahLst/>
              <a:cxnLst/>
              <a:rect l="l" t="t" r="r" b="b"/>
              <a:pathLst>
                <a:path w="185402" h="171186" extrusionOk="0">
                  <a:moveTo>
                    <a:pt x="13358" y="139153"/>
                  </a:moveTo>
                  <a:cubicBezTo>
                    <a:pt x="-16265" y="95338"/>
                    <a:pt x="6595" y="52571"/>
                    <a:pt x="50410" y="23044"/>
                  </a:cubicBezTo>
                  <a:cubicBezTo>
                    <a:pt x="94225" y="-6484"/>
                    <a:pt x="142422" y="-11818"/>
                    <a:pt x="172045" y="31997"/>
                  </a:cubicBezTo>
                  <a:cubicBezTo>
                    <a:pt x="201667" y="75812"/>
                    <a:pt x="178807" y="118579"/>
                    <a:pt x="134992" y="148107"/>
                  </a:cubicBezTo>
                  <a:cubicBezTo>
                    <a:pt x="91177" y="177729"/>
                    <a:pt x="42981" y="182968"/>
                    <a:pt x="13358" y="139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4" name="Google Shape;1204;p38"/>
            <p:cNvSpPr/>
            <p:nvPr/>
          </p:nvSpPr>
          <p:spPr>
            <a:xfrm>
              <a:off x="8002206" y="1416997"/>
              <a:ext cx="84572" cy="78746"/>
            </a:xfrm>
            <a:custGeom>
              <a:avLst/>
              <a:gdLst/>
              <a:ahLst/>
              <a:cxnLst/>
              <a:rect l="l" t="t" r="r" b="b"/>
              <a:pathLst>
                <a:path w="128627" h="119766" extrusionOk="0">
                  <a:moveTo>
                    <a:pt x="127098" y="12478"/>
                  </a:moveTo>
                  <a:cubicBezTo>
                    <a:pt x="127098" y="12478"/>
                    <a:pt x="135480" y="100679"/>
                    <a:pt x="113001" y="96965"/>
                  </a:cubicBezTo>
                  <a:cubicBezTo>
                    <a:pt x="90522" y="93250"/>
                    <a:pt x="93475" y="50292"/>
                    <a:pt x="93475" y="50292"/>
                  </a:cubicBezTo>
                  <a:cubicBezTo>
                    <a:pt x="93475" y="50292"/>
                    <a:pt x="55279" y="128969"/>
                    <a:pt x="36134" y="118872"/>
                  </a:cubicBezTo>
                  <a:cubicBezTo>
                    <a:pt x="16989" y="108680"/>
                    <a:pt x="49660" y="37814"/>
                    <a:pt x="49660" y="37814"/>
                  </a:cubicBezTo>
                  <a:cubicBezTo>
                    <a:pt x="49660" y="37814"/>
                    <a:pt x="12607" y="59817"/>
                    <a:pt x="1368" y="52483"/>
                  </a:cubicBezTo>
                  <a:cubicBezTo>
                    <a:pt x="-9872" y="45149"/>
                    <a:pt x="51850" y="0"/>
                    <a:pt x="51850" y="0"/>
                  </a:cubicBezTo>
                  <a:lnTo>
                    <a:pt x="127098" y="12573"/>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5" name="Google Shape;1205;p38"/>
            <p:cNvSpPr/>
            <p:nvPr/>
          </p:nvSpPr>
          <p:spPr>
            <a:xfrm>
              <a:off x="8012663" y="1328456"/>
              <a:ext cx="131857" cy="119065"/>
            </a:xfrm>
            <a:custGeom>
              <a:avLst/>
              <a:gdLst/>
              <a:ahLst/>
              <a:cxnLst/>
              <a:rect l="l" t="t" r="r" b="b"/>
              <a:pathLst>
                <a:path w="200543" h="181087" extrusionOk="0">
                  <a:moveTo>
                    <a:pt x="11927" y="38013"/>
                  </a:moveTo>
                  <a:cubicBezTo>
                    <a:pt x="40883" y="-10755"/>
                    <a:pt x="92890" y="-8183"/>
                    <a:pt x="141658" y="20868"/>
                  </a:cubicBezTo>
                  <a:cubicBezTo>
                    <a:pt x="190426" y="49824"/>
                    <a:pt x="217667" y="94211"/>
                    <a:pt x="188616" y="143074"/>
                  </a:cubicBezTo>
                  <a:cubicBezTo>
                    <a:pt x="159660" y="191842"/>
                    <a:pt x="107654" y="189270"/>
                    <a:pt x="58886" y="160219"/>
                  </a:cubicBezTo>
                  <a:cubicBezTo>
                    <a:pt x="10117" y="131263"/>
                    <a:pt x="-17124" y="86876"/>
                    <a:pt x="11927" y="380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6" name="Google Shape;1206;p38"/>
            <p:cNvSpPr/>
            <p:nvPr/>
          </p:nvSpPr>
          <p:spPr>
            <a:xfrm>
              <a:off x="7797507" y="1255440"/>
              <a:ext cx="91181" cy="77026"/>
            </a:xfrm>
            <a:custGeom>
              <a:avLst/>
              <a:gdLst/>
              <a:ahLst/>
              <a:cxnLst/>
              <a:rect l="l" t="t" r="r" b="b"/>
              <a:pathLst>
                <a:path w="138679" h="117150" extrusionOk="0">
                  <a:moveTo>
                    <a:pt x="138680" y="58584"/>
                  </a:moveTo>
                  <a:cubicBezTo>
                    <a:pt x="138680" y="58584"/>
                    <a:pt x="88769" y="131831"/>
                    <a:pt x="73814" y="114496"/>
                  </a:cubicBezTo>
                  <a:cubicBezTo>
                    <a:pt x="58860" y="97160"/>
                    <a:pt x="88578" y="66109"/>
                    <a:pt x="88578" y="66109"/>
                  </a:cubicBezTo>
                  <a:cubicBezTo>
                    <a:pt x="88578" y="66109"/>
                    <a:pt x="8949" y="102208"/>
                    <a:pt x="662" y="82206"/>
                  </a:cubicBezTo>
                  <a:cubicBezTo>
                    <a:pt x="-7529" y="62203"/>
                    <a:pt x="62956" y="28580"/>
                    <a:pt x="62956" y="28580"/>
                  </a:cubicBezTo>
                  <a:cubicBezTo>
                    <a:pt x="62956" y="28580"/>
                    <a:pt x="20379" y="21817"/>
                    <a:pt x="16379" y="8959"/>
                  </a:cubicBezTo>
                  <a:cubicBezTo>
                    <a:pt x="12378" y="-3900"/>
                    <a:pt x="88769" y="862"/>
                    <a:pt x="88769" y="862"/>
                  </a:cubicBezTo>
                  <a:lnTo>
                    <a:pt x="138584" y="58679"/>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7" name="Google Shape;1207;p38"/>
            <p:cNvSpPr/>
            <p:nvPr/>
          </p:nvSpPr>
          <p:spPr>
            <a:xfrm>
              <a:off x="7850552" y="1193662"/>
              <a:ext cx="112874" cy="134199"/>
            </a:xfrm>
            <a:custGeom>
              <a:avLst/>
              <a:gdLst/>
              <a:ahLst/>
              <a:cxnLst/>
              <a:rect l="l" t="t" r="r" b="b"/>
              <a:pathLst>
                <a:path w="171671" h="204105" extrusionOk="0">
                  <a:moveTo>
                    <a:pt x="51451" y="5183"/>
                  </a:moveTo>
                  <a:cubicBezTo>
                    <a:pt x="104981" y="-13771"/>
                    <a:pt x="143176" y="21471"/>
                    <a:pt x="162226" y="74906"/>
                  </a:cubicBezTo>
                  <a:cubicBezTo>
                    <a:pt x="181181" y="128437"/>
                    <a:pt x="173752" y="179872"/>
                    <a:pt x="120221" y="198922"/>
                  </a:cubicBezTo>
                  <a:cubicBezTo>
                    <a:pt x="66691" y="217877"/>
                    <a:pt x="28495" y="182634"/>
                    <a:pt x="9445" y="129199"/>
                  </a:cubicBezTo>
                  <a:cubicBezTo>
                    <a:pt x="-9509" y="75668"/>
                    <a:pt x="-2080" y="24233"/>
                    <a:pt x="51451" y="51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8" name="Google Shape;1208;p38"/>
            <p:cNvSpPr/>
            <p:nvPr/>
          </p:nvSpPr>
          <p:spPr>
            <a:xfrm>
              <a:off x="8235614" y="1324770"/>
              <a:ext cx="66146" cy="69332"/>
            </a:xfrm>
            <a:custGeom>
              <a:avLst/>
              <a:gdLst/>
              <a:ahLst/>
              <a:cxnLst/>
              <a:rect l="l" t="t" r="r" b="b"/>
              <a:pathLst>
                <a:path w="100602" h="105448" extrusionOk="0">
                  <a:moveTo>
                    <a:pt x="77716" y="0"/>
                  </a:moveTo>
                  <a:cubicBezTo>
                    <a:pt x="77716" y="0"/>
                    <a:pt x="113053" y="59531"/>
                    <a:pt x="95908" y="64389"/>
                  </a:cubicBezTo>
                  <a:cubicBezTo>
                    <a:pt x="78763" y="69247"/>
                    <a:pt x="66571" y="37909"/>
                    <a:pt x="66571" y="37909"/>
                  </a:cubicBezTo>
                  <a:cubicBezTo>
                    <a:pt x="66571" y="37909"/>
                    <a:pt x="65905" y="106204"/>
                    <a:pt x="48950" y="105442"/>
                  </a:cubicBezTo>
                  <a:cubicBezTo>
                    <a:pt x="32091" y="104680"/>
                    <a:pt x="31519" y="43625"/>
                    <a:pt x="31519" y="43625"/>
                  </a:cubicBezTo>
                  <a:cubicBezTo>
                    <a:pt x="31519" y="43625"/>
                    <a:pt x="12660" y="71533"/>
                    <a:pt x="2278" y="70104"/>
                  </a:cubicBezTo>
                  <a:cubicBezTo>
                    <a:pt x="-8105" y="68675"/>
                    <a:pt x="20375" y="16192"/>
                    <a:pt x="20375" y="16192"/>
                  </a:cubicBezTo>
                  <a:lnTo>
                    <a:pt x="77716"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9" name="Google Shape;1209;p38"/>
            <p:cNvSpPr/>
            <p:nvPr/>
          </p:nvSpPr>
          <p:spPr>
            <a:xfrm>
              <a:off x="8216421" y="1259016"/>
              <a:ext cx="105548" cy="83720"/>
            </a:xfrm>
            <a:custGeom>
              <a:avLst/>
              <a:gdLst/>
              <a:ahLst/>
              <a:cxnLst/>
              <a:rect l="l" t="t" r="r" b="b"/>
              <a:pathLst>
                <a:path w="160529" h="127331" extrusionOk="0">
                  <a:moveTo>
                    <a:pt x="350" y="56093"/>
                  </a:moveTo>
                  <a:cubicBezTo>
                    <a:pt x="4541" y="11993"/>
                    <a:pt x="42069" y="-3533"/>
                    <a:pt x="86265" y="658"/>
                  </a:cubicBezTo>
                  <a:cubicBezTo>
                    <a:pt x="130461" y="4849"/>
                    <a:pt x="164370" y="27137"/>
                    <a:pt x="160179" y="71238"/>
                  </a:cubicBezTo>
                  <a:cubicBezTo>
                    <a:pt x="155988" y="115339"/>
                    <a:pt x="118460" y="130865"/>
                    <a:pt x="74264" y="126674"/>
                  </a:cubicBezTo>
                  <a:cubicBezTo>
                    <a:pt x="30163" y="122483"/>
                    <a:pt x="-3841" y="100194"/>
                    <a:pt x="350" y="5609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0" name="Google Shape;1210;p38"/>
            <p:cNvSpPr/>
            <p:nvPr/>
          </p:nvSpPr>
          <p:spPr>
            <a:xfrm>
              <a:off x="7807418" y="1095773"/>
              <a:ext cx="71618" cy="64405"/>
            </a:xfrm>
            <a:custGeom>
              <a:avLst/>
              <a:gdLst/>
              <a:ahLst/>
              <a:cxnLst/>
              <a:rect l="l" t="t" r="r" b="b"/>
              <a:pathLst>
                <a:path w="108924" h="97954" extrusionOk="0">
                  <a:moveTo>
                    <a:pt x="108829" y="65524"/>
                  </a:moveTo>
                  <a:cubicBezTo>
                    <a:pt x="108829" y="65524"/>
                    <a:pt x="56251" y="110577"/>
                    <a:pt x="48536" y="94479"/>
                  </a:cubicBezTo>
                  <a:cubicBezTo>
                    <a:pt x="40821" y="78382"/>
                    <a:pt x="69586" y="61047"/>
                    <a:pt x="69586" y="61047"/>
                  </a:cubicBezTo>
                  <a:cubicBezTo>
                    <a:pt x="69586" y="61047"/>
                    <a:pt x="2149" y="72000"/>
                    <a:pt x="54" y="55237"/>
                  </a:cubicBezTo>
                  <a:cubicBezTo>
                    <a:pt x="-2042" y="38473"/>
                    <a:pt x="57966" y="27424"/>
                    <a:pt x="57966" y="27424"/>
                  </a:cubicBezTo>
                  <a:cubicBezTo>
                    <a:pt x="57966" y="27424"/>
                    <a:pt x="27295" y="13612"/>
                    <a:pt x="26914" y="3135"/>
                  </a:cubicBezTo>
                  <a:cubicBezTo>
                    <a:pt x="26533" y="-7343"/>
                    <a:pt x="83112" y="11803"/>
                    <a:pt x="83112" y="11803"/>
                  </a:cubicBezTo>
                  <a:lnTo>
                    <a:pt x="108924" y="65524"/>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1" name="Google Shape;1211;p38"/>
            <p:cNvSpPr/>
            <p:nvPr/>
          </p:nvSpPr>
          <p:spPr>
            <a:xfrm>
              <a:off x="7857778" y="1064766"/>
              <a:ext cx="83567" cy="105585"/>
            </a:xfrm>
            <a:custGeom>
              <a:avLst/>
              <a:gdLst/>
              <a:ahLst/>
              <a:cxnLst/>
              <a:rect l="l" t="t" r="r" b="b"/>
              <a:pathLst>
                <a:path w="127098" h="160586" extrusionOk="0">
                  <a:moveTo>
                    <a:pt x="57310" y="236"/>
                  </a:moveTo>
                  <a:cubicBezTo>
                    <a:pt x="101506" y="-3193"/>
                    <a:pt x="123223" y="31192"/>
                    <a:pt x="126652" y="75388"/>
                  </a:cubicBezTo>
                  <a:cubicBezTo>
                    <a:pt x="130081" y="119584"/>
                    <a:pt x="113984" y="156922"/>
                    <a:pt x="69788" y="160351"/>
                  </a:cubicBezTo>
                  <a:cubicBezTo>
                    <a:pt x="25592" y="163780"/>
                    <a:pt x="3875" y="129395"/>
                    <a:pt x="446" y="85199"/>
                  </a:cubicBezTo>
                  <a:cubicBezTo>
                    <a:pt x="-2983" y="41003"/>
                    <a:pt x="13114" y="3665"/>
                    <a:pt x="57310" y="23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5"/>
        <p:cNvGrpSpPr/>
        <p:nvPr/>
      </p:nvGrpSpPr>
      <p:grpSpPr>
        <a:xfrm>
          <a:off x="0" y="0"/>
          <a:ext cx="0" cy="0"/>
          <a:chOff x="0" y="0"/>
          <a:chExt cx="0" cy="0"/>
        </a:xfrm>
      </p:grpSpPr>
      <p:sp>
        <p:nvSpPr>
          <p:cNvPr id="1216" name="Google Shape;1216;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Origins</a:t>
            </a:r>
            <a:endParaRPr/>
          </a:p>
        </p:txBody>
      </p:sp>
      <p:sp>
        <p:nvSpPr>
          <p:cNvPr id="1217" name="Google Shape;1217;p39"/>
          <p:cNvSpPr txBox="1">
            <a:spLocks noGrp="1"/>
          </p:cNvSpPr>
          <p:nvPr>
            <p:ph type="subTitle" idx="1"/>
          </p:nvPr>
        </p:nvSpPr>
        <p:spPr>
          <a:xfrm>
            <a:off x="4062186" y="2523623"/>
            <a:ext cx="2640000" cy="101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hot and has a poisonous atmosphere</a:t>
            </a:r>
            <a:endParaRPr/>
          </a:p>
        </p:txBody>
      </p:sp>
      <p:sp>
        <p:nvSpPr>
          <p:cNvPr id="1218" name="Google Shape;1218;p39"/>
          <p:cNvSpPr txBox="1">
            <a:spLocks noGrp="1"/>
          </p:cNvSpPr>
          <p:nvPr>
            <p:ph type="subTitle" idx="2"/>
          </p:nvPr>
        </p:nvSpPr>
        <p:spPr>
          <a:xfrm>
            <a:off x="720011" y="2523623"/>
            <a:ext cx="2640000" cy="101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the Moon</a:t>
            </a:r>
            <a:endParaRPr/>
          </a:p>
        </p:txBody>
      </p:sp>
      <p:sp>
        <p:nvSpPr>
          <p:cNvPr id="1219" name="Google Shape;1219;p39"/>
          <p:cNvSpPr txBox="1">
            <a:spLocks noGrp="1"/>
          </p:cNvSpPr>
          <p:nvPr>
            <p:ph type="subTitle" idx="3"/>
          </p:nvPr>
        </p:nvSpPr>
        <p:spPr>
          <a:xfrm>
            <a:off x="720011" y="2040925"/>
            <a:ext cx="2640000" cy="55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beginning</a:t>
            </a:r>
            <a:endParaRPr/>
          </a:p>
        </p:txBody>
      </p:sp>
      <p:sp>
        <p:nvSpPr>
          <p:cNvPr id="1220" name="Google Shape;1220;p39"/>
          <p:cNvSpPr txBox="1">
            <a:spLocks noGrp="1"/>
          </p:cNvSpPr>
          <p:nvPr>
            <p:ph type="subTitle" idx="4"/>
          </p:nvPr>
        </p:nvSpPr>
        <p:spPr>
          <a:xfrm>
            <a:off x="4062189" y="2040925"/>
            <a:ext cx="2640000" cy="55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Next decades</a:t>
            </a:r>
            <a:endParaRPr/>
          </a:p>
        </p:txBody>
      </p:sp>
      <p:grpSp>
        <p:nvGrpSpPr>
          <p:cNvPr id="1221" name="Google Shape;1221;p39"/>
          <p:cNvGrpSpPr/>
          <p:nvPr/>
        </p:nvGrpSpPr>
        <p:grpSpPr>
          <a:xfrm>
            <a:off x="6845649" y="121225"/>
            <a:ext cx="2181803" cy="2335108"/>
            <a:chOff x="6789974" y="208750"/>
            <a:chExt cx="2181803" cy="2335108"/>
          </a:xfrm>
        </p:grpSpPr>
        <p:sp>
          <p:nvSpPr>
            <p:cNvPr id="1222" name="Google Shape;1222;p39"/>
            <p:cNvSpPr/>
            <p:nvPr/>
          </p:nvSpPr>
          <p:spPr>
            <a:xfrm>
              <a:off x="8622036" y="2194213"/>
              <a:ext cx="187137" cy="349645"/>
            </a:xfrm>
            <a:custGeom>
              <a:avLst/>
              <a:gdLst/>
              <a:ahLst/>
              <a:cxnLst/>
              <a:rect l="l" t="t" r="r" b="b"/>
              <a:pathLst>
                <a:path w="284619" h="531780" extrusionOk="0">
                  <a:moveTo>
                    <a:pt x="113167" y="0"/>
                  </a:moveTo>
                  <a:cubicBezTo>
                    <a:pt x="113167" y="0"/>
                    <a:pt x="249661" y="28289"/>
                    <a:pt x="278236" y="179165"/>
                  </a:cubicBezTo>
                  <a:cubicBezTo>
                    <a:pt x="306811" y="330041"/>
                    <a:pt x="231563" y="405765"/>
                    <a:pt x="208132" y="455581"/>
                  </a:cubicBezTo>
                  <a:cubicBezTo>
                    <a:pt x="184700" y="505396"/>
                    <a:pt x="208989" y="531781"/>
                    <a:pt x="208989" y="531781"/>
                  </a:cubicBezTo>
                  <a:cubicBezTo>
                    <a:pt x="208989" y="531781"/>
                    <a:pt x="144028" y="519779"/>
                    <a:pt x="68114" y="413766"/>
                  </a:cubicBezTo>
                  <a:cubicBezTo>
                    <a:pt x="-7705" y="307753"/>
                    <a:pt x="-12277" y="188595"/>
                    <a:pt x="15917" y="121634"/>
                  </a:cubicBezTo>
                  <a:cubicBezTo>
                    <a:pt x="44016" y="54578"/>
                    <a:pt x="74496" y="27813"/>
                    <a:pt x="113072"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3" name="Google Shape;1223;p39"/>
            <p:cNvSpPr/>
            <p:nvPr/>
          </p:nvSpPr>
          <p:spPr>
            <a:xfrm>
              <a:off x="8685363" y="1997720"/>
              <a:ext cx="239235" cy="150602"/>
            </a:xfrm>
            <a:custGeom>
              <a:avLst/>
              <a:gdLst/>
              <a:ahLst/>
              <a:cxnLst/>
              <a:rect l="l" t="t" r="r" b="b"/>
              <a:pathLst>
                <a:path w="363855" h="229053" extrusionOk="0">
                  <a:moveTo>
                    <a:pt x="0" y="87289"/>
                  </a:moveTo>
                  <a:cubicBezTo>
                    <a:pt x="0" y="87289"/>
                    <a:pt x="22479" y="224354"/>
                    <a:pt x="192024" y="228069"/>
                  </a:cubicBezTo>
                  <a:cubicBezTo>
                    <a:pt x="305276" y="236070"/>
                    <a:pt x="308420" y="192160"/>
                    <a:pt x="363855" y="209114"/>
                  </a:cubicBezTo>
                  <a:cubicBezTo>
                    <a:pt x="291465" y="19091"/>
                    <a:pt x="183071" y="-12056"/>
                    <a:pt x="104965" y="3469"/>
                  </a:cubicBezTo>
                  <a:cubicBezTo>
                    <a:pt x="26861" y="18995"/>
                    <a:pt x="0" y="87385"/>
                    <a:pt x="0" y="873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4" name="Google Shape;1224;p39"/>
            <p:cNvSpPr/>
            <p:nvPr/>
          </p:nvSpPr>
          <p:spPr>
            <a:xfrm>
              <a:off x="8491353" y="2034124"/>
              <a:ext cx="185109" cy="180152"/>
            </a:xfrm>
            <a:custGeom>
              <a:avLst/>
              <a:gdLst/>
              <a:ahLst/>
              <a:cxnLst/>
              <a:rect l="l" t="t" r="r" b="b"/>
              <a:pathLst>
                <a:path w="281535" h="273996" extrusionOk="0">
                  <a:moveTo>
                    <a:pt x="281440" y="32823"/>
                  </a:moveTo>
                  <a:cubicBezTo>
                    <a:pt x="281440" y="32823"/>
                    <a:pt x="283726" y="118263"/>
                    <a:pt x="217241" y="177032"/>
                  </a:cubicBezTo>
                  <a:cubicBezTo>
                    <a:pt x="150662" y="235801"/>
                    <a:pt x="133231" y="271139"/>
                    <a:pt x="44267" y="256852"/>
                  </a:cubicBezTo>
                  <a:cubicBezTo>
                    <a:pt x="13788" y="251613"/>
                    <a:pt x="4834" y="273997"/>
                    <a:pt x="4834" y="273997"/>
                  </a:cubicBezTo>
                  <a:cubicBezTo>
                    <a:pt x="4834" y="273997"/>
                    <a:pt x="-14597" y="194368"/>
                    <a:pt x="24456" y="121120"/>
                  </a:cubicBezTo>
                  <a:cubicBezTo>
                    <a:pt x="63508" y="47873"/>
                    <a:pt x="179427" y="-52806"/>
                    <a:pt x="281535" y="328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5" name="Google Shape;1225;p39"/>
            <p:cNvSpPr/>
            <p:nvPr/>
          </p:nvSpPr>
          <p:spPr>
            <a:xfrm>
              <a:off x="8543957" y="1830625"/>
              <a:ext cx="160497" cy="452103"/>
            </a:xfrm>
            <a:custGeom>
              <a:avLst/>
              <a:gdLst/>
              <a:ahLst/>
              <a:cxnLst/>
              <a:rect l="l" t="t" r="r" b="b"/>
              <a:pathLst>
                <a:path w="244102" h="687609" extrusionOk="0">
                  <a:moveTo>
                    <a:pt x="243935" y="687610"/>
                  </a:moveTo>
                  <a:cubicBezTo>
                    <a:pt x="243935" y="687610"/>
                    <a:pt x="258032" y="178022"/>
                    <a:pt x="27432" y="0"/>
                  </a:cubicBezTo>
                  <a:lnTo>
                    <a:pt x="0" y="17431"/>
                  </a:lnTo>
                  <a:cubicBezTo>
                    <a:pt x="0" y="17431"/>
                    <a:pt x="219170" y="115634"/>
                    <a:pt x="243935" y="68761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6" name="Google Shape;1226;p39"/>
            <p:cNvSpPr/>
            <p:nvPr/>
          </p:nvSpPr>
          <p:spPr>
            <a:xfrm>
              <a:off x="8495154" y="1896893"/>
              <a:ext cx="195896" cy="78219"/>
            </a:xfrm>
            <a:custGeom>
              <a:avLst/>
              <a:gdLst/>
              <a:ahLst/>
              <a:cxnLst/>
              <a:rect l="l" t="t" r="r" b="b"/>
              <a:pathLst>
                <a:path w="297941" h="118964" extrusionOk="0">
                  <a:moveTo>
                    <a:pt x="297942" y="55995"/>
                  </a:moveTo>
                  <a:cubicBezTo>
                    <a:pt x="297942" y="55995"/>
                    <a:pt x="208407" y="187536"/>
                    <a:pt x="0" y="70378"/>
                  </a:cubicBezTo>
                  <a:cubicBezTo>
                    <a:pt x="135350" y="-19062"/>
                    <a:pt x="203454" y="-22586"/>
                    <a:pt x="297942" y="559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7" name="Google Shape;1227;p39"/>
            <p:cNvSpPr/>
            <p:nvPr/>
          </p:nvSpPr>
          <p:spPr>
            <a:xfrm>
              <a:off x="8590830" y="1850710"/>
              <a:ext cx="145285" cy="121817"/>
            </a:xfrm>
            <a:custGeom>
              <a:avLst/>
              <a:gdLst/>
              <a:ahLst/>
              <a:cxnLst/>
              <a:rect l="l" t="t" r="r" b="b"/>
              <a:pathLst>
                <a:path w="220966" h="185273" extrusionOk="0">
                  <a:moveTo>
                    <a:pt x="220967" y="185166"/>
                  </a:moveTo>
                  <a:lnTo>
                    <a:pt x="185629" y="57721"/>
                  </a:lnTo>
                  <a:lnTo>
                    <a:pt x="463" y="0"/>
                  </a:lnTo>
                  <a:cubicBezTo>
                    <a:pt x="-11729" y="196024"/>
                    <a:pt x="220967" y="185166"/>
                    <a:pt x="220967" y="1851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8" name="Google Shape;1228;p39"/>
            <p:cNvSpPr/>
            <p:nvPr/>
          </p:nvSpPr>
          <p:spPr>
            <a:xfrm>
              <a:off x="8420698" y="1725822"/>
              <a:ext cx="212309" cy="238469"/>
            </a:xfrm>
            <a:custGeom>
              <a:avLst/>
              <a:gdLst/>
              <a:ahLst/>
              <a:cxnLst/>
              <a:rect l="l" t="t" r="r" b="b"/>
              <a:pathLst>
                <a:path w="322903" h="362691" extrusionOk="0">
                  <a:moveTo>
                    <a:pt x="321659" y="164020"/>
                  </a:moveTo>
                  <a:cubicBezTo>
                    <a:pt x="321659" y="164020"/>
                    <a:pt x="360807" y="387953"/>
                    <a:pt x="0" y="360331"/>
                  </a:cubicBezTo>
                  <a:cubicBezTo>
                    <a:pt x="41148" y="220790"/>
                    <a:pt x="78867" y="61436"/>
                    <a:pt x="78867" y="61436"/>
                  </a:cubicBezTo>
                  <a:lnTo>
                    <a:pt x="256889" y="0"/>
                  </a:lnTo>
                  <a:lnTo>
                    <a:pt x="321659" y="16402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9" name="Google Shape;1229;p39"/>
            <p:cNvSpPr/>
            <p:nvPr/>
          </p:nvSpPr>
          <p:spPr>
            <a:xfrm>
              <a:off x="8504706" y="1454224"/>
              <a:ext cx="295029" cy="478879"/>
            </a:xfrm>
            <a:custGeom>
              <a:avLst/>
              <a:gdLst/>
              <a:ahLst/>
              <a:cxnLst/>
              <a:rect l="l" t="t" r="r" b="b"/>
              <a:pathLst>
                <a:path w="448713" h="728333" extrusionOk="0">
                  <a:moveTo>
                    <a:pt x="319024" y="53795"/>
                  </a:moveTo>
                  <a:cubicBezTo>
                    <a:pt x="319024" y="53795"/>
                    <a:pt x="468662" y="93991"/>
                    <a:pt x="446469" y="299445"/>
                  </a:cubicBezTo>
                  <a:cubicBezTo>
                    <a:pt x="424275" y="504899"/>
                    <a:pt x="323501" y="490898"/>
                    <a:pt x="430943" y="728261"/>
                  </a:cubicBezTo>
                  <a:cubicBezTo>
                    <a:pt x="294640" y="729690"/>
                    <a:pt x="121285" y="711592"/>
                    <a:pt x="82423" y="521759"/>
                  </a:cubicBezTo>
                  <a:cubicBezTo>
                    <a:pt x="43561" y="331925"/>
                    <a:pt x="-177229" y="-162613"/>
                    <a:pt x="318929" y="5370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0" name="Google Shape;1230;p39"/>
            <p:cNvSpPr/>
            <p:nvPr/>
          </p:nvSpPr>
          <p:spPr>
            <a:xfrm>
              <a:off x="8385034" y="1491939"/>
              <a:ext cx="175832" cy="445277"/>
            </a:xfrm>
            <a:custGeom>
              <a:avLst/>
              <a:gdLst/>
              <a:ahLst/>
              <a:cxnLst/>
              <a:rect l="l" t="t" r="r" b="b"/>
              <a:pathLst>
                <a:path w="267425" h="677227" extrusionOk="0">
                  <a:moveTo>
                    <a:pt x="255270" y="95250"/>
                  </a:moveTo>
                  <a:cubicBezTo>
                    <a:pt x="255270" y="95250"/>
                    <a:pt x="351949" y="662273"/>
                    <a:pt x="0" y="677227"/>
                  </a:cubicBezTo>
                  <a:cubicBezTo>
                    <a:pt x="97631" y="511588"/>
                    <a:pt x="-96583" y="44101"/>
                    <a:pt x="146399" y="0"/>
                  </a:cubicBezTo>
                  <a:cubicBezTo>
                    <a:pt x="246221" y="47244"/>
                    <a:pt x="255270" y="95250"/>
                    <a:pt x="255270" y="9525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1" name="Google Shape;1231;p39"/>
            <p:cNvSpPr/>
            <p:nvPr/>
          </p:nvSpPr>
          <p:spPr>
            <a:xfrm>
              <a:off x="8258770" y="1296787"/>
              <a:ext cx="713007" cy="512505"/>
            </a:xfrm>
            <a:custGeom>
              <a:avLst/>
              <a:gdLst/>
              <a:ahLst/>
              <a:cxnLst/>
              <a:rect l="l" t="t" r="r" b="b"/>
              <a:pathLst>
                <a:path w="1084421" h="779475" extrusionOk="0">
                  <a:moveTo>
                    <a:pt x="150019" y="458057"/>
                  </a:moveTo>
                  <a:cubicBezTo>
                    <a:pt x="200501" y="395097"/>
                    <a:pt x="239649" y="337947"/>
                    <a:pt x="321850" y="325660"/>
                  </a:cubicBezTo>
                  <a:cubicBezTo>
                    <a:pt x="340995" y="535591"/>
                    <a:pt x="242792" y="650081"/>
                    <a:pt x="129445" y="662654"/>
                  </a:cubicBezTo>
                  <a:cubicBezTo>
                    <a:pt x="16097" y="675227"/>
                    <a:pt x="0" y="771906"/>
                    <a:pt x="0" y="771906"/>
                  </a:cubicBezTo>
                  <a:cubicBezTo>
                    <a:pt x="0" y="771906"/>
                    <a:pt x="16288" y="700754"/>
                    <a:pt x="178118" y="696278"/>
                  </a:cubicBezTo>
                  <a:cubicBezTo>
                    <a:pt x="339852" y="691801"/>
                    <a:pt x="392144" y="529400"/>
                    <a:pt x="405003" y="392811"/>
                  </a:cubicBezTo>
                  <a:cubicBezTo>
                    <a:pt x="417767" y="256222"/>
                    <a:pt x="514541" y="278321"/>
                    <a:pt x="514541" y="278321"/>
                  </a:cubicBezTo>
                  <a:cubicBezTo>
                    <a:pt x="514541" y="278321"/>
                    <a:pt x="680180" y="370332"/>
                    <a:pt x="716185" y="565880"/>
                  </a:cubicBezTo>
                  <a:cubicBezTo>
                    <a:pt x="752284" y="761429"/>
                    <a:pt x="858012" y="834104"/>
                    <a:pt x="1018889" y="735997"/>
                  </a:cubicBezTo>
                  <a:cubicBezTo>
                    <a:pt x="715899" y="810101"/>
                    <a:pt x="780383" y="460248"/>
                    <a:pt x="688181" y="327755"/>
                  </a:cubicBezTo>
                  <a:cubicBezTo>
                    <a:pt x="781050" y="244507"/>
                    <a:pt x="837914" y="255270"/>
                    <a:pt x="879062" y="396812"/>
                  </a:cubicBezTo>
                  <a:cubicBezTo>
                    <a:pt x="920210" y="538353"/>
                    <a:pt x="983361" y="597313"/>
                    <a:pt x="1084422" y="491204"/>
                  </a:cubicBezTo>
                  <a:cubicBezTo>
                    <a:pt x="982790" y="546163"/>
                    <a:pt x="953834" y="489680"/>
                    <a:pt x="904018" y="342614"/>
                  </a:cubicBezTo>
                  <a:cubicBezTo>
                    <a:pt x="854297" y="195453"/>
                    <a:pt x="791909" y="207454"/>
                    <a:pt x="721233" y="239459"/>
                  </a:cubicBezTo>
                  <a:cubicBezTo>
                    <a:pt x="650558" y="271367"/>
                    <a:pt x="613410" y="243364"/>
                    <a:pt x="575977" y="189833"/>
                  </a:cubicBezTo>
                  <a:cubicBezTo>
                    <a:pt x="538543" y="136303"/>
                    <a:pt x="534257" y="0"/>
                    <a:pt x="534257" y="0"/>
                  </a:cubicBezTo>
                  <a:lnTo>
                    <a:pt x="477488" y="571"/>
                  </a:lnTo>
                  <a:cubicBezTo>
                    <a:pt x="467868" y="168212"/>
                    <a:pt x="420148" y="228314"/>
                    <a:pt x="343757" y="248888"/>
                  </a:cubicBezTo>
                  <a:cubicBezTo>
                    <a:pt x="267272" y="269558"/>
                    <a:pt x="207931" y="295656"/>
                    <a:pt x="152210" y="395478"/>
                  </a:cubicBezTo>
                  <a:cubicBezTo>
                    <a:pt x="96488" y="495205"/>
                    <a:pt x="16955" y="490728"/>
                    <a:pt x="16955" y="490728"/>
                  </a:cubicBezTo>
                  <a:cubicBezTo>
                    <a:pt x="16955" y="490728"/>
                    <a:pt x="99632" y="521113"/>
                    <a:pt x="150019" y="458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2" name="Google Shape;1232;p39"/>
            <p:cNvSpPr/>
            <p:nvPr/>
          </p:nvSpPr>
          <p:spPr>
            <a:xfrm>
              <a:off x="6789974" y="344934"/>
              <a:ext cx="350898" cy="186673"/>
            </a:xfrm>
            <a:custGeom>
              <a:avLst/>
              <a:gdLst/>
              <a:ahLst/>
              <a:cxnLst/>
              <a:rect l="l" t="t" r="r" b="b"/>
              <a:pathLst>
                <a:path w="533685" h="283914" extrusionOk="0">
                  <a:moveTo>
                    <a:pt x="533686" y="166484"/>
                  </a:moveTo>
                  <a:cubicBezTo>
                    <a:pt x="533686" y="166484"/>
                    <a:pt x="502634" y="30562"/>
                    <a:pt x="351187" y="5130"/>
                  </a:cubicBezTo>
                  <a:cubicBezTo>
                    <a:pt x="199739" y="-20397"/>
                    <a:pt x="125540" y="56375"/>
                    <a:pt x="76200" y="80854"/>
                  </a:cubicBezTo>
                  <a:cubicBezTo>
                    <a:pt x="26860" y="105238"/>
                    <a:pt x="0" y="81521"/>
                    <a:pt x="0" y="81521"/>
                  </a:cubicBezTo>
                  <a:cubicBezTo>
                    <a:pt x="0" y="81521"/>
                    <a:pt x="13335" y="146291"/>
                    <a:pt x="120872" y="219919"/>
                  </a:cubicBezTo>
                  <a:cubicBezTo>
                    <a:pt x="228410" y="293643"/>
                    <a:pt x="347567" y="295643"/>
                    <a:pt x="414052" y="266115"/>
                  </a:cubicBezTo>
                  <a:cubicBezTo>
                    <a:pt x="480441" y="236588"/>
                    <a:pt x="506635" y="205632"/>
                    <a:pt x="533686" y="16648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3" name="Google Shape;1233;p39"/>
            <p:cNvSpPr/>
            <p:nvPr/>
          </p:nvSpPr>
          <p:spPr>
            <a:xfrm>
              <a:off x="7183849" y="225106"/>
              <a:ext cx="151751" cy="237606"/>
            </a:xfrm>
            <a:custGeom>
              <a:avLst/>
              <a:gdLst/>
              <a:ahLst/>
              <a:cxnLst/>
              <a:rect l="l" t="t" r="r" b="b"/>
              <a:pathLst>
                <a:path w="230800" h="361378" extrusionOk="0">
                  <a:moveTo>
                    <a:pt x="146200" y="361379"/>
                  </a:moveTo>
                  <a:cubicBezTo>
                    <a:pt x="146200" y="361379"/>
                    <a:pt x="8659" y="341757"/>
                    <a:pt x="1611" y="172212"/>
                  </a:cubicBezTo>
                  <a:cubicBezTo>
                    <a:pt x="-8772" y="59150"/>
                    <a:pt x="35139" y="55150"/>
                    <a:pt x="17041" y="0"/>
                  </a:cubicBezTo>
                  <a:cubicBezTo>
                    <a:pt x="208494" y="68485"/>
                    <a:pt x="241926" y="176213"/>
                    <a:pt x="228020" y="254603"/>
                  </a:cubicBezTo>
                  <a:cubicBezTo>
                    <a:pt x="214113" y="333089"/>
                    <a:pt x="146295" y="361283"/>
                    <a:pt x="146295" y="3612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4" name="Google Shape;1234;p39"/>
            <p:cNvSpPr/>
            <p:nvPr/>
          </p:nvSpPr>
          <p:spPr>
            <a:xfrm>
              <a:off x="7124779" y="471628"/>
              <a:ext cx="177556" cy="187685"/>
            </a:xfrm>
            <a:custGeom>
              <a:avLst/>
              <a:gdLst/>
              <a:ahLst/>
              <a:cxnLst/>
              <a:rect l="l" t="t" r="r" b="b"/>
              <a:pathLst>
                <a:path w="270047" h="285452" extrusionOk="0">
                  <a:moveTo>
                    <a:pt x="235458" y="0"/>
                  </a:moveTo>
                  <a:cubicBezTo>
                    <a:pt x="235458" y="0"/>
                    <a:pt x="149924" y="-571"/>
                    <a:pt x="92583" y="67151"/>
                  </a:cubicBezTo>
                  <a:cubicBezTo>
                    <a:pt x="35243" y="134874"/>
                    <a:pt x="191" y="153067"/>
                    <a:pt x="16288" y="241745"/>
                  </a:cubicBezTo>
                  <a:cubicBezTo>
                    <a:pt x="22193" y="272129"/>
                    <a:pt x="0" y="281559"/>
                    <a:pt x="0" y="281559"/>
                  </a:cubicBezTo>
                  <a:cubicBezTo>
                    <a:pt x="0" y="281559"/>
                    <a:pt x="80010" y="299371"/>
                    <a:pt x="152495" y="258794"/>
                  </a:cubicBezTo>
                  <a:cubicBezTo>
                    <a:pt x="224885" y="218218"/>
                    <a:pt x="323183" y="100298"/>
                    <a:pt x="23545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5" name="Google Shape;1235;p39"/>
            <p:cNvSpPr/>
            <p:nvPr/>
          </p:nvSpPr>
          <p:spPr>
            <a:xfrm>
              <a:off x="7052262" y="447778"/>
              <a:ext cx="454921" cy="151881"/>
            </a:xfrm>
            <a:custGeom>
              <a:avLst/>
              <a:gdLst/>
              <a:ahLst/>
              <a:cxnLst/>
              <a:rect l="l" t="t" r="r" b="b"/>
              <a:pathLst>
                <a:path w="691895" h="230997" extrusionOk="0">
                  <a:moveTo>
                    <a:pt x="0" y="779"/>
                  </a:moveTo>
                  <a:cubicBezTo>
                    <a:pt x="0" y="779"/>
                    <a:pt x="509207" y="-23796"/>
                    <a:pt x="691896" y="203185"/>
                  </a:cubicBezTo>
                  <a:lnTo>
                    <a:pt x="675037" y="230998"/>
                  </a:lnTo>
                  <a:cubicBezTo>
                    <a:pt x="675037" y="230998"/>
                    <a:pt x="572357" y="13923"/>
                    <a:pt x="0" y="779"/>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6" name="Google Shape;1236;p39"/>
            <p:cNvSpPr/>
            <p:nvPr/>
          </p:nvSpPr>
          <p:spPr>
            <a:xfrm>
              <a:off x="8468750"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7" name="Google Shape;1237;p39"/>
            <p:cNvSpPr/>
            <p:nvPr/>
          </p:nvSpPr>
          <p:spPr>
            <a:xfrm>
              <a:off x="8515802"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8" name="Google Shape;1238;p39"/>
            <p:cNvSpPr/>
            <p:nvPr/>
          </p:nvSpPr>
          <p:spPr>
            <a:xfrm>
              <a:off x="8511031"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9" name="Google Shape;1239;p39"/>
            <p:cNvSpPr/>
            <p:nvPr/>
          </p:nvSpPr>
          <p:spPr>
            <a:xfrm>
              <a:off x="8571989"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0" name="Google Shape;1240;p39"/>
            <p:cNvSpPr/>
            <p:nvPr/>
          </p:nvSpPr>
          <p:spPr>
            <a:xfrm>
              <a:off x="8340266"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1" name="Google Shape;1241;p39"/>
            <p:cNvSpPr/>
            <p:nvPr/>
          </p:nvSpPr>
          <p:spPr>
            <a:xfrm>
              <a:off x="8384032"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2" name="Google Shape;1242;p39"/>
            <p:cNvSpPr/>
            <p:nvPr/>
          </p:nvSpPr>
          <p:spPr>
            <a:xfrm>
              <a:off x="7138356" y="564593"/>
              <a:ext cx="360441" cy="297931"/>
            </a:xfrm>
            <a:custGeom>
              <a:avLst/>
              <a:gdLst/>
              <a:ahLst/>
              <a:cxnLst/>
              <a:rect l="l" t="t" r="r" b="b"/>
              <a:pathLst>
                <a:path w="548199" h="453127" extrusionOk="0">
                  <a:moveTo>
                    <a:pt x="540544" y="35737"/>
                  </a:moveTo>
                  <a:cubicBezTo>
                    <a:pt x="540544" y="35737"/>
                    <a:pt x="394621" y="-55798"/>
                    <a:pt x="240125" y="54121"/>
                  </a:cubicBezTo>
                  <a:cubicBezTo>
                    <a:pt x="85534" y="164134"/>
                    <a:pt x="87821" y="296056"/>
                    <a:pt x="66008" y="360540"/>
                  </a:cubicBezTo>
                  <a:cubicBezTo>
                    <a:pt x="44196" y="425024"/>
                    <a:pt x="0" y="427691"/>
                    <a:pt x="0" y="427691"/>
                  </a:cubicBezTo>
                  <a:cubicBezTo>
                    <a:pt x="0" y="427691"/>
                    <a:pt x="68199" y="472649"/>
                    <a:pt x="226504" y="443026"/>
                  </a:cubicBezTo>
                  <a:cubicBezTo>
                    <a:pt x="384810" y="413404"/>
                    <a:pt x="490728" y="311105"/>
                    <a:pt x="523018" y="227285"/>
                  </a:cubicBezTo>
                  <a:cubicBezTo>
                    <a:pt x="555307" y="143465"/>
                    <a:pt x="551021" y="93459"/>
                    <a:pt x="540449" y="356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3" name="Google Shape;1243;p39"/>
            <p:cNvSpPr/>
            <p:nvPr/>
          </p:nvSpPr>
          <p:spPr>
            <a:xfrm>
              <a:off x="7340765" y="303182"/>
              <a:ext cx="288718" cy="194157"/>
            </a:xfrm>
            <a:custGeom>
              <a:avLst/>
              <a:gdLst/>
              <a:ahLst/>
              <a:cxnLst/>
              <a:rect l="l" t="t" r="r" b="b"/>
              <a:pathLst>
                <a:path w="439115" h="295296" extrusionOk="0">
                  <a:moveTo>
                    <a:pt x="428625" y="259190"/>
                  </a:moveTo>
                  <a:cubicBezTo>
                    <a:pt x="428625" y="259190"/>
                    <a:pt x="291275" y="362155"/>
                    <a:pt x="136969" y="220328"/>
                  </a:cubicBezTo>
                  <a:cubicBezTo>
                    <a:pt x="29146" y="130603"/>
                    <a:pt x="63913" y="88693"/>
                    <a:pt x="0" y="56403"/>
                  </a:cubicBezTo>
                  <a:cubicBezTo>
                    <a:pt x="227171" y="-51039"/>
                    <a:pt x="350425" y="13921"/>
                    <a:pt x="406813" y="94598"/>
                  </a:cubicBezTo>
                  <a:cubicBezTo>
                    <a:pt x="463201" y="175275"/>
                    <a:pt x="428625" y="259285"/>
                    <a:pt x="428625" y="2592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4" name="Google Shape;1244;p39"/>
            <p:cNvSpPr/>
            <p:nvPr/>
          </p:nvSpPr>
          <p:spPr>
            <a:xfrm>
              <a:off x="7585913" y="481827"/>
              <a:ext cx="152170" cy="296976"/>
            </a:xfrm>
            <a:custGeom>
              <a:avLst/>
              <a:gdLst/>
              <a:ahLst/>
              <a:cxnLst/>
              <a:rect l="l" t="t" r="r" b="b"/>
              <a:pathLst>
                <a:path w="231437" h="451675" extrusionOk="0">
                  <a:moveTo>
                    <a:pt x="66954" y="0"/>
                  </a:moveTo>
                  <a:cubicBezTo>
                    <a:pt x="66954" y="0"/>
                    <a:pt x="-8294" y="74200"/>
                    <a:pt x="755" y="183547"/>
                  </a:cubicBezTo>
                  <a:cubicBezTo>
                    <a:pt x="9804" y="292894"/>
                    <a:pt x="-4865" y="339376"/>
                    <a:pt x="86671" y="402717"/>
                  </a:cubicBezTo>
                  <a:cubicBezTo>
                    <a:pt x="118389" y="424148"/>
                    <a:pt x="107245" y="451675"/>
                    <a:pt x="107245" y="451675"/>
                  </a:cubicBezTo>
                  <a:cubicBezTo>
                    <a:pt x="107245" y="451675"/>
                    <a:pt x="192779" y="397383"/>
                    <a:pt x="220592" y="298609"/>
                  </a:cubicBezTo>
                  <a:cubicBezTo>
                    <a:pt x="248405" y="199930"/>
                    <a:pt x="231260" y="10954"/>
                    <a:pt x="66954"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5" name="Google Shape;1245;p39"/>
            <p:cNvSpPr/>
            <p:nvPr/>
          </p:nvSpPr>
          <p:spPr>
            <a:xfrm>
              <a:off x="7411092" y="377529"/>
              <a:ext cx="519990" cy="282693"/>
            </a:xfrm>
            <a:custGeom>
              <a:avLst/>
              <a:gdLst/>
              <a:ahLst/>
              <a:cxnLst/>
              <a:rect l="l" t="t" r="r" b="b"/>
              <a:pathLst>
                <a:path w="790860" h="429951" extrusionOk="0">
                  <a:moveTo>
                    <a:pt x="0" y="429951"/>
                  </a:moveTo>
                  <a:cubicBezTo>
                    <a:pt x="0" y="429951"/>
                    <a:pt x="423482" y="-36393"/>
                    <a:pt x="781336" y="2279"/>
                  </a:cubicBezTo>
                  <a:lnTo>
                    <a:pt x="790861" y="41331"/>
                  </a:lnTo>
                  <a:cubicBezTo>
                    <a:pt x="790861" y="41331"/>
                    <a:pt x="511492" y="-58681"/>
                    <a:pt x="0" y="42995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6" name="Google Shape;1246;p39"/>
            <p:cNvSpPr/>
            <p:nvPr/>
          </p:nvSpPr>
          <p:spPr>
            <a:xfrm>
              <a:off x="7596520"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7" name="Google Shape;1247;p39"/>
            <p:cNvSpPr/>
            <p:nvPr/>
          </p:nvSpPr>
          <p:spPr>
            <a:xfrm>
              <a:off x="7847445" y="665717"/>
              <a:ext cx="479283" cy="815715"/>
            </a:xfrm>
            <a:custGeom>
              <a:avLst/>
              <a:gdLst/>
              <a:ahLst/>
              <a:cxnLst/>
              <a:rect l="l" t="t" r="r" b="b"/>
              <a:pathLst>
                <a:path w="728948" h="1240631" extrusionOk="0">
                  <a:moveTo>
                    <a:pt x="665321" y="67913"/>
                  </a:moveTo>
                  <a:cubicBezTo>
                    <a:pt x="668084" y="50864"/>
                    <a:pt x="660273" y="21717"/>
                    <a:pt x="588645" y="0"/>
                  </a:cubicBezTo>
                  <a:cubicBezTo>
                    <a:pt x="602456" y="149923"/>
                    <a:pt x="577120" y="370713"/>
                    <a:pt x="519589" y="435578"/>
                  </a:cubicBezTo>
                  <a:cubicBezTo>
                    <a:pt x="462058" y="500444"/>
                    <a:pt x="441960" y="629317"/>
                    <a:pt x="356902" y="694468"/>
                  </a:cubicBezTo>
                  <a:cubicBezTo>
                    <a:pt x="271843" y="759619"/>
                    <a:pt x="216884" y="778574"/>
                    <a:pt x="0" y="835914"/>
                  </a:cubicBezTo>
                  <a:lnTo>
                    <a:pt x="9430" y="857250"/>
                  </a:lnTo>
                  <a:cubicBezTo>
                    <a:pt x="9430" y="857250"/>
                    <a:pt x="183547" y="809530"/>
                    <a:pt x="272034" y="778002"/>
                  </a:cubicBezTo>
                  <a:cubicBezTo>
                    <a:pt x="196596" y="892112"/>
                    <a:pt x="102965" y="1018604"/>
                    <a:pt x="2000" y="1025747"/>
                  </a:cubicBezTo>
                  <a:cubicBezTo>
                    <a:pt x="23813" y="1065371"/>
                    <a:pt x="130778" y="1039749"/>
                    <a:pt x="311944" y="789813"/>
                  </a:cubicBezTo>
                  <a:cubicBezTo>
                    <a:pt x="348139" y="734282"/>
                    <a:pt x="381667" y="718661"/>
                    <a:pt x="381667" y="718661"/>
                  </a:cubicBezTo>
                  <a:cubicBezTo>
                    <a:pt x="381667" y="718661"/>
                    <a:pt x="345853" y="810863"/>
                    <a:pt x="350330" y="945642"/>
                  </a:cubicBezTo>
                  <a:cubicBezTo>
                    <a:pt x="354806" y="1080326"/>
                    <a:pt x="255365" y="1240631"/>
                    <a:pt x="255365" y="1240631"/>
                  </a:cubicBezTo>
                  <a:lnTo>
                    <a:pt x="289084" y="1240250"/>
                  </a:lnTo>
                  <a:cubicBezTo>
                    <a:pt x="289084" y="1240250"/>
                    <a:pt x="373380" y="1098518"/>
                    <a:pt x="378047" y="957548"/>
                  </a:cubicBezTo>
                  <a:cubicBezTo>
                    <a:pt x="382714" y="816578"/>
                    <a:pt x="397478" y="761333"/>
                    <a:pt x="448532" y="662845"/>
                  </a:cubicBezTo>
                  <a:cubicBezTo>
                    <a:pt x="499586" y="564356"/>
                    <a:pt x="523494" y="502825"/>
                    <a:pt x="551212" y="520922"/>
                  </a:cubicBezTo>
                  <a:cubicBezTo>
                    <a:pt x="578930" y="539020"/>
                    <a:pt x="614267" y="697897"/>
                    <a:pt x="615220" y="789813"/>
                  </a:cubicBezTo>
                  <a:cubicBezTo>
                    <a:pt x="616172" y="881634"/>
                    <a:pt x="553879" y="1084421"/>
                    <a:pt x="553879" y="1084421"/>
                  </a:cubicBezTo>
                  <a:lnTo>
                    <a:pt x="590455" y="1065657"/>
                  </a:lnTo>
                  <a:cubicBezTo>
                    <a:pt x="590455" y="1065657"/>
                    <a:pt x="634841" y="918210"/>
                    <a:pt x="637413" y="866108"/>
                  </a:cubicBezTo>
                  <a:cubicBezTo>
                    <a:pt x="668941" y="957644"/>
                    <a:pt x="704659" y="1150239"/>
                    <a:pt x="704659" y="1150239"/>
                  </a:cubicBezTo>
                  <a:lnTo>
                    <a:pt x="728948" y="1125474"/>
                  </a:lnTo>
                  <a:cubicBezTo>
                    <a:pt x="728948" y="1125474"/>
                    <a:pt x="677609" y="899351"/>
                    <a:pt x="655225" y="801624"/>
                  </a:cubicBezTo>
                  <a:cubicBezTo>
                    <a:pt x="632746" y="703897"/>
                    <a:pt x="640556" y="562928"/>
                    <a:pt x="575405" y="487013"/>
                  </a:cubicBezTo>
                  <a:cubicBezTo>
                    <a:pt x="582930" y="402717"/>
                    <a:pt x="656749" y="253365"/>
                    <a:pt x="660844" y="118300"/>
                  </a:cubicBezTo>
                  <a:cubicBezTo>
                    <a:pt x="661321" y="101346"/>
                    <a:pt x="662845" y="84582"/>
                    <a:pt x="665512" y="679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8" name="Google Shape;1248;p39"/>
            <p:cNvSpPr/>
            <p:nvPr/>
          </p:nvSpPr>
          <p:spPr>
            <a:xfrm>
              <a:off x="8346491" y="1441133"/>
              <a:ext cx="70545" cy="80386"/>
            </a:xfrm>
            <a:custGeom>
              <a:avLst/>
              <a:gdLst/>
              <a:ahLst/>
              <a:cxnLst/>
              <a:rect l="l" t="t" r="r" b="b"/>
              <a:pathLst>
                <a:path w="107293" h="122260" extrusionOk="0">
                  <a:moveTo>
                    <a:pt x="40481" y="0"/>
                  </a:moveTo>
                  <a:cubicBezTo>
                    <a:pt x="40481" y="0"/>
                    <a:pt x="118110" y="28003"/>
                    <a:pt x="106013" y="45434"/>
                  </a:cubicBezTo>
                  <a:cubicBezTo>
                    <a:pt x="93917" y="62960"/>
                    <a:pt x="58960" y="43339"/>
                    <a:pt x="58960" y="43339"/>
                  </a:cubicBezTo>
                  <a:cubicBezTo>
                    <a:pt x="58960" y="43339"/>
                    <a:pt x="110109" y="106775"/>
                    <a:pt x="93917" y="118872"/>
                  </a:cubicBezTo>
                  <a:cubicBezTo>
                    <a:pt x="77724" y="130969"/>
                    <a:pt x="31052" y="75247"/>
                    <a:pt x="31052" y="75247"/>
                  </a:cubicBezTo>
                  <a:cubicBezTo>
                    <a:pt x="31052" y="75247"/>
                    <a:pt x="34862" y="115157"/>
                    <a:pt x="24194" y="121825"/>
                  </a:cubicBezTo>
                  <a:cubicBezTo>
                    <a:pt x="13525" y="128397"/>
                    <a:pt x="0" y="58388"/>
                    <a:pt x="0" y="58388"/>
                  </a:cubicBezTo>
                  <a:lnTo>
                    <a:pt x="40481"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9" name="Google Shape;1249;p39"/>
            <p:cNvSpPr/>
            <p:nvPr/>
          </p:nvSpPr>
          <p:spPr>
            <a:xfrm>
              <a:off x="8277964" y="1376129"/>
              <a:ext cx="121902" cy="112555"/>
            </a:xfrm>
            <a:custGeom>
              <a:avLst/>
              <a:gdLst/>
              <a:ahLst/>
              <a:cxnLst/>
              <a:rect l="l" t="t" r="r" b="b"/>
              <a:pathLst>
                <a:path w="185402" h="171186" extrusionOk="0">
                  <a:moveTo>
                    <a:pt x="13358" y="139153"/>
                  </a:moveTo>
                  <a:cubicBezTo>
                    <a:pt x="-16265" y="95338"/>
                    <a:pt x="6595" y="52571"/>
                    <a:pt x="50410" y="23044"/>
                  </a:cubicBezTo>
                  <a:cubicBezTo>
                    <a:pt x="94225" y="-6484"/>
                    <a:pt x="142422" y="-11818"/>
                    <a:pt x="172045" y="31997"/>
                  </a:cubicBezTo>
                  <a:cubicBezTo>
                    <a:pt x="201667" y="75812"/>
                    <a:pt x="178807" y="118579"/>
                    <a:pt x="134992" y="148107"/>
                  </a:cubicBezTo>
                  <a:cubicBezTo>
                    <a:pt x="91177" y="177729"/>
                    <a:pt x="42981" y="182968"/>
                    <a:pt x="13358" y="139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0" name="Google Shape;1250;p39"/>
            <p:cNvSpPr/>
            <p:nvPr/>
          </p:nvSpPr>
          <p:spPr>
            <a:xfrm>
              <a:off x="7946531" y="1521222"/>
              <a:ext cx="84572" cy="78746"/>
            </a:xfrm>
            <a:custGeom>
              <a:avLst/>
              <a:gdLst/>
              <a:ahLst/>
              <a:cxnLst/>
              <a:rect l="l" t="t" r="r" b="b"/>
              <a:pathLst>
                <a:path w="128627" h="119766" extrusionOk="0">
                  <a:moveTo>
                    <a:pt x="127098" y="12478"/>
                  </a:moveTo>
                  <a:cubicBezTo>
                    <a:pt x="127098" y="12478"/>
                    <a:pt x="135480" y="100679"/>
                    <a:pt x="113001" y="96965"/>
                  </a:cubicBezTo>
                  <a:cubicBezTo>
                    <a:pt x="90522" y="93250"/>
                    <a:pt x="93475" y="50292"/>
                    <a:pt x="93475" y="50292"/>
                  </a:cubicBezTo>
                  <a:cubicBezTo>
                    <a:pt x="93475" y="50292"/>
                    <a:pt x="55279" y="128969"/>
                    <a:pt x="36134" y="118872"/>
                  </a:cubicBezTo>
                  <a:cubicBezTo>
                    <a:pt x="16989" y="108680"/>
                    <a:pt x="49660" y="37814"/>
                    <a:pt x="49660" y="37814"/>
                  </a:cubicBezTo>
                  <a:cubicBezTo>
                    <a:pt x="49660" y="37814"/>
                    <a:pt x="12607" y="59817"/>
                    <a:pt x="1368" y="52483"/>
                  </a:cubicBezTo>
                  <a:cubicBezTo>
                    <a:pt x="-9872" y="45149"/>
                    <a:pt x="51850" y="0"/>
                    <a:pt x="51850" y="0"/>
                  </a:cubicBezTo>
                  <a:lnTo>
                    <a:pt x="127098" y="12573"/>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1" name="Google Shape;1251;p39"/>
            <p:cNvSpPr/>
            <p:nvPr/>
          </p:nvSpPr>
          <p:spPr>
            <a:xfrm>
              <a:off x="7956988" y="1432681"/>
              <a:ext cx="131857" cy="119065"/>
            </a:xfrm>
            <a:custGeom>
              <a:avLst/>
              <a:gdLst/>
              <a:ahLst/>
              <a:cxnLst/>
              <a:rect l="l" t="t" r="r" b="b"/>
              <a:pathLst>
                <a:path w="200543" h="181087" extrusionOk="0">
                  <a:moveTo>
                    <a:pt x="11927" y="38013"/>
                  </a:moveTo>
                  <a:cubicBezTo>
                    <a:pt x="40883" y="-10755"/>
                    <a:pt x="92890" y="-8183"/>
                    <a:pt x="141658" y="20868"/>
                  </a:cubicBezTo>
                  <a:cubicBezTo>
                    <a:pt x="190426" y="49824"/>
                    <a:pt x="217667" y="94211"/>
                    <a:pt x="188616" y="143074"/>
                  </a:cubicBezTo>
                  <a:cubicBezTo>
                    <a:pt x="159660" y="191842"/>
                    <a:pt x="107654" y="189270"/>
                    <a:pt x="58886" y="160219"/>
                  </a:cubicBezTo>
                  <a:cubicBezTo>
                    <a:pt x="10117" y="131263"/>
                    <a:pt x="-17124" y="86876"/>
                    <a:pt x="11927" y="380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2" name="Google Shape;1252;p39"/>
            <p:cNvSpPr/>
            <p:nvPr/>
          </p:nvSpPr>
          <p:spPr>
            <a:xfrm>
              <a:off x="7741832" y="1359665"/>
              <a:ext cx="91181" cy="77026"/>
            </a:xfrm>
            <a:custGeom>
              <a:avLst/>
              <a:gdLst/>
              <a:ahLst/>
              <a:cxnLst/>
              <a:rect l="l" t="t" r="r" b="b"/>
              <a:pathLst>
                <a:path w="138679" h="117150" extrusionOk="0">
                  <a:moveTo>
                    <a:pt x="138680" y="58584"/>
                  </a:moveTo>
                  <a:cubicBezTo>
                    <a:pt x="138680" y="58584"/>
                    <a:pt x="88769" y="131831"/>
                    <a:pt x="73814" y="114496"/>
                  </a:cubicBezTo>
                  <a:cubicBezTo>
                    <a:pt x="58860" y="97160"/>
                    <a:pt x="88578" y="66109"/>
                    <a:pt x="88578" y="66109"/>
                  </a:cubicBezTo>
                  <a:cubicBezTo>
                    <a:pt x="88578" y="66109"/>
                    <a:pt x="8949" y="102208"/>
                    <a:pt x="662" y="82206"/>
                  </a:cubicBezTo>
                  <a:cubicBezTo>
                    <a:pt x="-7529" y="62203"/>
                    <a:pt x="62956" y="28580"/>
                    <a:pt x="62956" y="28580"/>
                  </a:cubicBezTo>
                  <a:cubicBezTo>
                    <a:pt x="62956" y="28580"/>
                    <a:pt x="20379" y="21817"/>
                    <a:pt x="16379" y="8959"/>
                  </a:cubicBezTo>
                  <a:cubicBezTo>
                    <a:pt x="12378" y="-3900"/>
                    <a:pt x="88769" y="862"/>
                    <a:pt x="88769" y="862"/>
                  </a:cubicBezTo>
                  <a:lnTo>
                    <a:pt x="138584" y="58679"/>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3" name="Google Shape;1253;p39"/>
            <p:cNvSpPr/>
            <p:nvPr/>
          </p:nvSpPr>
          <p:spPr>
            <a:xfrm>
              <a:off x="7794877" y="1297887"/>
              <a:ext cx="112874" cy="134199"/>
            </a:xfrm>
            <a:custGeom>
              <a:avLst/>
              <a:gdLst/>
              <a:ahLst/>
              <a:cxnLst/>
              <a:rect l="l" t="t" r="r" b="b"/>
              <a:pathLst>
                <a:path w="171671" h="204105" extrusionOk="0">
                  <a:moveTo>
                    <a:pt x="51451" y="5183"/>
                  </a:moveTo>
                  <a:cubicBezTo>
                    <a:pt x="104981" y="-13771"/>
                    <a:pt x="143176" y="21471"/>
                    <a:pt x="162226" y="74906"/>
                  </a:cubicBezTo>
                  <a:cubicBezTo>
                    <a:pt x="181181" y="128437"/>
                    <a:pt x="173752" y="179872"/>
                    <a:pt x="120221" y="198922"/>
                  </a:cubicBezTo>
                  <a:cubicBezTo>
                    <a:pt x="66691" y="217877"/>
                    <a:pt x="28495" y="182634"/>
                    <a:pt x="9445" y="129199"/>
                  </a:cubicBezTo>
                  <a:cubicBezTo>
                    <a:pt x="-9509" y="75668"/>
                    <a:pt x="-2080" y="24233"/>
                    <a:pt x="51451" y="51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4" name="Google Shape;1254;p39"/>
            <p:cNvSpPr/>
            <p:nvPr/>
          </p:nvSpPr>
          <p:spPr>
            <a:xfrm>
              <a:off x="8179939" y="1428995"/>
              <a:ext cx="66146" cy="69332"/>
            </a:xfrm>
            <a:custGeom>
              <a:avLst/>
              <a:gdLst/>
              <a:ahLst/>
              <a:cxnLst/>
              <a:rect l="l" t="t" r="r" b="b"/>
              <a:pathLst>
                <a:path w="100602" h="105448" extrusionOk="0">
                  <a:moveTo>
                    <a:pt x="77716" y="0"/>
                  </a:moveTo>
                  <a:cubicBezTo>
                    <a:pt x="77716" y="0"/>
                    <a:pt x="113053" y="59531"/>
                    <a:pt x="95908" y="64389"/>
                  </a:cubicBezTo>
                  <a:cubicBezTo>
                    <a:pt x="78763" y="69247"/>
                    <a:pt x="66571" y="37909"/>
                    <a:pt x="66571" y="37909"/>
                  </a:cubicBezTo>
                  <a:cubicBezTo>
                    <a:pt x="66571" y="37909"/>
                    <a:pt x="65905" y="106204"/>
                    <a:pt x="48950" y="105442"/>
                  </a:cubicBezTo>
                  <a:cubicBezTo>
                    <a:pt x="32091" y="104680"/>
                    <a:pt x="31519" y="43625"/>
                    <a:pt x="31519" y="43625"/>
                  </a:cubicBezTo>
                  <a:cubicBezTo>
                    <a:pt x="31519" y="43625"/>
                    <a:pt x="12660" y="71533"/>
                    <a:pt x="2278" y="70104"/>
                  </a:cubicBezTo>
                  <a:cubicBezTo>
                    <a:pt x="-8105" y="68675"/>
                    <a:pt x="20375" y="16192"/>
                    <a:pt x="20375" y="16192"/>
                  </a:cubicBezTo>
                  <a:lnTo>
                    <a:pt x="77716"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5" name="Google Shape;1255;p39"/>
            <p:cNvSpPr/>
            <p:nvPr/>
          </p:nvSpPr>
          <p:spPr>
            <a:xfrm>
              <a:off x="8160746" y="1363241"/>
              <a:ext cx="105548" cy="83720"/>
            </a:xfrm>
            <a:custGeom>
              <a:avLst/>
              <a:gdLst/>
              <a:ahLst/>
              <a:cxnLst/>
              <a:rect l="l" t="t" r="r" b="b"/>
              <a:pathLst>
                <a:path w="160529" h="127331" extrusionOk="0">
                  <a:moveTo>
                    <a:pt x="350" y="56093"/>
                  </a:moveTo>
                  <a:cubicBezTo>
                    <a:pt x="4541" y="11993"/>
                    <a:pt x="42069" y="-3533"/>
                    <a:pt x="86265" y="658"/>
                  </a:cubicBezTo>
                  <a:cubicBezTo>
                    <a:pt x="130461" y="4849"/>
                    <a:pt x="164370" y="27137"/>
                    <a:pt x="160179" y="71238"/>
                  </a:cubicBezTo>
                  <a:cubicBezTo>
                    <a:pt x="155988" y="115339"/>
                    <a:pt x="118460" y="130865"/>
                    <a:pt x="74264" y="126674"/>
                  </a:cubicBezTo>
                  <a:cubicBezTo>
                    <a:pt x="30163" y="122483"/>
                    <a:pt x="-3841" y="100194"/>
                    <a:pt x="350" y="5609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6" name="Google Shape;1256;p39"/>
            <p:cNvSpPr/>
            <p:nvPr/>
          </p:nvSpPr>
          <p:spPr>
            <a:xfrm>
              <a:off x="7751743" y="1199998"/>
              <a:ext cx="71618" cy="64405"/>
            </a:xfrm>
            <a:custGeom>
              <a:avLst/>
              <a:gdLst/>
              <a:ahLst/>
              <a:cxnLst/>
              <a:rect l="l" t="t" r="r" b="b"/>
              <a:pathLst>
                <a:path w="108924" h="97954" extrusionOk="0">
                  <a:moveTo>
                    <a:pt x="108829" y="65524"/>
                  </a:moveTo>
                  <a:cubicBezTo>
                    <a:pt x="108829" y="65524"/>
                    <a:pt x="56251" y="110577"/>
                    <a:pt x="48536" y="94479"/>
                  </a:cubicBezTo>
                  <a:cubicBezTo>
                    <a:pt x="40821" y="78382"/>
                    <a:pt x="69586" y="61047"/>
                    <a:pt x="69586" y="61047"/>
                  </a:cubicBezTo>
                  <a:cubicBezTo>
                    <a:pt x="69586" y="61047"/>
                    <a:pt x="2149" y="72000"/>
                    <a:pt x="54" y="55237"/>
                  </a:cubicBezTo>
                  <a:cubicBezTo>
                    <a:pt x="-2042" y="38473"/>
                    <a:pt x="57966" y="27424"/>
                    <a:pt x="57966" y="27424"/>
                  </a:cubicBezTo>
                  <a:cubicBezTo>
                    <a:pt x="57966" y="27424"/>
                    <a:pt x="27295" y="13612"/>
                    <a:pt x="26914" y="3135"/>
                  </a:cubicBezTo>
                  <a:cubicBezTo>
                    <a:pt x="26533" y="-7343"/>
                    <a:pt x="83112" y="11803"/>
                    <a:pt x="83112" y="11803"/>
                  </a:cubicBezTo>
                  <a:lnTo>
                    <a:pt x="108924" y="65524"/>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7" name="Google Shape;1257;p39"/>
            <p:cNvSpPr/>
            <p:nvPr/>
          </p:nvSpPr>
          <p:spPr>
            <a:xfrm>
              <a:off x="7802103" y="1168991"/>
              <a:ext cx="83567" cy="105585"/>
            </a:xfrm>
            <a:custGeom>
              <a:avLst/>
              <a:gdLst/>
              <a:ahLst/>
              <a:cxnLst/>
              <a:rect l="l" t="t" r="r" b="b"/>
              <a:pathLst>
                <a:path w="127098" h="160586" extrusionOk="0">
                  <a:moveTo>
                    <a:pt x="57310" y="236"/>
                  </a:moveTo>
                  <a:cubicBezTo>
                    <a:pt x="101506" y="-3193"/>
                    <a:pt x="123223" y="31192"/>
                    <a:pt x="126652" y="75388"/>
                  </a:cubicBezTo>
                  <a:cubicBezTo>
                    <a:pt x="130081" y="119584"/>
                    <a:pt x="113984" y="156922"/>
                    <a:pt x="69788" y="160351"/>
                  </a:cubicBezTo>
                  <a:cubicBezTo>
                    <a:pt x="25592" y="163780"/>
                    <a:pt x="3875" y="129395"/>
                    <a:pt x="446" y="85199"/>
                  </a:cubicBezTo>
                  <a:cubicBezTo>
                    <a:pt x="-2983" y="41003"/>
                    <a:pt x="13114" y="3665"/>
                    <a:pt x="57310" y="23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8" name="Google Shape;1258;p39"/>
            <p:cNvSpPr/>
            <p:nvPr/>
          </p:nvSpPr>
          <p:spPr>
            <a:xfrm>
              <a:off x="7733159"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9" name="Google Shape;1259;p39"/>
            <p:cNvSpPr/>
            <p:nvPr/>
          </p:nvSpPr>
          <p:spPr>
            <a:xfrm>
              <a:off x="8000978"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0" name="Google Shape;1260;p39"/>
            <p:cNvSpPr/>
            <p:nvPr/>
          </p:nvSpPr>
          <p:spPr>
            <a:xfrm>
              <a:off x="8093845"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1" name="Google Shape;1261;p39"/>
            <p:cNvSpPr/>
            <p:nvPr/>
          </p:nvSpPr>
          <p:spPr>
            <a:xfrm>
              <a:off x="7821280"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2" name="Google Shape;1262;p39"/>
            <p:cNvSpPr/>
            <p:nvPr/>
          </p:nvSpPr>
          <p:spPr>
            <a:xfrm>
              <a:off x="8229676"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3" name="Google Shape;1263;p39"/>
            <p:cNvSpPr/>
            <p:nvPr/>
          </p:nvSpPr>
          <p:spPr>
            <a:xfrm>
              <a:off x="8005118"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4" name="Google Shape;1264;p39"/>
            <p:cNvSpPr/>
            <p:nvPr/>
          </p:nvSpPr>
          <p:spPr>
            <a:xfrm>
              <a:off x="7900136"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5" name="Google Shape;1265;p39"/>
            <p:cNvSpPr/>
            <p:nvPr/>
          </p:nvSpPr>
          <p:spPr>
            <a:xfrm>
              <a:off x="8160100"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6" name="Google Shape;1266;p39"/>
            <p:cNvSpPr/>
            <p:nvPr/>
          </p:nvSpPr>
          <p:spPr>
            <a:xfrm>
              <a:off x="8183090"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7" name="Google Shape;1267;p39"/>
            <p:cNvSpPr/>
            <p:nvPr/>
          </p:nvSpPr>
          <p:spPr>
            <a:xfrm>
              <a:off x="8039593"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8" name="Google Shape;1268;p39"/>
            <p:cNvSpPr/>
            <p:nvPr/>
          </p:nvSpPr>
          <p:spPr>
            <a:xfrm>
              <a:off x="8291682"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9" name="Google Shape;1269;p39"/>
            <p:cNvSpPr/>
            <p:nvPr/>
          </p:nvSpPr>
          <p:spPr>
            <a:xfrm>
              <a:off x="7815720"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0" name="Google Shape;1270;p39"/>
            <p:cNvSpPr/>
            <p:nvPr/>
          </p:nvSpPr>
          <p:spPr>
            <a:xfrm>
              <a:off x="8077948"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1" name="Google Shape;1271;p39"/>
            <p:cNvSpPr/>
            <p:nvPr/>
          </p:nvSpPr>
          <p:spPr>
            <a:xfrm>
              <a:off x="7981400"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2" name="Google Shape;1272;p39"/>
            <p:cNvSpPr/>
            <p:nvPr/>
          </p:nvSpPr>
          <p:spPr>
            <a:xfrm>
              <a:off x="8130630"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3" name="Google Shape;1273;p39"/>
            <p:cNvSpPr/>
            <p:nvPr/>
          </p:nvSpPr>
          <p:spPr>
            <a:xfrm>
              <a:off x="8058426"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4" name="Google Shape;1274;p39"/>
            <p:cNvSpPr/>
            <p:nvPr/>
          </p:nvSpPr>
          <p:spPr>
            <a:xfrm>
              <a:off x="8028567" y="560378"/>
              <a:ext cx="151706" cy="167532"/>
            </a:xfrm>
            <a:custGeom>
              <a:avLst/>
              <a:gdLst/>
              <a:ahLst/>
              <a:cxnLst/>
              <a:rect l="l" t="t" r="r" b="b"/>
              <a:pathLst>
                <a:path w="230732" h="254801" extrusionOk="0">
                  <a:moveTo>
                    <a:pt x="53648" y="5007"/>
                  </a:moveTo>
                  <a:cubicBezTo>
                    <a:pt x="53648" y="5007"/>
                    <a:pt x="2308" y="16152"/>
                    <a:pt x="22" y="123975"/>
                  </a:cubicBezTo>
                  <a:cubicBezTo>
                    <a:pt x="-2264" y="231798"/>
                    <a:pt x="176520" y="295996"/>
                    <a:pt x="230717" y="224749"/>
                  </a:cubicBezTo>
                  <a:cubicBezTo>
                    <a:pt x="231860" y="164361"/>
                    <a:pt x="169852" y="-33855"/>
                    <a:pt x="53648" y="500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5" name="Google Shape;1275;p39"/>
            <p:cNvSpPr/>
            <p:nvPr/>
          </p:nvSpPr>
          <p:spPr>
            <a:xfrm>
              <a:off x="8148375"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6" name="Google Shape;1276;p39"/>
            <p:cNvSpPr/>
            <p:nvPr/>
          </p:nvSpPr>
          <p:spPr>
            <a:xfrm>
              <a:off x="8072897"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7" name="Google Shape;1277;p39"/>
            <p:cNvSpPr/>
            <p:nvPr/>
          </p:nvSpPr>
          <p:spPr>
            <a:xfrm>
              <a:off x="8129226"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8" name="Google Shape;1278;p39"/>
            <p:cNvSpPr/>
            <p:nvPr/>
          </p:nvSpPr>
          <p:spPr>
            <a:xfrm>
              <a:off x="8048633"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9" name="Google Shape;1279;p39"/>
            <p:cNvSpPr/>
            <p:nvPr/>
          </p:nvSpPr>
          <p:spPr>
            <a:xfrm>
              <a:off x="7986223"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3"/>
        <p:cNvGrpSpPr/>
        <p:nvPr/>
      </p:nvGrpSpPr>
      <p:grpSpPr>
        <a:xfrm>
          <a:off x="0" y="0"/>
          <a:ext cx="0" cy="0"/>
          <a:chOff x="0" y="0"/>
          <a:chExt cx="0" cy="0"/>
        </a:xfrm>
      </p:grpSpPr>
      <p:sp>
        <p:nvSpPr>
          <p:cNvPr id="1284" name="Google Shape;1284;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Features of gothic literature</a:t>
            </a:r>
            <a:endParaRPr/>
          </a:p>
        </p:txBody>
      </p:sp>
      <p:sp>
        <p:nvSpPr>
          <p:cNvPr id="1285" name="Google Shape;1285;p40"/>
          <p:cNvSpPr txBox="1">
            <a:spLocks noGrp="1"/>
          </p:cNvSpPr>
          <p:nvPr>
            <p:ph type="subTitle" idx="1"/>
          </p:nvPr>
        </p:nvSpPr>
        <p:spPr>
          <a:xfrm>
            <a:off x="720000" y="2521592"/>
            <a:ext cx="2175300" cy="101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of them all</a:t>
            </a:r>
            <a:endParaRPr/>
          </a:p>
        </p:txBody>
      </p:sp>
      <p:sp>
        <p:nvSpPr>
          <p:cNvPr id="1286" name="Google Shape;1286;p40"/>
          <p:cNvSpPr txBox="1">
            <a:spLocks noGrp="1"/>
          </p:cNvSpPr>
          <p:nvPr>
            <p:ph type="subTitle" idx="2"/>
          </p:nvPr>
        </p:nvSpPr>
        <p:spPr>
          <a:xfrm>
            <a:off x="3484348" y="2521592"/>
            <a:ext cx="2175300" cy="101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a:t>
            </a:r>
            <a:endParaRPr/>
          </a:p>
        </p:txBody>
      </p:sp>
      <p:sp>
        <p:nvSpPr>
          <p:cNvPr id="1287" name="Google Shape;1287;p40"/>
          <p:cNvSpPr txBox="1">
            <a:spLocks noGrp="1"/>
          </p:cNvSpPr>
          <p:nvPr>
            <p:ph type="subTitle" idx="3"/>
          </p:nvPr>
        </p:nvSpPr>
        <p:spPr>
          <a:xfrm>
            <a:off x="6248700" y="2521592"/>
            <a:ext cx="2175300" cy="101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a:t>
            </a:r>
            <a:endParaRPr/>
          </a:p>
        </p:txBody>
      </p:sp>
      <p:sp>
        <p:nvSpPr>
          <p:cNvPr id="1288" name="Google Shape;1288;p40"/>
          <p:cNvSpPr txBox="1">
            <a:spLocks noGrp="1"/>
          </p:cNvSpPr>
          <p:nvPr>
            <p:ph type="subTitle" idx="4"/>
          </p:nvPr>
        </p:nvSpPr>
        <p:spPr>
          <a:xfrm>
            <a:off x="720000" y="1937783"/>
            <a:ext cx="2175300" cy="66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Atmosphere</a:t>
            </a:r>
            <a:endParaRPr/>
          </a:p>
        </p:txBody>
      </p:sp>
      <p:sp>
        <p:nvSpPr>
          <p:cNvPr id="1289" name="Google Shape;1289;p40"/>
          <p:cNvSpPr txBox="1">
            <a:spLocks noGrp="1"/>
          </p:cNvSpPr>
          <p:nvPr>
            <p:ph type="subTitle" idx="5"/>
          </p:nvPr>
        </p:nvSpPr>
        <p:spPr>
          <a:xfrm>
            <a:off x="3484352" y="1937783"/>
            <a:ext cx="2175300" cy="66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Emphasis</a:t>
            </a:r>
            <a:endParaRPr/>
          </a:p>
        </p:txBody>
      </p:sp>
      <p:sp>
        <p:nvSpPr>
          <p:cNvPr id="1290" name="Google Shape;1290;p40"/>
          <p:cNvSpPr txBox="1">
            <a:spLocks noGrp="1"/>
          </p:cNvSpPr>
          <p:nvPr>
            <p:ph type="subTitle" idx="6"/>
          </p:nvPr>
        </p:nvSpPr>
        <p:spPr>
          <a:xfrm>
            <a:off x="6248700" y="1937783"/>
            <a:ext cx="2175300" cy="66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Tension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4"/>
        <p:cNvGrpSpPr/>
        <p:nvPr/>
      </p:nvGrpSpPr>
      <p:grpSpPr>
        <a:xfrm>
          <a:off x="0" y="0"/>
          <a:ext cx="0" cy="0"/>
          <a:chOff x="0" y="0"/>
          <a:chExt cx="0" cy="0"/>
        </a:xfrm>
      </p:grpSpPr>
      <p:sp>
        <p:nvSpPr>
          <p:cNvPr id="1295" name="Google Shape;1295;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Gothic themes</a:t>
            </a:r>
            <a:endParaRPr/>
          </a:p>
        </p:txBody>
      </p:sp>
      <p:sp>
        <p:nvSpPr>
          <p:cNvPr id="1296" name="Google Shape;1296;p41"/>
          <p:cNvSpPr txBox="1">
            <a:spLocks noGrp="1"/>
          </p:cNvSpPr>
          <p:nvPr>
            <p:ph type="subTitle" idx="1"/>
          </p:nvPr>
        </p:nvSpPr>
        <p:spPr>
          <a:xfrm>
            <a:off x="720000" y="1930844"/>
            <a:ext cx="3273900" cy="63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but also high temperatures</a:t>
            </a:r>
            <a:endParaRPr/>
          </a:p>
        </p:txBody>
      </p:sp>
      <p:sp>
        <p:nvSpPr>
          <p:cNvPr id="1297" name="Google Shape;1297;p41"/>
          <p:cNvSpPr txBox="1">
            <a:spLocks noGrp="1"/>
          </p:cNvSpPr>
          <p:nvPr>
            <p:ph type="subTitle" idx="2"/>
          </p:nvPr>
        </p:nvSpPr>
        <p:spPr>
          <a:xfrm>
            <a:off x="4222503" y="1930844"/>
            <a:ext cx="3273900" cy="63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a:t>
            </a:r>
            <a:endParaRPr/>
          </a:p>
        </p:txBody>
      </p:sp>
      <p:sp>
        <p:nvSpPr>
          <p:cNvPr id="1298" name="Google Shape;1298;p41"/>
          <p:cNvSpPr txBox="1">
            <a:spLocks noGrp="1"/>
          </p:cNvSpPr>
          <p:nvPr>
            <p:ph type="subTitle" idx="3"/>
          </p:nvPr>
        </p:nvSpPr>
        <p:spPr>
          <a:xfrm>
            <a:off x="720000" y="3555175"/>
            <a:ext cx="3273900" cy="63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a:t>
            </a:r>
            <a:endParaRPr/>
          </a:p>
        </p:txBody>
      </p:sp>
      <p:sp>
        <p:nvSpPr>
          <p:cNvPr id="1299" name="Google Shape;1299;p41"/>
          <p:cNvSpPr txBox="1">
            <a:spLocks noGrp="1"/>
          </p:cNvSpPr>
          <p:nvPr>
            <p:ph type="subTitle" idx="4"/>
          </p:nvPr>
        </p:nvSpPr>
        <p:spPr>
          <a:xfrm>
            <a:off x="4222503" y="3555175"/>
            <a:ext cx="3273900" cy="63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of them all </a:t>
            </a:r>
            <a:endParaRPr/>
          </a:p>
        </p:txBody>
      </p:sp>
      <p:sp>
        <p:nvSpPr>
          <p:cNvPr id="1300" name="Google Shape;1300;p41"/>
          <p:cNvSpPr txBox="1">
            <a:spLocks noGrp="1"/>
          </p:cNvSpPr>
          <p:nvPr>
            <p:ph type="subTitle" idx="5"/>
          </p:nvPr>
        </p:nvSpPr>
        <p:spPr>
          <a:xfrm>
            <a:off x="720018" y="1516884"/>
            <a:ext cx="3273900" cy="50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uncanny</a:t>
            </a:r>
            <a:endParaRPr/>
          </a:p>
        </p:txBody>
      </p:sp>
      <p:sp>
        <p:nvSpPr>
          <p:cNvPr id="1301" name="Google Shape;1301;p41"/>
          <p:cNvSpPr txBox="1">
            <a:spLocks noGrp="1"/>
          </p:cNvSpPr>
          <p:nvPr>
            <p:ph type="subTitle" idx="6"/>
          </p:nvPr>
        </p:nvSpPr>
        <p:spPr>
          <a:xfrm>
            <a:off x="720018" y="3146261"/>
            <a:ext cx="3273900" cy="50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Isolation and madness</a:t>
            </a:r>
            <a:endParaRPr/>
          </a:p>
        </p:txBody>
      </p:sp>
      <p:sp>
        <p:nvSpPr>
          <p:cNvPr id="1302" name="Google Shape;1302;p41"/>
          <p:cNvSpPr txBox="1">
            <a:spLocks noGrp="1"/>
          </p:cNvSpPr>
          <p:nvPr>
            <p:ph type="subTitle" idx="7"/>
          </p:nvPr>
        </p:nvSpPr>
        <p:spPr>
          <a:xfrm>
            <a:off x="4222494" y="1516884"/>
            <a:ext cx="3273900" cy="50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Duality of human nature</a:t>
            </a:r>
            <a:endParaRPr/>
          </a:p>
        </p:txBody>
      </p:sp>
      <p:sp>
        <p:nvSpPr>
          <p:cNvPr id="1303" name="Google Shape;1303;p41"/>
          <p:cNvSpPr txBox="1">
            <a:spLocks noGrp="1"/>
          </p:cNvSpPr>
          <p:nvPr>
            <p:ph type="subTitle" idx="8"/>
          </p:nvPr>
        </p:nvSpPr>
        <p:spPr>
          <a:xfrm>
            <a:off x="4222494" y="3146261"/>
            <a:ext cx="3273900" cy="50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macabre and morbid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7"/>
        <p:cNvGrpSpPr/>
        <p:nvPr/>
      </p:nvGrpSpPr>
      <p:grpSpPr>
        <a:xfrm>
          <a:off x="0" y="0"/>
          <a:ext cx="0" cy="0"/>
          <a:chOff x="0" y="0"/>
          <a:chExt cx="0" cy="0"/>
        </a:xfrm>
      </p:grpSpPr>
      <p:sp>
        <p:nvSpPr>
          <p:cNvPr id="1308" name="Google Shape;1308;p42"/>
          <p:cNvSpPr txBox="1">
            <a:spLocks noGrp="1"/>
          </p:cNvSpPr>
          <p:nvPr>
            <p:ph type="subTitle" idx="2"/>
          </p:nvPr>
        </p:nvSpPr>
        <p:spPr>
          <a:xfrm>
            <a:off x="3579000" y="1928955"/>
            <a:ext cx="19860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extremely high temperatures</a:t>
            </a:r>
            <a:endParaRPr/>
          </a:p>
        </p:txBody>
      </p:sp>
      <p:sp>
        <p:nvSpPr>
          <p:cNvPr id="1309" name="Google Shape;1309;p42"/>
          <p:cNvSpPr txBox="1">
            <a:spLocks noGrp="1"/>
          </p:cNvSpPr>
          <p:nvPr>
            <p:ph type="subTitle" idx="5"/>
          </p:nvPr>
        </p:nvSpPr>
        <p:spPr>
          <a:xfrm>
            <a:off x="6438000" y="1928955"/>
            <a:ext cx="19860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a:t>
            </a:r>
            <a:endParaRPr/>
          </a:p>
        </p:txBody>
      </p:sp>
      <p:sp>
        <p:nvSpPr>
          <p:cNvPr id="1310" name="Google Shape;1310;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Symbolic elements in gothic literature</a:t>
            </a:r>
            <a:endParaRPr/>
          </a:p>
        </p:txBody>
      </p:sp>
      <p:sp>
        <p:nvSpPr>
          <p:cNvPr id="1311" name="Google Shape;1311;p42"/>
          <p:cNvSpPr txBox="1">
            <a:spLocks noGrp="1"/>
          </p:cNvSpPr>
          <p:nvPr>
            <p:ph type="subTitle" idx="1"/>
          </p:nvPr>
        </p:nvSpPr>
        <p:spPr>
          <a:xfrm>
            <a:off x="720000" y="1928955"/>
            <a:ext cx="19860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Mars is actually a very cold place</a:t>
            </a:r>
            <a:endParaRPr/>
          </a:p>
        </p:txBody>
      </p:sp>
      <p:sp>
        <p:nvSpPr>
          <p:cNvPr id="1312" name="Google Shape;1312;p42"/>
          <p:cNvSpPr txBox="1">
            <a:spLocks noGrp="1"/>
          </p:cNvSpPr>
          <p:nvPr>
            <p:ph type="subTitle" idx="3"/>
          </p:nvPr>
        </p:nvSpPr>
        <p:spPr>
          <a:xfrm>
            <a:off x="720000" y="3559014"/>
            <a:ext cx="19860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a:t>
            </a:r>
            <a:endParaRPr/>
          </a:p>
        </p:txBody>
      </p:sp>
      <p:sp>
        <p:nvSpPr>
          <p:cNvPr id="1313" name="Google Shape;1313;p42"/>
          <p:cNvSpPr txBox="1">
            <a:spLocks noGrp="1"/>
          </p:cNvSpPr>
          <p:nvPr>
            <p:ph type="subTitle" idx="4"/>
          </p:nvPr>
        </p:nvSpPr>
        <p:spPr>
          <a:xfrm>
            <a:off x="3579000" y="3559014"/>
            <a:ext cx="19860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a:t>
            </a:r>
            <a:endParaRPr/>
          </a:p>
        </p:txBody>
      </p:sp>
      <p:sp>
        <p:nvSpPr>
          <p:cNvPr id="1314" name="Google Shape;1314;p42"/>
          <p:cNvSpPr txBox="1">
            <a:spLocks noGrp="1"/>
          </p:cNvSpPr>
          <p:nvPr>
            <p:ph type="subTitle" idx="6"/>
          </p:nvPr>
        </p:nvSpPr>
        <p:spPr>
          <a:xfrm>
            <a:off x="6438000" y="3559014"/>
            <a:ext cx="19860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of them all</a:t>
            </a:r>
            <a:endParaRPr/>
          </a:p>
        </p:txBody>
      </p:sp>
      <p:sp>
        <p:nvSpPr>
          <p:cNvPr id="1315" name="Google Shape;1315;p42"/>
          <p:cNvSpPr txBox="1">
            <a:spLocks noGrp="1"/>
          </p:cNvSpPr>
          <p:nvPr>
            <p:ph type="subTitle" idx="7"/>
          </p:nvPr>
        </p:nvSpPr>
        <p:spPr>
          <a:xfrm>
            <a:off x="720000" y="1526162"/>
            <a:ext cx="1984200" cy="4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Candles</a:t>
            </a:r>
            <a:endParaRPr/>
          </a:p>
        </p:txBody>
      </p:sp>
      <p:sp>
        <p:nvSpPr>
          <p:cNvPr id="1316" name="Google Shape;1316;p42"/>
          <p:cNvSpPr txBox="1">
            <a:spLocks noGrp="1"/>
          </p:cNvSpPr>
          <p:nvPr>
            <p:ph type="subTitle" idx="8"/>
          </p:nvPr>
        </p:nvSpPr>
        <p:spPr>
          <a:xfrm>
            <a:off x="3579900" y="1526162"/>
            <a:ext cx="1984200" cy="4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Mirrors</a:t>
            </a:r>
            <a:endParaRPr/>
          </a:p>
        </p:txBody>
      </p:sp>
      <p:sp>
        <p:nvSpPr>
          <p:cNvPr id="1317" name="Google Shape;1317;p42"/>
          <p:cNvSpPr txBox="1">
            <a:spLocks noGrp="1"/>
          </p:cNvSpPr>
          <p:nvPr>
            <p:ph type="subTitle" idx="9"/>
          </p:nvPr>
        </p:nvSpPr>
        <p:spPr>
          <a:xfrm>
            <a:off x="6439800" y="1526162"/>
            <a:ext cx="1984200" cy="4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Labyrinths</a:t>
            </a:r>
            <a:endParaRPr/>
          </a:p>
        </p:txBody>
      </p:sp>
      <p:sp>
        <p:nvSpPr>
          <p:cNvPr id="1318" name="Google Shape;1318;p42"/>
          <p:cNvSpPr txBox="1">
            <a:spLocks noGrp="1"/>
          </p:cNvSpPr>
          <p:nvPr>
            <p:ph type="subTitle" idx="13"/>
          </p:nvPr>
        </p:nvSpPr>
        <p:spPr>
          <a:xfrm>
            <a:off x="720000" y="3157748"/>
            <a:ext cx="1984200" cy="4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Red roses</a:t>
            </a:r>
            <a:endParaRPr/>
          </a:p>
        </p:txBody>
      </p:sp>
      <p:sp>
        <p:nvSpPr>
          <p:cNvPr id="1319" name="Google Shape;1319;p42"/>
          <p:cNvSpPr txBox="1">
            <a:spLocks noGrp="1"/>
          </p:cNvSpPr>
          <p:nvPr>
            <p:ph type="subTitle" idx="14"/>
          </p:nvPr>
        </p:nvSpPr>
        <p:spPr>
          <a:xfrm>
            <a:off x="3579900" y="3157748"/>
            <a:ext cx="1984200" cy="4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Storm</a:t>
            </a:r>
            <a:endParaRPr/>
          </a:p>
        </p:txBody>
      </p:sp>
      <p:sp>
        <p:nvSpPr>
          <p:cNvPr id="1320" name="Google Shape;1320;p42"/>
          <p:cNvSpPr txBox="1">
            <a:spLocks noGrp="1"/>
          </p:cNvSpPr>
          <p:nvPr>
            <p:ph type="subTitle" idx="15"/>
          </p:nvPr>
        </p:nvSpPr>
        <p:spPr>
          <a:xfrm>
            <a:off x="6439800" y="3157748"/>
            <a:ext cx="1984200" cy="4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Ruins</a:t>
            </a:r>
            <a:endParaRPr/>
          </a:p>
        </p:txBody>
      </p:sp>
      <p:grpSp>
        <p:nvGrpSpPr>
          <p:cNvPr id="1321" name="Google Shape;1321;p42"/>
          <p:cNvGrpSpPr/>
          <p:nvPr/>
        </p:nvGrpSpPr>
        <p:grpSpPr>
          <a:xfrm rot="3599826">
            <a:off x="7815820" y="130430"/>
            <a:ext cx="1229917" cy="1161379"/>
            <a:chOff x="10862245" y="208750"/>
            <a:chExt cx="1369738" cy="1293408"/>
          </a:xfrm>
        </p:grpSpPr>
        <p:sp>
          <p:nvSpPr>
            <p:cNvPr id="1322" name="Google Shape;1322;p42"/>
            <p:cNvSpPr/>
            <p:nvPr/>
          </p:nvSpPr>
          <p:spPr>
            <a:xfrm>
              <a:off x="11776756"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3" name="Google Shape;1323;p42"/>
            <p:cNvSpPr/>
            <p:nvPr/>
          </p:nvSpPr>
          <p:spPr>
            <a:xfrm>
              <a:off x="11837714"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4" name="Google Shape;1324;p42"/>
            <p:cNvSpPr/>
            <p:nvPr/>
          </p:nvSpPr>
          <p:spPr>
            <a:xfrm>
              <a:off x="11605991"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5" name="Google Shape;1325;p42"/>
            <p:cNvSpPr/>
            <p:nvPr/>
          </p:nvSpPr>
          <p:spPr>
            <a:xfrm>
              <a:off x="11649757"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26" name="Google Shape;1326;p42"/>
            <p:cNvGrpSpPr/>
            <p:nvPr/>
          </p:nvGrpSpPr>
          <p:grpSpPr>
            <a:xfrm>
              <a:off x="10862245" y="208750"/>
              <a:ext cx="1369738" cy="1031739"/>
              <a:chOff x="10862245" y="208750"/>
              <a:chExt cx="1369738" cy="1031739"/>
            </a:xfrm>
          </p:grpSpPr>
          <p:sp>
            <p:nvSpPr>
              <p:cNvPr id="1327" name="Google Shape;1327;p42"/>
              <p:cNvSpPr/>
              <p:nvPr/>
            </p:nvSpPr>
            <p:spPr>
              <a:xfrm>
                <a:off x="10862245"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28" name="Google Shape;1328;p42"/>
              <p:cNvGrpSpPr/>
              <p:nvPr/>
            </p:nvGrpSpPr>
            <p:grpSpPr>
              <a:xfrm>
                <a:off x="10998884" y="208750"/>
                <a:ext cx="1233099" cy="739873"/>
                <a:chOff x="10998884" y="208750"/>
                <a:chExt cx="1233099" cy="739873"/>
              </a:xfrm>
            </p:grpSpPr>
            <p:sp>
              <p:nvSpPr>
                <p:cNvPr id="1329" name="Google Shape;1329;p42"/>
                <p:cNvSpPr/>
                <p:nvPr/>
              </p:nvSpPr>
              <p:spPr>
                <a:xfrm>
                  <a:off x="11734475"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0" name="Google Shape;1330;p42"/>
                <p:cNvSpPr/>
                <p:nvPr/>
              </p:nvSpPr>
              <p:spPr>
                <a:xfrm>
                  <a:off x="11781527"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31" name="Google Shape;1331;p42"/>
                <p:cNvGrpSpPr/>
                <p:nvPr/>
              </p:nvGrpSpPr>
              <p:grpSpPr>
                <a:xfrm>
                  <a:off x="10998884" y="208750"/>
                  <a:ext cx="777560" cy="739873"/>
                  <a:chOff x="10998884" y="208750"/>
                  <a:chExt cx="777560" cy="739873"/>
                </a:xfrm>
              </p:grpSpPr>
              <p:sp>
                <p:nvSpPr>
                  <p:cNvPr id="1332" name="Google Shape;1332;p42"/>
                  <p:cNvSpPr/>
                  <p:nvPr/>
                </p:nvSpPr>
                <p:spPr>
                  <a:xfrm>
                    <a:off x="10998884"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3" name="Google Shape;1333;p42"/>
                  <p:cNvSpPr/>
                  <p:nvPr/>
                </p:nvSpPr>
                <p:spPr>
                  <a:xfrm>
                    <a:off x="11266703"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4" name="Google Shape;1334;p42"/>
                  <p:cNvSpPr/>
                  <p:nvPr/>
                </p:nvSpPr>
                <p:spPr>
                  <a:xfrm>
                    <a:off x="11359570"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5" name="Google Shape;1335;p42"/>
                  <p:cNvSpPr/>
                  <p:nvPr/>
                </p:nvSpPr>
                <p:spPr>
                  <a:xfrm>
                    <a:off x="11087005"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6" name="Google Shape;1336;p42"/>
                  <p:cNvSpPr/>
                  <p:nvPr/>
                </p:nvSpPr>
                <p:spPr>
                  <a:xfrm>
                    <a:off x="11495401"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7" name="Google Shape;1337;p42"/>
                  <p:cNvSpPr/>
                  <p:nvPr/>
                </p:nvSpPr>
                <p:spPr>
                  <a:xfrm>
                    <a:off x="11270843"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8" name="Google Shape;1338;p42"/>
                  <p:cNvSpPr/>
                  <p:nvPr/>
                </p:nvSpPr>
                <p:spPr>
                  <a:xfrm>
                    <a:off x="11165861"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9" name="Google Shape;1339;p42"/>
                  <p:cNvSpPr/>
                  <p:nvPr/>
                </p:nvSpPr>
                <p:spPr>
                  <a:xfrm>
                    <a:off x="11425825"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0" name="Google Shape;1340;p42"/>
                  <p:cNvSpPr/>
                  <p:nvPr/>
                </p:nvSpPr>
                <p:spPr>
                  <a:xfrm>
                    <a:off x="11448815"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1" name="Google Shape;1341;p42"/>
                  <p:cNvSpPr/>
                  <p:nvPr/>
                </p:nvSpPr>
                <p:spPr>
                  <a:xfrm>
                    <a:off x="11305318"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2" name="Google Shape;1342;p42"/>
                  <p:cNvSpPr/>
                  <p:nvPr/>
                </p:nvSpPr>
                <p:spPr>
                  <a:xfrm>
                    <a:off x="11557407"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3" name="Google Shape;1343;p42"/>
                  <p:cNvSpPr/>
                  <p:nvPr/>
                </p:nvSpPr>
                <p:spPr>
                  <a:xfrm>
                    <a:off x="11081445"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4" name="Google Shape;1344;p42"/>
                  <p:cNvSpPr/>
                  <p:nvPr/>
                </p:nvSpPr>
                <p:spPr>
                  <a:xfrm>
                    <a:off x="11343673"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5" name="Google Shape;1345;p42"/>
                  <p:cNvSpPr/>
                  <p:nvPr/>
                </p:nvSpPr>
                <p:spPr>
                  <a:xfrm>
                    <a:off x="11247125"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6" name="Google Shape;1346;p42"/>
                  <p:cNvSpPr/>
                  <p:nvPr/>
                </p:nvSpPr>
                <p:spPr>
                  <a:xfrm>
                    <a:off x="11396355"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7" name="Google Shape;1347;p42"/>
                  <p:cNvSpPr/>
                  <p:nvPr/>
                </p:nvSpPr>
                <p:spPr>
                  <a:xfrm>
                    <a:off x="11324151"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8" name="Google Shape;1348;p42"/>
                  <p:cNvSpPr/>
                  <p:nvPr/>
                </p:nvSpPr>
                <p:spPr>
                  <a:xfrm>
                    <a:off x="11414100"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9" name="Google Shape;1349;p42"/>
                  <p:cNvSpPr/>
                  <p:nvPr/>
                </p:nvSpPr>
                <p:spPr>
                  <a:xfrm>
                    <a:off x="11338622"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0" name="Google Shape;1350;p42"/>
                  <p:cNvSpPr/>
                  <p:nvPr/>
                </p:nvSpPr>
                <p:spPr>
                  <a:xfrm>
                    <a:off x="11394951"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1" name="Google Shape;1351;p42"/>
                  <p:cNvSpPr/>
                  <p:nvPr/>
                </p:nvSpPr>
                <p:spPr>
                  <a:xfrm>
                    <a:off x="11314358"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2" name="Google Shape;1352;p42"/>
                  <p:cNvSpPr/>
                  <p:nvPr/>
                </p:nvSpPr>
                <p:spPr>
                  <a:xfrm>
                    <a:off x="11251948"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57" name="Google Shape;1357;p43"/>
          <p:cNvSpPr txBox="1">
            <a:spLocks noGrp="1"/>
          </p:cNvSpPr>
          <p:nvPr>
            <p:ph type="title"/>
          </p:nvPr>
        </p:nvSpPr>
        <p:spPr>
          <a:xfrm>
            <a:off x="1205875" y="1629150"/>
            <a:ext cx="3753600" cy="1885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Awesome words</a:t>
            </a:r>
            <a:endParaRPr/>
          </a:p>
        </p:txBody>
      </p:sp>
      <p:grpSp>
        <p:nvGrpSpPr>
          <p:cNvPr id="1358" name="Google Shape;1358;p43"/>
          <p:cNvGrpSpPr/>
          <p:nvPr/>
        </p:nvGrpSpPr>
        <p:grpSpPr>
          <a:xfrm>
            <a:off x="4877403" y="454388"/>
            <a:ext cx="1731234" cy="2331385"/>
            <a:chOff x="538258" y="3432598"/>
            <a:chExt cx="1630471" cy="2195691"/>
          </a:xfrm>
        </p:grpSpPr>
        <p:sp>
          <p:nvSpPr>
            <p:cNvPr id="1359" name="Google Shape;1359;p43"/>
            <p:cNvSpPr/>
            <p:nvPr/>
          </p:nvSpPr>
          <p:spPr>
            <a:xfrm>
              <a:off x="538258" y="3432598"/>
              <a:ext cx="1630471" cy="2195691"/>
            </a:xfrm>
            <a:custGeom>
              <a:avLst/>
              <a:gdLst/>
              <a:ahLst/>
              <a:cxnLst/>
              <a:rect l="l" t="t" r="r" b="b"/>
              <a:pathLst>
                <a:path w="1630471" h="2195691" extrusionOk="0">
                  <a:moveTo>
                    <a:pt x="1624873" y="1866064"/>
                  </a:moveTo>
                  <a:cubicBezTo>
                    <a:pt x="1624873" y="1866064"/>
                    <a:pt x="1671165" y="1754145"/>
                    <a:pt x="1497524" y="1626796"/>
                  </a:cubicBezTo>
                  <a:cubicBezTo>
                    <a:pt x="1323883" y="1499446"/>
                    <a:pt x="1308453" y="1368192"/>
                    <a:pt x="1238920" y="1136639"/>
                  </a:cubicBezTo>
                  <a:cubicBezTo>
                    <a:pt x="1169483" y="905086"/>
                    <a:pt x="1161768" y="688964"/>
                    <a:pt x="798960" y="472842"/>
                  </a:cubicBezTo>
                  <a:cubicBezTo>
                    <a:pt x="436153" y="256624"/>
                    <a:pt x="339665" y="210333"/>
                    <a:pt x="223841" y="82984"/>
                  </a:cubicBezTo>
                  <a:cubicBezTo>
                    <a:pt x="108017" y="-44366"/>
                    <a:pt x="77156" y="-9599"/>
                    <a:pt x="123447" y="82984"/>
                  </a:cubicBezTo>
                  <a:cubicBezTo>
                    <a:pt x="169739" y="175567"/>
                    <a:pt x="331854" y="318442"/>
                    <a:pt x="331854" y="318442"/>
                  </a:cubicBezTo>
                  <a:cubicBezTo>
                    <a:pt x="331854" y="318442"/>
                    <a:pt x="150498" y="198808"/>
                    <a:pt x="65535" y="125465"/>
                  </a:cubicBezTo>
                  <a:cubicBezTo>
                    <a:pt x="-19332" y="52123"/>
                    <a:pt x="-7712" y="237384"/>
                    <a:pt x="243177" y="418740"/>
                  </a:cubicBezTo>
                  <a:cubicBezTo>
                    <a:pt x="116685" y="347207"/>
                    <a:pt x="34770" y="250147"/>
                    <a:pt x="3909" y="295296"/>
                  </a:cubicBezTo>
                  <a:cubicBezTo>
                    <a:pt x="-27333" y="340921"/>
                    <a:pt x="138973" y="503703"/>
                    <a:pt x="138973" y="503703"/>
                  </a:cubicBezTo>
                  <a:cubicBezTo>
                    <a:pt x="138973" y="503703"/>
                    <a:pt x="-57909" y="457411"/>
                    <a:pt x="250892" y="735256"/>
                  </a:cubicBezTo>
                  <a:cubicBezTo>
                    <a:pt x="250892" y="735256"/>
                    <a:pt x="111922" y="634862"/>
                    <a:pt x="104207" y="696679"/>
                  </a:cubicBezTo>
                  <a:cubicBezTo>
                    <a:pt x="96492" y="758401"/>
                    <a:pt x="324234" y="905086"/>
                    <a:pt x="324234" y="905086"/>
                  </a:cubicBezTo>
                  <a:cubicBezTo>
                    <a:pt x="324234" y="905086"/>
                    <a:pt x="162119" y="851080"/>
                    <a:pt x="177549" y="905086"/>
                  </a:cubicBezTo>
                  <a:cubicBezTo>
                    <a:pt x="192980" y="959093"/>
                    <a:pt x="486350" y="1082632"/>
                    <a:pt x="486350" y="1082632"/>
                  </a:cubicBezTo>
                  <a:cubicBezTo>
                    <a:pt x="486350" y="1082632"/>
                    <a:pt x="293373" y="1013195"/>
                    <a:pt x="270228" y="1047866"/>
                  </a:cubicBezTo>
                  <a:cubicBezTo>
                    <a:pt x="247082" y="1082537"/>
                    <a:pt x="455489" y="1182931"/>
                    <a:pt x="455489" y="1182931"/>
                  </a:cubicBezTo>
                  <a:cubicBezTo>
                    <a:pt x="455489" y="1182931"/>
                    <a:pt x="331950" y="1155880"/>
                    <a:pt x="339665" y="1182931"/>
                  </a:cubicBezTo>
                  <a:cubicBezTo>
                    <a:pt x="347380" y="1209982"/>
                    <a:pt x="470919" y="1283324"/>
                    <a:pt x="470919" y="1283324"/>
                  </a:cubicBezTo>
                  <a:cubicBezTo>
                    <a:pt x="470919" y="1283324"/>
                    <a:pt x="362811" y="1260178"/>
                    <a:pt x="443868" y="1333521"/>
                  </a:cubicBezTo>
                  <a:cubicBezTo>
                    <a:pt x="521021" y="1387528"/>
                    <a:pt x="594363" y="1414579"/>
                    <a:pt x="594363" y="1414579"/>
                  </a:cubicBezTo>
                  <a:cubicBezTo>
                    <a:pt x="594363" y="1414579"/>
                    <a:pt x="517211" y="1453155"/>
                    <a:pt x="509496" y="1530403"/>
                  </a:cubicBezTo>
                  <a:cubicBezTo>
                    <a:pt x="501780" y="1607555"/>
                    <a:pt x="605984" y="1526497"/>
                    <a:pt x="605984" y="1526497"/>
                  </a:cubicBezTo>
                  <a:cubicBezTo>
                    <a:pt x="605984" y="1526497"/>
                    <a:pt x="486350" y="1692423"/>
                    <a:pt x="544262" y="1765765"/>
                  </a:cubicBezTo>
                  <a:cubicBezTo>
                    <a:pt x="544262" y="1881589"/>
                    <a:pt x="594459" y="1812057"/>
                    <a:pt x="594459" y="1812057"/>
                  </a:cubicBezTo>
                  <a:cubicBezTo>
                    <a:pt x="594459" y="1812057"/>
                    <a:pt x="609889" y="2005033"/>
                    <a:pt x="660086" y="1927881"/>
                  </a:cubicBezTo>
                  <a:cubicBezTo>
                    <a:pt x="660086" y="1927881"/>
                    <a:pt x="690947" y="2082281"/>
                    <a:pt x="741144" y="1989603"/>
                  </a:cubicBezTo>
                  <a:cubicBezTo>
                    <a:pt x="791340" y="2120857"/>
                    <a:pt x="822201" y="2101522"/>
                    <a:pt x="841537" y="2051325"/>
                  </a:cubicBezTo>
                  <a:cubicBezTo>
                    <a:pt x="880113" y="2170959"/>
                    <a:pt x="938025" y="2158386"/>
                    <a:pt x="945741" y="2089425"/>
                  </a:cubicBezTo>
                  <a:cubicBezTo>
                    <a:pt x="999747" y="2198010"/>
                    <a:pt x="1046134" y="2204487"/>
                    <a:pt x="1049944" y="2141431"/>
                  </a:cubicBezTo>
                  <a:cubicBezTo>
                    <a:pt x="1111666" y="2236586"/>
                    <a:pt x="1142527" y="2159338"/>
                    <a:pt x="1142527" y="2159338"/>
                  </a:cubicBezTo>
                  <a:cubicBezTo>
                    <a:pt x="1142527" y="2159338"/>
                    <a:pt x="1223585" y="2214583"/>
                    <a:pt x="1354839" y="2188866"/>
                  </a:cubicBezTo>
                  <a:cubicBezTo>
                    <a:pt x="1486094" y="2163148"/>
                    <a:pt x="1582582" y="2082091"/>
                    <a:pt x="1624968" y="1865968"/>
                  </a:cubicBezTo>
                  <a:close/>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0" name="Google Shape;1360;p43"/>
            <p:cNvSpPr/>
            <p:nvPr/>
          </p:nvSpPr>
          <p:spPr>
            <a:xfrm>
              <a:off x="1288827" y="3953814"/>
              <a:ext cx="241748" cy="202038"/>
            </a:xfrm>
            <a:custGeom>
              <a:avLst/>
              <a:gdLst/>
              <a:ahLst/>
              <a:cxnLst/>
              <a:rect l="l" t="t" r="r" b="b"/>
              <a:pathLst>
                <a:path w="241748" h="202038" extrusionOk="0">
                  <a:moveTo>
                    <a:pt x="241749" y="146317"/>
                  </a:moveTo>
                  <a:cubicBezTo>
                    <a:pt x="241749" y="146317"/>
                    <a:pt x="60583" y="-37610"/>
                    <a:pt x="7719" y="6967"/>
                  </a:cubicBezTo>
                  <a:cubicBezTo>
                    <a:pt x="-45240" y="51544"/>
                    <a:pt x="191647" y="202039"/>
                    <a:pt x="191647" y="202039"/>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1" name="Google Shape;1361;p43"/>
            <p:cNvSpPr/>
            <p:nvPr/>
          </p:nvSpPr>
          <p:spPr>
            <a:xfrm>
              <a:off x="1220230" y="3987685"/>
              <a:ext cx="346540" cy="326949"/>
            </a:xfrm>
            <a:custGeom>
              <a:avLst/>
              <a:gdLst/>
              <a:ahLst/>
              <a:cxnLst/>
              <a:rect l="l" t="t" r="r" b="b"/>
              <a:pathLst>
                <a:path w="346540" h="326949" extrusionOk="0">
                  <a:moveTo>
                    <a:pt x="346540" y="326949"/>
                  </a:moveTo>
                  <a:cubicBezTo>
                    <a:pt x="346540" y="326949"/>
                    <a:pt x="-21315" y="53867"/>
                    <a:pt x="973" y="6528"/>
                  </a:cubicBezTo>
                  <a:cubicBezTo>
                    <a:pt x="23262" y="-40811"/>
                    <a:pt x="276817" y="184836"/>
                    <a:pt x="276817" y="184836"/>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2" name="Google Shape;1362;p43"/>
            <p:cNvSpPr/>
            <p:nvPr/>
          </p:nvSpPr>
          <p:spPr>
            <a:xfrm>
              <a:off x="1237814" y="4113142"/>
              <a:ext cx="328956" cy="293503"/>
            </a:xfrm>
            <a:custGeom>
              <a:avLst/>
              <a:gdLst/>
              <a:ahLst/>
              <a:cxnLst/>
              <a:rect l="l" t="t" r="r" b="b"/>
              <a:pathLst>
                <a:path w="328956" h="293503" extrusionOk="0">
                  <a:moveTo>
                    <a:pt x="328957" y="293504"/>
                  </a:moveTo>
                  <a:cubicBezTo>
                    <a:pt x="328957" y="293504"/>
                    <a:pt x="-8228" y="73381"/>
                    <a:pt x="154" y="14897"/>
                  </a:cubicBezTo>
                  <a:cubicBezTo>
                    <a:pt x="8536" y="-43586"/>
                    <a:pt x="206370" y="82811"/>
                    <a:pt x="292762" y="174251"/>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3" name="Google Shape;1363;p43"/>
            <p:cNvSpPr/>
            <p:nvPr/>
          </p:nvSpPr>
          <p:spPr>
            <a:xfrm>
              <a:off x="1276550" y="4269240"/>
              <a:ext cx="290220" cy="223797"/>
            </a:xfrm>
            <a:custGeom>
              <a:avLst/>
              <a:gdLst/>
              <a:ahLst/>
              <a:cxnLst/>
              <a:rect l="l" t="t" r="r" b="b"/>
              <a:pathLst>
                <a:path w="290220" h="223797" extrusionOk="0">
                  <a:moveTo>
                    <a:pt x="290220" y="223797"/>
                  </a:moveTo>
                  <a:cubicBezTo>
                    <a:pt x="290220" y="223797"/>
                    <a:pt x="-13532" y="56634"/>
                    <a:pt x="470" y="9199"/>
                  </a:cubicBezTo>
                  <a:cubicBezTo>
                    <a:pt x="14471" y="-38235"/>
                    <a:pt x="254025" y="113212"/>
                    <a:pt x="254025" y="113212"/>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4" name="Google Shape;1364;p43"/>
            <p:cNvSpPr/>
            <p:nvPr/>
          </p:nvSpPr>
          <p:spPr>
            <a:xfrm>
              <a:off x="1318601" y="4404544"/>
              <a:ext cx="211974" cy="166503"/>
            </a:xfrm>
            <a:custGeom>
              <a:avLst/>
              <a:gdLst/>
              <a:ahLst/>
              <a:cxnLst/>
              <a:rect l="l" t="t" r="r" b="b"/>
              <a:pathLst>
                <a:path w="211974" h="166503" extrusionOk="0">
                  <a:moveTo>
                    <a:pt x="211974" y="166503"/>
                  </a:moveTo>
                  <a:cubicBezTo>
                    <a:pt x="211974" y="166503"/>
                    <a:pt x="-8149" y="71730"/>
                    <a:pt x="233" y="16008"/>
                  </a:cubicBezTo>
                  <a:cubicBezTo>
                    <a:pt x="8615" y="-39713"/>
                    <a:pt x="211974" y="67920"/>
                    <a:pt x="211974" y="6792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5" name="Google Shape;1365;p43"/>
            <p:cNvSpPr/>
            <p:nvPr/>
          </p:nvSpPr>
          <p:spPr>
            <a:xfrm>
              <a:off x="1350567" y="4498519"/>
              <a:ext cx="180008" cy="136631"/>
            </a:xfrm>
            <a:custGeom>
              <a:avLst/>
              <a:gdLst/>
              <a:ahLst/>
              <a:cxnLst/>
              <a:rect l="l" t="t" r="r" b="b"/>
              <a:pathLst>
                <a:path w="180008" h="136631" extrusionOk="0">
                  <a:moveTo>
                    <a:pt x="180009" y="136632"/>
                  </a:moveTo>
                  <a:cubicBezTo>
                    <a:pt x="180009" y="136632"/>
                    <a:pt x="-11634" y="72529"/>
                    <a:pt x="558" y="16807"/>
                  </a:cubicBezTo>
                  <a:cubicBezTo>
                    <a:pt x="12750" y="-38914"/>
                    <a:pt x="156006" y="61765"/>
                    <a:pt x="156006" y="61765"/>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6" name="Google Shape;1366;p43"/>
            <p:cNvSpPr/>
            <p:nvPr/>
          </p:nvSpPr>
          <p:spPr>
            <a:xfrm>
              <a:off x="1368566" y="4648755"/>
              <a:ext cx="198204" cy="69703"/>
            </a:xfrm>
            <a:custGeom>
              <a:avLst/>
              <a:gdLst/>
              <a:ahLst/>
              <a:cxnLst/>
              <a:rect l="l" t="t" r="r" b="b"/>
              <a:pathLst>
                <a:path w="198204" h="69703" extrusionOk="0">
                  <a:moveTo>
                    <a:pt x="198205" y="61547"/>
                  </a:moveTo>
                  <a:cubicBezTo>
                    <a:pt x="198205" y="61547"/>
                    <a:pt x="8753" y="89455"/>
                    <a:pt x="371" y="42021"/>
                  </a:cubicBezTo>
                  <a:cubicBezTo>
                    <a:pt x="-8011" y="-5414"/>
                    <a:pt x="128577" y="206"/>
                    <a:pt x="128577" y="206"/>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7" name="Google Shape;1367;p43"/>
            <p:cNvSpPr/>
            <p:nvPr/>
          </p:nvSpPr>
          <p:spPr>
            <a:xfrm>
              <a:off x="1349736" y="4717541"/>
              <a:ext cx="180838" cy="84697"/>
            </a:xfrm>
            <a:custGeom>
              <a:avLst/>
              <a:gdLst/>
              <a:ahLst/>
              <a:cxnLst/>
              <a:rect l="l" t="t" r="r" b="b"/>
              <a:pathLst>
                <a:path w="180838" h="84697" extrusionOk="0">
                  <a:moveTo>
                    <a:pt x="180839" y="54102"/>
                  </a:moveTo>
                  <a:cubicBezTo>
                    <a:pt x="180839" y="54102"/>
                    <a:pt x="10342" y="107061"/>
                    <a:pt x="817" y="73628"/>
                  </a:cubicBezTo>
                  <a:cubicBezTo>
                    <a:pt x="-8708" y="40196"/>
                    <a:pt x="66730" y="7239"/>
                    <a:pt x="141882" y="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8" name="Google Shape;1368;p43"/>
            <p:cNvSpPr/>
            <p:nvPr/>
          </p:nvSpPr>
          <p:spPr>
            <a:xfrm>
              <a:off x="1314652" y="4788693"/>
              <a:ext cx="215923" cy="133038"/>
            </a:xfrm>
            <a:custGeom>
              <a:avLst/>
              <a:gdLst/>
              <a:ahLst/>
              <a:cxnLst/>
              <a:rect l="l" t="t" r="r" b="b"/>
              <a:pathLst>
                <a:path w="215923" h="133038" extrusionOk="0">
                  <a:moveTo>
                    <a:pt x="215923" y="47054"/>
                  </a:moveTo>
                  <a:cubicBezTo>
                    <a:pt x="215923" y="47054"/>
                    <a:pt x="25995" y="164116"/>
                    <a:pt x="3897" y="125063"/>
                  </a:cubicBezTo>
                  <a:cubicBezTo>
                    <a:pt x="-18201" y="86011"/>
                    <a:pt x="56665" y="14192"/>
                    <a:pt x="153058" y="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9" name="Google Shape;1369;p43"/>
            <p:cNvSpPr/>
            <p:nvPr/>
          </p:nvSpPr>
          <p:spPr>
            <a:xfrm>
              <a:off x="1315344" y="4869179"/>
              <a:ext cx="215231" cy="148265"/>
            </a:xfrm>
            <a:custGeom>
              <a:avLst/>
              <a:gdLst/>
              <a:ahLst/>
              <a:cxnLst/>
              <a:rect l="l" t="t" r="r" b="b"/>
              <a:pathLst>
                <a:path w="215231" h="148265" extrusionOk="0">
                  <a:moveTo>
                    <a:pt x="215232" y="22288"/>
                  </a:moveTo>
                  <a:cubicBezTo>
                    <a:pt x="215232" y="22288"/>
                    <a:pt x="28065" y="181070"/>
                    <a:pt x="3205" y="142113"/>
                  </a:cubicBezTo>
                  <a:cubicBezTo>
                    <a:pt x="-21655" y="103156"/>
                    <a:pt x="106266" y="0"/>
                    <a:pt x="106266" y="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0" name="Google Shape;1370;p43"/>
            <p:cNvSpPr/>
            <p:nvPr/>
          </p:nvSpPr>
          <p:spPr>
            <a:xfrm>
              <a:off x="1343293" y="4933283"/>
              <a:ext cx="223477" cy="160276"/>
            </a:xfrm>
            <a:custGeom>
              <a:avLst/>
              <a:gdLst/>
              <a:ahLst/>
              <a:cxnLst/>
              <a:rect l="l" t="t" r="r" b="b"/>
              <a:pathLst>
                <a:path w="223477" h="160276" extrusionOk="0">
                  <a:moveTo>
                    <a:pt x="223477" y="0"/>
                  </a:moveTo>
                  <a:cubicBezTo>
                    <a:pt x="223477" y="0"/>
                    <a:pt x="40216" y="178308"/>
                    <a:pt x="6498" y="158782"/>
                  </a:cubicBezTo>
                  <a:cubicBezTo>
                    <a:pt x="-27221" y="139256"/>
                    <a:pt x="81269" y="10001"/>
                    <a:pt x="81269" y="10001"/>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1" name="Google Shape;1371;p43"/>
            <p:cNvSpPr/>
            <p:nvPr/>
          </p:nvSpPr>
          <p:spPr>
            <a:xfrm>
              <a:off x="1382225" y="4943284"/>
              <a:ext cx="184546" cy="239361"/>
            </a:xfrm>
            <a:custGeom>
              <a:avLst/>
              <a:gdLst/>
              <a:ahLst/>
              <a:cxnLst/>
              <a:rect l="l" t="t" r="r" b="b"/>
              <a:pathLst>
                <a:path w="184546" h="239361" extrusionOk="0">
                  <a:moveTo>
                    <a:pt x="184546" y="70104"/>
                  </a:moveTo>
                  <a:cubicBezTo>
                    <a:pt x="184546" y="70104"/>
                    <a:pt x="38718" y="257461"/>
                    <a:pt x="11286" y="237935"/>
                  </a:cubicBezTo>
                  <a:cubicBezTo>
                    <a:pt x="-16050" y="218408"/>
                    <a:pt x="-2144" y="135446"/>
                    <a:pt x="148351" y="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2" name="Google Shape;1372;p43"/>
            <p:cNvSpPr/>
            <p:nvPr/>
          </p:nvSpPr>
          <p:spPr>
            <a:xfrm>
              <a:off x="1428947" y="5030819"/>
              <a:ext cx="160112" cy="297031"/>
            </a:xfrm>
            <a:custGeom>
              <a:avLst/>
              <a:gdLst/>
              <a:ahLst/>
              <a:cxnLst/>
              <a:rect l="l" t="t" r="r" b="b"/>
              <a:pathLst>
                <a:path w="160112" h="297031" extrusionOk="0">
                  <a:moveTo>
                    <a:pt x="101629" y="0"/>
                  </a:moveTo>
                  <a:cubicBezTo>
                    <a:pt x="101629" y="0"/>
                    <a:pt x="-40198" y="256318"/>
                    <a:pt x="11237" y="292608"/>
                  </a:cubicBezTo>
                  <a:cubicBezTo>
                    <a:pt x="62672" y="328803"/>
                    <a:pt x="160112" y="130969"/>
                    <a:pt x="160112" y="130969"/>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3" name="Google Shape;1373;p43"/>
            <p:cNvSpPr/>
            <p:nvPr/>
          </p:nvSpPr>
          <p:spPr>
            <a:xfrm>
              <a:off x="1499321" y="5179313"/>
              <a:ext cx="137077" cy="204975"/>
            </a:xfrm>
            <a:custGeom>
              <a:avLst/>
              <a:gdLst/>
              <a:ahLst/>
              <a:cxnLst/>
              <a:rect l="l" t="t" r="r" b="b"/>
              <a:pathLst>
                <a:path w="137077" h="204975" extrusionOk="0">
                  <a:moveTo>
                    <a:pt x="47923" y="0"/>
                  </a:moveTo>
                  <a:cubicBezTo>
                    <a:pt x="47923" y="0"/>
                    <a:pt x="-25800" y="177546"/>
                    <a:pt x="9633" y="202597"/>
                  </a:cubicBezTo>
                  <a:cubicBezTo>
                    <a:pt x="45161" y="227648"/>
                    <a:pt x="137077" y="46577"/>
                    <a:pt x="137077" y="46577"/>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4" name="Google Shape;1374;p43"/>
            <p:cNvSpPr/>
            <p:nvPr/>
          </p:nvSpPr>
          <p:spPr>
            <a:xfrm>
              <a:off x="1627463" y="5327808"/>
              <a:ext cx="123140" cy="208423"/>
            </a:xfrm>
            <a:custGeom>
              <a:avLst/>
              <a:gdLst/>
              <a:ahLst/>
              <a:cxnLst/>
              <a:rect l="l" t="t" r="r" b="b"/>
              <a:pathLst>
                <a:path w="123140" h="208423" extrusionOk="0">
                  <a:moveTo>
                    <a:pt x="46655" y="0"/>
                  </a:moveTo>
                  <a:cubicBezTo>
                    <a:pt x="46655" y="0"/>
                    <a:pt x="-24497" y="190595"/>
                    <a:pt x="8936" y="207359"/>
                  </a:cubicBezTo>
                  <a:cubicBezTo>
                    <a:pt x="42368" y="224123"/>
                    <a:pt x="123140" y="37338"/>
                    <a:pt x="123140" y="37338"/>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5" name="Google Shape;1375;p43"/>
            <p:cNvSpPr/>
            <p:nvPr/>
          </p:nvSpPr>
          <p:spPr>
            <a:xfrm>
              <a:off x="1563066" y="5264848"/>
              <a:ext cx="120766" cy="220230"/>
            </a:xfrm>
            <a:custGeom>
              <a:avLst/>
              <a:gdLst/>
              <a:ahLst/>
              <a:cxnLst/>
              <a:rect l="l" t="t" r="r" b="b"/>
              <a:pathLst>
                <a:path w="120766" h="220230" extrusionOk="0">
                  <a:moveTo>
                    <a:pt x="25993" y="0"/>
                  </a:moveTo>
                  <a:cubicBezTo>
                    <a:pt x="25993" y="0"/>
                    <a:pt x="-32491" y="214598"/>
                    <a:pt x="25993" y="220123"/>
                  </a:cubicBezTo>
                  <a:cubicBezTo>
                    <a:pt x="84476" y="225647"/>
                    <a:pt x="120766" y="16954"/>
                    <a:pt x="120766" y="16954"/>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6" name="Google Shape;1376;p43"/>
            <p:cNvSpPr/>
            <p:nvPr/>
          </p:nvSpPr>
          <p:spPr>
            <a:xfrm>
              <a:off x="1594111" y="4192573"/>
              <a:ext cx="179733" cy="374282"/>
            </a:xfrm>
            <a:custGeom>
              <a:avLst/>
              <a:gdLst/>
              <a:ahLst/>
              <a:cxnLst/>
              <a:rect l="l" t="t" r="r" b="b"/>
              <a:pathLst>
                <a:path w="179733" h="374282" extrusionOk="0">
                  <a:moveTo>
                    <a:pt x="179733" y="365424"/>
                  </a:moveTo>
                  <a:cubicBezTo>
                    <a:pt x="179733" y="365424"/>
                    <a:pt x="124679" y="-33959"/>
                    <a:pt x="33334" y="2331"/>
                  </a:cubicBezTo>
                  <a:cubicBezTo>
                    <a:pt x="-58011" y="38526"/>
                    <a:pt x="67338" y="374283"/>
                    <a:pt x="67338" y="374283"/>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7" name="Google Shape;1377;p43"/>
            <p:cNvSpPr/>
            <p:nvPr/>
          </p:nvSpPr>
          <p:spPr>
            <a:xfrm>
              <a:off x="1562926" y="4556708"/>
              <a:ext cx="165484" cy="144855"/>
            </a:xfrm>
            <a:custGeom>
              <a:avLst/>
              <a:gdLst/>
              <a:ahLst/>
              <a:cxnLst/>
              <a:rect l="l" t="t" r="r" b="b"/>
              <a:pathLst>
                <a:path w="165484" h="144855" extrusionOk="0">
                  <a:moveTo>
                    <a:pt x="165484" y="10053"/>
                  </a:moveTo>
                  <a:cubicBezTo>
                    <a:pt x="165484" y="10053"/>
                    <a:pt x="40135" y="-21951"/>
                    <a:pt x="26133" y="28246"/>
                  </a:cubicBezTo>
                  <a:cubicBezTo>
                    <a:pt x="12227" y="78443"/>
                    <a:pt x="73473" y="78443"/>
                    <a:pt x="73473" y="78443"/>
                  </a:cubicBezTo>
                  <a:cubicBezTo>
                    <a:pt x="73473" y="78443"/>
                    <a:pt x="-3585" y="100350"/>
                    <a:pt x="130" y="127020"/>
                  </a:cubicBezTo>
                  <a:cubicBezTo>
                    <a:pt x="3845" y="153690"/>
                    <a:pt x="82712" y="142546"/>
                    <a:pt x="82712" y="142546"/>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8" name="Google Shape;1378;p43"/>
            <p:cNvSpPr/>
            <p:nvPr/>
          </p:nvSpPr>
          <p:spPr>
            <a:xfrm>
              <a:off x="1545297" y="4701444"/>
              <a:ext cx="100340" cy="138578"/>
            </a:xfrm>
            <a:custGeom>
              <a:avLst/>
              <a:gdLst/>
              <a:ahLst/>
              <a:cxnLst/>
              <a:rect l="l" t="t" r="r" b="b"/>
              <a:pathLst>
                <a:path w="100340" h="138578" extrusionOk="0">
                  <a:moveTo>
                    <a:pt x="100341" y="117538"/>
                  </a:moveTo>
                  <a:cubicBezTo>
                    <a:pt x="100341" y="117538"/>
                    <a:pt x="18712" y="164878"/>
                    <a:pt x="1948" y="117538"/>
                  </a:cubicBezTo>
                  <a:cubicBezTo>
                    <a:pt x="-14816" y="70199"/>
                    <a:pt x="82148" y="58388"/>
                    <a:pt x="82148" y="58388"/>
                  </a:cubicBezTo>
                  <a:cubicBezTo>
                    <a:pt x="82148" y="58388"/>
                    <a:pt x="28141" y="79438"/>
                    <a:pt x="17569" y="45053"/>
                  </a:cubicBezTo>
                  <a:cubicBezTo>
                    <a:pt x="6996" y="10668"/>
                    <a:pt x="78052" y="0"/>
                    <a:pt x="78052" y="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9" name="Google Shape;1379;p43"/>
            <p:cNvSpPr/>
            <p:nvPr/>
          </p:nvSpPr>
          <p:spPr>
            <a:xfrm>
              <a:off x="1561595" y="4828032"/>
              <a:ext cx="84042" cy="75533"/>
            </a:xfrm>
            <a:custGeom>
              <a:avLst/>
              <a:gdLst/>
              <a:ahLst/>
              <a:cxnLst/>
              <a:rect l="l" t="t" r="r" b="b"/>
              <a:pathLst>
                <a:path w="84042" h="75533" extrusionOk="0">
                  <a:moveTo>
                    <a:pt x="84043" y="60674"/>
                  </a:moveTo>
                  <a:cubicBezTo>
                    <a:pt x="84043" y="60674"/>
                    <a:pt x="14415" y="94107"/>
                    <a:pt x="1461" y="60674"/>
                  </a:cubicBezTo>
                  <a:cubicBezTo>
                    <a:pt x="-11493" y="27242"/>
                    <a:pt x="65945" y="0"/>
                    <a:pt x="65945" y="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0" name="Google Shape;1380;p43"/>
            <p:cNvSpPr/>
            <p:nvPr/>
          </p:nvSpPr>
          <p:spPr>
            <a:xfrm>
              <a:off x="1559377" y="4903565"/>
              <a:ext cx="124455" cy="139735"/>
            </a:xfrm>
            <a:custGeom>
              <a:avLst/>
              <a:gdLst/>
              <a:ahLst/>
              <a:cxnLst/>
              <a:rect l="l" t="t" r="r" b="b"/>
              <a:pathLst>
                <a:path w="124455" h="139735" extrusionOk="0">
                  <a:moveTo>
                    <a:pt x="86260" y="0"/>
                  </a:moveTo>
                  <a:cubicBezTo>
                    <a:pt x="86260" y="0"/>
                    <a:pt x="-32231" y="82677"/>
                    <a:pt x="8536" y="127254"/>
                  </a:cubicBezTo>
                  <a:cubicBezTo>
                    <a:pt x="49208" y="171831"/>
                    <a:pt x="124456" y="82677"/>
                    <a:pt x="124456" y="82677"/>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1" name="Google Shape;1381;p43"/>
            <p:cNvSpPr/>
            <p:nvPr/>
          </p:nvSpPr>
          <p:spPr>
            <a:xfrm>
              <a:off x="1585356" y="5036724"/>
              <a:ext cx="103715" cy="106475"/>
            </a:xfrm>
            <a:custGeom>
              <a:avLst/>
              <a:gdLst/>
              <a:ahLst/>
              <a:cxnLst/>
              <a:rect l="l" t="t" r="r" b="b"/>
              <a:pathLst>
                <a:path w="103715" h="106475" extrusionOk="0">
                  <a:moveTo>
                    <a:pt x="103716" y="26289"/>
                  </a:moveTo>
                  <a:cubicBezTo>
                    <a:pt x="103716" y="26289"/>
                    <a:pt x="38946" y="133445"/>
                    <a:pt x="8752" y="100013"/>
                  </a:cubicBezTo>
                  <a:cubicBezTo>
                    <a:pt x="-21443" y="66580"/>
                    <a:pt x="36184" y="0"/>
                    <a:pt x="36184" y="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2" name="Google Shape;1382;p43"/>
            <p:cNvSpPr/>
            <p:nvPr/>
          </p:nvSpPr>
          <p:spPr>
            <a:xfrm>
              <a:off x="1630089" y="5122735"/>
              <a:ext cx="187475" cy="257422"/>
            </a:xfrm>
            <a:custGeom>
              <a:avLst/>
              <a:gdLst/>
              <a:ahLst/>
              <a:cxnLst/>
              <a:rect l="l" t="t" r="r" b="b"/>
              <a:pathLst>
                <a:path w="187475" h="257422" extrusionOk="0">
                  <a:moveTo>
                    <a:pt x="58983" y="0"/>
                  </a:moveTo>
                  <a:cubicBezTo>
                    <a:pt x="58983" y="0"/>
                    <a:pt x="-36553" y="125825"/>
                    <a:pt x="15549" y="159067"/>
                  </a:cubicBezTo>
                  <a:cubicBezTo>
                    <a:pt x="67651" y="192310"/>
                    <a:pt x="120610" y="92011"/>
                    <a:pt x="120610" y="92011"/>
                  </a:cubicBezTo>
                  <a:cubicBezTo>
                    <a:pt x="120610" y="92011"/>
                    <a:pt x="34218" y="223075"/>
                    <a:pt x="98321" y="252317"/>
                  </a:cubicBezTo>
                  <a:cubicBezTo>
                    <a:pt x="162424" y="281559"/>
                    <a:pt x="187475" y="175641"/>
                    <a:pt x="187475" y="175641"/>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3" name="Google Shape;1383;p43"/>
            <p:cNvSpPr/>
            <p:nvPr/>
          </p:nvSpPr>
          <p:spPr>
            <a:xfrm>
              <a:off x="1803810" y="5374957"/>
              <a:ext cx="197586" cy="219676"/>
            </a:xfrm>
            <a:custGeom>
              <a:avLst/>
              <a:gdLst/>
              <a:ahLst/>
              <a:cxnLst/>
              <a:rect l="l" t="t" r="r" b="b"/>
              <a:pathLst>
                <a:path w="197586" h="219676" extrusionOk="0">
                  <a:moveTo>
                    <a:pt x="38805" y="0"/>
                  </a:moveTo>
                  <a:cubicBezTo>
                    <a:pt x="38805" y="0"/>
                    <a:pt x="-28061" y="160210"/>
                    <a:pt x="13754" y="182499"/>
                  </a:cubicBezTo>
                  <a:cubicBezTo>
                    <a:pt x="55569" y="204788"/>
                    <a:pt x="136341" y="57055"/>
                    <a:pt x="136341" y="57055"/>
                  </a:cubicBezTo>
                  <a:cubicBezTo>
                    <a:pt x="136341" y="57055"/>
                    <a:pt x="13945" y="162973"/>
                    <a:pt x="68142" y="210312"/>
                  </a:cubicBezTo>
                  <a:cubicBezTo>
                    <a:pt x="122339" y="257651"/>
                    <a:pt x="197587" y="110109"/>
                    <a:pt x="197587" y="110109"/>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4" name="Google Shape;1384;p43"/>
            <p:cNvSpPr/>
            <p:nvPr/>
          </p:nvSpPr>
          <p:spPr>
            <a:xfrm>
              <a:off x="1658499" y="4635150"/>
              <a:ext cx="92199" cy="82486"/>
            </a:xfrm>
            <a:custGeom>
              <a:avLst/>
              <a:gdLst/>
              <a:ahLst/>
              <a:cxnLst/>
              <a:rect l="l" t="t" r="r" b="b"/>
              <a:pathLst>
                <a:path w="92199" h="82486" extrusionOk="0">
                  <a:moveTo>
                    <a:pt x="92200" y="0"/>
                  </a:moveTo>
                  <a:cubicBezTo>
                    <a:pt x="92200" y="0"/>
                    <a:pt x="-64391" y="36767"/>
                    <a:pt x="30573" y="82486"/>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5" name="Google Shape;1385;p43"/>
            <p:cNvSpPr/>
            <p:nvPr/>
          </p:nvSpPr>
          <p:spPr>
            <a:xfrm>
              <a:off x="1638565" y="4718494"/>
              <a:ext cx="112133" cy="120563"/>
            </a:xfrm>
            <a:custGeom>
              <a:avLst/>
              <a:gdLst/>
              <a:ahLst/>
              <a:cxnLst/>
              <a:rect l="l" t="t" r="r" b="b"/>
              <a:pathLst>
                <a:path w="112133" h="120563" extrusionOk="0">
                  <a:moveTo>
                    <a:pt x="112134" y="0"/>
                  </a:moveTo>
                  <a:cubicBezTo>
                    <a:pt x="112134" y="0"/>
                    <a:pt x="-27693" y="25908"/>
                    <a:pt x="19932" y="70199"/>
                  </a:cubicBezTo>
                  <a:cubicBezTo>
                    <a:pt x="-7691" y="97726"/>
                    <a:pt x="-22359" y="153162"/>
                    <a:pt x="85273" y="94964"/>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6" name="Google Shape;1386;p43"/>
            <p:cNvSpPr/>
            <p:nvPr/>
          </p:nvSpPr>
          <p:spPr>
            <a:xfrm>
              <a:off x="1667959" y="4865750"/>
              <a:ext cx="135889" cy="214184"/>
            </a:xfrm>
            <a:custGeom>
              <a:avLst/>
              <a:gdLst/>
              <a:ahLst/>
              <a:cxnLst/>
              <a:rect l="l" t="t" r="r" b="b"/>
              <a:pathLst>
                <a:path w="135889" h="214184" extrusionOk="0">
                  <a:moveTo>
                    <a:pt x="60451" y="0"/>
                  </a:moveTo>
                  <a:cubicBezTo>
                    <a:pt x="60451" y="0"/>
                    <a:pt x="-102141" y="226886"/>
                    <a:pt x="105981" y="77533"/>
                  </a:cubicBezTo>
                  <a:cubicBezTo>
                    <a:pt x="105981" y="77533"/>
                    <a:pt x="-123000" y="330899"/>
                    <a:pt x="135889" y="147638"/>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7" name="Google Shape;1387;p43"/>
            <p:cNvSpPr/>
            <p:nvPr/>
          </p:nvSpPr>
          <p:spPr>
            <a:xfrm>
              <a:off x="1738637" y="5043296"/>
              <a:ext cx="163984" cy="212338"/>
            </a:xfrm>
            <a:custGeom>
              <a:avLst/>
              <a:gdLst/>
              <a:ahLst/>
              <a:cxnLst/>
              <a:rect l="l" t="t" r="r" b="b"/>
              <a:pathLst>
                <a:path w="163984" h="212338" extrusionOk="0">
                  <a:moveTo>
                    <a:pt x="51018" y="0"/>
                  </a:moveTo>
                  <a:cubicBezTo>
                    <a:pt x="51018" y="0"/>
                    <a:pt x="-29754" y="118586"/>
                    <a:pt x="11966" y="139446"/>
                  </a:cubicBezTo>
                  <a:cubicBezTo>
                    <a:pt x="53780" y="160306"/>
                    <a:pt x="109501" y="79534"/>
                    <a:pt x="109501" y="79534"/>
                  </a:cubicBezTo>
                  <a:cubicBezTo>
                    <a:pt x="109501" y="79534"/>
                    <a:pt x="23491" y="183642"/>
                    <a:pt x="65115" y="208217"/>
                  </a:cubicBezTo>
                  <a:cubicBezTo>
                    <a:pt x="106739" y="232791"/>
                    <a:pt x="163984" y="139446"/>
                    <a:pt x="163984" y="139446"/>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8" name="Google Shape;1388;p43"/>
            <p:cNvSpPr/>
            <p:nvPr/>
          </p:nvSpPr>
          <p:spPr>
            <a:xfrm>
              <a:off x="1867104" y="5220271"/>
              <a:ext cx="198490" cy="178463"/>
            </a:xfrm>
            <a:custGeom>
              <a:avLst/>
              <a:gdLst/>
              <a:ahLst/>
              <a:cxnLst/>
              <a:rect l="l" t="t" r="r" b="b"/>
              <a:pathLst>
                <a:path w="198490" h="178463" extrusionOk="0">
                  <a:moveTo>
                    <a:pt x="50758" y="0"/>
                  </a:moveTo>
                  <a:cubicBezTo>
                    <a:pt x="50758" y="0"/>
                    <a:pt x="-32872" y="117062"/>
                    <a:pt x="14563" y="133731"/>
                  </a:cubicBezTo>
                  <a:cubicBezTo>
                    <a:pt x="61902" y="150495"/>
                    <a:pt x="112099" y="35242"/>
                    <a:pt x="112099" y="35242"/>
                  </a:cubicBezTo>
                  <a:cubicBezTo>
                    <a:pt x="112099" y="35242"/>
                    <a:pt x="50758" y="183928"/>
                    <a:pt x="112099" y="178308"/>
                  </a:cubicBezTo>
                  <a:cubicBezTo>
                    <a:pt x="173440" y="172688"/>
                    <a:pt x="198490" y="89249"/>
                    <a:pt x="198490" y="89249"/>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9" name="Google Shape;1389;p43"/>
            <p:cNvSpPr/>
            <p:nvPr/>
          </p:nvSpPr>
          <p:spPr>
            <a:xfrm>
              <a:off x="2024362" y="5281803"/>
              <a:ext cx="94096" cy="150595"/>
            </a:xfrm>
            <a:custGeom>
              <a:avLst/>
              <a:gdLst/>
              <a:ahLst/>
              <a:cxnLst/>
              <a:rect l="l" t="t" r="r" b="b"/>
              <a:pathLst>
                <a:path w="94096" h="150595" extrusionOk="0">
                  <a:moveTo>
                    <a:pt x="16087" y="0"/>
                  </a:moveTo>
                  <a:cubicBezTo>
                    <a:pt x="16087" y="0"/>
                    <a:pt x="-20108" y="141827"/>
                    <a:pt x="16087" y="150209"/>
                  </a:cubicBezTo>
                  <a:cubicBezTo>
                    <a:pt x="52282" y="158591"/>
                    <a:pt x="94096" y="27718"/>
                    <a:pt x="94096" y="27718"/>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0" name="Google Shape;1390;p43"/>
            <p:cNvSpPr/>
            <p:nvPr/>
          </p:nvSpPr>
          <p:spPr>
            <a:xfrm>
              <a:off x="870207" y="3751040"/>
              <a:ext cx="420433" cy="236696"/>
            </a:xfrm>
            <a:custGeom>
              <a:avLst/>
              <a:gdLst/>
              <a:ahLst/>
              <a:cxnLst/>
              <a:rect l="l" t="t" r="r" b="b"/>
              <a:pathLst>
                <a:path w="420433" h="236696" extrusionOk="0">
                  <a:moveTo>
                    <a:pt x="0" y="0"/>
                  </a:moveTo>
                  <a:cubicBezTo>
                    <a:pt x="0" y="0"/>
                    <a:pt x="146971" y="140779"/>
                    <a:pt x="420434" y="236696"/>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1" name="Google Shape;1391;p43"/>
            <p:cNvSpPr/>
            <p:nvPr/>
          </p:nvSpPr>
          <p:spPr>
            <a:xfrm>
              <a:off x="781434" y="3851338"/>
              <a:ext cx="438816" cy="233743"/>
            </a:xfrm>
            <a:custGeom>
              <a:avLst/>
              <a:gdLst/>
              <a:ahLst/>
              <a:cxnLst/>
              <a:rect l="l" t="t" r="r" b="b"/>
              <a:pathLst>
                <a:path w="438816" h="233743" extrusionOk="0">
                  <a:moveTo>
                    <a:pt x="0" y="0"/>
                  </a:moveTo>
                  <a:cubicBezTo>
                    <a:pt x="0" y="0"/>
                    <a:pt x="162020" y="146304"/>
                    <a:pt x="438817" y="233743"/>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2" name="Google Shape;1392;p43"/>
            <p:cNvSpPr/>
            <p:nvPr/>
          </p:nvSpPr>
          <p:spPr>
            <a:xfrm>
              <a:off x="677231" y="3936301"/>
              <a:ext cx="638175" cy="286416"/>
            </a:xfrm>
            <a:custGeom>
              <a:avLst/>
              <a:gdLst/>
              <a:ahLst/>
              <a:cxnLst/>
              <a:rect l="l" t="t" r="r" b="b"/>
              <a:pathLst>
                <a:path w="638175" h="286416" extrusionOk="0">
                  <a:moveTo>
                    <a:pt x="0" y="0"/>
                  </a:moveTo>
                  <a:cubicBezTo>
                    <a:pt x="0" y="0"/>
                    <a:pt x="237554" y="209455"/>
                    <a:pt x="638175" y="286417"/>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3" name="Google Shape;1393;p43"/>
            <p:cNvSpPr/>
            <p:nvPr/>
          </p:nvSpPr>
          <p:spPr>
            <a:xfrm>
              <a:off x="789149" y="4167854"/>
              <a:ext cx="508254" cy="146780"/>
            </a:xfrm>
            <a:custGeom>
              <a:avLst/>
              <a:gdLst/>
              <a:ahLst/>
              <a:cxnLst/>
              <a:rect l="l" t="t" r="r" b="b"/>
              <a:pathLst>
                <a:path w="508254" h="146780" extrusionOk="0">
                  <a:moveTo>
                    <a:pt x="0" y="0"/>
                  </a:moveTo>
                  <a:cubicBezTo>
                    <a:pt x="0" y="0"/>
                    <a:pt x="204311" y="112109"/>
                    <a:pt x="508254" y="14678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4" name="Google Shape;1394;p43"/>
            <p:cNvSpPr/>
            <p:nvPr/>
          </p:nvSpPr>
          <p:spPr>
            <a:xfrm>
              <a:off x="862492" y="4337685"/>
              <a:ext cx="456342" cy="83116"/>
            </a:xfrm>
            <a:custGeom>
              <a:avLst/>
              <a:gdLst/>
              <a:ahLst/>
              <a:cxnLst/>
              <a:rect l="l" t="t" r="r" b="b"/>
              <a:pathLst>
                <a:path w="456342" h="83116" extrusionOk="0">
                  <a:moveTo>
                    <a:pt x="0" y="0"/>
                  </a:moveTo>
                  <a:cubicBezTo>
                    <a:pt x="0" y="0"/>
                    <a:pt x="180213" y="88392"/>
                    <a:pt x="456343" y="82867"/>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5" name="Google Shape;1395;p43"/>
            <p:cNvSpPr/>
            <p:nvPr/>
          </p:nvSpPr>
          <p:spPr>
            <a:xfrm>
              <a:off x="1024607" y="4515231"/>
              <a:ext cx="328898" cy="23723"/>
            </a:xfrm>
            <a:custGeom>
              <a:avLst/>
              <a:gdLst/>
              <a:ahLst/>
              <a:cxnLst/>
              <a:rect l="l" t="t" r="r" b="b"/>
              <a:pathLst>
                <a:path w="328898" h="23723" extrusionOk="0">
                  <a:moveTo>
                    <a:pt x="0" y="0"/>
                  </a:moveTo>
                  <a:cubicBezTo>
                    <a:pt x="0" y="0"/>
                    <a:pt x="139637" y="40957"/>
                    <a:pt x="328898" y="1524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6" name="Google Shape;1396;p43"/>
            <p:cNvSpPr/>
            <p:nvPr/>
          </p:nvSpPr>
          <p:spPr>
            <a:xfrm>
              <a:off x="993651" y="4604956"/>
              <a:ext cx="461295" cy="30845"/>
            </a:xfrm>
            <a:custGeom>
              <a:avLst/>
              <a:gdLst/>
              <a:ahLst/>
              <a:cxnLst/>
              <a:rect l="l" t="t" r="r" b="b"/>
              <a:pathLst>
                <a:path w="461295" h="30845" extrusionOk="0">
                  <a:moveTo>
                    <a:pt x="0" y="10573"/>
                  </a:moveTo>
                  <a:cubicBezTo>
                    <a:pt x="0" y="10573"/>
                    <a:pt x="179546" y="62579"/>
                    <a:pt x="461296" y="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7" name="Google Shape;1397;p43"/>
            <p:cNvSpPr/>
            <p:nvPr/>
          </p:nvSpPr>
          <p:spPr>
            <a:xfrm>
              <a:off x="1009082" y="4706588"/>
              <a:ext cx="373094" cy="34364"/>
            </a:xfrm>
            <a:custGeom>
              <a:avLst/>
              <a:gdLst/>
              <a:ahLst/>
              <a:cxnLst/>
              <a:rect l="l" t="t" r="r" b="b"/>
              <a:pathLst>
                <a:path w="373094" h="34364" extrusionOk="0">
                  <a:moveTo>
                    <a:pt x="0" y="9334"/>
                  </a:moveTo>
                  <a:cubicBezTo>
                    <a:pt x="0" y="9334"/>
                    <a:pt x="118872" y="71438"/>
                    <a:pt x="373094" y="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8" name="Google Shape;1398;p43"/>
            <p:cNvSpPr/>
            <p:nvPr/>
          </p:nvSpPr>
          <p:spPr>
            <a:xfrm>
              <a:off x="1132621" y="4847082"/>
              <a:ext cx="194310" cy="21987"/>
            </a:xfrm>
            <a:custGeom>
              <a:avLst/>
              <a:gdLst/>
              <a:ahLst/>
              <a:cxnLst/>
              <a:rect l="l" t="t" r="r" b="b"/>
              <a:pathLst>
                <a:path w="194310" h="21987" extrusionOk="0">
                  <a:moveTo>
                    <a:pt x="0" y="0"/>
                  </a:moveTo>
                  <a:cubicBezTo>
                    <a:pt x="0" y="0"/>
                    <a:pt x="82677" y="32194"/>
                    <a:pt x="194310" y="18669"/>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9" name="Google Shape;1399;p43"/>
            <p:cNvSpPr/>
            <p:nvPr/>
          </p:nvSpPr>
          <p:spPr>
            <a:xfrm>
              <a:off x="1144242" y="4865846"/>
              <a:ext cx="132302" cy="93249"/>
            </a:xfrm>
            <a:custGeom>
              <a:avLst/>
              <a:gdLst/>
              <a:ahLst/>
              <a:cxnLst/>
              <a:rect l="l" t="t" r="r" b="b"/>
              <a:pathLst>
                <a:path w="132302" h="93249" extrusionOk="0">
                  <a:moveTo>
                    <a:pt x="0" y="93250"/>
                  </a:moveTo>
                  <a:cubicBezTo>
                    <a:pt x="0" y="93250"/>
                    <a:pt x="51625" y="30766"/>
                    <a:pt x="132302" y="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0" name="Google Shape;1400;p43"/>
            <p:cNvSpPr/>
            <p:nvPr/>
          </p:nvSpPr>
          <p:spPr>
            <a:xfrm>
              <a:off x="1082424" y="4913757"/>
              <a:ext cx="236124" cy="284606"/>
            </a:xfrm>
            <a:custGeom>
              <a:avLst/>
              <a:gdLst/>
              <a:ahLst/>
              <a:cxnLst/>
              <a:rect l="l" t="t" r="r" b="b"/>
              <a:pathLst>
                <a:path w="236124" h="284606" extrusionOk="0">
                  <a:moveTo>
                    <a:pt x="236125" y="0"/>
                  </a:moveTo>
                  <a:cubicBezTo>
                    <a:pt x="236125" y="0"/>
                    <a:pt x="63627" y="51816"/>
                    <a:pt x="0" y="284607"/>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1" name="Google Shape;1401;p43"/>
            <p:cNvSpPr/>
            <p:nvPr/>
          </p:nvSpPr>
          <p:spPr>
            <a:xfrm>
              <a:off x="1132621" y="5011292"/>
              <a:ext cx="185928" cy="233362"/>
            </a:xfrm>
            <a:custGeom>
              <a:avLst/>
              <a:gdLst/>
              <a:ahLst/>
              <a:cxnLst/>
              <a:rect l="l" t="t" r="r" b="b"/>
              <a:pathLst>
                <a:path w="185928" h="233362" extrusionOk="0">
                  <a:moveTo>
                    <a:pt x="0" y="233363"/>
                  </a:moveTo>
                  <a:cubicBezTo>
                    <a:pt x="0" y="233363"/>
                    <a:pt x="19526" y="57721"/>
                    <a:pt x="185928" y="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2" name="Google Shape;1402;p43"/>
            <p:cNvSpPr/>
            <p:nvPr/>
          </p:nvSpPr>
          <p:spPr>
            <a:xfrm>
              <a:off x="1198248" y="5092065"/>
              <a:ext cx="151542" cy="268319"/>
            </a:xfrm>
            <a:custGeom>
              <a:avLst/>
              <a:gdLst/>
              <a:ahLst/>
              <a:cxnLst/>
              <a:rect l="l" t="t" r="r" b="b"/>
              <a:pathLst>
                <a:path w="151542" h="268319" extrusionOk="0">
                  <a:moveTo>
                    <a:pt x="151543" y="0"/>
                  </a:moveTo>
                  <a:cubicBezTo>
                    <a:pt x="151543" y="0"/>
                    <a:pt x="17335" y="76105"/>
                    <a:pt x="0" y="268319"/>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3" name="Google Shape;1403;p43"/>
            <p:cNvSpPr/>
            <p:nvPr/>
          </p:nvSpPr>
          <p:spPr>
            <a:xfrm>
              <a:off x="1279306" y="5181219"/>
              <a:ext cx="114204" cy="240982"/>
            </a:xfrm>
            <a:custGeom>
              <a:avLst/>
              <a:gdLst/>
              <a:ahLst/>
              <a:cxnLst/>
              <a:rect l="l" t="t" r="r" b="b"/>
              <a:pathLst>
                <a:path w="114204" h="240982" extrusionOk="0">
                  <a:moveTo>
                    <a:pt x="114205" y="0"/>
                  </a:moveTo>
                  <a:cubicBezTo>
                    <a:pt x="114205" y="0"/>
                    <a:pt x="8573" y="29337"/>
                    <a:pt x="0" y="240982"/>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4" name="Google Shape;1404;p43"/>
            <p:cNvSpPr/>
            <p:nvPr/>
          </p:nvSpPr>
          <p:spPr>
            <a:xfrm>
              <a:off x="1376782" y="5323332"/>
              <a:ext cx="63306" cy="160591"/>
            </a:xfrm>
            <a:custGeom>
              <a:avLst/>
              <a:gdLst/>
              <a:ahLst/>
              <a:cxnLst/>
              <a:rect l="l" t="t" r="r" b="b"/>
              <a:pathLst>
                <a:path w="63306" h="160591" extrusionOk="0">
                  <a:moveTo>
                    <a:pt x="2822" y="160592"/>
                  </a:moveTo>
                  <a:cubicBezTo>
                    <a:pt x="2822" y="160592"/>
                    <a:pt x="-19847" y="79153"/>
                    <a:pt x="63306" y="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5" name="Google Shape;1405;p43"/>
            <p:cNvSpPr/>
            <p:nvPr/>
          </p:nvSpPr>
          <p:spPr>
            <a:xfrm>
              <a:off x="1479280" y="5381910"/>
              <a:ext cx="29674" cy="140208"/>
            </a:xfrm>
            <a:custGeom>
              <a:avLst/>
              <a:gdLst/>
              <a:ahLst/>
              <a:cxnLst/>
              <a:rect l="l" t="t" r="r" b="b"/>
              <a:pathLst>
                <a:path w="29674" h="140208" extrusionOk="0">
                  <a:moveTo>
                    <a:pt x="29674" y="0"/>
                  </a:moveTo>
                  <a:cubicBezTo>
                    <a:pt x="29674" y="0"/>
                    <a:pt x="-13855" y="60293"/>
                    <a:pt x="4528" y="140208"/>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6" name="Google Shape;1406;p43"/>
            <p:cNvSpPr/>
            <p:nvPr/>
          </p:nvSpPr>
          <p:spPr>
            <a:xfrm>
              <a:off x="1585881" y="5481923"/>
              <a:ext cx="17751" cy="92106"/>
            </a:xfrm>
            <a:custGeom>
              <a:avLst/>
              <a:gdLst/>
              <a:ahLst/>
              <a:cxnLst/>
              <a:rect l="l" t="t" r="r" b="b"/>
              <a:pathLst>
                <a:path w="17751" h="92106" extrusionOk="0">
                  <a:moveTo>
                    <a:pt x="17751" y="0"/>
                  </a:moveTo>
                  <a:cubicBezTo>
                    <a:pt x="17751" y="0"/>
                    <a:pt x="-7490" y="41148"/>
                    <a:pt x="2225" y="92107"/>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7" name="Google Shape;1407;p43"/>
            <p:cNvSpPr/>
            <p:nvPr/>
          </p:nvSpPr>
          <p:spPr>
            <a:xfrm>
              <a:off x="1680689" y="5452014"/>
              <a:ext cx="82105" cy="140017"/>
            </a:xfrm>
            <a:custGeom>
              <a:avLst/>
              <a:gdLst/>
              <a:ahLst/>
              <a:cxnLst/>
              <a:rect l="l" t="t" r="r" b="b"/>
              <a:pathLst>
                <a:path w="82105" h="140017" extrusionOk="0">
                  <a:moveTo>
                    <a:pt x="0" y="140017"/>
                  </a:moveTo>
                  <a:cubicBezTo>
                    <a:pt x="0" y="140017"/>
                    <a:pt x="10858" y="54864"/>
                    <a:pt x="82106" y="0"/>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8" name="Google Shape;1408;p43"/>
            <p:cNvSpPr/>
            <p:nvPr/>
          </p:nvSpPr>
          <p:spPr>
            <a:xfrm>
              <a:off x="1728410" y="5536215"/>
              <a:ext cx="76580" cy="77343"/>
            </a:xfrm>
            <a:custGeom>
              <a:avLst/>
              <a:gdLst/>
              <a:ahLst/>
              <a:cxnLst/>
              <a:rect l="l" t="t" r="r" b="b"/>
              <a:pathLst>
                <a:path w="76580" h="77343" extrusionOk="0">
                  <a:moveTo>
                    <a:pt x="76581" y="0"/>
                  </a:moveTo>
                  <a:cubicBezTo>
                    <a:pt x="76581" y="0"/>
                    <a:pt x="64008" y="54292"/>
                    <a:pt x="0" y="77343"/>
                  </a:cubicBezTo>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09" name="Google Shape;1409;p43"/>
          <p:cNvSpPr/>
          <p:nvPr/>
        </p:nvSpPr>
        <p:spPr>
          <a:xfrm>
            <a:off x="6099610" y="1344551"/>
            <a:ext cx="1511162" cy="2752255"/>
          </a:xfrm>
          <a:custGeom>
            <a:avLst/>
            <a:gdLst/>
            <a:ahLst/>
            <a:cxnLst/>
            <a:rect l="l" t="t" r="r" b="b"/>
            <a:pathLst>
              <a:path w="1422270" h="2590358" extrusionOk="0">
                <a:moveTo>
                  <a:pt x="1110439" y="0"/>
                </a:moveTo>
                <a:lnTo>
                  <a:pt x="311832" y="0"/>
                </a:lnTo>
                <a:lnTo>
                  <a:pt x="0" y="702237"/>
                </a:lnTo>
                <a:lnTo>
                  <a:pt x="365062" y="2590359"/>
                </a:lnTo>
                <a:lnTo>
                  <a:pt x="1057169" y="2590359"/>
                </a:lnTo>
                <a:lnTo>
                  <a:pt x="1422270" y="702237"/>
                </a:lnTo>
                <a:lnTo>
                  <a:pt x="1110439"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10" name="Google Shape;1410;p43"/>
          <p:cNvGrpSpPr/>
          <p:nvPr/>
        </p:nvGrpSpPr>
        <p:grpSpPr>
          <a:xfrm flipH="1">
            <a:off x="116474" y="121225"/>
            <a:ext cx="2181803" cy="2335108"/>
            <a:chOff x="6789974" y="208750"/>
            <a:chExt cx="2181803" cy="2335108"/>
          </a:xfrm>
        </p:grpSpPr>
        <p:sp>
          <p:nvSpPr>
            <p:cNvPr id="1411" name="Google Shape;1411;p43"/>
            <p:cNvSpPr/>
            <p:nvPr/>
          </p:nvSpPr>
          <p:spPr>
            <a:xfrm>
              <a:off x="8622036" y="2194213"/>
              <a:ext cx="187137" cy="349645"/>
            </a:xfrm>
            <a:custGeom>
              <a:avLst/>
              <a:gdLst/>
              <a:ahLst/>
              <a:cxnLst/>
              <a:rect l="l" t="t" r="r" b="b"/>
              <a:pathLst>
                <a:path w="284619" h="531780" extrusionOk="0">
                  <a:moveTo>
                    <a:pt x="113167" y="0"/>
                  </a:moveTo>
                  <a:cubicBezTo>
                    <a:pt x="113167" y="0"/>
                    <a:pt x="249661" y="28289"/>
                    <a:pt x="278236" y="179165"/>
                  </a:cubicBezTo>
                  <a:cubicBezTo>
                    <a:pt x="306811" y="330041"/>
                    <a:pt x="231563" y="405765"/>
                    <a:pt x="208132" y="455581"/>
                  </a:cubicBezTo>
                  <a:cubicBezTo>
                    <a:pt x="184700" y="505396"/>
                    <a:pt x="208989" y="531781"/>
                    <a:pt x="208989" y="531781"/>
                  </a:cubicBezTo>
                  <a:cubicBezTo>
                    <a:pt x="208989" y="531781"/>
                    <a:pt x="144028" y="519779"/>
                    <a:pt x="68114" y="413766"/>
                  </a:cubicBezTo>
                  <a:cubicBezTo>
                    <a:pt x="-7705" y="307753"/>
                    <a:pt x="-12277" y="188595"/>
                    <a:pt x="15917" y="121634"/>
                  </a:cubicBezTo>
                  <a:cubicBezTo>
                    <a:pt x="44016" y="54578"/>
                    <a:pt x="74496" y="27813"/>
                    <a:pt x="113072"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2" name="Google Shape;1412;p43"/>
            <p:cNvSpPr/>
            <p:nvPr/>
          </p:nvSpPr>
          <p:spPr>
            <a:xfrm>
              <a:off x="8685363" y="1997720"/>
              <a:ext cx="239235" cy="150602"/>
            </a:xfrm>
            <a:custGeom>
              <a:avLst/>
              <a:gdLst/>
              <a:ahLst/>
              <a:cxnLst/>
              <a:rect l="l" t="t" r="r" b="b"/>
              <a:pathLst>
                <a:path w="363855" h="229053" extrusionOk="0">
                  <a:moveTo>
                    <a:pt x="0" y="87289"/>
                  </a:moveTo>
                  <a:cubicBezTo>
                    <a:pt x="0" y="87289"/>
                    <a:pt x="22479" y="224354"/>
                    <a:pt x="192024" y="228069"/>
                  </a:cubicBezTo>
                  <a:cubicBezTo>
                    <a:pt x="305276" y="236070"/>
                    <a:pt x="308420" y="192160"/>
                    <a:pt x="363855" y="209114"/>
                  </a:cubicBezTo>
                  <a:cubicBezTo>
                    <a:pt x="291465" y="19091"/>
                    <a:pt x="183071" y="-12056"/>
                    <a:pt x="104965" y="3469"/>
                  </a:cubicBezTo>
                  <a:cubicBezTo>
                    <a:pt x="26861" y="18995"/>
                    <a:pt x="0" y="87385"/>
                    <a:pt x="0" y="873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3" name="Google Shape;1413;p43"/>
            <p:cNvSpPr/>
            <p:nvPr/>
          </p:nvSpPr>
          <p:spPr>
            <a:xfrm>
              <a:off x="8491353" y="2034124"/>
              <a:ext cx="185109" cy="180152"/>
            </a:xfrm>
            <a:custGeom>
              <a:avLst/>
              <a:gdLst/>
              <a:ahLst/>
              <a:cxnLst/>
              <a:rect l="l" t="t" r="r" b="b"/>
              <a:pathLst>
                <a:path w="281535" h="273996" extrusionOk="0">
                  <a:moveTo>
                    <a:pt x="281440" y="32823"/>
                  </a:moveTo>
                  <a:cubicBezTo>
                    <a:pt x="281440" y="32823"/>
                    <a:pt x="283726" y="118263"/>
                    <a:pt x="217241" y="177032"/>
                  </a:cubicBezTo>
                  <a:cubicBezTo>
                    <a:pt x="150662" y="235801"/>
                    <a:pt x="133231" y="271139"/>
                    <a:pt x="44267" y="256852"/>
                  </a:cubicBezTo>
                  <a:cubicBezTo>
                    <a:pt x="13788" y="251613"/>
                    <a:pt x="4834" y="273997"/>
                    <a:pt x="4834" y="273997"/>
                  </a:cubicBezTo>
                  <a:cubicBezTo>
                    <a:pt x="4834" y="273997"/>
                    <a:pt x="-14597" y="194368"/>
                    <a:pt x="24456" y="121120"/>
                  </a:cubicBezTo>
                  <a:cubicBezTo>
                    <a:pt x="63508" y="47873"/>
                    <a:pt x="179427" y="-52806"/>
                    <a:pt x="281535" y="328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4" name="Google Shape;1414;p43"/>
            <p:cNvSpPr/>
            <p:nvPr/>
          </p:nvSpPr>
          <p:spPr>
            <a:xfrm>
              <a:off x="8543957" y="1830625"/>
              <a:ext cx="160497" cy="452103"/>
            </a:xfrm>
            <a:custGeom>
              <a:avLst/>
              <a:gdLst/>
              <a:ahLst/>
              <a:cxnLst/>
              <a:rect l="l" t="t" r="r" b="b"/>
              <a:pathLst>
                <a:path w="244102" h="687609" extrusionOk="0">
                  <a:moveTo>
                    <a:pt x="243935" y="687610"/>
                  </a:moveTo>
                  <a:cubicBezTo>
                    <a:pt x="243935" y="687610"/>
                    <a:pt x="258032" y="178022"/>
                    <a:pt x="27432" y="0"/>
                  </a:cubicBezTo>
                  <a:lnTo>
                    <a:pt x="0" y="17431"/>
                  </a:lnTo>
                  <a:cubicBezTo>
                    <a:pt x="0" y="17431"/>
                    <a:pt x="219170" y="115634"/>
                    <a:pt x="243935" y="68761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5" name="Google Shape;1415;p43"/>
            <p:cNvSpPr/>
            <p:nvPr/>
          </p:nvSpPr>
          <p:spPr>
            <a:xfrm>
              <a:off x="8495154" y="1896893"/>
              <a:ext cx="195896" cy="78219"/>
            </a:xfrm>
            <a:custGeom>
              <a:avLst/>
              <a:gdLst/>
              <a:ahLst/>
              <a:cxnLst/>
              <a:rect l="l" t="t" r="r" b="b"/>
              <a:pathLst>
                <a:path w="297941" h="118964" extrusionOk="0">
                  <a:moveTo>
                    <a:pt x="297942" y="55995"/>
                  </a:moveTo>
                  <a:cubicBezTo>
                    <a:pt x="297942" y="55995"/>
                    <a:pt x="208407" y="187536"/>
                    <a:pt x="0" y="70378"/>
                  </a:cubicBezTo>
                  <a:cubicBezTo>
                    <a:pt x="135350" y="-19062"/>
                    <a:pt x="203454" y="-22586"/>
                    <a:pt x="297942" y="559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6" name="Google Shape;1416;p43"/>
            <p:cNvSpPr/>
            <p:nvPr/>
          </p:nvSpPr>
          <p:spPr>
            <a:xfrm>
              <a:off x="8590830" y="1850710"/>
              <a:ext cx="145285" cy="121817"/>
            </a:xfrm>
            <a:custGeom>
              <a:avLst/>
              <a:gdLst/>
              <a:ahLst/>
              <a:cxnLst/>
              <a:rect l="l" t="t" r="r" b="b"/>
              <a:pathLst>
                <a:path w="220966" h="185273" extrusionOk="0">
                  <a:moveTo>
                    <a:pt x="220967" y="185166"/>
                  </a:moveTo>
                  <a:lnTo>
                    <a:pt x="185629" y="57721"/>
                  </a:lnTo>
                  <a:lnTo>
                    <a:pt x="463" y="0"/>
                  </a:lnTo>
                  <a:cubicBezTo>
                    <a:pt x="-11729" y="196024"/>
                    <a:pt x="220967" y="185166"/>
                    <a:pt x="220967" y="1851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7" name="Google Shape;1417;p43"/>
            <p:cNvSpPr/>
            <p:nvPr/>
          </p:nvSpPr>
          <p:spPr>
            <a:xfrm>
              <a:off x="8420698" y="1725822"/>
              <a:ext cx="212309" cy="238469"/>
            </a:xfrm>
            <a:custGeom>
              <a:avLst/>
              <a:gdLst/>
              <a:ahLst/>
              <a:cxnLst/>
              <a:rect l="l" t="t" r="r" b="b"/>
              <a:pathLst>
                <a:path w="322903" h="362691" extrusionOk="0">
                  <a:moveTo>
                    <a:pt x="321659" y="164020"/>
                  </a:moveTo>
                  <a:cubicBezTo>
                    <a:pt x="321659" y="164020"/>
                    <a:pt x="360807" y="387953"/>
                    <a:pt x="0" y="360331"/>
                  </a:cubicBezTo>
                  <a:cubicBezTo>
                    <a:pt x="41148" y="220790"/>
                    <a:pt x="78867" y="61436"/>
                    <a:pt x="78867" y="61436"/>
                  </a:cubicBezTo>
                  <a:lnTo>
                    <a:pt x="256889" y="0"/>
                  </a:lnTo>
                  <a:lnTo>
                    <a:pt x="321659" y="16402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8" name="Google Shape;1418;p43"/>
            <p:cNvSpPr/>
            <p:nvPr/>
          </p:nvSpPr>
          <p:spPr>
            <a:xfrm>
              <a:off x="8504706" y="1454224"/>
              <a:ext cx="295029" cy="478879"/>
            </a:xfrm>
            <a:custGeom>
              <a:avLst/>
              <a:gdLst/>
              <a:ahLst/>
              <a:cxnLst/>
              <a:rect l="l" t="t" r="r" b="b"/>
              <a:pathLst>
                <a:path w="448713" h="728333" extrusionOk="0">
                  <a:moveTo>
                    <a:pt x="319024" y="53795"/>
                  </a:moveTo>
                  <a:cubicBezTo>
                    <a:pt x="319024" y="53795"/>
                    <a:pt x="468662" y="93991"/>
                    <a:pt x="446469" y="299445"/>
                  </a:cubicBezTo>
                  <a:cubicBezTo>
                    <a:pt x="424275" y="504899"/>
                    <a:pt x="323501" y="490898"/>
                    <a:pt x="430943" y="728261"/>
                  </a:cubicBezTo>
                  <a:cubicBezTo>
                    <a:pt x="294640" y="729690"/>
                    <a:pt x="121285" y="711592"/>
                    <a:pt x="82423" y="521759"/>
                  </a:cubicBezTo>
                  <a:cubicBezTo>
                    <a:pt x="43561" y="331925"/>
                    <a:pt x="-177229" y="-162613"/>
                    <a:pt x="318929" y="5370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9" name="Google Shape;1419;p43"/>
            <p:cNvSpPr/>
            <p:nvPr/>
          </p:nvSpPr>
          <p:spPr>
            <a:xfrm>
              <a:off x="8385034" y="1491939"/>
              <a:ext cx="175832" cy="445277"/>
            </a:xfrm>
            <a:custGeom>
              <a:avLst/>
              <a:gdLst/>
              <a:ahLst/>
              <a:cxnLst/>
              <a:rect l="l" t="t" r="r" b="b"/>
              <a:pathLst>
                <a:path w="267425" h="677227" extrusionOk="0">
                  <a:moveTo>
                    <a:pt x="255270" y="95250"/>
                  </a:moveTo>
                  <a:cubicBezTo>
                    <a:pt x="255270" y="95250"/>
                    <a:pt x="351949" y="662273"/>
                    <a:pt x="0" y="677227"/>
                  </a:cubicBezTo>
                  <a:cubicBezTo>
                    <a:pt x="97631" y="511588"/>
                    <a:pt x="-96583" y="44101"/>
                    <a:pt x="146399" y="0"/>
                  </a:cubicBezTo>
                  <a:cubicBezTo>
                    <a:pt x="246221" y="47244"/>
                    <a:pt x="255270" y="95250"/>
                    <a:pt x="255270" y="9525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0" name="Google Shape;1420;p43"/>
            <p:cNvSpPr/>
            <p:nvPr/>
          </p:nvSpPr>
          <p:spPr>
            <a:xfrm>
              <a:off x="8258770" y="1296787"/>
              <a:ext cx="713007" cy="512505"/>
            </a:xfrm>
            <a:custGeom>
              <a:avLst/>
              <a:gdLst/>
              <a:ahLst/>
              <a:cxnLst/>
              <a:rect l="l" t="t" r="r" b="b"/>
              <a:pathLst>
                <a:path w="1084421" h="779475" extrusionOk="0">
                  <a:moveTo>
                    <a:pt x="150019" y="458057"/>
                  </a:moveTo>
                  <a:cubicBezTo>
                    <a:pt x="200501" y="395097"/>
                    <a:pt x="239649" y="337947"/>
                    <a:pt x="321850" y="325660"/>
                  </a:cubicBezTo>
                  <a:cubicBezTo>
                    <a:pt x="340995" y="535591"/>
                    <a:pt x="242792" y="650081"/>
                    <a:pt x="129445" y="662654"/>
                  </a:cubicBezTo>
                  <a:cubicBezTo>
                    <a:pt x="16097" y="675227"/>
                    <a:pt x="0" y="771906"/>
                    <a:pt x="0" y="771906"/>
                  </a:cubicBezTo>
                  <a:cubicBezTo>
                    <a:pt x="0" y="771906"/>
                    <a:pt x="16288" y="700754"/>
                    <a:pt x="178118" y="696278"/>
                  </a:cubicBezTo>
                  <a:cubicBezTo>
                    <a:pt x="339852" y="691801"/>
                    <a:pt x="392144" y="529400"/>
                    <a:pt x="405003" y="392811"/>
                  </a:cubicBezTo>
                  <a:cubicBezTo>
                    <a:pt x="417767" y="256222"/>
                    <a:pt x="514541" y="278321"/>
                    <a:pt x="514541" y="278321"/>
                  </a:cubicBezTo>
                  <a:cubicBezTo>
                    <a:pt x="514541" y="278321"/>
                    <a:pt x="680180" y="370332"/>
                    <a:pt x="716185" y="565880"/>
                  </a:cubicBezTo>
                  <a:cubicBezTo>
                    <a:pt x="752284" y="761429"/>
                    <a:pt x="858012" y="834104"/>
                    <a:pt x="1018889" y="735997"/>
                  </a:cubicBezTo>
                  <a:cubicBezTo>
                    <a:pt x="715899" y="810101"/>
                    <a:pt x="780383" y="460248"/>
                    <a:pt x="688181" y="327755"/>
                  </a:cubicBezTo>
                  <a:cubicBezTo>
                    <a:pt x="781050" y="244507"/>
                    <a:pt x="837914" y="255270"/>
                    <a:pt x="879062" y="396812"/>
                  </a:cubicBezTo>
                  <a:cubicBezTo>
                    <a:pt x="920210" y="538353"/>
                    <a:pt x="983361" y="597313"/>
                    <a:pt x="1084422" y="491204"/>
                  </a:cubicBezTo>
                  <a:cubicBezTo>
                    <a:pt x="982790" y="546163"/>
                    <a:pt x="953834" y="489680"/>
                    <a:pt x="904018" y="342614"/>
                  </a:cubicBezTo>
                  <a:cubicBezTo>
                    <a:pt x="854297" y="195453"/>
                    <a:pt x="791909" y="207454"/>
                    <a:pt x="721233" y="239459"/>
                  </a:cubicBezTo>
                  <a:cubicBezTo>
                    <a:pt x="650558" y="271367"/>
                    <a:pt x="613410" y="243364"/>
                    <a:pt x="575977" y="189833"/>
                  </a:cubicBezTo>
                  <a:cubicBezTo>
                    <a:pt x="538543" y="136303"/>
                    <a:pt x="534257" y="0"/>
                    <a:pt x="534257" y="0"/>
                  </a:cubicBezTo>
                  <a:lnTo>
                    <a:pt x="477488" y="571"/>
                  </a:lnTo>
                  <a:cubicBezTo>
                    <a:pt x="467868" y="168212"/>
                    <a:pt x="420148" y="228314"/>
                    <a:pt x="343757" y="248888"/>
                  </a:cubicBezTo>
                  <a:cubicBezTo>
                    <a:pt x="267272" y="269558"/>
                    <a:pt x="207931" y="295656"/>
                    <a:pt x="152210" y="395478"/>
                  </a:cubicBezTo>
                  <a:cubicBezTo>
                    <a:pt x="96488" y="495205"/>
                    <a:pt x="16955" y="490728"/>
                    <a:pt x="16955" y="490728"/>
                  </a:cubicBezTo>
                  <a:cubicBezTo>
                    <a:pt x="16955" y="490728"/>
                    <a:pt x="99632" y="521113"/>
                    <a:pt x="150019" y="458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1" name="Google Shape;1421;p43"/>
            <p:cNvSpPr/>
            <p:nvPr/>
          </p:nvSpPr>
          <p:spPr>
            <a:xfrm>
              <a:off x="6789974" y="344934"/>
              <a:ext cx="350898" cy="186673"/>
            </a:xfrm>
            <a:custGeom>
              <a:avLst/>
              <a:gdLst/>
              <a:ahLst/>
              <a:cxnLst/>
              <a:rect l="l" t="t" r="r" b="b"/>
              <a:pathLst>
                <a:path w="533685" h="283914" extrusionOk="0">
                  <a:moveTo>
                    <a:pt x="533686" y="166484"/>
                  </a:moveTo>
                  <a:cubicBezTo>
                    <a:pt x="533686" y="166484"/>
                    <a:pt x="502634" y="30562"/>
                    <a:pt x="351187" y="5130"/>
                  </a:cubicBezTo>
                  <a:cubicBezTo>
                    <a:pt x="199739" y="-20397"/>
                    <a:pt x="125540" y="56375"/>
                    <a:pt x="76200" y="80854"/>
                  </a:cubicBezTo>
                  <a:cubicBezTo>
                    <a:pt x="26860" y="105238"/>
                    <a:pt x="0" y="81521"/>
                    <a:pt x="0" y="81521"/>
                  </a:cubicBezTo>
                  <a:cubicBezTo>
                    <a:pt x="0" y="81521"/>
                    <a:pt x="13335" y="146291"/>
                    <a:pt x="120872" y="219919"/>
                  </a:cubicBezTo>
                  <a:cubicBezTo>
                    <a:pt x="228410" y="293643"/>
                    <a:pt x="347567" y="295643"/>
                    <a:pt x="414052" y="266115"/>
                  </a:cubicBezTo>
                  <a:cubicBezTo>
                    <a:pt x="480441" y="236588"/>
                    <a:pt x="506635" y="205632"/>
                    <a:pt x="533686" y="16648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2" name="Google Shape;1422;p43"/>
            <p:cNvSpPr/>
            <p:nvPr/>
          </p:nvSpPr>
          <p:spPr>
            <a:xfrm>
              <a:off x="7183849" y="225106"/>
              <a:ext cx="151751" cy="237606"/>
            </a:xfrm>
            <a:custGeom>
              <a:avLst/>
              <a:gdLst/>
              <a:ahLst/>
              <a:cxnLst/>
              <a:rect l="l" t="t" r="r" b="b"/>
              <a:pathLst>
                <a:path w="230800" h="361378" extrusionOk="0">
                  <a:moveTo>
                    <a:pt x="146200" y="361379"/>
                  </a:moveTo>
                  <a:cubicBezTo>
                    <a:pt x="146200" y="361379"/>
                    <a:pt x="8659" y="341757"/>
                    <a:pt x="1611" y="172212"/>
                  </a:cubicBezTo>
                  <a:cubicBezTo>
                    <a:pt x="-8772" y="59150"/>
                    <a:pt x="35139" y="55150"/>
                    <a:pt x="17041" y="0"/>
                  </a:cubicBezTo>
                  <a:cubicBezTo>
                    <a:pt x="208494" y="68485"/>
                    <a:pt x="241926" y="176213"/>
                    <a:pt x="228020" y="254603"/>
                  </a:cubicBezTo>
                  <a:cubicBezTo>
                    <a:pt x="214113" y="333089"/>
                    <a:pt x="146295" y="361283"/>
                    <a:pt x="146295" y="3612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3" name="Google Shape;1423;p43"/>
            <p:cNvSpPr/>
            <p:nvPr/>
          </p:nvSpPr>
          <p:spPr>
            <a:xfrm>
              <a:off x="7124779" y="471628"/>
              <a:ext cx="177556" cy="187685"/>
            </a:xfrm>
            <a:custGeom>
              <a:avLst/>
              <a:gdLst/>
              <a:ahLst/>
              <a:cxnLst/>
              <a:rect l="l" t="t" r="r" b="b"/>
              <a:pathLst>
                <a:path w="270047" h="285452" extrusionOk="0">
                  <a:moveTo>
                    <a:pt x="235458" y="0"/>
                  </a:moveTo>
                  <a:cubicBezTo>
                    <a:pt x="235458" y="0"/>
                    <a:pt x="149924" y="-571"/>
                    <a:pt x="92583" y="67151"/>
                  </a:cubicBezTo>
                  <a:cubicBezTo>
                    <a:pt x="35243" y="134874"/>
                    <a:pt x="191" y="153067"/>
                    <a:pt x="16288" y="241745"/>
                  </a:cubicBezTo>
                  <a:cubicBezTo>
                    <a:pt x="22193" y="272129"/>
                    <a:pt x="0" y="281559"/>
                    <a:pt x="0" y="281559"/>
                  </a:cubicBezTo>
                  <a:cubicBezTo>
                    <a:pt x="0" y="281559"/>
                    <a:pt x="80010" y="299371"/>
                    <a:pt x="152495" y="258794"/>
                  </a:cubicBezTo>
                  <a:cubicBezTo>
                    <a:pt x="224885" y="218218"/>
                    <a:pt x="323183" y="100298"/>
                    <a:pt x="23545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4" name="Google Shape;1424;p43"/>
            <p:cNvSpPr/>
            <p:nvPr/>
          </p:nvSpPr>
          <p:spPr>
            <a:xfrm>
              <a:off x="7052262" y="447778"/>
              <a:ext cx="454921" cy="151881"/>
            </a:xfrm>
            <a:custGeom>
              <a:avLst/>
              <a:gdLst/>
              <a:ahLst/>
              <a:cxnLst/>
              <a:rect l="l" t="t" r="r" b="b"/>
              <a:pathLst>
                <a:path w="691895" h="230997" extrusionOk="0">
                  <a:moveTo>
                    <a:pt x="0" y="779"/>
                  </a:moveTo>
                  <a:cubicBezTo>
                    <a:pt x="0" y="779"/>
                    <a:pt x="509207" y="-23796"/>
                    <a:pt x="691896" y="203185"/>
                  </a:cubicBezTo>
                  <a:lnTo>
                    <a:pt x="675037" y="230998"/>
                  </a:lnTo>
                  <a:cubicBezTo>
                    <a:pt x="675037" y="230998"/>
                    <a:pt x="572357" y="13923"/>
                    <a:pt x="0" y="779"/>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5" name="Google Shape;1425;p43"/>
            <p:cNvSpPr/>
            <p:nvPr/>
          </p:nvSpPr>
          <p:spPr>
            <a:xfrm>
              <a:off x="8468750"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6" name="Google Shape;1426;p43"/>
            <p:cNvSpPr/>
            <p:nvPr/>
          </p:nvSpPr>
          <p:spPr>
            <a:xfrm>
              <a:off x="8515802"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7" name="Google Shape;1427;p43"/>
            <p:cNvSpPr/>
            <p:nvPr/>
          </p:nvSpPr>
          <p:spPr>
            <a:xfrm>
              <a:off x="8511031"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8" name="Google Shape;1428;p43"/>
            <p:cNvSpPr/>
            <p:nvPr/>
          </p:nvSpPr>
          <p:spPr>
            <a:xfrm>
              <a:off x="8571989"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9" name="Google Shape;1429;p43"/>
            <p:cNvSpPr/>
            <p:nvPr/>
          </p:nvSpPr>
          <p:spPr>
            <a:xfrm>
              <a:off x="8340266"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0" name="Google Shape;1430;p43"/>
            <p:cNvSpPr/>
            <p:nvPr/>
          </p:nvSpPr>
          <p:spPr>
            <a:xfrm>
              <a:off x="8384032"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1" name="Google Shape;1431;p43"/>
            <p:cNvSpPr/>
            <p:nvPr/>
          </p:nvSpPr>
          <p:spPr>
            <a:xfrm>
              <a:off x="7138356" y="564593"/>
              <a:ext cx="360441" cy="297931"/>
            </a:xfrm>
            <a:custGeom>
              <a:avLst/>
              <a:gdLst/>
              <a:ahLst/>
              <a:cxnLst/>
              <a:rect l="l" t="t" r="r" b="b"/>
              <a:pathLst>
                <a:path w="548199" h="453127" extrusionOk="0">
                  <a:moveTo>
                    <a:pt x="540544" y="35737"/>
                  </a:moveTo>
                  <a:cubicBezTo>
                    <a:pt x="540544" y="35737"/>
                    <a:pt x="394621" y="-55798"/>
                    <a:pt x="240125" y="54121"/>
                  </a:cubicBezTo>
                  <a:cubicBezTo>
                    <a:pt x="85534" y="164134"/>
                    <a:pt x="87821" y="296056"/>
                    <a:pt x="66008" y="360540"/>
                  </a:cubicBezTo>
                  <a:cubicBezTo>
                    <a:pt x="44196" y="425024"/>
                    <a:pt x="0" y="427691"/>
                    <a:pt x="0" y="427691"/>
                  </a:cubicBezTo>
                  <a:cubicBezTo>
                    <a:pt x="0" y="427691"/>
                    <a:pt x="68199" y="472649"/>
                    <a:pt x="226504" y="443026"/>
                  </a:cubicBezTo>
                  <a:cubicBezTo>
                    <a:pt x="384810" y="413404"/>
                    <a:pt x="490728" y="311105"/>
                    <a:pt x="523018" y="227285"/>
                  </a:cubicBezTo>
                  <a:cubicBezTo>
                    <a:pt x="555307" y="143465"/>
                    <a:pt x="551021" y="93459"/>
                    <a:pt x="540449" y="356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2" name="Google Shape;1432;p43"/>
            <p:cNvSpPr/>
            <p:nvPr/>
          </p:nvSpPr>
          <p:spPr>
            <a:xfrm>
              <a:off x="7340765" y="303182"/>
              <a:ext cx="288718" cy="194157"/>
            </a:xfrm>
            <a:custGeom>
              <a:avLst/>
              <a:gdLst/>
              <a:ahLst/>
              <a:cxnLst/>
              <a:rect l="l" t="t" r="r" b="b"/>
              <a:pathLst>
                <a:path w="439115" h="295296" extrusionOk="0">
                  <a:moveTo>
                    <a:pt x="428625" y="259190"/>
                  </a:moveTo>
                  <a:cubicBezTo>
                    <a:pt x="428625" y="259190"/>
                    <a:pt x="291275" y="362155"/>
                    <a:pt x="136969" y="220328"/>
                  </a:cubicBezTo>
                  <a:cubicBezTo>
                    <a:pt x="29146" y="130603"/>
                    <a:pt x="63913" y="88693"/>
                    <a:pt x="0" y="56403"/>
                  </a:cubicBezTo>
                  <a:cubicBezTo>
                    <a:pt x="227171" y="-51039"/>
                    <a:pt x="350425" y="13921"/>
                    <a:pt x="406813" y="94598"/>
                  </a:cubicBezTo>
                  <a:cubicBezTo>
                    <a:pt x="463201" y="175275"/>
                    <a:pt x="428625" y="259285"/>
                    <a:pt x="428625" y="2592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3" name="Google Shape;1433;p43"/>
            <p:cNvSpPr/>
            <p:nvPr/>
          </p:nvSpPr>
          <p:spPr>
            <a:xfrm>
              <a:off x="7585913" y="481827"/>
              <a:ext cx="152170" cy="296976"/>
            </a:xfrm>
            <a:custGeom>
              <a:avLst/>
              <a:gdLst/>
              <a:ahLst/>
              <a:cxnLst/>
              <a:rect l="l" t="t" r="r" b="b"/>
              <a:pathLst>
                <a:path w="231437" h="451675" extrusionOk="0">
                  <a:moveTo>
                    <a:pt x="66954" y="0"/>
                  </a:moveTo>
                  <a:cubicBezTo>
                    <a:pt x="66954" y="0"/>
                    <a:pt x="-8294" y="74200"/>
                    <a:pt x="755" y="183547"/>
                  </a:cubicBezTo>
                  <a:cubicBezTo>
                    <a:pt x="9804" y="292894"/>
                    <a:pt x="-4865" y="339376"/>
                    <a:pt x="86671" y="402717"/>
                  </a:cubicBezTo>
                  <a:cubicBezTo>
                    <a:pt x="118389" y="424148"/>
                    <a:pt x="107245" y="451675"/>
                    <a:pt x="107245" y="451675"/>
                  </a:cubicBezTo>
                  <a:cubicBezTo>
                    <a:pt x="107245" y="451675"/>
                    <a:pt x="192779" y="397383"/>
                    <a:pt x="220592" y="298609"/>
                  </a:cubicBezTo>
                  <a:cubicBezTo>
                    <a:pt x="248405" y="199930"/>
                    <a:pt x="231260" y="10954"/>
                    <a:pt x="66954"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4" name="Google Shape;1434;p43"/>
            <p:cNvSpPr/>
            <p:nvPr/>
          </p:nvSpPr>
          <p:spPr>
            <a:xfrm>
              <a:off x="7411092" y="377529"/>
              <a:ext cx="519990" cy="282693"/>
            </a:xfrm>
            <a:custGeom>
              <a:avLst/>
              <a:gdLst/>
              <a:ahLst/>
              <a:cxnLst/>
              <a:rect l="l" t="t" r="r" b="b"/>
              <a:pathLst>
                <a:path w="790860" h="429951" extrusionOk="0">
                  <a:moveTo>
                    <a:pt x="0" y="429951"/>
                  </a:moveTo>
                  <a:cubicBezTo>
                    <a:pt x="0" y="429951"/>
                    <a:pt x="423482" y="-36393"/>
                    <a:pt x="781336" y="2279"/>
                  </a:cubicBezTo>
                  <a:lnTo>
                    <a:pt x="790861" y="41331"/>
                  </a:lnTo>
                  <a:cubicBezTo>
                    <a:pt x="790861" y="41331"/>
                    <a:pt x="511492" y="-58681"/>
                    <a:pt x="0" y="42995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5" name="Google Shape;1435;p43"/>
            <p:cNvSpPr/>
            <p:nvPr/>
          </p:nvSpPr>
          <p:spPr>
            <a:xfrm>
              <a:off x="7596520"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6" name="Google Shape;1436;p43"/>
            <p:cNvSpPr/>
            <p:nvPr/>
          </p:nvSpPr>
          <p:spPr>
            <a:xfrm>
              <a:off x="7847445" y="665717"/>
              <a:ext cx="479283" cy="815715"/>
            </a:xfrm>
            <a:custGeom>
              <a:avLst/>
              <a:gdLst/>
              <a:ahLst/>
              <a:cxnLst/>
              <a:rect l="l" t="t" r="r" b="b"/>
              <a:pathLst>
                <a:path w="728948" h="1240631" extrusionOk="0">
                  <a:moveTo>
                    <a:pt x="665321" y="67913"/>
                  </a:moveTo>
                  <a:cubicBezTo>
                    <a:pt x="668084" y="50864"/>
                    <a:pt x="660273" y="21717"/>
                    <a:pt x="588645" y="0"/>
                  </a:cubicBezTo>
                  <a:cubicBezTo>
                    <a:pt x="602456" y="149923"/>
                    <a:pt x="577120" y="370713"/>
                    <a:pt x="519589" y="435578"/>
                  </a:cubicBezTo>
                  <a:cubicBezTo>
                    <a:pt x="462058" y="500444"/>
                    <a:pt x="441960" y="629317"/>
                    <a:pt x="356902" y="694468"/>
                  </a:cubicBezTo>
                  <a:cubicBezTo>
                    <a:pt x="271843" y="759619"/>
                    <a:pt x="216884" y="778574"/>
                    <a:pt x="0" y="835914"/>
                  </a:cubicBezTo>
                  <a:lnTo>
                    <a:pt x="9430" y="857250"/>
                  </a:lnTo>
                  <a:cubicBezTo>
                    <a:pt x="9430" y="857250"/>
                    <a:pt x="183547" y="809530"/>
                    <a:pt x="272034" y="778002"/>
                  </a:cubicBezTo>
                  <a:cubicBezTo>
                    <a:pt x="196596" y="892112"/>
                    <a:pt x="102965" y="1018604"/>
                    <a:pt x="2000" y="1025747"/>
                  </a:cubicBezTo>
                  <a:cubicBezTo>
                    <a:pt x="23813" y="1065371"/>
                    <a:pt x="130778" y="1039749"/>
                    <a:pt x="311944" y="789813"/>
                  </a:cubicBezTo>
                  <a:cubicBezTo>
                    <a:pt x="348139" y="734282"/>
                    <a:pt x="381667" y="718661"/>
                    <a:pt x="381667" y="718661"/>
                  </a:cubicBezTo>
                  <a:cubicBezTo>
                    <a:pt x="381667" y="718661"/>
                    <a:pt x="345853" y="810863"/>
                    <a:pt x="350330" y="945642"/>
                  </a:cubicBezTo>
                  <a:cubicBezTo>
                    <a:pt x="354806" y="1080326"/>
                    <a:pt x="255365" y="1240631"/>
                    <a:pt x="255365" y="1240631"/>
                  </a:cubicBezTo>
                  <a:lnTo>
                    <a:pt x="289084" y="1240250"/>
                  </a:lnTo>
                  <a:cubicBezTo>
                    <a:pt x="289084" y="1240250"/>
                    <a:pt x="373380" y="1098518"/>
                    <a:pt x="378047" y="957548"/>
                  </a:cubicBezTo>
                  <a:cubicBezTo>
                    <a:pt x="382714" y="816578"/>
                    <a:pt x="397478" y="761333"/>
                    <a:pt x="448532" y="662845"/>
                  </a:cubicBezTo>
                  <a:cubicBezTo>
                    <a:pt x="499586" y="564356"/>
                    <a:pt x="523494" y="502825"/>
                    <a:pt x="551212" y="520922"/>
                  </a:cubicBezTo>
                  <a:cubicBezTo>
                    <a:pt x="578930" y="539020"/>
                    <a:pt x="614267" y="697897"/>
                    <a:pt x="615220" y="789813"/>
                  </a:cubicBezTo>
                  <a:cubicBezTo>
                    <a:pt x="616172" y="881634"/>
                    <a:pt x="553879" y="1084421"/>
                    <a:pt x="553879" y="1084421"/>
                  </a:cubicBezTo>
                  <a:lnTo>
                    <a:pt x="590455" y="1065657"/>
                  </a:lnTo>
                  <a:cubicBezTo>
                    <a:pt x="590455" y="1065657"/>
                    <a:pt x="634841" y="918210"/>
                    <a:pt x="637413" y="866108"/>
                  </a:cubicBezTo>
                  <a:cubicBezTo>
                    <a:pt x="668941" y="957644"/>
                    <a:pt x="704659" y="1150239"/>
                    <a:pt x="704659" y="1150239"/>
                  </a:cubicBezTo>
                  <a:lnTo>
                    <a:pt x="728948" y="1125474"/>
                  </a:lnTo>
                  <a:cubicBezTo>
                    <a:pt x="728948" y="1125474"/>
                    <a:pt x="677609" y="899351"/>
                    <a:pt x="655225" y="801624"/>
                  </a:cubicBezTo>
                  <a:cubicBezTo>
                    <a:pt x="632746" y="703897"/>
                    <a:pt x="640556" y="562928"/>
                    <a:pt x="575405" y="487013"/>
                  </a:cubicBezTo>
                  <a:cubicBezTo>
                    <a:pt x="582930" y="402717"/>
                    <a:pt x="656749" y="253365"/>
                    <a:pt x="660844" y="118300"/>
                  </a:cubicBezTo>
                  <a:cubicBezTo>
                    <a:pt x="661321" y="101346"/>
                    <a:pt x="662845" y="84582"/>
                    <a:pt x="665512" y="679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7" name="Google Shape;1437;p43"/>
            <p:cNvSpPr/>
            <p:nvPr/>
          </p:nvSpPr>
          <p:spPr>
            <a:xfrm>
              <a:off x="8346491" y="1441133"/>
              <a:ext cx="70545" cy="80386"/>
            </a:xfrm>
            <a:custGeom>
              <a:avLst/>
              <a:gdLst/>
              <a:ahLst/>
              <a:cxnLst/>
              <a:rect l="l" t="t" r="r" b="b"/>
              <a:pathLst>
                <a:path w="107293" h="122260" extrusionOk="0">
                  <a:moveTo>
                    <a:pt x="40481" y="0"/>
                  </a:moveTo>
                  <a:cubicBezTo>
                    <a:pt x="40481" y="0"/>
                    <a:pt x="118110" y="28003"/>
                    <a:pt x="106013" y="45434"/>
                  </a:cubicBezTo>
                  <a:cubicBezTo>
                    <a:pt x="93917" y="62960"/>
                    <a:pt x="58960" y="43339"/>
                    <a:pt x="58960" y="43339"/>
                  </a:cubicBezTo>
                  <a:cubicBezTo>
                    <a:pt x="58960" y="43339"/>
                    <a:pt x="110109" y="106775"/>
                    <a:pt x="93917" y="118872"/>
                  </a:cubicBezTo>
                  <a:cubicBezTo>
                    <a:pt x="77724" y="130969"/>
                    <a:pt x="31052" y="75247"/>
                    <a:pt x="31052" y="75247"/>
                  </a:cubicBezTo>
                  <a:cubicBezTo>
                    <a:pt x="31052" y="75247"/>
                    <a:pt x="34862" y="115157"/>
                    <a:pt x="24194" y="121825"/>
                  </a:cubicBezTo>
                  <a:cubicBezTo>
                    <a:pt x="13525" y="128397"/>
                    <a:pt x="0" y="58388"/>
                    <a:pt x="0" y="58388"/>
                  </a:cubicBezTo>
                  <a:lnTo>
                    <a:pt x="40481"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8" name="Google Shape;1438;p43"/>
            <p:cNvSpPr/>
            <p:nvPr/>
          </p:nvSpPr>
          <p:spPr>
            <a:xfrm>
              <a:off x="8277964" y="1376129"/>
              <a:ext cx="121902" cy="112555"/>
            </a:xfrm>
            <a:custGeom>
              <a:avLst/>
              <a:gdLst/>
              <a:ahLst/>
              <a:cxnLst/>
              <a:rect l="l" t="t" r="r" b="b"/>
              <a:pathLst>
                <a:path w="185402" h="171186" extrusionOk="0">
                  <a:moveTo>
                    <a:pt x="13358" y="139153"/>
                  </a:moveTo>
                  <a:cubicBezTo>
                    <a:pt x="-16265" y="95338"/>
                    <a:pt x="6595" y="52571"/>
                    <a:pt x="50410" y="23044"/>
                  </a:cubicBezTo>
                  <a:cubicBezTo>
                    <a:pt x="94225" y="-6484"/>
                    <a:pt x="142422" y="-11818"/>
                    <a:pt x="172045" y="31997"/>
                  </a:cubicBezTo>
                  <a:cubicBezTo>
                    <a:pt x="201667" y="75812"/>
                    <a:pt x="178807" y="118579"/>
                    <a:pt x="134992" y="148107"/>
                  </a:cubicBezTo>
                  <a:cubicBezTo>
                    <a:pt x="91177" y="177729"/>
                    <a:pt x="42981" y="182968"/>
                    <a:pt x="13358" y="139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9" name="Google Shape;1439;p43"/>
            <p:cNvSpPr/>
            <p:nvPr/>
          </p:nvSpPr>
          <p:spPr>
            <a:xfrm>
              <a:off x="7946531" y="1521222"/>
              <a:ext cx="84572" cy="78746"/>
            </a:xfrm>
            <a:custGeom>
              <a:avLst/>
              <a:gdLst/>
              <a:ahLst/>
              <a:cxnLst/>
              <a:rect l="l" t="t" r="r" b="b"/>
              <a:pathLst>
                <a:path w="128627" h="119766" extrusionOk="0">
                  <a:moveTo>
                    <a:pt x="127098" y="12478"/>
                  </a:moveTo>
                  <a:cubicBezTo>
                    <a:pt x="127098" y="12478"/>
                    <a:pt x="135480" y="100679"/>
                    <a:pt x="113001" y="96965"/>
                  </a:cubicBezTo>
                  <a:cubicBezTo>
                    <a:pt x="90522" y="93250"/>
                    <a:pt x="93475" y="50292"/>
                    <a:pt x="93475" y="50292"/>
                  </a:cubicBezTo>
                  <a:cubicBezTo>
                    <a:pt x="93475" y="50292"/>
                    <a:pt x="55279" y="128969"/>
                    <a:pt x="36134" y="118872"/>
                  </a:cubicBezTo>
                  <a:cubicBezTo>
                    <a:pt x="16989" y="108680"/>
                    <a:pt x="49660" y="37814"/>
                    <a:pt x="49660" y="37814"/>
                  </a:cubicBezTo>
                  <a:cubicBezTo>
                    <a:pt x="49660" y="37814"/>
                    <a:pt x="12607" y="59817"/>
                    <a:pt x="1368" y="52483"/>
                  </a:cubicBezTo>
                  <a:cubicBezTo>
                    <a:pt x="-9872" y="45149"/>
                    <a:pt x="51850" y="0"/>
                    <a:pt x="51850" y="0"/>
                  </a:cubicBezTo>
                  <a:lnTo>
                    <a:pt x="127098" y="12573"/>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0" name="Google Shape;1440;p43"/>
            <p:cNvSpPr/>
            <p:nvPr/>
          </p:nvSpPr>
          <p:spPr>
            <a:xfrm>
              <a:off x="7956988" y="1432681"/>
              <a:ext cx="131857" cy="119065"/>
            </a:xfrm>
            <a:custGeom>
              <a:avLst/>
              <a:gdLst/>
              <a:ahLst/>
              <a:cxnLst/>
              <a:rect l="l" t="t" r="r" b="b"/>
              <a:pathLst>
                <a:path w="200543" h="181087" extrusionOk="0">
                  <a:moveTo>
                    <a:pt x="11927" y="38013"/>
                  </a:moveTo>
                  <a:cubicBezTo>
                    <a:pt x="40883" y="-10755"/>
                    <a:pt x="92890" y="-8183"/>
                    <a:pt x="141658" y="20868"/>
                  </a:cubicBezTo>
                  <a:cubicBezTo>
                    <a:pt x="190426" y="49824"/>
                    <a:pt x="217667" y="94211"/>
                    <a:pt x="188616" y="143074"/>
                  </a:cubicBezTo>
                  <a:cubicBezTo>
                    <a:pt x="159660" y="191842"/>
                    <a:pt x="107654" y="189270"/>
                    <a:pt x="58886" y="160219"/>
                  </a:cubicBezTo>
                  <a:cubicBezTo>
                    <a:pt x="10117" y="131263"/>
                    <a:pt x="-17124" y="86876"/>
                    <a:pt x="11927" y="380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1" name="Google Shape;1441;p43"/>
            <p:cNvSpPr/>
            <p:nvPr/>
          </p:nvSpPr>
          <p:spPr>
            <a:xfrm>
              <a:off x="7741832" y="1359665"/>
              <a:ext cx="91181" cy="77026"/>
            </a:xfrm>
            <a:custGeom>
              <a:avLst/>
              <a:gdLst/>
              <a:ahLst/>
              <a:cxnLst/>
              <a:rect l="l" t="t" r="r" b="b"/>
              <a:pathLst>
                <a:path w="138679" h="117150" extrusionOk="0">
                  <a:moveTo>
                    <a:pt x="138680" y="58584"/>
                  </a:moveTo>
                  <a:cubicBezTo>
                    <a:pt x="138680" y="58584"/>
                    <a:pt x="88769" y="131831"/>
                    <a:pt x="73814" y="114496"/>
                  </a:cubicBezTo>
                  <a:cubicBezTo>
                    <a:pt x="58860" y="97160"/>
                    <a:pt x="88578" y="66109"/>
                    <a:pt x="88578" y="66109"/>
                  </a:cubicBezTo>
                  <a:cubicBezTo>
                    <a:pt x="88578" y="66109"/>
                    <a:pt x="8949" y="102208"/>
                    <a:pt x="662" y="82206"/>
                  </a:cubicBezTo>
                  <a:cubicBezTo>
                    <a:pt x="-7529" y="62203"/>
                    <a:pt x="62956" y="28580"/>
                    <a:pt x="62956" y="28580"/>
                  </a:cubicBezTo>
                  <a:cubicBezTo>
                    <a:pt x="62956" y="28580"/>
                    <a:pt x="20379" y="21817"/>
                    <a:pt x="16379" y="8959"/>
                  </a:cubicBezTo>
                  <a:cubicBezTo>
                    <a:pt x="12378" y="-3900"/>
                    <a:pt x="88769" y="862"/>
                    <a:pt x="88769" y="862"/>
                  </a:cubicBezTo>
                  <a:lnTo>
                    <a:pt x="138584" y="58679"/>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2" name="Google Shape;1442;p43"/>
            <p:cNvSpPr/>
            <p:nvPr/>
          </p:nvSpPr>
          <p:spPr>
            <a:xfrm>
              <a:off x="7794877" y="1297887"/>
              <a:ext cx="112874" cy="134199"/>
            </a:xfrm>
            <a:custGeom>
              <a:avLst/>
              <a:gdLst/>
              <a:ahLst/>
              <a:cxnLst/>
              <a:rect l="l" t="t" r="r" b="b"/>
              <a:pathLst>
                <a:path w="171671" h="204105" extrusionOk="0">
                  <a:moveTo>
                    <a:pt x="51451" y="5183"/>
                  </a:moveTo>
                  <a:cubicBezTo>
                    <a:pt x="104981" y="-13771"/>
                    <a:pt x="143176" y="21471"/>
                    <a:pt x="162226" y="74906"/>
                  </a:cubicBezTo>
                  <a:cubicBezTo>
                    <a:pt x="181181" y="128437"/>
                    <a:pt x="173752" y="179872"/>
                    <a:pt x="120221" y="198922"/>
                  </a:cubicBezTo>
                  <a:cubicBezTo>
                    <a:pt x="66691" y="217877"/>
                    <a:pt x="28495" y="182634"/>
                    <a:pt x="9445" y="129199"/>
                  </a:cubicBezTo>
                  <a:cubicBezTo>
                    <a:pt x="-9509" y="75668"/>
                    <a:pt x="-2080" y="24233"/>
                    <a:pt x="51451" y="51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3" name="Google Shape;1443;p43"/>
            <p:cNvSpPr/>
            <p:nvPr/>
          </p:nvSpPr>
          <p:spPr>
            <a:xfrm>
              <a:off x="8179939" y="1428995"/>
              <a:ext cx="66146" cy="69332"/>
            </a:xfrm>
            <a:custGeom>
              <a:avLst/>
              <a:gdLst/>
              <a:ahLst/>
              <a:cxnLst/>
              <a:rect l="l" t="t" r="r" b="b"/>
              <a:pathLst>
                <a:path w="100602" h="105448" extrusionOk="0">
                  <a:moveTo>
                    <a:pt x="77716" y="0"/>
                  </a:moveTo>
                  <a:cubicBezTo>
                    <a:pt x="77716" y="0"/>
                    <a:pt x="113053" y="59531"/>
                    <a:pt x="95908" y="64389"/>
                  </a:cubicBezTo>
                  <a:cubicBezTo>
                    <a:pt x="78763" y="69247"/>
                    <a:pt x="66571" y="37909"/>
                    <a:pt x="66571" y="37909"/>
                  </a:cubicBezTo>
                  <a:cubicBezTo>
                    <a:pt x="66571" y="37909"/>
                    <a:pt x="65905" y="106204"/>
                    <a:pt x="48950" y="105442"/>
                  </a:cubicBezTo>
                  <a:cubicBezTo>
                    <a:pt x="32091" y="104680"/>
                    <a:pt x="31519" y="43625"/>
                    <a:pt x="31519" y="43625"/>
                  </a:cubicBezTo>
                  <a:cubicBezTo>
                    <a:pt x="31519" y="43625"/>
                    <a:pt x="12660" y="71533"/>
                    <a:pt x="2278" y="70104"/>
                  </a:cubicBezTo>
                  <a:cubicBezTo>
                    <a:pt x="-8105" y="68675"/>
                    <a:pt x="20375" y="16192"/>
                    <a:pt x="20375" y="16192"/>
                  </a:cubicBezTo>
                  <a:lnTo>
                    <a:pt x="77716"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4" name="Google Shape;1444;p43"/>
            <p:cNvSpPr/>
            <p:nvPr/>
          </p:nvSpPr>
          <p:spPr>
            <a:xfrm>
              <a:off x="8160746" y="1363241"/>
              <a:ext cx="105548" cy="83720"/>
            </a:xfrm>
            <a:custGeom>
              <a:avLst/>
              <a:gdLst/>
              <a:ahLst/>
              <a:cxnLst/>
              <a:rect l="l" t="t" r="r" b="b"/>
              <a:pathLst>
                <a:path w="160529" h="127331" extrusionOk="0">
                  <a:moveTo>
                    <a:pt x="350" y="56093"/>
                  </a:moveTo>
                  <a:cubicBezTo>
                    <a:pt x="4541" y="11993"/>
                    <a:pt x="42069" y="-3533"/>
                    <a:pt x="86265" y="658"/>
                  </a:cubicBezTo>
                  <a:cubicBezTo>
                    <a:pt x="130461" y="4849"/>
                    <a:pt x="164370" y="27137"/>
                    <a:pt x="160179" y="71238"/>
                  </a:cubicBezTo>
                  <a:cubicBezTo>
                    <a:pt x="155988" y="115339"/>
                    <a:pt x="118460" y="130865"/>
                    <a:pt x="74264" y="126674"/>
                  </a:cubicBezTo>
                  <a:cubicBezTo>
                    <a:pt x="30163" y="122483"/>
                    <a:pt x="-3841" y="100194"/>
                    <a:pt x="350" y="5609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5" name="Google Shape;1445;p43"/>
            <p:cNvSpPr/>
            <p:nvPr/>
          </p:nvSpPr>
          <p:spPr>
            <a:xfrm>
              <a:off x="7751743" y="1199998"/>
              <a:ext cx="71618" cy="64405"/>
            </a:xfrm>
            <a:custGeom>
              <a:avLst/>
              <a:gdLst/>
              <a:ahLst/>
              <a:cxnLst/>
              <a:rect l="l" t="t" r="r" b="b"/>
              <a:pathLst>
                <a:path w="108924" h="97954" extrusionOk="0">
                  <a:moveTo>
                    <a:pt x="108829" y="65524"/>
                  </a:moveTo>
                  <a:cubicBezTo>
                    <a:pt x="108829" y="65524"/>
                    <a:pt x="56251" y="110577"/>
                    <a:pt x="48536" y="94479"/>
                  </a:cubicBezTo>
                  <a:cubicBezTo>
                    <a:pt x="40821" y="78382"/>
                    <a:pt x="69586" y="61047"/>
                    <a:pt x="69586" y="61047"/>
                  </a:cubicBezTo>
                  <a:cubicBezTo>
                    <a:pt x="69586" y="61047"/>
                    <a:pt x="2149" y="72000"/>
                    <a:pt x="54" y="55237"/>
                  </a:cubicBezTo>
                  <a:cubicBezTo>
                    <a:pt x="-2042" y="38473"/>
                    <a:pt x="57966" y="27424"/>
                    <a:pt x="57966" y="27424"/>
                  </a:cubicBezTo>
                  <a:cubicBezTo>
                    <a:pt x="57966" y="27424"/>
                    <a:pt x="27295" y="13612"/>
                    <a:pt x="26914" y="3135"/>
                  </a:cubicBezTo>
                  <a:cubicBezTo>
                    <a:pt x="26533" y="-7343"/>
                    <a:pt x="83112" y="11803"/>
                    <a:pt x="83112" y="11803"/>
                  </a:cubicBezTo>
                  <a:lnTo>
                    <a:pt x="108924" y="65524"/>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6" name="Google Shape;1446;p43"/>
            <p:cNvSpPr/>
            <p:nvPr/>
          </p:nvSpPr>
          <p:spPr>
            <a:xfrm>
              <a:off x="7802103" y="1168991"/>
              <a:ext cx="83567" cy="105585"/>
            </a:xfrm>
            <a:custGeom>
              <a:avLst/>
              <a:gdLst/>
              <a:ahLst/>
              <a:cxnLst/>
              <a:rect l="l" t="t" r="r" b="b"/>
              <a:pathLst>
                <a:path w="127098" h="160586" extrusionOk="0">
                  <a:moveTo>
                    <a:pt x="57310" y="236"/>
                  </a:moveTo>
                  <a:cubicBezTo>
                    <a:pt x="101506" y="-3193"/>
                    <a:pt x="123223" y="31192"/>
                    <a:pt x="126652" y="75388"/>
                  </a:cubicBezTo>
                  <a:cubicBezTo>
                    <a:pt x="130081" y="119584"/>
                    <a:pt x="113984" y="156922"/>
                    <a:pt x="69788" y="160351"/>
                  </a:cubicBezTo>
                  <a:cubicBezTo>
                    <a:pt x="25592" y="163780"/>
                    <a:pt x="3875" y="129395"/>
                    <a:pt x="446" y="85199"/>
                  </a:cubicBezTo>
                  <a:cubicBezTo>
                    <a:pt x="-2983" y="41003"/>
                    <a:pt x="13114" y="3665"/>
                    <a:pt x="57310" y="23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7" name="Google Shape;1447;p43"/>
            <p:cNvSpPr/>
            <p:nvPr/>
          </p:nvSpPr>
          <p:spPr>
            <a:xfrm>
              <a:off x="7733159"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8" name="Google Shape;1448;p43"/>
            <p:cNvSpPr/>
            <p:nvPr/>
          </p:nvSpPr>
          <p:spPr>
            <a:xfrm>
              <a:off x="8000978"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9" name="Google Shape;1449;p43"/>
            <p:cNvSpPr/>
            <p:nvPr/>
          </p:nvSpPr>
          <p:spPr>
            <a:xfrm>
              <a:off x="8093845"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0" name="Google Shape;1450;p43"/>
            <p:cNvSpPr/>
            <p:nvPr/>
          </p:nvSpPr>
          <p:spPr>
            <a:xfrm>
              <a:off x="7821280"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1" name="Google Shape;1451;p43"/>
            <p:cNvSpPr/>
            <p:nvPr/>
          </p:nvSpPr>
          <p:spPr>
            <a:xfrm>
              <a:off x="8229676"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2" name="Google Shape;1452;p43"/>
            <p:cNvSpPr/>
            <p:nvPr/>
          </p:nvSpPr>
          <p:spPr>
            <a:xfrm>
              <a:off x="8005118"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3" name="Google Shape;1453;p43"/>
            <p:cNvSpPr/>
            <p:nvPr/>
          </p:nvSpPr>
          <p:spPr>
            <a:xfrm>
              <a:off x="7900136"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4" name="Google Shape;1454;p43"/>
            <p:cNvSpPr/>
            <p:nvPr/>
          </p:nvSpPr>
          <p:spPr>
            <a:xfrm>
              <a:off x="8160100"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5" name="Google Shape;1455;p43"/>
            <p:cNvSpPr/>
            <p:nvPr/>
          </p:nvSpPr>
          <p:spPr>
            <a:xfrm>
              <a:off x="8183090"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6" name="Google Shape;1456;p43"/>
            <p:cNvSpPr/>
            <p:nvPr/>
          </p:nvSpPr>
          <p:spPr>
            <a:xfrm>
              <a:off x="8039593"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7" name="Google Shape;1457;p43"/>
            <p:cNvSpPr/>
            <p:nvPr/>
          </p:nvSpPr>
          <p:spPr>
            <a:xfrm>
              <a:off x="8291682"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8" name="Google Shape;1458;p43"/>
            <p:cNvSpPr/>
            <p:nvPr/>
          </p:nvSpPr>
          <p:spPr>
            <a:xfrm>
              <a:off x="7815720"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9" name="Google Shape;1459;p43"/>
            <p:cNvSpPr/>
            <p:nvPr/>
          </p:nvSpPr>
          <p:spPr>
            <a:xfrm>
              <a:off x="8077948"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0" name="Google Shape;1460;p43"/>
            <p:cNvSpPr/>
            <p:nvPr/>
          </p:nvSpPr>
          <p:spPr>
            <a:xfrm>
              <a:off x="7981400"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1" name="Google Shape;1461;p43"/>
            <p:cNvSpPr/>
            <p:nvPr/>
          </p:nvSpPr>
          <p:spPr>
            <a:xfrm>
              <a:off x="8130630"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2" name="Google Shape;1462;p43"/>
            <p:cNvSpPr/>
            <p:nvPr/>
          </p:nvSpPr>
          <p:spPr>
            <a:xfrm>
              <a:off x="8058426"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3" name="Google Shape;1463;p43"/>
            <p:cNvSpPr/>
            <p:nvPr/>
          </p:nvSpPr>
          <p:spPr>
            <a:xfrm>
              <a:off x="8028567" y="560378"/>
              <a:ext cx="151706" cy="167532"/>
            </a:xfrm>
            <a:custGeom>
              <a:avLst/>
              <a:gdLst/>
              <a:ahLst/>
              <a:cxnLst/>
              <a:rect l="l" t="t" r="r" b="b"/>
              <a:pathLst>
                <a:path w="230732" h="254801" extrusionOk="0">
                  <a:moveTo>
                    <a:pt x="53648" y="5007"/>
                  </a:moveTo>
                  <a:cubicBezTo>
                    <a:pt x="53648" y="5007"/>
                    <a:pt x="2308" y="16152"/>
                    <a:pt x="22" y="123975"/>
                  </a:cubicBezTo>
                  <a:cubicBezTo>
                    <a:pt x="-2264" y="231798"/>
                    <a:pt x="176520" y="295996"/>
                    <a:pt x="230717" y="224749"/>
                  </a:cubicBezTo>
                  <a:cubicBezTo>
                    <a:pt x="231860" y="164361"/>
                    <a:pt x="169852" y="-33855"/>
                    <a:pt x="53648" y="500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4" name="Google Shape;1464;p43"/>
            <p:cNvSpPr/>
            <p:nvPr/>
          </p:nvSpPr>
          <p:spPr>
            <a:xfrm>
              <a:off x="8148375"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5" name="Google Shape;1465;p43"/>
            <p:cNvSpPr/>
            <p:nvPr/>
          </p:nvSpPr>
          <p:spPr>
            <a:xfrm>
              <a:off x="8072897"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6" name="Google Shape;1466;p43"/>
            <p:cNvSpPr/>
            <p:nvPr/>
          </p:nvSpPr>
          <p:spPr>
            <a:xfrm>
              <a:off x="8129226"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7" name="Google Shape;1467;p43"/>
            <p:cNvSpPr/>
            <p:nvPr/>
          </p:nvSpPr>
          <p:spPr>
            <a:xfrm>
              <a:off x="8048633"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8" name="Google Shape;1468;p43"/>
            <p:cNvSpPr/>
            <p:nvPr/>
          </p:nvSpPr>
          <p:spPr>
            <a:xfrm>
              <a:off x="7986223"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469" name="Google Shape;1469;p43"/>
          <p:cNvGrpSpPr/>
          <p:nvPr/>
        </p:nvGrpSpPr>
        <p:grpSpPr>
          <a:xfrm rot="9900090" flipH="1">
            <a:off x="6692768" y="3325535"/>
            <a:ext cx="1145357" cy="1081531"/>
            <a:chOff x="10862245" y="208750"/>
            <a:chExt cx="1369738" cy="1293408"/>
          </a:xfrm>
        </p:grpSpPr>
        <p:sp>
          <p:nvSpPr>
            <p:cNvPr id="1470" name="Google Shape;1470;p43"/>
            <p:cNvSpPr/>
            <p:nvPr/>
          </p:nvSpPr>
          <p:spPr>
            <a:xfrm>
              <a:off x="11776756"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1" name="Google Shape;1471;p43"/>
            <p:cNvSpPr/>
            <p:nvPr/>
          </p:nvSpPr>
          <p:spPr>
            <a:xfrm>
              <a:off x="11837714"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2" name="Google Shape;1472;p43"/>
            <p:cNvSpPr/>
            <p:nvPr/>
          </p:nvSpPr>
          <p:spPr>
            <a:xfrm>
              <a:off x="11605991"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3" name="Google Shape;1473;p43"/>
            <p:cNvSpPr/>
            <p:nvPr/>
          </p:nvSpPr>
          <p:spPr>
            <a:xfrm>
              <a:off x="11649757"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74" name="Google Shape;1474;p43"/>
            <p:cNvGrpSpPr/>
            <p:nvPr/>
          </p:nvGrpSpPr>
          <p:grpSpPr>
            <a:xfrm>
              <a:off x="10862245" y="208750"/>
              <a:ext cx="1369738" cy="1031739"/>
              <a:chOff x="10862245" y="208750"/>
              <a:chExt cx="1369738" cy="1031739"/>
            </a:xfrm>
          </p:grpSpPr>
          <p:sp>
            <p:nvSpPr>
              <p:cNvPr id="1475" name="Google Shape;1475;p43"/>
              <p:cNvSpPr/>
              <p:nvPr/>
            </p:nvSpPr>
            <p:spPr>
              <a:xfrm>
                <a:off x="10862245"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76" name="Google Shape;1476;p43"/>
              <p:cNvGrpSpPr/>
              <p:nvPr/>
            </p:nvGrpSpPr>
            <p:grpSpPr>
              <a:xfrm>
                <a:off x="10998884" y="208750"/>
                <a:ext cx="1233099" cy="739873"/>
                <a:chOff x="10998884" y="208750"/>
                <a:chExt cx="1233099" cy="739873"/>
              </a:xfrm>
            </p:grpSpPr>
            <p:sp>
              <p:nvSpPr>
                <p:cNvPr id="1477" name="Google Shape;1477;p43"/>
                <p:cNvSpPr/>
                <p:nvPr/>
              </p:nvSpPr>
              <p:spPr>
                <a:xfrm>
                  <a:off x="11734475"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8" name="Google Shape;1478;p43"/>
                <p:cNvSpPr/>
                <p:nvPr/>
              </p:nvSpPr>
              <p:spPr>
                <a:xfrm>
                  <a:off x="11781527"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79" name="Google Shape;1479;p43"/>
                <p:cNvGrpSpPr/>
                <p:nvPr/>
              </p:nvGrpSpPr>
              <p:grpSpPr>
                <a:xfrm>
                  <a:off x="10998884" y="208750"/>
                  <a:ext cx="777560" cy="739873"/>
                  <a:chOff x="10998884" y="208750"/>
                  <a:chExt cx="777560" cy="739873"/>
                </a:xfrm>
              </p:grpSpPr>
              <p:sp>
                <p:nvSpPr>
                  <p:cNvPr id="1480" name="Google Shape;1480;p43"/>
                  <p:cNvSpPr/>
                  <p:nvPr/>
                </p:nvSpPr>
                <p:spPr>
                  <a:xfrm>
                    <a:off x="10998884"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1" name="Google Shape;1481;p43"/>
                  <p:cNvSpPr/>
                  <p:nvPr/>
                </p:nvSpPr>
                <p:spPr>
                  <a:xfrm>
                    <a:off x="11266703"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2" name="Google Shape;1482;p43"/>
                  <p:cNvSpPr/>
                  <p:nvPr/>
                </p:nvSpPr>
                <p:spPr>
                  <a:xfrm>
                    <a:off x="11359570"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3" name="Google Shape;1483;p43"/>
                  <p:cNvSpPr/>
                  <p:nvPr/>
                </p:nvSpPr>
                <p:spPr>
                  <a:xfrm>
                    <a:off x="11087005"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4" name="Google Shape;1484;p43"/>
                  <p:cNvSpPr/>
                  <p:nvPr/>
                </p:nvSpPr>
                <p:spPr>
                  <a:xfrm>
                    <a:off x="11495401"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5" name="Google Shape;1485;p43"/>
                  <p:cNvSpPr/>
                  <p:nvPr/>
                </p:nvSpPr>
                <p:spPr>
                  <a:xfrm>
                    <a:off x="11270843"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6" name="Google Shape;1486;p43"/>
                  <p:cNvSpPr/>
                  <p:nvPr/>
                </p:nvSpPr>
                <p:spPr>
                  <a:xfrm>
                    <a:off x="11165861"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7" name="Google Shape;1487;p43"/>
                  <p:cNvSpPr/>
                  <p:nvPr/>
                </p:nvSpPr>
                <p:spPr>
                  <a:xfrm>
                    <a:off x="11425825"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8" name="Google Shape;1488;p43"/>
                  <p:cNvSpPr/>
                  <p:nvPr/>
                </p:nvSpPr>
                <p:spPr>
                  <a:xfrm>
                    <a:off x="11448815"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9" name="Google Shape;1489;p43"/>
                  <p:cNvSpPr/>
                  <p:nvPr/>
                </p:nvSpPr>
                <p:spPr>
                  <a:xfrm>
                    <a:off x="11305318"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0" name="Google Shape;1490;p43"/>
                  <p:cNvSpPr/>
                  <p:nvPr/>
                </p:nvSpPr>
                <p:spPr>
                  <a:xfrm>
                    <a:off x="11557407"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1" name="Google Shape;1491;p43"/>
                  <p:cNvSpPr/>
                  <p:nvPr/>
                </p:nvSpPr>
                <p:spPr>
                  <a:xfrm>
                    <a:off x="11081445"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2" name="Google Shape;1492;p43"/>
                  <p:cNvSpPr/>
                  <p:nvPr/>
                </p:nvSpPr>
                <p:spPr>
                  <a:xfrm>
                    <a:off x="11343673"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3" name="Google Shape;1493;p43"/>
                  <p:cNvSpPr/>
                  <p:nvPr/>
                </p:nvSpPr>
                <p:spPr>
                  <a:xfrm>
                    <a:off x="11247125"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4" name="Google Shape;1494;p43"/>
                  <p:cNvSpPr/>
                  <p:nvPr/>
                </p:nvSpPr>
                <p:spPr>
                  <a:xfrm>
                    <a:off x="11396355"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5" name="Google Shape;1495;p43"/>
                  <p:cNvSpPr/>
                  <p:nvPr/>
                </p:nvSpPr>
                <p:spPr>
                  <a:xfrm>
                    <a:off x="11324151"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6" name="Google Shape;1496;p43"/>
                  <p:cNvSpPr/>
                  <p:nvPr/>
                </p:nvSpPr>
                <p:spPr>
                  <a:xfrm>
                    <a:off x="11414100"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7" name="Google Shape;1497;p43"/>
                  <p:cNvSpPr/>
                  <p:nvPr/>
                </p:nvSpPr>
                <p:spPr>
                  <a:xfrm>
                    <a:off x="11338622"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8" name="Google Shape;1498;p43"/>
                  <p:cNvSpPr/>
                  <p:nvPr/>
                </p:nvSpPr>
                <p:spPr>
                  <a:xfrm>
                    <a:off x="11394951"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9" name="Google Shape;1499;p43"/>
                  <p:cNvSpPr/>
                  <p:nvPr/>
                </p:nvSpPr>
                <p:spPr>
                  <a:xfrm>
                    <a:off x="11314358"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0" name="Google Shape;1500;p43"/>
                  <p:cNvSpPr/>
                  <p:nvPr/>
                </p:nvSpPr>
                <p:spPr>
                  <a:xfrm>
                    <a:off x="11251948"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4"/>
        <p:cNvGrpSpPr/>
        <p:nvPr/>
      </p:nvGrpSpPr>
      <p:grpSpPr>
        <a:xfrm>
          <a:off x="0" y="0"/>
          <a:ext cx="0" cy="0"/>
          <a:chOff x="0" y="0"/>
          <a:chExt cx="0" cy="0"/>
        </a:xfrm>
      </p:grpSpPr>
      <p:sp>
        <p:nvSpPr>
          <p:cNvPr id="1505" name="Google Shape;1505;p44"/>
          <p:cNvSpPr txBox="1">
            <a:spLocks noGrp="1"/>
          </p:cNvSpPr>
          <p:nvPr>
            <p:ph type="subTitle" idx="1"/>
          </p:nvPr>
        </p:nvSpPr>
        <p:spPr>
          <a:xfrm flipH="1">
            <a:off x="1289875" y="1334925"/>
            <a:ext cx="6564300" cy="185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“This is a quote, words full of wisdom that someone important said and can make the reader get inspired”</a:t>
            </a:r>
            <a:endParaRPr/>
          </a:p>
        </p:txBody>
      </p:sp>
      <p:sp>
        <p:nvSpPr>
          <p:cNvPr id="1506" name="Google Shape;1506;p44"/>
          <p:cNvSpPr txBox="1">
            <a:spLocks noGrp="1"/>
          </p:cNvSpPr>
          <p:nvPr>
            <p:ph type="title"/>
          </p:nvPr>
        </p:nvSpPr>
        <p:spPr>
          <a:xfrm flipH="1">
            <a:off x="1289835" y="3146775"/>
            <a:ext cx="6564300" cy="66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—Someone Famous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6"/>
        <p:cNvGrpSpPr/>
        <p:nvPr/>
      </p:nvGrpSpPr>
      <p:grpSpPr>
        <a:xfrm>
          <a:off x="0" y="0"/>
          <a:ext cx="0" cy="0"/>
          <a:chOff x="0" y="0"/>
          <a:chExt cx="0" cy="0"/>
        </a:xfrm>
      </p:grpSpPr>
      <p:sp>
        <p:nvSpPr>
          <p:cNvPr id="1717" name="Google Shape;1717;p48"/>
          <p:cNvSpPr txBox="1">
            <a:spLocks noGrp="1"/>
          </p:cNvSpPr>
          <p:nvPr>
            <p:ph type="subTitle" idx="1"/>
          </p:nvPr>
        </p:nvSpPr>
        <p:spPr>
          <a:xfrm>
            <a:off x="2223600" y="1477402"/>
            <a:ext cx="4696800" cy="34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Jupiter’s rotation period</a:t>
            </a:r>
            <a:endParaRPr/>
          </a:p>
        </p:txBody>
      </p:sp>
      <p:sp>
        <p:nvSpPr>
          <p:cNvPr id="1718" name="Google Shape;1718;p48"/>
          <p:cNvSpPr txBox="1">
            <a:spLocks noGrp="1"/>
          </p:cNvSpPr>
          <p:nvPr>
            <p:ph type="title"/>
          </p:nvPr>
        </p:nvSpPr>
        <p:spPr>
          <a:xfrm>
            <a:off x="2223600" y="882377"/>
            <a:ext cx="4696800" cy="598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9h 55m 23s</a:t>
            </a:r>
            <a:endParaRPr/>
          </a:p>
        </p:txBody>
      </p:sp>
      <p:sp>
        <p:nvSpPr>
          <p:cNvPr id="1719" name="Google Shape;1719;p48"/>
          <p:cNvSpPr txBox="1">
            <a:spLocks noGrp="1"/>
          </p:cNvSpPr>
          <p:nvPr>
            <p:ph type="title" idx="2"/>
          </p:nvPr>
        </p:nvSpPr>
        <p:spPr>
          <a:xfrm>
            <a:off x="2223600" y="2082229"/>
            <a:ext cx="4696800" cy="598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333,000</a:t>
            </a:r>
            <a:endParaRPr/>
          </a:p>
        </p:txBody>
      </p:sp>
      <p:sp>
        <p:nvSpPr>
          <p:cNvPr id="1720" name="Google Shape;1720;p48"/>
          <p:cNvSpPr txBox="1">
            <a:spLocks noGrp="1"/>
          </p:cNvSpPr>
          <p:nvPr>
            <p:ph type="subTitle" idx="3"/>
          </p:nvPr>
        </p:nvSpPr>
        <p:spPr>
          <a:xfrm>
            <a:off x="2223600" y="2677253"/>
            <a:ext cx="4696800" cy="38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Sun’s mass compared to Earth’s</a:t>
            </a:r>
            <a:endParaRPr/>
          </a:p>
        </p:txBody>
      </p:sp>
      <p:sp>
        <p:nvSpPr>
          <p:cNvPr id="1721" name="Google Shape;1721;p48"/>
          <p:cNvSpPr txBox="1">
            <a:spLocks noGrp="1"/>
          </p:cNvSpPr>
          <p:nvPr>
            <p:ph type="title" idx="4"/>
          </p:nvPr>
        </p:nvSpPr>
        <p:spPr>
          <a:xfrm>
            <a:off x="2223600" y="3282099"/>
            <a:ext cx="4696800" cy="598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386,000 km</a:t>
            </a:r>
            <a:endParaRPr/>
          </a:p>
        </p:txBody>
      </p:sp>
      <p:sp>
        <p:nvSpPr>
          <p:cNvPr id="1722" name="Google Shape;1722;p48"/>
          <p:cNvSpPr txBox="1">
            <a:spLocks noGrp="1"/>
          </p:cNvSpPr>
          <p:nvPr>
            <p:ph type="subTitle" idx="5"/>
          </p:nvPr>
        </p:nvSpPr>
        <p:spPr>
          <a:xfrm>
            <a:off x="2223600" y="3877123"/>
            <a:ext cx="4696800" cy="38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Distance between Earth and the Moon</a:t>
            </a:r>
            <a:endParaRPr/>
          </a:p>
        </p:txBody>
      </p:sp>
      <p:grpSp>
        <p:nvGrpSpPr>
          <p:cNvPr id="1723" name="Google Shape;1723;p48"/>
          <p:cNvGrpSpPr/>
          <p:nvPr/>
        </p:nvGrpSpPr>
        <p:grpSpPr>
          <a:xfrm>
            <a:off x="1348586" y="1904087"/>
            <a:ext cx="433463" cy="1335326"/>
            <a:chOff x="432036" y="3696000"/>
            <a:chExt cx="433463" cy="1335326"/>
          </a:xfrm>
        </p:grpSpPr>
        <p:sp>
          <p:nvSpPr>
            <p:cNvPr id="1724" name="Google Shape;1724;p48"/>
            <p:cNvSpPr/>
            <p:nvPr/>
          </p:nvSpPr>
          <p:spPr>
            <a:xfrm>
              <a:off x="470493" y="4861796"/>
              <a:ext cx="184649" cy="169529"/>
            </a:xfrm>
            <a:custGeom>
              <a:avLst/>
              <a:gdLst/>
              <a:ahLst/>
              <a:cxnLst/>
              <a:rect l="l" t="t" r="r" b="b"/>
              <a:pathLst>
                <a:path w="134780" h="123744" extrusionOk="0">
                  <a:moveTo>
                    <a:pt x="125196" y="29039"/>
                  </a:moveTo>
                  <a:cubicBezTo>
                    <a:pt x="129871" y="36780"/>
                    <a:pt x="132832" y="44520"/>
                    <a:pt x="134079" y="52260"/>
                  </a:cubicBezTo>
                  <a:cubicBezTo>
                    <a:pt x="135326" y="60052"/>
                    <a:pt x="134910" y="67533"/>
                    <a:pt x="132832" y="74806"/>
                  </a:cubicBezTo>
                  <a:cubicBezTo>
                    <a:pt x="130754" y="82079"/>
                    <a:pt x="127066" y="88936"/>
                    <a:pt x="121715" y="95429"/>
                  </a:cubicBezTo>
                  <a:cubicBezTo>
                    <a:pt x="116365" y="101923"/>
                    <a:pt x="109455" y="107741"/>
                    <a:pt x="100988" y="112884"/>
                  </a:cubicBezTo>
                  <a:cubicBezTo>
                    <a:pt x="95533" y="116209"/>
                    <a:pt x="89975" y="118754"/>
                    <a:pt x="84416" y="120521"/>
                  </a:cubicBezTo>
                  <a:cubicBezTo>
                    <a:pt x="78858" y="122287"/>
                    <a:pt x="73351" y="123326"/>
                    <a:pt x="67897" y="123637"/>
                  </a:cubicBezTo>
                  <a:cubicBezTo>
                    <a:pt x="62442" y="123949"/>
                    <a:pt x="57195" y="123585"/>
                    <a:pt x="52104" y="122495"/>
                  </a:cubicBezTo>
                  <a:cubicBezTo>
                    <a:pt x="47013" y="121404"/>
                    <a:pt x="42182" y="119689"/>
                    <a:pt x="37663" y="117300"/>
                  </a:cubicBezTo>
                  <a:cubicBezTo>
                    <a:pt x="33091" y="114910"/>
                    <a:pt x="28935" y="111897"/>
                    <a:pt x="25039" y="108261"/>
                  </a:cubicBezTo>
                  <a:cubicBezTo>
                    <a:pt x="21195" y="104624"/>
                    <a:pt x="17818" y="100365"/>
                    <a:pt x="14909" y="95585"/>
                  </a:cubicBezTo>
                  <a:cubicBezTo>
                    <a:pt x="13403" y="93092"/>
                    <a:pt x="11844" y="90131"/>
                    <a:pt x="10286" y="86754"/>
                  </a:cubicBezTo>
                  <a:cubicBezTo>
                    <a:pt x="8727" y="83377"/>
                    <a:pt x="7273" y="79897"/>
                    <a:pt x="5870" y="76364"/>
                  </a:cubicBezTo>
                  <a:cubicBezTo>
                    <a:pt x="4519" y="72832"/>
                    <a:pt x="3273" y="69403"/>
                    <a:pt x="2234" y="66079"/>
                  </a:cubicBezTo>
                  <a:cubicBezTo>
                    <a:pt x="1195" y="62754"/>
                    <a:pt x="468" y="59897"/>
                    <a:pt x="0" y="57507"/>
                  </a:cubicBezTo>
                  <a:lnTo>
                    <a:pt x="25870" y="41870"/>
                  </a:lnTo>
                  <a:lnTo>
                    <a:pt x="28987" y="47013"/>
                  </a:lnTo>
                  <a:lnTo>
                    <a:pt x="19013" y="60832"/>
                  </a:lnTo>
                  <a:cubicBezTo>
                    <a:pt x="18390" y="61767"/>
                    <a:pt x="18026" y="62650"/>
                    <a:pt x="17870" y="63429"/>
                  </a:cubicBezTo>
                  <a:cubicBezTo>
                    <a:pt x="17714" y="64208"/>
                    <a:pt x="17663" y="65091"/>
                    <a:pt x="17611" y="65975"/>
                  </a:cubicBezTo>
                  <a:cubicBezTo>
                    <a:pt x="17766" y="70234"/>
                    <a:pt x="18338" y="74338"/>
                    <a:pt x="19377" y="78338"/>
                  </a:cubicBezTo>
                  <a:cubicBezTo>
                    <a:pt x="20416" y="82338"/>
                    <a:pt x="22078" y="86183"/>
                    <a:pt x="24364" y="89923"/>
                  </a:cubicBezTo>
                  <a:cubicBezTo>
                    <a:pt x="26857" y="94027"/>
                    <a:pt x="30026" y="97144"/>
                    <a:pt x="33974" y="99378"/>
                  </a:cubicBezTo>
                  <a:cubicBezTo>
                    <a:pt x="37871" y="101559"/>
                    <a:pt x="42442" y="102754"/>
                    <a:pt x="47533" y="102910"/>
                  </a:cubicBezTo>
                  <a:cubicBezTo>
                    <a:pt x="52676" y="103066"/>
                    <a:pt x="58286" y="102131"/>
                    <a:pt x="64520" y="100209"/>
                  </a:cubicBezTo>
                  <a:cubicBezTo>
                    <a:pt x="70702" y="98235"/>
                    <a:pt x="77299" y="95118"/>
                    <a:pt x="84312" y="90910"/>
                  </a:cubicBezTo>
                  <a:cubicBezTo>
                    <a:pt x="91585" y="86494"/>
                    <a:pt x="97559" y="81871"/>
                    <a:pt x="102339" y="76988"/>
                  </a:cubicBezTo>
                  <a:cubicBezTo>
                    <a:pt x="107066" y="72105"/>
                    <a:pt x="110495" y="67066"/>
                    <a:pt x="112572" y="61819"/>
                  </a:cubicBezTo>
                  <a:cubicBezTo>
                    <a:pt x="114650" y="56572"/>
                    <a:pt x="115378" y="51169"/>
                    <a:pt x="114806" y="45663"/>
                  </a:cubicBezTo>
                  <a:cubicBezTo>
                    <a:pt x="114183" y="40156"/>
                    <a:pt x="112157" y="34546"/>
                    <a:pt x="108728" y="28831"/>
                  </a:cubicBezTo>
                  <a:cubicBezTo>
                    <a:pt x="106443" y="25091"/>
                    <a:pt x="104053" y="22078"/>
                    <a:pt x="101507" y="19740"/>
                  </a:cubicBezTo>
                  <a:cubicBezTo>
                    <a:pt x="98962" y="17403"/>
                    <a:pt x="96365" y="15533"/>
                    <a:pt x="93767" y="14026"/>
                  </a:cubicBezTo>
                  <a:cubicBezTo>
                    <a:pt x="91170" y="12520"/>
                    <a:pt x="88572" y="11429"/>
                    <a:pt x="86027" y="10649"/>
                  </a:cubicBezTo>
                  <a:cubicBezTo>
                    <a:pt x="83481" y="9870"/>
                    <a:pt x="81092" y="9091"/>
                    <a:pt x="78858" y="8416"/>
                  </a:cubicBezTo>
                  <a:lnTo>
                    <a:pt x="76884" y="5091"/>
                  </a:lnTo>
                  <a:lnTo>
                    <a:pt x="85248" y="0"/>
                  </a:lnTo>
                  <a:cubicBezTo>
                    <a:pt x="88261" y="987"/>
                    <a:pt x="91637" y="2286"/>
                    <a:pt x="95274" y="4000"/>
                  </a:cubicBezTo>
                  <a:cubicBezTo>
                    <a:pt x="98910" y="5714"/>
                    <a:pt x="102598" y="7792"/>
                    <a:pt x="106287" y="10234"/>
                  </a:cubicBezTo>
                  <a:cubicBezTo>
                    <a:pt x="109975" y="12675"/>
                    <a:pt x="113456" y="15481"/>
                    <a:pt x="116780" y="18598"/>
                  </a:cubicBezTo>
                  <a:cubicBezTo>
                    <a:pt x="120105" y="21714"/>
                    <a:pt x="122910" y="25195"/>
                    <a:pt x="125248" y="290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5" name="Google Shape;1725;p48"/>
            <p:cNvSpPr/>
            <p:nvPr/>
          </p:nvSpPr>
          <p:spPr>
            <a:xfrm>
              <a:off x="519383" y="3696000"/>
              <a:ext cx="133027" cy="131665"/>
            </a:xfrm>
            <a:custGeom>
              <a:avLst/>
              <a:gdLst/>
              <a:ahLst/>
              <a:cxnLst/>
              <a:rect l="l" t="t" r="r" b="b"/>
              <a:pathLst>
                <a:path w="97100" h="96106" extrusionOk="0">
                  <a:moveTo>
                    <a:pt x="95974" y="17195"/>
                  </a:moveTo>
                  <a:cubicBezTo>
                    <a:pt x="96546" y="18857"/>
                    <a:pt x="96857" y="20312"/>
                    <a:pt x="97013" y="21559"/>
                  </a:cubicBezTo>
                  <a:cubicBezTo>
                    <a:pt x="97169" y="22805"/>
                    <a:pt x="97117" y="24000"/>
                    <a:pt x="96857" y="25091"/>
                  </a:cubicBezTo>
                  <a:cubicBezTo>
                    <a:pt x="96598" y="26182"/>
                    <a:pt x="96182" y="27273"/>
                    <a:pt x="95611" y="28312"/>
                  </a:cubicBezTo>
                  <a:cubicBezTo>
                    <a:pt x="94987" y="29351"/>
                    <a:pt x="94260" y="30546"/>
                    <a:pt x="93273" y="31844"/>
                  </a:cubicBezTo>
                  <a:cubicBezTo>
                    <a:pt x="92338" y="33143"/>
                    <a:pt x="91299" y="34598"/>
                    <a:pt x="90052" y="36260"/>
                  </a:cubicBezTo>
                  <a:cubicBezTo>
                    <a:pt x="88805" y="37922"/>
                    <a:pt x="87663" y="39533"/>
                    <a:pt x="86572" y="41091"/>
                  </a:cubicBezTo>
                  <a:cubicBezTo>
                    <a:pt x="85273" y="42858"/>
                    <a:pt x="83922" y="44676"/>
                    <a:pt x="82572" y="46546"/>
                  </a:cubicBezTo>
                  <a:cubicBezTo>
                    <a:pt x="84078" y="52052"/>
                    <a:pt x="84494" y="57247"/>
                    <a:pt x="83766" y="62130"/>
                  </a:cubicBezTo>
                  <a:cubicBezTo>
                    <a:pt x="83091" y="67014"/>
                    <a:pt x="81481" y="71429"/>
                    <a:pt x="78987" y="75481"/>
                  </a:cubicBezTo>
                  <a:cubicBezTo>
                    <a:pt x="76494" y="79481"/>
                    <a:pt x="73169" y="83014"/>
                    <a:pt x="68961" y="86079"/>
                  </a:cubicBezTo>
                  <a:cubicBezTo>
                    <a:pt x="64753" y="89092"/>
                    <a:pt x="59922" y="91585"/>
                    <a:pt x="54364" y="93403"/>
                  </a:cubicBezTo>
                  <a:cubicBezTo>
                    <a:pt x="48857" y="95274"/>
                    <a:pt x="43454" y="96157"/>
                    <a:pt x="38104" y="96105"/>
                  </a:cubicBezTo>
                  <a:cubicBezTo>
                    <a:pt x="32753" y="96105"/>
                    <a:pt x="27766" y="95066"/>
                    <a:pt x="23143" y="93092"/>
                  </a:cubicBezTo>
                  <a:cubicBezTo>
                    <a:pt x="18519" y="91118"/>
                    <a:pt x="14415" y="88209"/>
                    <a:pt x="10831" y="84312"/>
                  </a:cubicBezTo>
                  <a:cubicBezTo>
                    <a:pt x="7246" y="80416"/>
                    <a:pt x="4493" y="75585"/>
                    <a:pt x="2519" y="69819"/>
                  </a:cubicBezTo>
                  <a:cubicBezTo>
                    <a:pt x="389" y="63533"/>
                    <a:pt x="-390" y="57715"/>
                    <a:pt x="181" y="52416"/>
                  </a:cubicBezTo>
                  <a:cubicBezTo>
                    <a:pt x="753" y="47117"/>
                    <a:pt x="2311" y="42338"/>
                    <a:pt x="4857" y="38078"/>
                  </a:cubicBezTo>
                  <a:cubicBezTo>
                    <a:pt x="7402" y="33870"/>
                    <a:pt x="10831" y="30182"/>
                    <a:pt x="15142" y="27117"/>
                  </a:cubicBezTo>
                  <a:cubicBezTo>
                    <a:pt x="19402" y="24052"/>
                    <a:pt x="24233" y="21559"/>
                    <a:pt x="29636" y="19792"/>
                  </a:cubicBezTo>
                  <a:cubicBezTo>
                    <a:pt x="33480" y="18494"/>
                    <a:pt x="37480" y="17663"/>
                    <a:pt x="41584" y="17299"/>
                  </a:cubicBezTo>
                  <a:cubicBezTo>
                    <a:pt x="45688" y="16935"/>
                    <a:pt x="49740" y="17143"/>
                    <a:pt x="53688" y="17922"/>
                  </a:cubicBezTo>
                  <a:cubicBezTo>
                    <a:pt x="57636" y="18701"/>
                    <a:pt x="61429" y="20156"/>
                    <a:pt x="65065" y="22234"/>
                  </a:cubicBezTo>
                  <a:cubicBezTo>
                    <a:pt x="68701" y="24312"/>
                    <a:pt x="71870" y="27169"/>
                    <a:pt x="74675" y="30805"/>
                  </a:cubicBezTo>
                  <a:lnTo>
                    <a:pt x="84650" y="16000"/>
                  </a:lnTo>
                  <a:cubicBezTo>
                    <a:pt x="85377" y="14909"/>
                    <a:pt x="86000" y="13714"/>
                    <a:pt x="86520" y="12416"/>
                  </a:cubicBezTo>
                  <a:cubicBezTo>
                    <a:pt x="87039" y="11065"/>
                    <a:pt x="87247" y="9870"/>
                    <a:pt x="87247" y="8831"/>
                  </a:cubicBezTo>
                  <a:lnTo>
                    <a:pt x="86779" y="1143"/>
                  </a:lnTo>
                  <a:lnTo>
                    <a:pt x="90104" y="0"/>
                  </a:lnTo>
                  <a:lnTo>
                    <a:pt x="95870" y="17195"/>
                  </a:lnTo>
                  <a:close/>
                  <a:moveTo>
                    <a:pt x="75455" y="44468"/>
                  </a:moveTo>
                  <a:cubicBezTo>
                    <a:pt x="74364" y="41247"/>
                    <a:pt x="72598" y="38702"/>
                    <a:pt x="70156" y="36832"/>
                  </a:cubicBezTo>
                  <a:cubicBezTo>
                    <a:pt x="67714" y="34961"/>
                    <a:pt x="64753" y="33715"/>
                    <a:pt x="61377" y="33091"/>
                  </a:cubicBezTo>
                  <a:cubicBezTo>
                    <a:pt x="57948" y="32468"/>
                    <a:pt x="54208" y="32416"/>
                    <a:pt x="50000" y="32935"/>
                  </a:cubicBezTo>
                  <a:cubicBezTo>
                    <a:pt x="45844" y="33455"/>
                    <a:pt x="41480" y="34494"/>
                    <a:pt x="37013" y="36000"/>
                  </a:cubicBezTo>
                  <a:cubicBezTo>
                    <a:pt x="31818" y="37767"/>
                    <a:pt x="27195" y="39741"/>
                    <a:pt x="23143" y="42026"/>
                  </a:cubicBezTo>
                  <a:cubicBezTo>
                    <a:pt x="19091" y="44312"/>
                    <a:pt x="15818" y="46806"/>
                    <a:pt x="13272" y="49611"/>
                  </a:cubicBezTo>
                  <a:cubicBezTo>
                    <a:pt x="10727" y="52364"/>
                    <a:pt x="9064" y="55377"/>
                    <a:pt x="8181" y="58546"/>
                  </a:cubicBezTo>
                  <a:cubicBezTo>
                    <a:pt x="7350" y="61767"/>
                    <a:pt x="7506" y="65143"/>
                    <a:pt x="8701" y="68780"/>
                  </a:cubicBezTo>
                  <a:cubicBezTo>
                    <a:pt x="9844" y="72208"/>
                    <a:pt x="11714" y="74858"/>
                    <a:pt x="14311" y="76676"/>
                  </a:cubicBezTo>
                  <a:cubicBezTo>
                    <a:pt x="16857" y="78494"/>
                    <a:pt x="19922" y="79689"/>
                    <a:pt x="23350" y="80209"/>
                  </a:cubicBezTo>
                  <a:cubicBezTo>
                    <a:pt x="26831" y="80780"/>
                    <a:pt x="30571" y="80728"/>
                    <a:pt x="34623" y="80157"/>
                  </a:cubicBezTo>
                  <a:cubicBezTo>
                    <a:pt x="38675" y="79585"/>
                    <a:pt x="42779" y="78598"/>
                    <a:pt x="46935" y="77196"/>
                  </a:cubicBezTo>
                  <a:cubicBezTo>
                    <a:pt x="52026" y="75481"/>
                    <a:pt x="56597" y="73507"/>
                    <a:pt x="60649" y="71221"/>
                  </a:cubicBezTo>
                  <a:cubicBezTo>
                    <a:pt x="64701" y="68936"/>
                    <a:pt x="68026" y="66442"/>
                    <a:pt x="70624" y="63689"/>
                  </a:cubicBezTo>
                  <a:cubicBezTo>
                    <a:pt x="73221" y="60936"/>
                    <a:pt x="74987" y="57923"/>
                    <a:pt x="75870" y="54702"/>
                  </a:cubicBezTo>
                  <a:cubicBezTo>
                    <a:pt x="76753" y="51481"/>
                    <a:pt x="76598" y="48052"/>
                    <a:pt x="75403" y="444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6" name="Google Shape;1726;p48"/>
            <p:cNvSpPr/>
            <p:nvPr/>
          </p:nvSpPr>
          <p:spPr>
            <a:xfrm>
              <a:off x="674882" y="4621160"/>
              <a:ext cx="155077" cy="160700"/>
            </a:xfrm>
            <a:custGeom>
              <a:avLst/>
              <a:gdLst/>
              <a:ahLst/>
              <a:cxnLst/>
              <a:rect l="l" t="t" r="r" b="b"/>
              <a:pathLst>
                <a:path w="113195" h="117299" extrusionOk="0">
                  <a:moveTo>
                    <a:pt x="74234" y="114027"/>
                  </a:moveTo>
                  <a:lnTo>
                    <a:pt x="80520" y="105507"/>
                  </a:lnTo>
                  <a:cubicBezTo>
                    <a:pt x="81144" y="104676"/>
                    <a:pt x="81455" y="103793"/>
                    <a:pt x="81455" y="102858"/>
                  </a:cubicBezTo>
                  <a:cubicBezTo>
                    <a:pt x="81455" y="101923"/>
                    <a:pt x="81092" y="101040"/>
                    <a:pt x="80468" y="100261"/>
                  </a:cubicBezTo>
                  <a:lnTo>
                    <a:pt x="31065" y="40260"/>
                  </a:lnTo>
                  <a:lnTo>
                    <a:pt x="15273" y="53247"/>
                  </a:lnTo>
                  <a:cubicBezTo>
                    <a:pt x="14546" y="53819"/>
                    <a:pt x="14182" y="54442"/>
                    <a:pt x="14130" y="55065"/>
                  </a:cubicBezTo>
                  <a:cubicBezTo>
                    <a:pt x="14130" y="55689"/>
                    <a:pt x="14234" y="56364"/>
                    <a:pt x="14494" y="57039"/>
                  </a:cubicBezTo>
                  <a:lnTo>
                    <a:pt x="19896" y="72624"/>
                  </a:lnTo>
                  <a:lnTo>
                    <a:pt x="16260" y="75585"/>
                  </a:lnTo>
                  <a:lnTo>
                    <a:pt x="0" y="55845"/>
                  </a:lnTo>
                  <a:lnTo>
                    <a:pt x="67793" y="0"/>
                  </a:lnTo>
                  <a:lnTo>
                    <a:pt x="84053" y="19740"/>
                  </a:lnTo>
                  <a:lnTo>
                    <a:pt x="80416" y="22701"/>
                  </a:lnTo>
                  <a:lnTo>
                    <a:pt x="66182" y="14442"/>
                  </a:lnTo>
                  <a:cubicBezTo>
                    <a:pt x="65559" y="14026"/>
                    <a:pt x="64936" y="13818"/>
                    <a:pt x="64364" y="13714"/>
                  </a:cubicBezTo>
                  <a:cubicBezTo>
                    <a:pt x="63741" y="13610"/>
                    <a:pt x="63117" y="13818"/>
                    <a:pt x="62442" y="14390"/>
                  </a:cubicBezTo>
                  <a:lnTo>
                    <a:pt x="46390" y="27637"/>
                  </a:lnTo>
                  <a:lnTo>
                    <a:pt x="95793" y="87637"/>
                  </a:lnTo>
                  <a:cubicBezTo>
                    <a:pt x="96468" y="88468"/>
                    <a:pt x="97300" y="88936"/>
                    <a:pt x="98287" y="89092"/>
                  </a:cubicBezTo>
                  <a:cubicBezTo>
                    <a:pt x="99274" y="89248"/>
                    <a:pt x="100157" y="89092"/>
                    <a:pt x="100988" y="88728"/>
                  </a:cubicBezTo>
                  <a:lnTo>
                    <a:pt x="110546" y="84209"/>
                  </a:lnTo>
                  <a:lnTo>
                    <a:pt x="113196" y="87429"/>
                  </a:lnTo>
                  <a:lnTo>
                    <a:pt x="76884" y="117300"/>
                  </a:lnTo>
                  <a:lnTo>
                    <a:pt x="74234" y="11407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7" name="Google Shape;1727;p48"/>
            <p:cNvSpPr/>
            <p:nvPr/>
          </p:nvSpPr>
          <p:spPr>
            <a:xfrm>
              <a:off x="715403" y="4076646"/>
              <a:ext cx="150096" cy="179133"/>
            </a:xfrm>
            <a:custGeom>
              <a:avLst/>
              <a:gdLst/>
              <a:ahLst/>
              <a:cxnLst/>
              <a:rect l="l" t="t" r="r" b="b"/>
              <a:pathLst>
                <a:path w="109559" h="130754" extrusionOk="0">
                  <a:moveTo>
                    <a:pt x="1974" y="78079"/>
                  </a:moveTo>
                  <a:lnTo>
                    <a:pt x="10078" y="78546"/>
                  </a:lnTo>
                  <a:cubicBezTo>
                    <a:pt x="12623" y="78650"/>
                    <a:pt x="14753" y="77819"/>
                    <a:pt x="16520" y="76105"/>
                  </a:cubicBezTo>
                  <a:lnTo>
                    <a:pt x="80416" y="13247"/>
                  </a:lnTo>
                  <a:lnTo>
                    <a:pt x="97248" y="0"/>
                  </a:lnTo>
                  <a:lnTo>
                    <a:pt x="106339" y="4052"/>
                  </a:lnTo>
                  <a:lnTo>
                    <a:pt x="101403" y="114027"/>
                  </a:lnTo>
                  <a:cubicBezTo>
                    <a:pt x="101403" y="115222"/>
                    <a:pt x="101559" y="116365"/>
                    <a:pt x="102027" y="117560"/>
                  </a:cubicBezTo>
                  <a:cubicBezTo>
                    <a:pt x="102494" y="118702"/>
                    <a:pt x="103118" y="119689"/>
                    <a:pt x="103845" y="120469"/>
                  </a:cubicBezTo>
                  <a:lnTo>
                    <a:pt x="109559" y="126183"/>
                  </a:lnTo>
                  <a:lnTo>
                    <a:pt x="107533" y="130754"/>
                  </a:lnTo>
                  <a:lnTo>
                    <a:pt x="62286" y="110546"/>
                  </a:lnTo>
                  <a:lnTo>
                    <a:pt x="64312" y="105975"/>
                  </a:lnTo>
                  <a:lnTo>
                    <a:pt x="78858" y="108572"/>
                  </a:lnTo>
                  <a:lnTo>
                    <a:pt x="80364" y="74910"/>
                  </a:lnTo>
                  <a:lnTo>
                    <a:pt x="47065" y="60053"/>
                  </a:lnTo>
                  <a:lnTo>
                    <a:pt x="23481" y="83533"/>
                  </a:lnTo>
                  <a:lnTo>
                    <a:pt x="34702" y="92780"/>
                  </a:lnTo>
                  <a:lnTo>
                    <a:pt x="32676" y="97352"/>
                  </a:lnTo>
                  <a:lnTo>
                    <a:pt x="0" y="82754"/>
                  </a:lnTo>
                  <a:lnTo>
                    <a:pt x="2026" y="78183"/>
                  </a:lnTo>
                  <a:close/>
                  <a:moveTo>
                    <a:pt x="80780" y="65143"/>
                  </a:moveTo>
                  <a:lnTo>
                    <a:pt x="82079" y="35793"/>
                  </a:lnTo>
                  <a:lnTo>
                    <a:pt x="82754" y="23948"/>
                  </a:lnTo>
                  <a:lnTo>
                    <a:pt x="53974" y="53195"/>
                  </a:lnTo>
                  <a:lnTo>
                    <a:pt x="80728" y="6514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8" name="Google Shape;1728;p48"/>
            <p:cNvSpPr/>
            <p:nvPr/>
          </p:nvSpPr>
          <p:spPr>
            <a:xfrm>
              <a:off x="432036" y="4197429"/>
              <a:ext cx="152586" cy="172167"/>
            </a:xfrm>
            <a:custGeom>
              <a:avLst/>
              <a:gdLst/>
              <a:ahLst/>
              <a:cxnLst/>
              <a:rect l="l" t="t" r="r" b="b"/>
              <a:pathLst>
                <a:path w="111377" h="125669" extrusionOk="0">
                  <a:moveTo>
                    <a:pt x="1247" y="104988"/>
                  </a:moveTo>
                  <a:lnTo>
                    <a:pt x="12156" y="104676"/>
                  </a:lnTo>
                  <a:cubicBezTo>
                    <a:pt x="13403" y="104676"/>
                    <a:pt x="14442" y="104313"/>
                    <a:pt x="15325" y="103689"/>
                  </a:cubicBezTo>
                  <a:cubicBezTo>
                    <a:pt x="16208" y="103066"/>
                    <a:pt x="16779" y="102131"/>
                    <a:pt x="17091" y="100936"/>
                  </a:cubicBezTo>
                  <a:lnTo>
                    <a:pt x="39117" y="16156"/>
                  </a:lnTo>
                  <a:cubicBezTo>
                    <a:pt x="39429" y="14909"/>
                    <a:pt x="39377" y="13818"/>
                    <a:pt x="38909" y="12831"/>
                  </a:cubicBezTo>
                  <a:cubicBezTo>
                    <a:pt x="38442" y="11844"/>
                    <a:pt x="37663" y="11013"/>
                    <a:pt x="36624" y="10390"/>
                  </a:cubicBezTo>
                  <a:lnTo>
                    <a:pt x="27221" y="4883"/>
                  </a:lnTo>
                  <a:lnTo>
                    <a:pt x="28468" y="0"/>
                  </a:lnTo>
                  <a:lnTo>
                    <a:pt x="75221" y="12156"/>
                  </a:lnTo>
                  <a:cubicBezTo>
                    <a:pt x="83689" y="14338"/>
                    <a:pt x="90390" y="16831"/>
                    <a:pt x="95429" y="19585"/>
                  </a:cubicBezTo>
                  <a:cubicBezTo>
                    <a:pt x="100468" y="22338"/>
                    <a:pt x="104209" y="25247"/>
                    <a:pt x="106754" y="28312"/>
                  </a:cubicBezTo>
                  <a:cubicBezTo>
                    <a:pt x="109300" y="31377"/>
                    <a:pt x="110754" y="34546"/>
                    <a:pt x="111170" y="37767"/>
                  </a:cubicBezTo>
                  <a:cubicBezTo>
                    <a:pt x="111585" y="40987"/>
                    <a:pt x="111378" y="44156"/>
                    <a:pt x="110546" y="47325"/>
                  </a:cubicBezTo>
                  <a:cubicBezTo>
                    <a:pt x="109663" y="50806"/>
                    <a:pt x="108209" y="53819"/>
                    <a:pt x="106287" y="56416"/>
                  </a:cubicBezTo>
                  <a:cubicBezTo>
                    <a:pt x="104313" y="59014"/>
                    <a:pt x="101975" y="61195"/>
                    <a:pt x="99170" y="62962"/>
                  </a:cubicBezTo>
                  <a:cubicBezTo>
                    <a:pt x="96416" y="64728"/>
                    <a:pt x="93196" y="66027"/>
                    <a:pt x="89663" y="66858"/>
                  </a:cubicBezTo>
                  <a:cubicBezTo>
                    <a:pt x="86079" y="67741"/>
                    <a:pt x="82235" y="68157"/>
                    <a:pt x="78079" y="68157"/>
                  </a:cubicBezTo>
                  <a:cubicBezTo>
                    <a:pt x="82858" y="69767"/>
                    <a:pt x="87118" y="71741"/>
                    <a:pt x="90754" y="74079"/>
                  </a:cubicBezTo>
                  <a:cubicBezTo>
                    <a:pt x="94390" y="76416"/>
                    <a:pt x="97351" y="79118"/>
                    <a:pt x="99585" y="82131"/>
                  </a:cubicBezTo>
                  <a:cubicBezTo>
                    <a:pt x="101819" y="85144"/>
                    <a:pt x="103326" y="88416"/>
                    <a:pt x="104105" y="91949"/>
                  </a:cubicBezTo>
                  <a:cubicBezTo>
                    <a:pt x="104832" y="95481"/>
                    <a:pt x="104728" y="99222"/>
                    <a:pt x="103741" y="103066"/>
                  </a:cubicBezTo>
                  <a:cubicBezTo>
                    <a:pt x="102650" y="107274"/>
                    <a:pt x="101040" y="110806"/>
                    <a:pt x="98962" y="113663"/>
                  </a:cubicBezTo>
                  <a:cubicBezTo>
                    <a:pt x="96884" y="116521"/>
                    <a:pt x="94390" y="118806"/>
                    <a:pt x="91585" y="120573"/>
                  </a:cubicBezTo>
                  <a:cubicBezTo>
                    <a:pt x="88780" y="122339"/>
                    <a:pt x="85663" y="123637"/>
                    <a:pt x="82235" y="124417"/>
                  </a:cubicBezTo>
                  <a:cubicBezTo>
                    <a:pt x="78806" y="125196"/>
                    <a:pt x="75273" y="125612"/>
                    <a:pt x="71585" y="125663"/>
                  </a:cubicBezTo>
                  <a:cubicBezTo>
                    <a:pt x="67897" y="125715"/>
                    <a:pt x="64104" y="125456"/>
                    <a:pt x="60208" y="124884"/>
                  </a:cubicBezTo>
                  <a:cubicBezTo>
                    <a:pt x="56312" y="124313"/>
                    <a:pt x="52520" y="123534"/>
                    <a:pt x="48832" y="122547"/>
                  </a:cubicBezTo>
                  <a:lnTo>
                    <a:pt x="0" y="109871"/>
                  </a:lnTo>
                  <a:lnTo>
                    <a:pt x="1247" y="104988"/>
                  </a:lnTo>
                  <a:close/>
                  <a:moveTo>
                    <a:pt x="57871" y="60208"/>
                  </a:moveTo>
                  <a:cubicBezTo>
                    <a:pt x="62027" y="61299"/>
                    <a:pt x="65611" y="61767"/>
                    <a:pt x="68624" y="61663"/>
                  </a:cubicBezTo>
                  <a:cubicBezTo>
                    <a:pt x="71637" y="61559"/>
                    <a:pt x="74234" y="60884"/>
                    <a:pt x="76416" y="59741"/>
                  </a:cubicBezTo>
                  <a:cubicBezTo>
                    <a:pt x="78546" y="58546"/>
                    <a:pt x="80312" y="56936"/>
                    <a:pt x="81715" y="54806"/>
                  </a:cubicBezTo>
                  <a:cubicBezTo>
                    <a:pt x="83066" y="52676"/>
                    <a:pt x="84157" y="50130"/>
                    <a:pt x="84936" y="47169"/>
                  </a:cubicBezTo>
                  <a:cubicBezTo>
                    <a:pt x="86910" y="39481"/>
                    <a:pt x="86702" y="33455"/>
                    <a:pt x="84209" y="29143"/>
                  </a:cubicBezTo>
                  <a:cubicBezTo>
                    <a:pt x="81715" y="24831"/>
                    <a:pt x="77092" y="21818"/>
                    <a:pt x="70286" y="20052"/>
                  </a:cubicBezTo>
                  <a:lnTo>
                    <a:pt x="62806" y="18130"/>
                  </a:lnTo>
                  <a:lnTo>
                    <a:pt x="52260" y="58754"/>
                  </a:lnTo>
                  <a:lnTo>
                    <a:pt x="57923" y="60208"/>
                  </a:lnTo>
                  <a:close/>
                  <a:moveTo>
                    <a:pt x="52364" y="114131"/>
                  </a:moveTo>
                  <a:cubicBezTo>
                    <a:pt x="59273" y="115897"/>
                    <a:pt x="64884" y="115689"/>
                    <a:pt x="69143" y="113404"/>
                  </a:cubicBezTo>
                  <a:cubicBezTo>
                    <a:pt x="73403" y="111118"/>
                    <a:pt x="76520" y="106339"/>
                    <a:pt x="78390" y="99066"/>
                  </a:cubicBezTo>
                  <a:cubicBezTo>
                    <a:pt x="79481" y="94806"/>
                    <a:pt x="79949" y="91118"/>
                    <a:pt x="79741" y="87897"/>
                  </a:cubicBezTo>
                  <a:cubicBezTo>
                    <a:pt x="79533" y="84676"/>
                    <a:pt x="78702" y="81923"/>
                    <a:pt x="77196" y="79585"/>
                  </a:cubicBezTo>
                  <a:cubicBezTo>
                    <a:pt x="75689" y="77248"/>
                    <a:pt x="73507" y="75273"/>
                    <a:pt x="70598" y="73611"/>
                  </a:cubicBezTo>
                  <a:cubicBezTo>
                    <a:pt x="67741" y="72001"/>
                    <a:pt x="64208" y="70650"/>
                    <a:pt x="60001" y="69559"/>
                  </a:cubicBezTo>
                  <a:lnTo>
                    <a:pt x="50026" y="66962"/>
                  </a:lnTo>
                  <a:lnTo>
                    <a:pt x="38702" y="110650"/>
                  </a:lnTo>
                  <a:lnTo>
                    <a:pt x="52312" y="1141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2"/>
        <p:cNvGrpSpPr/>
        <p:nvPr/>
      </p:nvGrpSpPr>
      <p:grpSpPr>
        <a:xfrm>
          <a:off x="0" y="0"/>
          <a:ext cx="0" cy="0"/>
          <a:chOff x="0" y="0"/>
          <a:chExt cx="0" cy="0"/>
        </a:xfrm>
      </p:grpSpPr>
      <p:sp>
        <p:nvSpPr>
          <p:cNvPr id="1733" name="Google Shape;1733;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Recurring themes in Gothic literature</a:t>
            </a:r>
            <a:endParaRPr/>
          </a:p>
        </p:txBody>
      </p:sp>
      <p:sp>
        <p:nvSpPr>
          <p:cNvPr id="1734" name="Google Shape;1734;p49"/>
          <p:cNvSpPr txBox="1">
            <a:spLocks noGrp="1"/>
          </p:cNvSpPr>
          <p:nvPr>
            <p:ph type="subTitle" idx="4294967295"/>
          </p:nvPr>
        </p:nvSpPr>
        <p:spPr>
          <a:xfrm>
            <a:off x="713225" y="3421575"/>
            <a:ext cx="2173200" cy="88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a:p>
        </p:txBody>
      </p:sp>
      <p:sp>
        <p:nvSpPr>
          <p:cNvPr id="1735" name="Google Shape;1735;p49"/>
          <p:cNvSpPr txBox="1">
            <a:spLocks noGrp="1"/>
          </p:cNvSpPr>
          <p:nvPr>
            <p:ph type="subTitle" idx="4294967295"/>
          </p:nvPr>
        </p:nvSpPr>
        <p:spPr>
          <a:xfrm>
            <a:off x="713225" y="2540675"/>
            <a:ext cx="2173200" cy="9657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400">
                <a:latin typeface="Germania One"/>
                <a:ea typeface="Germania One"/>
                <a:cs typeface="Germania One"/>
                <a:sym typeface="Germania One"/>
              </a:rPr>
              <a:t>Supernatural elements</a:t>
            </a:r>
            <a:endParaRPr sz="2400">
              <a:latin typeface="Germania One"/>
              <a:ea typeface="Germania One"/>
              <a:cs typeface="Germania One"/>
              <a:sym typeface="Germania One"/>
            </a:endParaRPr>
          </a:p>
        </p:txBody>
      </p:sp>
      <p:sp>
        <p:nvSpPr>
          <p:cNvPr id="1736" name="Google Shape;1736;p49"/>
          <p:cNvSpPr txBox="1">
            <a:spLocks noGrp="1"/>
          </p:cNvSpPr>
          <p:nvPr>
            <p:ph type="subTitle" idx="4294967295"/>
          </p:nvPr>
        </p:nvSpPr>
        <p:spPr>
          <a:xfrm>
            <a:off x="3485400" y="3421575"/>
            <a:ext cx="2173200" cy="88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1737" name="Google Shape;1737;p49"/>
          <p:cNvSpPr txBox="1">
            <a:spLocks noGrp="1"/>
          </p:cNvSpPr>
          <p:nvPr>
            <p:ph type="subTitle" idx="4294967295"/>
          </p:nvPr>
        </p:nvSpPr>
        <p:spPr>
          <a:xfrm>
            <a:off x="3485400" y="2540675"/>
            <a:ext cx="2173200" cy="9657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400">
                <a:latin typeface="Germania One"/>
                <a:ea typeface="Germania One"/>
                <a:cs typeface="Germania One"/>
                <a:sym typeface="Germania One"/>
              </a:rPr>
              <a:t>Death and </a:t>
            </a:r>
            <a:endParaRPr sz="2400">
              <a:latin typeface="Germania One"/>
              <a:ea typeface="Germania One"/>
              <a:cs typeface="Germania One"/>
              <a:sym typeface="Germania One"/>
            </a:endParaRPr>
          </a:p>
          <a:p>
            <a:pPr marL="0" lvl="0" indent="0" algn="ctr" rtl="0">
              <a:lnSpc>
                <a:spcPct val="115000"/>
              </a:lnSpc>
              <a:spcBef>
                <a:spcPts val="0"/>
              </a:spcBef>
              <a:spcAft>
                <a:spcPts val="0"/>
              </a:spcAft>
              <a:buNone/>
            </a:pPr>
            <a:r>
              <a:rPr lang="en" sz="2400">
                <a:latin typeface="Germania One"/>
                <a:ea typeface="Germania One"/>
                <a:cs typeface="Germania One"/>
                <a:sym typeface="Germania One"/>
              </a:rPr>
              <a:t>decay</a:t>
            </a:r>
            <a:endParaRPr sz="2400">
              <a:latin typeface="Germania One"/>
              <a:ea typeface="Germania One"/>
              <a:cs typeface="Germania One"/>
              <a:sym typeface="Germania One"/>
            </a:endParaRPr>
          </a:p>
        </p:txBody>
      </p:sp>
      <p:sp>
        <p:nvSpPr>
          <p:cNvPr id="1738" name="Google Shape;1738;p49"/>
          <p:cNvSpPr txBox="1">
            <a:spLocks noGrp="1"/>
          </p:cNvSpPr>
          <p:nvPr>
            <p:ph type="subTitle" idx="4294967295"/>
          </p:nvPr>
        </p:nvSpPr>
        <p:spPr>
          <a:xfrm>
            <a:off x="6257575" y="3421575"/>
            <a:ext cx="2173200" cy="88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1739" name="Google Shape;1739;p49"/>
          <p:cNvSpPr txBox="1">
            <a:spLocks noGrp="1"/>
          </p:cNvSpPr>
          <p:nvPr>
            <p:ph type="subTitle" idx="4294967295"/>
          </p:nvPr>
        </p:nvSpPr>
        <p:spPr>
          <a:xfrm>
            <a:off x="6257575" y="2540675"/>
            <a:ext cx="2173200" cy="9657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400">
                <a:latin typeface="Germania One"/>
                <a:ea typeface="Germania One"/>
                <a:cs typeface="Germania One"/>
                <a:sym typeface="Germania One"/>
              </a:rPr>
              <a:t>Mental </a:t>
            </a:r>
            <a:endParaRPr sz="2400">
              <a:latin typeface="Germania One"/>
              <a:ea typeface="Germania One"/>
              <a:cs typeface="Germania One"/>
              <a:sym typeface="Germania One"/>
            </a:endParaRPr>
          </a:p>
          <a:p>
            <a:pPr marL="0" lvl="0" indent="0" algn="ctr" rtl="0">
              <a:lnSpc>
                <a:spcPct val="115000"/>
              </a:lnSpc>
              <a:spcBef>
                <a:spcPts val="0"/>
              </a:spcBef>
              <a:spcAft>
                <a:spcPts val="0"/>
              </a:spcAft>
              <a:buNone/>
            </a:pPr>
            <a:r>
              <a:rPr lang="en" sz="2400">
                <a:latin typeface="Germania One"/>
                <a:ea typeface="Germania One"/>
                <a:cs typeface="Germania One"/>
                <a:sym typeface="Germania One"/>
              </a:rPr>
              <a:t>problems</a:t>
            </a:r>
            <a:endParaRPr sz="2400">
              <a:latin typeface="Germania One"/>
              <a:ea typeface="Germania One"/>
              <a:cs typeface="Germania One"/>
              <a:sym typeface="Germania One"/>
            </a:endParaRPr>
          </a:p>
        </p:txBody>
      </p:sp>
      <p:sp>
        <p:nvSpPr>
          <p:cNvPr id="1740" name="Google Shape;1740;p49"/>
          <p:cNvSpPr txBox="1">
            <a:spLocks noGrp="1"/>
          </p:cNvSpPr>
          <p:nvPr>
            <p:ph type="title" idx="4294967295"/>
          </p:nvPr>
        </p:nvSpPr>
        <p:spPr>
          <a:xfrm>
            <a:off x="4063650" y="1990075"/>
            <a:ext cx="1016700" cy="40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a:t>50%</a:t>
            </a:r>
            <a:endParaRPr sz="2400"/>
          </a:p>
        </p:txBody>
      </p:sp>
      <p:sp>
        <p:nvSpPr>
          <p:cNvPr id="1741" name="Google Shape;1741;p49"/>
          <p:cNvSpPr txBox="1">
            <a:spLocks noGrp="1"/>
          </p:cNvSpPr>
          <p:nvPr>
            <p:ph type="title" idx="4294967295"/>
          </p:nvPr>
        </p:nvSpPr>
        <p:spPr>
          <a:xfrm>
            <a:off x="6835825" y="1990075"/>
            <a:ext cx="1016700" cy="40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a:t>75%</a:t>
            </a:r>
            <a:endParaRPr sz="2400"/>
          </a:p>
        </p:txBody>
      </p:sp>
      <p:sp>
        <p:nvSpPr>
          <p:cNvPr id="1742" name="Google Shape;1742;p49"/>
          <p:cNvSpPr txBox="1">
            <a:spLocks noGrp="1"/>
          </p:cNvSpPr>
          <p:nvPr>
            <p:ph type="title" idx="4294967295"/>
          </p:nvPr>
        </p:nvSpPr>
        <p:spPr>
          <a:xfrm>
            <a:off x="1291475" y="1990075"/>
            <a:ext cx="1016700" cy="40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a:t>25%</a:t>
            </a:r>
            <a:endParaRPr sz="2400"/>
          </a:p>
        </p:txBody>
      </p:sp>
      <p:sp>
        <p:nvSpPr>
          <p:cNvPr id="1743" name="Google Shape;1743;p49"/>
          <p:cNvSpPr/>
          <p:nvPr/>
        </p:nvSpPr>
        <p:spPr>
          <a:xfrm>
            <a:off x="901025" y="1317175"/>
            <a:ext cx="1797600" cy="1797600"/>
          </a:xfrm>
          <a:prstGeom prst="blockArc">
            <a:avLst>
              <a:gd name="adj1" fmla="val 10800000"/>
              <a:gd name="adj2" fmla="val 21595393"/>
              <a:gd name="adj3" fmla="val 13675"/>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Tight"/>
              <a:ea typeface="Inter Tight"/>
              <a:cs typeface="Inter Tight"/>
              <a:sym typeface="Inter Tight"/>
            </a:endParaRPr>
          </a:p>
        </p:txBody>
      </p:sp>
      <p:sp>
        <p:nvSpPr>
          <p:cNvPr id="1744" name="Google Shape;1744;p49"/>
          <p:cNvSpPr/>
          <p:nvPr/>
        </p:nvSpPr>
        <p:spPr>
          <a:xfrm flipH="1">
            <a:off x="901025" y="1317175"/>
            <a:ext cx="1797600" cy="1797600"/>
          </a:xfrm>
          <a:prstGeom prst="blockArc">
            <a:avLst>
              <a:gd name="adj1" fmla="val 18983621"/>
              <a:gd name="adj2" fmla="val 21595372"/>
              <a:gd name="adj3" fmla="val 13845"/>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Tight"/>
              <a:ea typeface="Inter Tight"/>
              <a:cs typeface="Inter Tight"/>
              <a:sym typeface="Inter Tight"/>
            </a:endParaRPr>
          </a:p>
        </p:txBody>
      </p:sp>
      <p:sp>
        <p:nvSpPr>
          <p:cNvPr id="1745" name="Google Shape;1745;p49"/>
          <p:cNvSpPr/>
          <p:nvPr/>
        </p:nvSpPr>
        <p:spPr>
          <a:xfrm>
            <a:off x="3673200" y="1317175"/>
            <a:ext cx="1797600" cy="1797600"/>
          </a:xfrm>
          <a:prstGeom prst="blockArc">
            <a:avLst>
              <a:gd name="adj1" fmla="val 10800000"/>
              <a:gd name="adj2" fmla="val 21595393"/>
              <a:gd name="adj3" fmla="val 13675"/>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Tight"/>
              <a:ea typeface="Inter Tight"/>
              <a:cs typeface="Inter Tight"/>
              <a:sym typeface="Inter Tight"/>
            </a:endParaRPr>
          </a:p>
        </p:txBody>
      </p:sp>
      <p:sp>
        <p:nvSpPr>
          <p:cNvPr id="1746" name="Google Shape;1746;p49"/>
          <p:cNvSpPr/>
          <p:nvPr/>
        </p:nvSpPr>
        <p:spPr>
          <a:xfrm flipH="1">
            <a:off x="3673200" y="1317175"/>
            <a:ext cx="1797600" cy="1797600"/>
          </a:xfrm>
          <a:prstGeom prst="blockArc">
            <a:avLst>
              <a:gd name="adj1" fmla="val 18983621"/>
              <a:gd name="adj2" fmla="val 21595372"/>
              <a:gd name="adj3" fmla="val 13845"/>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Tight"/>
              <a:ea typeface="Inter Tight"/>
              <a:cs typeface="Inter Tight"/>
              <a:sym typeface="Inter Tight"/>
            </a:endParaRPr>
          </a:p>
        </p:txBody>
      </p:sp>
      <p:sp>
        <p:nvSpPr>
          <p:cNvPr id="1747" name="Google Shape;1747;p49"/>
          <p:cNvSpPr/>
          <p:nvPr/>
        </p:nvSpPr>
        <p:spPr>
          <a:xfrm>
            <a:off x="6445375" y="1317175"/>
            <a:ext cx="1797600" cy="1797600"/>
          </a:xfrm>
          <a:prstGeom prst="blockArc">
            <a:avLst>
              <a:gd name="adj1" fmla="val 10800000"/>
              <a:gd name="adj2" fmla="val 21595393"/>
              <a:gd name="adj3" fmla="val 13675"/>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Tight"/>
              <a:ea typeface="Inter Tight"/>
              <a:cs typeface="Inter Tight"/>
              <a:sym typeface="Inter Tight"/>
            </a:endParaRPr>
          </a:p>
        </p:txBody>
      </p:sp>
      <p:sp>
        <p:nvSpPr>
          <p:cNvPr id="1748" name="Google Shape;1748;p49"/>
          <p:cNvSpPr/>
          <p:nvPr/>
        </p:nvSpPr>
        <p:spPr>
          <a:xfrm flipH="1">
            <a:off x="6445375" y="1317175"/>
            <a:ext cx="1797600" cy="1797600"/>
          </a:xfrm>
          <a:prstGeom prst="blockArc">
            <a:avLst>
              <a:gd name="adj1" fmla="val 18983621"/>
              <a:gd name="adj2" fmla="val 21595372"/>
              <a:gd name="adj3" fmla="val 13845"/>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Tight"/>
              <a:ea typeface="Inter Tight"/>
              <a:cs typeface="Inter Tight"/>
              <a:sym typeface="Inter T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3"/>
        <p:cNvGrpSpPr/>
        <p:nvPr/>
      </p:nvGrpSpPr>
      <p:grpSpPr>
        <a:xfrm>
          <a:off x="0" y="0"/>
          <a:ext cx="0" cy="0"/>
          <a:chOff x="0" y="0"/>
          <a:chExt cx="0" cy="0"/>
        </a:xfrm>
      </p:grpSpPr>
      <p:sp>
        <p:nvSpPr>
          <p:cNvPr id="1774" name="Google Shape;1774;p52"/>
          <p:cNvSpPr txBox="1">
            <a:spLocks noGrp="1"/>
          </p:cNvSpPr>
          <p:nvPr>
            <p:ph type="title"/>
          </p:nvPr>
        </p:nvSpPr>
        <p:spPr>
          <a:xfrm>
            <a:off x="976450" y="1393950"/>
            <a:ext cx="2394000" cy="106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Phone mockup</a:t>
            </a:r>
            <a:endParaRPr/>
          </a:p>
        </p:txBody>
      </p:sp>
      <p:sp>
        <p:nvSpPr>
          <p:cNvPr id="1775" name="Google Shape;1775;p52"/>
          <p:cNvSpPr txBox="1">
            <a:spLocks noGrp="1"/>
          </p:cNvSpPr>
          <p:nvPr>
            <p:ph type="subTitle" idx="1"/>
          </p:nvPr>
        </p:nvSpPr>
        <p:spPr>
          <a:xfrm>
            <a:off x="976450" y="2457150"/>
            <a:ext cx="2394000" cy="129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sp>
        <p:nvSpPr>
          <p:cNvPr id="1776" name="Google Shape;1776;p52"/>
          <p:cNvSpPr/>
          <p:nvPr/>
        </p:nvSpPr>
        <p:spPr>
          <a:xfrm>
            <a:off x="5576379" y="891931"/>
            <a:ext cx="1664618" cy="3176204"/>
          </a:xfrm>
          <a:custGeom>
            <a:avLst/>
            <a:gdLst/>
            <a:ahLst/>
            <a:cxnLst/>
            <a:rect l="l" t="t" r="r" b="b"/>
            <a:pathLst>
              <a:path w="84552" h="161331" extrusionOk="0">
                <a:moveTo>
                  <a:pt x="1" y="1"/>
                </a:moveTo>
                <a:lnTo>
                  <a:pt x="1" y="161331"/>
                </a:lnTo>
                <a:lnTo>
                  <a:pt x="84551" y="161331"/>
                </a:lnTo>
                <a:lnTo>
                  <a:pt x="845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7" name="Google Shape;1777;p52"/>
          <p:cNvGrpSpPr/>
          <p:nvPr/>
        </p:nvGrpSpPr>
        <p:grpSpPr>
          <a:xfrm>
            <a:off x="5491201" y="709411"/>
            <a:ext cx="1834973" cy="3724678"/>
            <a:chOff x="5186401" y="494525"/>
            <a:chExt cx="1834973" cy="3724678"/>
          </a:xfrm>
        </p:grpSpPr>
        <p:sp>
          <p:nvSpPr>
            <p:cNvPr id="1778" name="Google Shape;1778;p52"/>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2"/>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4"/>
        <p:cNvGrpSpPr/>
        <p:nvPr/>
      </p:nvGrpSpPr>
      <p:grpSpPr>
        <a:xfrm>
          <a:off x="0" y="0"/>
          <a:ext cx="0" cy="0"/>
          <a:chOff x="0" y="0"/>
          <a:chExt cx="0" cy="0"/>
        </a:xfrm>
      </p:grpSpPr>
      <p:sp>
        <p:nvSpPr>
          <p:cNvPr id="1785" name="Google Shape;1785;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Where did gothic literature born?</a:t>
            </a:r>
            <a:endParaRPr/>
          </a:p>
        </p:txBody>
      </p:sp>
      <p:grpSp>
        <p:nvGrpSpPr>
          <p:cNvPr id="1786" name="Google Shape;1786;p53"/>
          <p:cNvGrpSpPr/>
          <p:nvPr/>
        </p:nvGrpSpPr>
        <p:grpSpPr>
          <a:xfrm>
            <a:off x="797142" y="1726512"/>
            <a:ext cx="4411565" cy="2349441"/>
            <a:chOff x="233350" y="949250"/>
            <a:chExt cx="7137300" cy="3802300"/>
          </a:xfrm>
        </p:grpSpPr>
        <p:sp>
          <p:nvSpPr>
            <p:cNvPr id="1787" name="Google Shape;1787;p53"/>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3"/>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53"/>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53"/>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3"/>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3"/>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3"/>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3"/>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3"/>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3"/>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3"/>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53"/>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3"/>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3"/>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3"/>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3"/>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3"/>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3"/>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3"/>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3"/>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53"/>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3"/>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3"/>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3"/>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3"/>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3"/>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53"/>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53"/>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53"/>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53"/>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53"/>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3"/>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3"/>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3"/>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3"/>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3"/>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53"/>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53"/>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53"/>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53"/>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53"/>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53"/>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53"/>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53"/>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53"/>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53"/>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53"/>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53"/>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53"/>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53"/>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53"/>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8" name="Google Shape;1838;p53"/>
          <p:cNvSpPr txBox="1"/>
          <p:nvPr/>
        </p:nvSpPr>
        <p:spPr>
          <a:xfrm>
            <a:off x="5770458" y="2183277"/>
            <a:ext cx="2576400" cy="1765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Gothic literature emerged in 18th-century England, initiated by Horace Walpole's "The Castle of Otranto," combining elements of romance, horror, and mystery, shaping a lasting literary genre.</a:t>
            </a:r>
            <a:endParaRPr>
              <a:solidFill>
                <a:schemeClr val="dk1"/>
              </a:solidFill>
              <a:latin typeface="Inter Tight"/>
              <a:ea typeface="Inter Tight"/>
              <a:cs typeface="Inter Tight"/>
              <a:sym typeface="Inter Tight"/>
            </a:endParaRPr>
          </a:p>
        </p:txBody>
      </p:sp>
      <p:sp>
        <p:nvSpPr>
          <p:cNvPr id="1839" name="Google Shape;1839;p53"/>
          <p:cNvSpPr txBox="1"/>
          <p:nvPr/>
        </p:nvSpPr>
        <p:spPr>
          <a:xfrm>
            <a:off x="5770458" y="1599500"/>
            <a:ext cx="2576400" cy="6600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solidFill>
                  <a:schemeClr val="lt2"/>
                </a:solidFill>
                <a:latin typeface="Germania One"/>
                <a:ea typeface="Germania One"/>
                <a:cs typeface="Germania One"/>
                <a:sym typeface="Germania One"/>
              </a:rPr>
              <a:t>It was born in...</a:t>
            </a:r>
            <a:endParaRPr sz="2400">
              <a:solidFill>
                <a:schemeClr val="lt2"/>
              </a:solidFill>
              <a:latin typeface="Germania One"/>
              <a:ea typeface="Germania One"/>
              <a:cs typeface="Germania One"/>
              <a:sym typeface="Germania One"/>
            </a:endParaRPr>
          </a:p>
        </p:txBody>
      </p:sp>
      <p:sp>
        <p:nvSpPr>
          <p:cNvPr id="1840" name="Google Shape;1840;p53"/>
          <p:cNvSpPr/>
          <p:nvPr/>
        </p:nvSpPr>
        <p:spPr>
          <a:xfrm>
            <a:off x="2588883" y="1999975"/>
            <a:ext cx="183300" cy="183300"/>
          </a:xfrm>
          <a:prstGeom prst="ellipse">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Tight"/>
              <a:ea typeface="Inter Tight"/>
              <a:cs typeface="Inter Tight"/>
              <a:sym typeface="Inter T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44"/>
        <p:cNvGrpSpPr/>
        <p:nvPr/>
      </p:nvGrpSpPr>
      <p:grpSpPr>
        <a:xfrm>
          <a:off x="0" y="0"/>
          <a:ext cx="0" cy="0"/>
          <a:chOff x="0" y="0"/>
          <a:chExt cx="0" cy="0"/>
        </a:xfrm>
      </p:grpSpPr>
      <p:sp>
        <p:nvSpPr>
          <p:cNvPr id="1845" name="Google Shape;1845;p5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Timeline of the most famous books</a:t>
            </a:r>
            <a:endParaRPr/>
          </a:p>
        </p:txBody>
      </p:sp>
      <p:sp>
        <p:nvSpPr>
          <p:cNvPr id="1846" name="Google Shape;1846;p54"/>
          <p:cNvSpPr txBox="1"/>
          <p:nvPr/>
        </p:nvSpPr>
        <p:spPr>
          <a:xfrm>
            <a:off x="719992" y="3483333"/>
            <a:ext cx="1926000" cy="630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nter Tight"/>
                <a:ea typeface="Inter Tight"/>
                <a:cs typeface="Inter Tight"/>
                <a:sym typeface="Inter Tight"/>
              </a:rPr>
              <a:t>Mars is actually a very cold place</a:t>
            </a:r>
            <a:endParaRPr>
              <a:solidFill>
                <a:schemeClr val="dk1"/>
              </a:solidFill>
              <a:latin typeface="Inter Tight"/>
              <a:ea typeface="Inter Tight"/>
              <a:cs typeface="Inter Tight"/>
              <a:sym typeface="Inter Tight"/>
            </a:endParaRPr>
          </a:p>
        </p:txBody>
      </p:sp>
      <p:sp>
        <p:nvSpPr>
          <p:cNvPr id="1847" name="Google Shape;1847;p54"/>
          <p:cNvSpPr txBox="1"/>
          <p:nvPr/>
        </p:nvSpPr>
        <p:spPr>
          <a:xfrm>
            <a:off x="2645992" y="3483333"/>
            <a:ext cx="1926000" cy="630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nter Tight"/>
                <a:ea typeface="Inter Tight"/>
                <a:cs typeface="Inter Tight"/>
                <a:sym typeface="Inter Tight"/>
              </a:rPr>
              <a:t>Venus has extremely high temperatures</a:t>
            </a:r>
            <a:endParaRPr>
              <a:solidFill>
                <a:schemeClr val="dk1"/>
              </a:solidFill>
              <a:latin typeface="Inter Tight"/>
              <a:ea typeface="Inter Tight"/>
              <a:cs typeface="Inter Tight"/>
              <a:sym typeface="Inter Tight"/>
            </a:endParaRPr>
          </a:p>
        </p:txBody>
      </p:sp>
      <p:sp>
        <p:nvSpPr>
          <p:cNvPr id="1848" name="Google Shape;1848;p54"/>
          <p:cNvSpPr txBox="1"/>
          <p:nvPr/>
        </p:nvSpPr>
        <p:spPr>
          <a:xfrm>
            <a:off x="4572008" y="3483333"/>
            <a:ext cx="1926000" cy="630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nter Tight"/>
                <a:ea typeface="Inter Tight"/>
                <a:cs typeface="Inter Tight"/>
                <a:sym typeface="Inter Tight"/>
              </a:rPr>
              <a:t>Jupiter is the biggest planet of them all</a:t>
            </a:r>
            <a:endParaRPr>
              <a:solidFill>
                <a:schemeClr val="dk1"/>
              </a:solidFill>
              <a:latin typeface="Inter Tight"/>
              <a:ea typeface="Inter Tight"/>
              <a:cs typeface="Inter Tight"/>
              <a:sym typeface="Inter Tight"/>
            </a:endParaRPr>
          </a:p>
        </p:txBody>
      </p:sp>
      <p:sp>
        <p:nvSpPr>
          <p:cNvPr id="1849" name="Google Shape;1849;p54"/>
          <p:cNvSpPr txBox="1"/>
          <p:nvPr/>
        </p:nvSpPr>
        <p:spPr>
          <a:xfrm>
            <a:off x="6498008" y="3483333"/>
            <a:ext cx="1926000" cy="630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nter Tight"/>
                <a:ea typeface="Inter Tight"/>
                <a:cs typeface="Inter Tight"/>
                <a:sym typeface="Inter Tight"/>
              </a:rPr>
              <a:t>Saturn is a gas giant and has several rings</a:t>
            </a:r>
            <a:endParaRPr>
              <a:solidFill>
                <a:schemeClr val="dk1"/>
              </a:solidFill>
              <a:latin typeface="Inter Tight"/>
              <a:ea typeface="Inter Tight"/>
              <a:cs typeface="Inter Tight"/>
              <a:sym typeface="Inter Tight"/>
            </a:endParaRPr>
          </a:p>
        </p:txBody>
      </p:sp>
      <p:sp>
        <p:nvSpPr>
          <p:cNvPr id="1850" name="Google Shape;1850;p54"/>
          <p:cNvSpPr txBox="1"/>
          <p:nvPr/>
        </p:nvSpPr>
        <p:spPr>
          <a:xfrm>
            <a:off x="719992" y="2453138"/>
            <a:ext cx="1926000" cy="110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Name of </a:t>
            </a:r>
            <a:endParaRPr sz="2400">
              <a:solidFill>
                <a:schemeClr val="dk1"/>
              </a:solidFill>
              <a:latin typeface="Germania One"/>
              <a:ea typeface="Germania One"/>
              <a:cs typeface="Germania One"/>
              <a:sym typeface="Germania One"/>
            </a:endParaRPr>
          </a:p>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the book</a:t>
            </a:r>
            <a:endParaRPr sz="2400">
              <a:solidFill>
                <a:schemeClr val="dk1"/>
              </a:solidFill>
              <a:latin typeface="Germania One"/>
              <a:ea typeface="Germania One"/>
              <a:cs typeface="Germania One"/>
              <a:sym typeface="Germania One"/>
            </a:endParaRPr>
          </a:p>
        </p:txBody>
      </p:sp>
      <p:sp>
        <p:nvSpPr>
          <p:cNvPr id="1851" name="Google Shape;1851;p54"/>
          <p:cNvSpPr txBox="1"/>
          <p:nvPr/>
        </p:nvSpPr>
        <p:spPr>
          <a:xfrm>
            <a:off x="4572008" y="2453123"/>
            <a:ext cx="1926000" cy="110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Name of </a:t>
            </a:r>
            <a:endParaRPr sz="2400">
              <a:solidFill>
                <a:schemeClr val="dk1"/>
              </a:solidFill>
              <a:latin typeface="Germania One"/>
              <a:ea typeface="Germania One"/>
              <a:cs typeface="Germania One"/>
              <a:sym typeface="Germania One"/>
            </a:endParaRPr>
          </a:p>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the book</a:t>
            </a:r>
            <a:endParaRPr sz="2400">
              <a:solidFill>
                <a:schemeClr val="dk1"/>
              </a:solidFill>
              <a:latin typeface="Germania One"/>
              <a:ea typeface="Germania One"/>
              <a:cs typeface="Germania One"/>
              <a:sym typeface="Germania One"/>
            </a:endParaRPr>
          </a:p>
        </p:txBody>
      </p:sp>
      <p:sp>
        <p:nvSpPr>
          <p:cNvPr id="1852" name="Google Shape;1852;p54"/>
          <p:cNvSpPr txBox="1"/>
          <p:nvPr/>
        </p:nvSpPr>
        <p:spPr>
          <a:xfrm>
            <a:off x="2645976" y="2453138"/>
            <a:ext cx="1926000" cy="110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Name of </a:t>
            </a:r>
            <a:endParaRPr sz="2400">
              <a:solidFill>
                <a:schemeClr val="dk1"/>
              </a:solidFill>
              <a:latin typeface="Germania One"/>
              <a:ea typeface="Germania One"/>
              <a:cs typeface="Germania One"/>
              <a:sym typeface="Germania One"/>
            </a:endParaRPr>
          </a:p>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the book</a:t>
            </a:r>
            <a:endParaRPr sz="2400">
              <a:solidFill>
                <a:schemeClr val="dk1"/>
              </a:solidFill>
              <a:latin typeface="Germania One"/>
              <a:ea typeface="Germania One"/>
              <a:cs typeface="Germania One"/>
              <a:sym typeface="Germania One"/>
            </a:endParaRPr>
          </a:p>
        </p:txBody>
      </p:sp>
      <p:sp>
        <p:nvSpPr>
          <p:cNvPr id="1853" name="Google Shape;1853;p54"/>
          <p:cNvSpPr txBox="1"/>
          <p:nvPr/>
        </p:nvSpPr>
        <p:spPr>
          <a:xfrm>
            <a:off x="6497992" y="2453123"/>
            <a:ext cx="1926000" cy="110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Name of </a:t>
            </a:r>
            <a:endParaRPr sz="2400">
              <a:solidFill>
                <a:schemeClr val="dk1"/>
              </a:solidFill>
              <a:latin typeface="Germania One"/>
              <a:ea typeface="Germania One"/>
              <a:cs typeface="Germania One"/>
              <a:sym typeface="Germania One"/>
            </a:endParaRPr>
          </a:p>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the book</a:t>
            </a:r>
            <a:endParaRPr sz="2400">
              <a:solidFill>
                <a:schemeClr val="dk1"/>
              </a:solidFill>
              <a:latin typeface="Germania One"/>
              <a:ea typeface="Germania One"/>
              <a:cs typeface="Germania One"/>
              <a:sym typeface="Germania One"/>
            </a:endParaRPr>
          </a:p>
        </p:txBody>
      </p:sp>
      <p:sp>
        <p:nvSpPr>
          <p:cNvPr id="1854" name="Google Shape;1854;p54"/>
          <p:cNvSpPr txBox="1"/>
          <p:nvPr/>
        </p:nvSpPr>
        <p:spPr>
          <a:xfrm>
            <a:off x="977975" y="1649702"/>
            <a:ext cx="1410000" cy="5415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200">
                <a:solidFill>
                  <a:schemeClr val="dk1"/>
                </a:solidFill>
                <a:latin typeface="Germania One"/>
                <a:ea typeface="Germania One"/>
                <a:cs typeface="Germania One"/>
                <a:sym typeface="Germania One"/>
              </a:rPr>
              <a:t>XXXX</a:t>
            </a:r>
            <a:endParaRPr sz="2200">
              <a:solidFill>
                <a:schemeClr val="dk1"/>
              </a:solidFill>
              <a:latin typeface="Germania One"/>
              <a:ea typeface="Germania One"/>
              <a:cs typeface="Germania One"/>
              <a:sym typeface="Germania One"/>
            </a:endParaRPr>
          </a:p>
        </p:txBody>
      </p:sp>
      <p:sp>
        <p:nvSpPr>
          <p:cNvPr id="1855" name="Google Shape;1855;p54"/>
          <p:cNvSpPr txBox="1"/>
          <p:nvPr/>
        </p:nvSpPr>
        <p:spPr>
          <a:xfrm>
            <a:off x="4830014" y="1649675"/>
            <a:ext cx="1410000" cy="5415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200">
                <a:solidFill>
                  <a:schemeClr val="dk1"/>
                </a:solidFill>
                <a:latin typeface="Germania One"/>
                <a:ea typeface="Germania One"/>
                <a:cs typeface="Germania One"/>
                <a:sym typeface="Germania One"/>
              </a:rPr>
              <a:t>XXXX</a:t>
            </a:r>
            <a:endParaRPr sz="2200">
              <a:solidFill>
                <a:schemeClr val="dk1"/>
              </a:solidFill>
              <a:latin typeface="Germania One"/>
              <a:ea typeface="Germania One"/>
              <a:cs typeface="Germania One"/>
              <a:sym typeface="Germania One"/>
            </a:endParaRPr>
          </a:p>
        </p:txBody>
      </p:sp>
      <p:sp>
        <p:nvSpPr>
          <p:cNvPr id="1856" name="Google Shape;1856;p54"/>
          <p:cNvSpPr txBox="1"/>
          <p:nvPr/>
        </p:nvSpPr>
        <p:spPr>
          <a:xfrm>
            <a:off x="2903987" y="1649702"/>
            <a:ext cx="1410000" cy="5415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200">
                <a:solidFill>
                  <a:schemeClr val="dk1"/>
                </a:solidFill>
                <a:latin typeface="Germania One"/>
                <a:ea typeface="Germania One"/>
                <a:cs typeface="Germania One"/>
                <a:sym typeface="Germania One"/>
              </a:rPr>
              <a:t>XXXX</a:t>
            </a:r>
            <a:endParaRPr sz="2200">
              <a:solidFill>
                <a:schemeClr val="dk1"/>
              </a:solidFill>
              <a:latin typeface="Germania One"/>
              <a:ea typeface="Germania One"/>
              <a:cs typeface="Germania One"/>
              <a:sym typeface="Germania One"/>
            </a:endParaRPr>
          </a:p>
        </p:txBody>
      </p:sp>
      <p:sp>
        <p:nvSpPr>
          <p:cNvPr id="1857" name="Google Shape;1857;p54"/>
          <p:cNvSpPr txBox="1"/>
          <p:nvPr/>
        </p:nvSpPr>
        <p:spPr>
          <a:xfrm>
            <a:off x="6756000" y="1649675"/>
            <a:ext cx="1410000" cy="5415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200">
                <a:solidFill>
                  <a:schemeClr val="dk1"/>
                </a:solidFill>
                <a:latin typeface="Germania One"/>
                <a:ea typeface="Germania One"/>
                <a:cs typeface="Germania One"/>
                <a:sym typeface="Germania One"/>
              </a:rPr>
              <a:t>XXXX</a:t>
            </a:r>
            <a:endParaRPr sz="2200">
              <a:solidFill>
                <a:schemeClr val="dk1"/>
              </a:solidFill>
              <a:latin typeface="Germania One"/>
              <a:ea typeface="Germania One"/>
              <a:cs typeface="Germania One"/>
              <a:sym typeface="Germania One"/>
            </a:endParaRPr>
          </a:p>
        </p:txBody>
      </p:sp>
      <p:cxnSp>
        <p:nvCxnSpPr>
          <p:cNvPr id="1858" name="Google Shape;1858;p54"/>
          <p:cNvCxnSpPr>
            <a:stCxn id="1854" idx="2"/>
            <a:endCxn id="1850" idx="0"/>
          </p:cNvCxnSpPr>
          <p:nvPr/>
        </p:nvCxnSpPr>
        <p:spPr>
          <a:xfrm>
            <a:off x="1682975" y="2191202"/>
            <a:ext cx="0" cy="261900"/>
          </a:xfrm>
          <a:prstGeom prst="straightConnector1">
            <a:avLst/>
          </a:prstGeom>
          <a:noFill/>
          <a:ln w="9525" cap="flat" cmpd="sng">
            <a:solidFill>
              <a:schemeClr val="dk1"/>
            </a:solidFill>
            <a:prstDash val="solid"/>
            <a:round/>
            <a:headEnd type="none" w="med" len="med"/>
            <a:tailEnd type="none" w="med" len="med"/>
          </a:ln>
        </p:spPr>
      </p:cxnSp>
      <p:cxnSp>
        <p:nvCxnSpPr>
          <p:cNvPr id="1859" name="Google Shape;1859;p54"/>
          <p:cNvCxnSpPr>
            <a:stCxn id="1856" idx="2"/>
            <a:endCxn id="1852" idx="0"/>
          </p:cNvCxnSpPr>
          <p:nvPr/>
        </p:nvCxnSpPr>
        <p:spPr>
          <a:xfrm>
            <a:off x="3608987" y="2191202"/>
            <a:ext cx="0" cy="261900"/>
          </a:xfrm>
          <a:prstGeom prst="straightConnector1">
            <a:avLst/>
          </a:prstGeom>
          <a:noFill/>
          <a:ln w="9525" cap="flat" cmpd="sng">
            <a:solidFill>
              <a:schemeClr val="dk1"/>
            </a:solidFill>
            <a:prstDash val="solid"/>
            <a:round/>
            <a:headEnd type="none" w="med" len="med"/>
            <a:tailEnd type="none" w="med" len="med"/>
          </a:ln>
        </p:spPr>
      </p:cxnSp>
      <p:cxnSp>
        <p:nvCxnSpPr>
          <p:cNvPr id="1860" name="Google Shape;1860;p54"/>
          <p:cNvCxnSpPr>
            <a:stCxn id="1855" idx="2"/>
            <a:endCxn id="1851" idx="0"/>
          </p:cNvCxnSpPr>
          <p:nvPr/>
        </p:nvCxnSpPr>
        <p:spPr>
          <a:xfrm>
            <a:off x="5535014" y="2191175"/>
            <a:ext cx="0" cy="261900"/>
          </a:xfrm>
          <a:prstGeom prst="straightConnector1">
            <a:avLst/>
          </a:prstGeom>
          <a:noFill/>
          <a:ln w="9525" cap="flat" cmpd="sng">
            <a:solidFill>
              <a:schemeClr val="dk1"/>
            </a:solidFill>
            <a:prstDash val="solid"/>
            <a:round/>
            <a:headEnd type="none" w="med" len="med"/>
            <a:tailEnd type="none" w="med" len="med"/>
          </a:ln>
        </p:spPr>
      </p:cxnSp>
      <p:cxnSp>
        <p:nvCxnSpPr>
          <p:cNvPr id="1861" name="Google Shape;1861;p54"/>
          <p:cNvCxnSpPr>
            <a:stCxn id="1857" idx="2"/>
            <a:endCxn id="1853" idx="0"/>
          </p:cNvCxnSpPr>
          <p:nvPr/>
        </p:nvCxnSpPr>
        <p:spPr>
          <a:xfrm>
            <a:off x="7461000" y="2191175"/>
            <a:ext cx="0" cy="261900"/>
          </a:xfrm>
          <a:prstGeom prst="straightConnector1">
            <a:avLst/>
          </a:prstGeom>
          <a:noFill/>
          <a:ln w="9525" cap="flat" cmpd="sng">
            <a:solidFill>
              <a:schemeClr val="dk1"/>
            </a:solidFill>
            <a:prstDash val="solid"/>
            <a:round/>
            <a:headEnd type="none" w="med" len="med"/>
            <a:tailEnd type="none" w="med" len="med"/>
          </a:ln>
        </p:spPr>
      </p:cxnSp>
      <p:cxnSp>
        <p:nvCxnSpPr>
          <p:cNvPr id="1862" name="Google Shape;1862;p54"/>
          <p:cNvCxnSpPr>
            <a:stCxn id="1854" idx="3"/>
            <a:endCxn id="1856" idx="1"/>
          </p:cNvCxnSpPr>
          <p:nvPr/>
        </p:nvCxnSpPr>
        <p:spPr>
          <a:xfrm>
            <a:off x="2387975" y="1920452"/>
            <a:ext cx="516000" cy="0"/>
          </a:xfrm>
          <a:prstGeom prst="straightConnector1">
            <a:avLst/>
          </a:prstGeom>
          <a:noFill/>
          <a:ln w="9525" cap="flat" cmpd="sng">
            <a:solidFill>
              <a:schemeClr val="dk1"/>
            </a:solidFill>
            <a:prstDash val="solid"/>
            <a:round/>
            <a:headEnd type="none" w="med" len="med"/>
            <a:tailEnd type="none" w="med" len="med"/>
          </a:ln>
        </p:spPr>
      </p:cxnSp>
      <p:cxnSp>
        <p:nvCxnSpPr>
          <p:cNvPr id="1863" name="Google Shape;1863;p54"/>
          <p:cNvCxnSpPr>
            <a:stCxn id="1856" idx="3"/>
            <a:endCxn id="1855" idx="1"/>
          </p:cNvCxnSpPr>
          <p:nvPr/>
        </p:nvCxnSpPr>
        <p:spPr>
          <a:xfrm>
            <a:off x="4313987" y="1920452"/>
            <a:ext cx="516000" cy="0"/>
          </a:xfrm>
          <a:prstGeom prst="straightConnector1">
            <a:avLst/>
          </a:prstGeom>
          <a:noFill/>
          <a:ln w="9525" cap="flat" cmpd="sng">
            <a:solidFill>
              <a:schemeClr val="dk1"/>
            </a:solidFill>
            <a:prstDash val="solid"/>
            <a:round/>
            <a:headEnd type="none" w="med" len="med"/>
            <a:tailEnd type="none" w="med" len="med"/>
          </a:ln>
        </p:spPr>
      </p:cxnSp>
      <p:cxnSp>
        <p:nvCxnSpPr>
          <p:cNvPr id="1864" name="Google Shape;1864;p54"/>
          <p:cNvCxnSpPr>
            <a:stCxn id="1855" idx="3"/>
            <a:endCxn id="1857" idx="1"/>
          </p:cNvCxnSpPr>
          <p:nvPr/>
        </p:nvCxnSpPr>
        <p:spPr>
          <a:xfrm>
            <a:off x="6240014" y="1920425"/>
            <a:ext cx="5160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68"/>
        <p:cNvGrpSpPr/>
        <p:nvPr/>
      </p:nvGrpSpPr>
      <p:grpSpPr>
        <a:xfrm>
          <a:off x="0" y="0"/>
          <a:ext cx="0" cy="0"/>
          <a:chOff x="0" y="0"/>
          <a:chExt cx="0" cy="0"/>
        </a:xfrm>
      </p:grpSpPr>
      <p:sp>
        <p:nvSpPr>
          <p:cNvPr id="1869" name="Google Shape;1869;p5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Types of gothic literature</a:t>
            </a:r>
            <a:endParaRPr/>
          </a:p>
        </p:txBody>
      </p:sp>
      <p:sp>
        <p:nvSpPr>
          <p:cNvPr id="1870" name="Google Shape;1870;p55"/>
          <p:cNvSpPr txBox="1"/>
          <p:nvPr/>
        </p:nvSpPr>
        <p:spPr>
          <a:xfrm>
            <a:off x="1522250" y="1546138"/>
            <a:ext cx="2411400" cy="5727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Controversy</a:t>
            </a:r>
            <a:endParaRPr sz="2400">
              <a:solidFill>
                <a:schemeClr val="dk1"/>
              </a:solidFill>
              <a:latin typeface="Germania One"/>
              <a:ea typeface="Germania One"/>
              <a:cs typeface="Germania One"/>
              <a:sym typeface="Germania One"/>
            </a:endParaRPr>
          </a:p>
        </p:txBody>
      </p:sp>
      <p:sp>
        <p:nvSpPr>
          <p:cNvPr id="1871" name="Google Shape;1871;p55"/>
          <p:cNvSpPr txBox="1"/>
          <p:nvPr/>
        </p:nvSpPr>
        <p:spPr>
          <a:xfrm>
            <a:off x="1522250" y="2526463"/>
            <a:ext cx="2411400" cy="5727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Drama</a:t>
            </a:r>
            <a:endParaRPr sz="2400">
              <a:solidFill>
                <a:schemeClr val="dk1"/>
              </a:solidFill>
              <a:latin typeface="Germania One"/>
              <a:ea typeface="Germania One"/>
              <a:cs typeface="Germania One"/>
              <a:sym typeface="Germania One"/>
            </a:endParaRPr>
          </a:p>
        </p:txBody>
      </p:sp>
      <p:sp>
        <p:nvSpPr>
          <p:cNvPr id="1872" name="Google Shape;1872;p55"/>
          <p:cNvSpPr txBox="1"/>
          <p:nvPr/>
        </p:nvSpPr>
        <p:spPr>
          <a:xfrm>
            <a:off x="1522250" y="3506789"/>
            <a:ext cx="2411400" cy="5727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Satire</a:t>
            </a:r>
            <a:endParaRPr sz="2400">
              <a:solidFill>
                <a:schemeClr val="dk1"/>
              </a:solidFill>
              <a:latin typeface="Germania One"/>
              <a:ea typeface="Germania One"/>
              <a:cs typeface="Germania One"/>
              <a:sym typeface="Germania One"/>
            </a:endParaRPr>
          </a:p>
        </p:txBody>
      </p:sp>
      <p:sp>
        <p:nvSpPr>
          <p:cNvPr id="1873" name="Google Shape;1873;p55"/>
          <p:cNvSpPr txBox="1"/>
          <p:nvPr/>
        </p:nvSpPr>
        <p:spPr>
          <a:xfrm>
            <a:off x="5000950" y="1546138"/>
            <a:ext cx="2731200" cy="5727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Novel</a:t>
            </a:r>
            <a:endParaRPr sz="2400">
              <a:solidFill>
                <a:schemeClr val="dk1"/>
              </a:solidFill>
              <a:latin typeface="Germania One"/>
              <a:ea typeface="Germania One"/>
              <a:cs typeface="Germania One"/>
              <a:sym typeface="Germania One"/>
            </a:endParaRPr>
          </a:p>
        </p:txBody>
      </p:sp>
      <p:sp>
        <p:nvSpPr>
          <p:cNvPr id="1874" name="Google Shape;1874;p55"/>
          <p:cNvSpPr txBox="1"/>
          <p:nvPr/>
        </p:nvSpPr>
        <p:spPr>
          <a:xfrm>
            <a:off x="5000950" y="2526463"/>
            <a:ext cx="2731200" cy="5727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Art</a:t>
            </a:r>
            <a:endParaRPr sz="2400">
              <a:solidFill>
                <a:schemeClr val="dk1"/>
              </a:solidFill>
              <a:latin typeface="Germania One"/>
              <a:ea typeface="Germania One"/>
              <a:cs typeface="Germania One"/>
              <a:sym typeface="Germania One"/>
            </a:endParaRPr>
          </a:p>
        </p:txBody>
      </p:sp>
      <p:sp>
        <p:nvSpPr>
          <p:cNvPr id="1875" name="Google Shape;1875;p55"/>
          <p:cNvSpPr txBox="1"/>
          <p:nvPr/>
        </p:nvSpPr>
        <p:spPr>
          <a:xfrm>
            <a:off x="5000950" y="3506789"/>
            <a:ext cx="2731200" cy="5727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Terror</a:t>
            </a:r>
            <a:endParaRPr sz="2400">
              <a:solidFill>
                <a:schemeClr val="dk1"/>
              </a:solidFill>
              <a:latin typeface="Germania One"/>
              <a:ea typeface="Germania One"/>
              <a:cs typeface="Germania One"/>
              <a:sym typeface="Germania One"/>
            </a:endParaRPr>
          </a:p>
        </p:txBody>
      </p:sp>
      <p:grpSp>
        <p:nvGrpSpPr>
          <p:cNvPr id="1876" name="Google Shape;1876;p55"/>
          <p:cNvGrpSpPr/>
          <p:nvPr/>
        </p:nvGrpSpPr>
        <p:grpSpPr>
          <a:xfrm rot="10800000" flipH="1">
            <a:off x="6845649" y="2604975"/>
            <a:ext cx="2181803" cy="2335108"/>
            <a:chOff x="6789974" y="208750"/>
            <a:chExt cx="2181803" cy="2335108"/>
          </a:xfrm>
        </p:grpSpPr>
        <p:sp>
          <p:nvSpPr>
            <p:cNvPr id="1877" name="Google Shape;1877;p55"/>
            <p:cNvSpPr/>
            <p:nvPr/>
          </p:nvSpPr>
          <p:spPr>
            <a:xfrm>
              <a:off x="8622036" y="2194213"/>
              <a:ext cx="187137" cy="349645"/>
            </a:xfrm>
            <a:custGeom>
              <a:avLst/>
              <a:gdLst/>
              <a:ahLst/>
              <a:cxnLst/>
              <a:rect l="l" t="t" r="r" b="b"/>
              <a:pathLst>
                <a:path w="284619" h="531780" extrusionOk="0">
                  <a:moveTo>
                    <a:pt x="113167" y="0"/>
                  </a:moveTo>
                  <a:cubicBezTo>
                    <a:pt x="113167" y="0"/>
                    <a:pt x="249661" y="28289"/>
                    <a:pt x="278236" y="179165"/>
                  </a:cubicBezTo>
                  <a:cubicBezTo>
                    <a:pt x="306811" y="330041"/>
                    <a:pt x="231563" y="405765"/>
                    <a:pt x="208132" y="455581"/>
                  </a:cubicBezTo>
                  <a:cubicBezTo>
                    <a:pt x="184700" y="505396"/>
                    <a:pt x="208989" y="531781"/>
                    <a:pt x="208989" y="531781"/>
                  </a:cubicBezTo>
                  <a:cubicBezTo>
                    <a:pt x="208989" y="531781"/>
                    <a:pt x="144028" y="519779"/>
                    <a:pt x="68114" y="413766"/>
                  </a:cubicBezTo>
                  <a:cubicBezTo>
                    <a:pt x="-7705" y="307753"/>
                    <a:pt x="-12277" y="188595"/>
                    <a:pt x="15917" y="121634"/>
                  </a:cubicBezTo>
                  <a:cubicBezTo>
                    <a:pt x="44016" y="54578"/>
                    <a:pt x="74496" y="27813"/>
                    <a:pt x="113072"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8" name="Google Shape;1878;p55"/>
            <p:cNvSpPr/>
            <p:nvPr/>
          </p:nvSpPr>
          <p:spPr>
            <a:xfrm>
              <a:off x="8685363" y="1997720"/>
              <a:ext cx="239235" cy="150602"/>
            </a:xfrm>
            <a:custGeom>
              <a:avLst/>
              <a:gdLst/>
              <a:ahLst/>
              <a:cxnLst/>
              <a:rect l="l" t="t" r="r" b="b"/>
              <a:pathLst>
                <a:path w="363855" h="229053" extrusionOk="0">
                  <a:moveTo>
                    <a:pt x="0" y="87289"/>
                  </a:moveTo>
                  <a:cubicBezTo>
                    <a:pt x="0" y="87289"/>
                    <a:pt x="22479" y="224354"/>
                    <a:pt x="192024" y="228069"/>
                  </a:cubicBezTo>
                  <a:cubicBezTo>
                    <a:pt x="305276" y="236070"/>
                    <a:pt x="308420" y="192160"/>
                    <a:pt x="363855" y="209114"/>
                  </a:cubicBezTo>
                  <a:cubicBezTo>
                    <a:pt x="291465" y="19091"/>
                    <a:pt x="183071" y="-12056"/>
                    <a:pt x="104965" y="3469"/>
                  </a:cubicBezTo>
                  <a:cubicBezTo>
                    <a:pt x="26861" y="18995"/>
                    <a:pt x="0" y="87385"/>
                    <a:pt x="0" y="873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9" name="Google Shape;1879;p55"/>
            <p:cNvSpPr/>
            <p:nvPr/>
          </p:nvSpPr>
          <p:spPr>
            <a:xfrm>
              <a:off x="8491353" y="2034124"/>
              <a:ext cx="185109" cy="180152"/>
            </a:xfrm>
            <a:custGeom>
              <a:avLst/>
              <a:gdLst/>
              <a:ahLst/>
              <a:cxnLst/>
              <a:rect l="l" t="t" r="r" b="b"/>
              <a:pathLst>
                <a:path w="281535" h="273996" extrusionOk="0">
                  <a:moveTo>
                    <a:pt x="281440" y="32823"/>
                  </a:moveTo>
                  <a:cubicBezTo>
                    <a:pt x="281440" y="32823"/>
                    <a:pt x="283726" y="118263"/>
                    <a:pt x="217241" y="177032"/>
                  </a:cubicBezTo>
                  <a:cubicBezTo>
                    <a:pt x="150662" y="235801"/>
                    <a:pt x="133231" y="271139"/>
                    <a:pt x="44267" y="256852"/>
                  </a:cubicBezTo>
                  <a:cubicBezTo>
                    <a:pt x="13788" y="251613"/>
                    <a:pt x="4834" y="273997"/>
                    <a:pt x="4834" y="273997"/>
                  </a:cubicBezTo>
                  <a:cubicBezTo>
                    <a:pt x="4834" y="273997"/>
                    <a:pt x="-14597" y="194368"/>
                    <a:pt x="24456" y="121120"/>
                  </a:cubicBezTo>
                  <a:cubicBezTo>
                    <a:pt x="63508" y="47873"/>
                    <a:pt x="179427" y="-52806"/>
                    <a:pt x="281535" y="328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0" name="Google Shape;1880;p55"/>
            <p:cNvSpPr/>
            <p:nvPr/>
          </p:nvSpPr>
          <p:spPr>
            <a:xfrm>
              <a:off x="8543957" y="1830625"/>
              <a:ext cx="160497" cy="452103"/>
            </a:xfrm>
            <a:custGeom>
              <a:avLst/>
              <a:gdLst/>
              <a:ahLst/>
              <a:cxnLst/>
              <a:rect l="l" t="t" r="r" b="b"/>
              <a:pathLst>
                <a:path w="244102" h="687609" extrusionOk="0">
                  <a:moveTo>
                    <a:pt x="243935" y="687610"/>
                  </a:moveTo>
                  <a:cubicBezTo>
                    <a:pt x="243935" y="687610"/>
                    <a:pt x="258032" y="178022"/>
                    <a:pt x="27432" y="0"/>
                  </a:cubicBezTo>
                  <a:lnTo>
                    <a:pt x="0" y="17431"/>
                  </a:lnTo>
                  <a:cubicBezTo>
                    <a:pt x="0" y="17431"/>
                    <a:pt x="219170" y="115634"/>
                    <a:pt x="243935" y="68761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1" name="Google Shape;1881;p55"/>
            <p:cNvSpPr/>
            <p:nvPr/>
          </p:nvSpPr>
          <p:spPr>
            <a:xfrm>
              <a:off x="8495154" y="1896893"/>
              <a:ext cx="195896" cy="78219"/>
            </a:xfrm>
            <a:custGeom>
              <a:avLst/>
              <a:gdLst/>
              <a:ahLst/>
              <a:cxnLst/>
              <a:rect l="l" t="t" r="r" b="b"/>
              <a:pathLst>
                <a:path w="297941" h="118964" extrusionOk="0">
                  <a:moveTo>
                    <a:pt x="297942" y="55995"/>
                  </a:moveTo>
                  <a:cubicBezTo>
                    <a:pt x="297942" y="55995"/>
                    <a:pt x="208407" y="187536"/>
                    <a:pt x="0" y="70378"/>
                  </a:cubicBezTo>
                  <a:cubicBezTo>
                    <a:pt x="135350" y="-19062"/>
                    <a:pt x="203454" y="-22586"/>
                    <a:pt x="297942" y="559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2" name="Google Shape;1882;p55"/>
            <p:cNvSpPr/>
            <p:nvPr/>
          </p:nvSpPr>
          <p:spPr>
            <a:xfrm>
              <a:off x="8590830" y="1850710"/>
              <a:ext cx="145285" cy="121817"/>
            </a:xfrm>
            <a:custGeom>
              <a:avLst/>
              <a:gdLst/>
              <a:ahLst/>
              <a:cxnLst/>
              <a:rect l="l" t="t" r="r" b="b"/>
              <a:pathLst>
                <a:path w="220966" h="185273" extrusionOk="0">
                  <a:moveTo>
                    <a:pt x="220967" y="185166"/>
                  </a:moveTo>
                  <a:lnTo>
                    <a:pt x="185629" y="57721"/>
                  </a:lnTo>
                  <a:lnTo>
                    <a:pt x="463" y="0"/>
                  </a:lnTo>
                  <a:cubicBezTo>
                    <a:pt x="-11729" y="196024"/>
                    <a:pt x="220967" y="185166"/>
                    <a:pt x="220967" y="1851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3" name="Google Shape;1883;p55"/>
            <p:cNvSpPr/>
            <p:nvPr/>
          </p:nvSpPr>
          <p:spPr>
            <a:xfrm>
              <a:off x="8420698" y="1725822"/>
              <a:ext cx="212309" cy="238469"/>
            </a:xfrm>
            <a:custGeom>
              <a:avLst/>
              <a:gdLst/>
              <a:ahLst/>
              <a:cxnLst/>
              <a:rect l="l" t="t" r="r" b="b"/>
              <a:pathLst>
                <a:path w="322903" h="362691" extrusionOk="0">
                  <a:moveTo>
                    <a:pt x="321659" y="164020"/>
                  </a:moveTo>
                  <a:cubicBezTo>
                    <a:pt x="321659" y="164020"/>
                    <a:pt x="360807" y="387953"/>
                    <a:pt x="0" y="360331"/>
                  </a:cubicBezTo>
                  <a:cubicBezTo>
                    <a:pt x="41148" y="220790"/>
                    <a:pt x="78867" y="61436"/>
                    <a:pt x="78867" y="61436"/>
                  </a:cubicBezTo>
                  <a:lnTo>
                    <a:pt x="256889" y="0"/>
                  </a:lnTo>
                  <a:lnTo>
                    <a:pt x="321659" y="16402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4" name="Google Shape;1884;p55"/>
            <p:cNvSpPr/>
            <p:nvPr/>
          </p:nvSpPr>
          <p:spPr>
            <a:xfrm>
              <a:off x="8504706" y="1454224"/>
              <a:ext cx="295029" cy="478879"/>
            </a:xfrm>
            <a:custGeom>
              <a:avLst/>
              <a:gdLst/>
              <a:ahLst/>
              <a:cxnLst/>
              <a:rect l="l" t="t" r="r" b="b"/>
              <a:pathLst>
                <a:path w="448713" h="728333" extrusionOk="0">
                  <a:moveTo>
                    <a:pt x="319024" y="53795"/>
                  </a:moveTo>
                  <a:cubicBezTo>
                    <a:pt x="319024" y="53795"/>
                    <a:pt x="468662" y="93991"/>
                    <a:pt x="446469" y="299445"/>
                  </a:cubicBezTo>
                  <a:cubicBezTo>
                    <a:pt x="424275" y="504899"/>
                    <a:pt x="323501" y="490898"/>
                    <a:pt x="430943" y="728261"/>
                  </a:cubicBezTo>
                  <a:cubicBezTo>
                    <a:pt x="294640" y="729690"/>
                    <a:pt x="121285" y="711592"/>
                    <a:pt x="82423" y="521759"/>
                  </a:cubicBezTo>
                  <a:cubicBezTo>
                    <a:pt x="43561" y="331925"/>
                    <a:pt x="-177229" y="-162613"/>
                    <a:pt x="318929" y="5370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5" name="Google Shape;1885;p55"/>
            <p:cNvSpPr/>
            <p:nvPr/>
          </p:nvSpPr>
          <p:spPr>
            <a:xfrm>
              <a:off x="8385034" y="1491939"/>
              <a:ext cx="175832" cy="445277"/>
            </a:xfrm>
            <a:custGeom>
              <a:avLst/>
              <a:gdLst/>
              <a:ahLst/>
              <a:cxnLst/>
              <a:rect l="l" t="t" r="r" b="b"/>
              <a:pathLst>
                <a:path w="267425" h="677227" extrusionOk="0">
                  <a:moveTo>
                    <a:pt x="255270" y="95250"/>
                  </a:moveTo>
                  <a:cubicBezTo>
                    <a:pt x="255270" y="95250"/>
                    <a:pt x="351949" y="662273"/>
                    <a:pt x="0" y="677227"/>
                  </a:cubicBezTo>
                  <a:cubicBezTo>
                    <a:pt x="97631" y="511588"/>
                    <a:pt x="-96583" y="44101"/>
                    <a:pt x="146399" y="0"/>
                  </a:cubicBezTo>
                  <a:cubicBezTo>
                    <a:pt x="246221" y="47244"/>
                    <a:pt x="255270" y="95250"/>
                    <a:pt x="255270" y="9525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6" name="Google Shape;1886;p55"/>
            <p:cNvSpPr/>
            <p:nvPr/>
          </p:nvSpPr>
          <p:spPr>
            <a:xfrm>
              <a:off x="8258770" y="1296787"/>
              <a:ext cx="713007" cy="512505"/>
            </a:xfrm>
            <a:custGeom>
              <a:avLst/>
              <a:gdLst/>
              <a:ahLst/>
              <a:cxnLst/>
              <a:rect l="l" t="t" r="r" b="b"/>
              <a:pathLst>
                <a:path w="1084421" h="779475" extrusionOk="0">
                  <a:moveTo>
                    <a:pt x="150019" y="458057"/>
                  </a:moveTo>
                  <a:cubicBezTo>
                    <a:pt x="200501" y="395097"/>
                    <a:pt x="239649" y="337947"/>
                    <a:pt x="321850" y="325660"/>
                  </a:cubicBezTo>
                  <a:cubicBezTo>
                    <a:pt x="340995" y="535591"/>
                    <a:pt x="242792" y="650081"/>
                    <a:pt x="129445" y="662654"/>
                  </a:cubicBezTo>
                  <a:cubicBezTo>
                    <a:pt x="16097" y="675227"/>
                    <a:pt x="0" y="771906"/>
                    <a:pt x="0" y="771906"/>
                  </a:cubicBezTo>
                  <a:cubicBezTo>
                    <a:pt x="0" y="771906"/>
                    <a:pt x="16288" y="700754"/>
                    <a:pt x="178118" y="696278"/>
                  </a:cubicBezTo>
                  <a:cubicBezTo>
                    <a:pt x="339852" y="691801"/>
                    <a:pt x="392144" y="529400"/>
                    <a:pt x="405003" y="392811"/>
                  </a:cubicBezTo>
                  <a:cubicBezTo>
                    <a:pt x="417767" y="256222"/>
                    <a:pt x="514541" y="278321"/>
                    <a:pt x="514541" y="278321"/>
                  </a:cubicBezTo>
                  <a:cubicBezTo>
                    <a:pt x="514541" y="278321"/>
                    <a:pt x="680180" y="370332"/>
                    <a:pt x="716185" y="565880"/>
                  </a:cubicBezTo>
                  <a:cubicBezTo>
                    <a:pt x="752284" y="761429"/>
                    <a:pt x="858012" y="834104"/>
                    <a:pt x="1018889" y="735997"/>
                  </a:cubicBezTo>
                  <a:cubicBezTo>
                    <a:pt x="715899" y="810101"/>
                    <a:pt x="780383" y="460248"/>
                    <a:pt x="688181" y="327755"/>
                  </a:cubicBezTo>
                  <a:cubicBezTo>
                    <a:pt x="781050" y="244507"/>
                    <a:pt x="837914" y="255270"/>
                    <a:pt x="879062" y="396812"/>
                  </a:cubicBezTo>
                  <a:cubicBezTo>
                    <a:pt x="920210" y="538353"/>
                    <a:pt x="983361" y="597313"/>
                    <a:pt x="1084422" y="491204"/>
                  </a:cubicBezTo>
                  <a:cubicBezTo>
                    <a:pt x="982790" y="546163"/>
                    <a:pt x="953834" y="489680"/>
                    <a:pt x="904018" y="342614"/>
                  </a:cubicBezTo>
                  <a:cubicBezTo>
                    <a:pt x="854297" y="195453"/>
                    <a:pt x="791909" y="207454"/>
                    <a:pt x="721233" y="239459"/>
                  </a:cubicBezTo>
                  <a:cubicBezTo>
                    <a:pt x="650558" y="271367"/>
                    <a:pt x="613410" y="243364"/>
                    <a:pt x="575977" y="189833"/>
                  </a:cubicBezTo>
                  <a:cubicBezTo>
                    <a:pt x="538543" y="136303"/>
                    <a:pt x="534257" y="0"/>
                    <a:pt x="534257" y="0"/>
                  </a:cubicBezTo>
                  <a:lnTo>
                    <a:pt x="477488" y="571"/>
                  </a:lnTo>
                  <a:cubicBezTo>
                    <a:pt x="467868" y="168212"/>
                    <a:pt x="420148" y="228314"/>
                    <a:pt x="343757" y="248888"/>
                  </a:cubicBezTo>
                  <a:cubicBezTo>
                    <a:pt x="267272" y="269558"/>
                    <a:pt x="207931" y="295656"/>
                    <a:pt x="152210" y="395478"/>
                  </a:cubicBezTo>
                  <a:cubicBezTo>
                    <a:pt x="96488" y="495205"/>
                    <a:pt x="16955" y="490728"/>
                    <a:pt x="16955" y="490728"/>
                  </a:cubicBezTo>
                  <a:cubicBezTo>
                    <a:pt x="16955" y="490728"/>
                    <a:pt x="99632" y="521113"/>
                    <a:pt x="150019" y="458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7" name="Google Shape;1887;p55"/>
            <p:cNvSpPr/>
            <p:nvPr/>
          </p:nvSpPr>
          <p:spPr>
            <a:xfrm>
              <a:off x="6789974" y="344934"/>
              <a:ext cx="350898" cy="186673"/>
            </a:xfrm>
            <a:custGeom>
              <a:avLst/>
              <a:gdLst/>
              <a:ahLst/>
              <a:cxnLst/>
              <a:rect l="l" t="t" r="r" b="b"/>
              <a:pathLst>
                <a:path w="533685" h="283914" extrusionOk="0">
                  <a:moveTo>
                    <a:pt x="533686" y="166484"/>
                  </a:moveTo>
                  <a:cubicBezTo>
                    <a:pt x="533686" y="166484"/>
                    <a:pt x="502634" y="30562"/>
                    <a:pt x="351187" y="5130"/>
                  </a:cubicBezTo>
                  <a:cubicBezTo>
                    <a:pt x="199739" y="-20397"/>
                    <a:pt x="125540" y="56375"/>
                    <a:pt x="76200" y="80854"/>
                  </a:cubicBezTo>
                  <a:cubicBezTo>
                    <a:pt x="26860" y="105238"/>
                    <a:pt x="0" y="81521"/>
                    <a:pt x="0" y="81521"/>
                  </a:cubicBezTo>
                  <a:cubicBezTo>
                    <a:pt x="0" y="81521"/>
                    <a:pt x="13335" y="146291"/>
                    <a:pt x="120872" y="219919"/>
                  </a:cubicBezTo>
                  <a:cubicBezTo>
                    <a:pt x="228410" y="293643"/>
                    <a:pt x="347567" y="295643"/>
                    <a:pt x="414052" y="266115"/>
                  </a:cubicBezTo>
                  <a:cubicBezTo>
                    <a:pt x="480441" y="236588"/>
                    <a:pt x="506635" y="205632"/>
                    <a:pt x="533686" y="16648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8" name="Google Shape;1888;p55"/>
            <p:cNvSpPr/>
            <p:nvPr/>
          </p:nvSpPr>
          <p:spPr>
            <a:xfrm>
              <a:off x="7183849" y="225106"/>
              <a:ext cx="151751" cy="237606"/>
            </a:xfrm>
            <a:custGeom>
              <a:avLst/>
              <a:gdLst/>
              <a:ahLst/>
              <a:cxnLst/>
              <a:rect l="l" t="t" r="r" b="b"/>
              <a:pathLst>
                <a:path w="230800" h="361378" extrusionOk="0">
                  <a:moveTo>
                    <a:pt x="146200" y="361379"/>
                  </a:moveTo>
                  <a:cubicBezTo>
                    <a:pt x="146200" y="361379"/>
                    <a:pt x="8659" y="341757"/>
                    <a:pt x="1611" y="172212"/>
                  </a:cubicBezTo>
                  <a:cubicBezTo>
                    <a:pt x="-8772" y="59150"/>
                    <a:pt x="35139" y="55150"/>
                    <a:pt x="17041" y="0"/>
                  </a:cubicBezTo>
                  <a:cubicBezTo>
                    <a:pt x="208494" y="68485"/>
                    <a:pt x="241926" y="176213"/>
                    <a:pt x="228020" y="254603"/>
                  </a:cubicBezTo>
                  <a:cubicBezTo>
                    <a:pt x="214113" y="333089"/>
                    <a:pt x="146295" y="361283"/>
                    <a:pt x="146295" y="3612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9" name="Google Shape;1889;p55"/>
            <p:cNvSpPr/>
            <p:nvPr/>
          </p:nvSpPr>
          <p:spPr>
            <a:xfrm>
              <a:off x="7124779" y="471628"/>
              <a:ext cx="177556" cy="187685"/>
            </a:xfrm>
            <a:custGeom>
              <a:avLst/>
              <a:gdLst/>
              <a:ahLst/>
              <a:cxnLst/>
              <a:rect l="l" t="t" r="r" b="b"/>
              <a:pathLst>
                <a:path w="270047" h="285452" extrusionOk="0">
                  <a:moveTo>
                    <a:pt x="235458" y="0"/>
                  </a:moveTo>
                  <a:cubicBezTo>
                    <a:pt x="235458" y="0"/>
                    <a:pt x="149924" y="-571"/>
                    <a:pt x="92583" y="67151"/>
                  </a:cubicBezTo>
                  <a:cubicBezTo>
                    <a:pt x="35243" y="134874"/>
                    <a:pt x="191" y="153067"/>
                    <a:pt x="16288" y="241745"/>
                  </a:cubicBezTo>
                  <a:cubicBezTo>
                    <a:pt x="22193" y="272129"/>
                    <a:pt x="0" y="281559"/>
                    <a:pt x="0" y="281559"/>
                  </a:cubicBezTo>
                  <a:cubicBezTo>
                    <a:pt x="0" y="281559"/>
                    <a:pt x="80010" y="299371"/>
                    <a:pt x="152495" y="258794"/>
                  </a:cubicBezTo>
                  <a:cubicBezTo>
                    <a:pt x="224885" y="218218"/>
                    <a:pt x="323183" y="100298"/>
                    <a:pt x="23545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0" name="Google Shape;1890;p55"/>
            <p:cNvSpPr/>
            <p:nvPr/>
          </p:nvSpPr>
          <p:spPr>
            <a:xfrm>
              <a:off x="7052262" y="447778"/>
              <a:ext cx="454921" cy="151881"/>
            </a:xfrm>
            <a:custGeom>
              <a:avLst/>
              <a:gdLst/>
              <a:ahLst/>
              <a:cxnLst/>
              <a:rect l="l" t="t" r="r" b="b"/>
              <a:pathLst>
                <a:path w="691895" h="230997" extrusionOk="0">
                  <a:moveTo>
                    <a:pt x="0" y="779"/>
                  </a:moveTo>
                  <a:cubicBezTo>
                    <a:pt x="0" y="779"/>
                    <a:pt x="509207" y="-23796"/>
                    <a:pt x="691896" y="203185"/>
                  </a:cubicBezTo>
                  <a:lnTo>
                    <a:pt x="675037" y="230998"/>
                  </a:lnTo>
                  <a:cubicBezTo>
                    <a:pt x="675037" y="230998"/>
                    <a:pt x="572357" y="13923"/>
                    <a:pt x="0" y="779"/>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1" name="Google Shape;1891;p55"/>
            <p:cNvSpPr/>
            <p:nvPr/>
          </p:nvSpPr>
          <p:spPr>
            <a:xfrm>
              <a:off x="8468750" y="354547"/>
              <a:ext cx="497508" cy="307387"/>
            </a:xfrm>
            <a:custGeom>
              <a:avLst/>
              <a:gdLst/>
              <a:ahLst/>
              <a:cxnLst/>
              <a:rect l="l" t="t" r="r" b="b"/>
              <a:pathLst>
                <a:path w="756666" h="467509" extrusionOk="0">
                  <a:moveTo>
                    <a:pt x="95345" y="251483"/>
                  </a:moveTo>
                  <a:cubicBezTo>
                    <a:pt x="117538" y="298441"/>
                    <a:pt x="189929" y="420456"/>
                    <a:pt x="358045" y="467510"/>
                  </a:cubicBezTo>
                  <a:lnTo>
                    <a:pt x="347853" y="439602"/>
                  </a:lnTo>
                  <a:cubicBezTo>
                    <a:pt x="347853" y="439602"/>
                    <a:pt x="381286" y="467319"/>
                    <a:pt x="419957" y="466938"/>
                  </a:cubicBezTo>
                  <a:lnTo>
                    <a:pt x="410528" y="437316"/>
                  </a:lnTo>
                  <a:cubicBezTo>
                    <a:pt x="410528" y="437316"/>
                    <a:pt x="455390" y="466557"/>
                    <a:pt x="506539" y="466081"/>
                  </a:cubicBezTo>
                  <a:lnTo>
                    <a:pt x="486442" y="434934"/>
                  </a:lnTo>
                  <a:cubicBezTo>
                    <a:pt x="486442" y="434934"/>
                    <a:pt x="521303" y="455985"/>
                    <a:pt x="562547" y="452270"/>
                  </a:cubicBezTo>
                  <a:lnTo>
                    <a:pt x="547402" y="422742"/>
                  </a:lnTo>
                  <a:cubicBezTo>
                    <a:pt x="547402" y="422742"/>
                    <a:pt x="592455" y="433791"/>
                    <a:pt x="628364" y="411979"/>
                  </a:cubicBezTo>
                  <a:lnTo>
                    <a:pt x="599980" y="395787"/>
                  </a:lnTo>
                  <a:cubicBezTo>
                    <a:pt x="599980" y="395787"/>
                    <a:pt x="636270" y="393786"/>
                    <a:pt x="662464" y="370355"/>
                  </a:cubicBezTo>
                  <a:lnTo>
                    <a:pt x="634270" y="355782"/>
                  </a:lnTo>
                  <a:cubicBezTo>
                    <a:pt x="634270" y="355782"/>
                    <a:pt x="672179" y="347114"/>
                    <a:pt x="694944" y="320539"/>
                  </a:cubicBezTo>
                  <a:lnTo>
                    <a:pt x="661892" y="312633"/>
                  </a:lnTo>
                  <a:cubicBezTo>
                    <a:pt x="661892" y="312633"/>
                    <a:pt x="711232" y="300537"/>
                    <a:pt x="727615" y="282249"/>
                  </a:cubicBezTo>
                  <a:lnTo>
                    <a:pt x="694468" y="271009"/>
                  </a:lnTo>
                  <a:cubicBezTo>
                    <a:pt x="694468" y="271009"/>
                    <a:pt x="738949" y="263961"/>
                    <a:pt x="756666" y="225861"/>
                  </a:cubicBezTo>
                  <a:cubicBezTo>
                    <a:pt x="717042" y="224622"/>
                    <a:pt x="705422" y="218145"/>
                    <a:pt x="705422" y="218145"/>
                  </a:cubicBezTo>
                  <a:lnTo>
                    <a:pt x="726567" y="191571"/>
                  </a:lnTo>
                  <a:cubicBezTo>
                    <a:pt x="726567" y="191571"/>
                    <a:pt x="703326" y="173664"/>
                    <a:pt x="660463" y="180712"/>
                  </a:cubicBezTo>
                  <a:lnTo>
                    <a:pt x="679990" y="154137"/>
                  </a:lnTo>
                  <a:cubicBezTo>
                    <a:pt x="679990" y="154137"/>
                    <a:pt x="651700" y="132992"/>
                    <a:pt x="597408" y="143469"/>
                  </a:cubicBezTo>
                  <a:lnTo>
                    <a:pt x="615315" y="115275"/>
                  </a:lnTo>
                  <a:cubicBezTo>
                    <a:pt x="615315" y="115275"/>
                    <a:pt x="585406" y="99083"/>
                    <a:pt x="545973" y="109370"/>
                  </a:cubicBezTo>
                  <a:lnTo>
                    <a:pt x="557213" y="76223"/>
                  </a:lnTo>
                  <a:cubicBezTo>
                    <a:pt x="557213" y="76223"/>
                    <a:pt x="523970" y="50124"/>
                    <a:pt x="481298" y="76985"/>
                  </a:cubicBezTo>
                  <a:lnTo>
                    <a:pt x="503968" y="38790"/>
                  </a:lnTo>
                  <a:cubicBezTo>
                    <a:pt x="503968" y="38790"/>
                    <a:pt x="474155" y="25931"/>
                    <a:pt x="429768" y="39552"/>
                  </a:cubicBezTo>
                  <a:lnTo>
                    <a:pt x="437769" y="11453"/>
                  </a:lnTo>
                  <a:cubicBezTo>
                    <a:pt x="437769" y="11453"/>
                    <a:pt x="414623" y="6786"/>
                    <a:pt x="381857" y="28503"/>
                  </a:cubicBezTo>
                  <a:lnTo>
                    <a:pt x="388239" y="6976"/>
                  </a:lnTo>
                  <a:cubicBezTo>
                    <a:pt x="388239" y="6976"/>
                    <a:pt x="358521" y="8881"/>
                    <a:pt x="327374" y="29074"/>
                  </a:cubicBezTo>
                  <a:lnTo>
                    <a:pt x="337947" y="23"/>
                  </a:lnTo>
                  <a:cubicBezTo>
                    <a:pt x="337947" y="23"/>
                    <a:pt x="286417" y="-2168"/>
                    <a:pt x="253174" y="36408"/>
                  </a:cubicBezTo>
                  <a:lnTo>
                    <a:pt x="259461" y="1737"/>
                  </a:lnTo>
                  <a:cubicBezTo>
                    <a:pt x="259461" y="1737"/>
                    <a:pt x="181356" y="-2454"/>
                    <a:pt x="146209" y="87081"/>
                  </a:cubicBezTo>
                  <a:cubicBezTo>
                    <a:pt x="111062" y="176521"/>
                    <a:pt x="104870" y="212907"/>
                    <a:pt x="74962" y="198333"/>
                  </a:cubicBezTo>
                  <a:cubicBezTo>
                    <a:pt x="45148" y="183760"/>
                    <a:pt x="31147" y="137754"/>
                    <a:pt x="0" y="144612"/>
                  </a:cubicBezTo>
                  <a:cubicBezTo>
                    <a:pt x="38576" y="173568"/>
                    <a:pt x="33719" y="203001"/>
                    <a:pt x="71438" y="225003"/>
                  </a:cubicBezTo>
                  <a:cubicBezTo>
                    <a:pt x="82010" y="231195"/>
                    <a:pt x="90297" y="240529"/>
                    <a:pt x="95536" y="251578"/>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2" name="Google Shape;1892;p55"/>
            <p:cNvSpPr/>
            <p:nvPr/>
          </p:nvSpPr>
          <p:spPr>
            <a:xfrm>
              <a:off x="8515802" y="492338"/>
              <a:ext cx="450349" cy="45448"/>
            </a:xfrm>
            <a:custGeom>
              <a:avLst/>
              <a:gdLst/>
              <a:ahLst/>
              <a:cxnLst/>
              <a:rect l="l" t="t" r="r" b="b"/>
              <a:pathLst>
                <a:path w="684942" h="69123" extrusionOk="0">
                  <a:moveTo>
                    <a:pt x="684943" y="16097"/>
                  </a:moveTo>
                  <a:cubicBezTo>
                    <a:pt x="684943" y="16097"/>
                    <a:pt x="601218" y="66484"/>
                    <a:pt x="346424" y="69056"/>
                  </a:cubicBezTo>
                  <a:cubicBezTo>
                    <a:pt x="91630" y="71628"/>
                    <a:pt x="0" y="0"/>
                    <a:pt x="0" y="0"/>
                  </a:cubicBezTo>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3" name="Google Shape;1893;p55"/>
            <p:cNvSpPr/>
            <p:nvPr/>
          </p:nvSpPr>
          <p:spPr>
            <a:xfrm>
              <a:off x="8511031" y="1074605"/>
              <a:ext cx="232926" cy="427553"/>
            </a:xfrm>
            <a:custGeom>
              <a:avLst/>
              <a:gdLst/>
              <a:ahLst/>
              <a:cxnLst/>
              <a:rect l="l" t="t" r="r" b="b"/>
              <a:pathLst>
                <a:path w="354260" h="650271" extrusionOk="0">
                  <a:moveTo>
                    <a:pt x="126801" y="0"/>
                  </a:moveTo>
                  <a:cubicBezTo>
                    <a:pt x="126801" y="0"/>
                    <a:pt x="297013" y="26289"/>
                    <a:pt x="341780" y="210693"/>
                  </a:cubicBezTo>
                  <a:cubicBezTo>
                    <a:pt x="386548" y="395002"/>
                    <a:pt x="298441" y="493300"/>
                    <a:pt x="272724" y="556260"/>
                  </a:cubicBezTo>
                  <a:cubicBezTo>
                    <a:pt x="247006" y="619220"/>
                    <a:pt x="278629" y="650272"/>
                    <a:pt x="278629" y="650272"/>
                  </a:cubicBezTo>
                  <a:cubicBezTo>
                    <a:pt x="278629" y="650272"/>
                    <a:pt x="197667" y="639509"/>
                    <a:pt x="97369" y="513493"/>
                  </a:cubicBezTo>
                  <a:cubicBezTo>
                    <a:pt x="-2930" y="387477"/>
                    <a:pt x="-15979" y="240697"/>
                    <a:pt x="14501" y="156305"/>
                  </a:cubicBezTo>
                  <a:cubicBezTo>
                    <a:pt x="44981" y="71914"/>
                    <a:pt x="80890" y="36862"/>
                    <a:pt x="12680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4" name="Google Shape;1894;p55"/>
            <p:cNvSpPr/>
            <p:nvPr/>
          </p:nvSpPr>
          <p:spPr>
            <a:xfrm>
              <a:off x="8571989" y="826730"/>
              <a:ext cx="300295" cy="183207"/>
            </a:xfrm>
            <a:custGeom>
              <a:avLst/>
              <a:gdLst/>
              <a:ahLst/>
              <a:cxnLst/>
              <a:rect l="l" t="t" r="r" b="b"/>
              <a:pathLst>
                <a:path w="456723" h="278642" extrusionOk="0">
                  <a:moveTo>
                    <a:pt x="0" y="116931"/>
                  </a:moveTo>
                  <a:cubicBezTo>
                    <a:pt x="0" y="116931"/>
                    <a:pt x="36386" y="284666"/>
                    <a:pt x="245840" y="278475"/>
                  </a:cubicBezTo>
                  <a:cubicBezTo>
                    <a:pt x="386144" y="281237"/>
                    <a:pt x="387191" y="226754"/>
                    <a:pt x="456724" y="244280"/>
                  </a:cubicBezTo>
                  <a:cubicBezTo>
                    <a:pt x="355378" y="14346"/>
                    <a:pt x="219742" y="-17277"/>
                    <a:pt x="124301" y="6727"/>
                  </a:cubicBezTo>
                  <a:cubicBezTo>
                    <a:pt x="28861" y="30825"/>
                    <a:pt x="0" y="116931"/>
                    <a:pt x="0" y="11693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5" name="Google Shape;1895;p55"/>
            <p:cNvSpPr/>
            <p:nvPr/>
          </p:nvSpPr>
          <p:spPr>
            <a:xfrm>
              <a:off x="8340266" y="881580"/>
              <a:ext cx="220894" cy="230404"/>
            </a:xfrm>
            <a:custGeom>
              <a:avLst/>
              <a:gdLst/>
              <a:ahLst/>
              <a:cxnLst/>
              <a:rect l="l" t="t" r="r" b="b"/>
              <a:pathLst>
                <a:path w="335960" h="350424" extrusionOk="0">
                  <a:moveTo>
                    <a:pt x="335709" y="35433"/>
                  </a:moveTo>
                  <a:cubicBezTo>
                    <a:pt x="335709" y="35433"/>
                    <a:pt x="343995" y="140779"/>
                    <a:pt x="265509" y="217455"/>
                  </a:cubicBezTo>
                  <a:cubicBezTo>
                    <a:pt x="187023" y="294132"/>
                    <a:pt x="167783" y="338899"/>
                    <a:pt x="57102" y="326802"/>
                  </a:cubicBezTo>
                  <a:cubicBezTo>
                    <a:pt x="19098" y="322230"/>
                    <a:pt x="9477" y="350424"/>
                    <a:pt x="9477" y="350424"/>
                  </a:cubicBezTo>
                  <a:cubicBezTo>
                    <a:pt x="9477" y="350424"/>
                    <a:pt x="-19574" y="253365"/>
                    <a:pt x="24050" y="160496"/>
                  </a:cubicBezTo>
                  <a:cubicBezTo>
                    <a:pt x="67675" y="67627"/>
                    <a:pt x="204359" y="-63913"/>
                    <a:pt x="335709" y="3543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6" name="Google Shape;1896;p55"/>
            <p:cNvSpPr/>
            <p:nvPr/>
          </p:nvSpPr>
          <p:spPr>
            <a:xfrm>
              <a:off x="8384032" y="634432"/>
              <a:ext cx="225707" cy="548924"/>
            </a:xfrm>
            <a:custGeom>
              <a:avLst/>
              <a:gdLst/>
              <a:ahLst/>
              <a:cxnLst/>
              <a:rect l="l" t="t" r="r" b="b"/>
              <a:pathLst>
                <a:path w="343281" h="834866" extrusionOk="0">
                  <a:moveTo>
                    <a:pt x="343281" y="834866"/>
                  </a:moveTo>
                  <a:cubicBezTo>
                    <a:pt x="343281" y="834866"/>
                    <a:pt x="328613" y="205073"/>
                    <a:pt x="32766" y="0"/>
                  </a:cubicBezTo>
                  <a:lnTo>
                    <a:pt x="0" y="23241"/>
                  </a:lnTo>
                  <a:cubicBezTo>
                    <a:pt x="0" y="23241"/>
                    <a:pt x="276701" y="130588"/>
                    <a:pt x="343281" y="83486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7" name="Google Shape;1897;p55"/>
            <p:cNvSpPr/>
            <p:nvPr/>
          </p:nvSpPr>
          <p:spPr>
            <a:xfrm>
              <a:off x="7138356" y="564593"/>
              <a:ext cx="360441" cy="297931"/>
            </a:xfrm>
            <a:custGeom>
              <a:avLst/>
              <a:gdLst/>
              <a:ahLst/>
              <a:cxnLst/>
              <a:rect l="l" t="t" r="r" b="b"/>
              <a:pathLst>
                <a:path w="548199" h="453127" extrusionOk="0">
                  <a:moveTo>
                    <a:pt x="540544" y="35737"/>
                  </a:moveTo>
                  <a:cubicBezTo>
                    <a:pt x="540544" y="35737"/>
                    <a:pt x="394621" y="-55798"/>
                    <a:pt x="240125" y="54121"/>
                  </a:cubicBezTo>
                  <a:cubicBezTo>
                    <a:pt x="85534" y="164134"/>
                    <a:pt x="87821" y="296056"/>
                    <a:pt x="66008" y="360540"/>
                  </a:cubicBezTo>
                  <a:cubicBezTo>
                    <a:pt x="44196" y="425024"/>
                    <a:pt x="0" y="427691"/>
                    <a:pt x="0" y="427691"/>
                  </a:cubicBezTo>
                  <a:cubicBezTo>
                    <a:pt x="0" y="427691"/>
                    <a:pt x="68199" y="472649"/>
                    <a:pt x="226504" y="443026"/>
                  </a:cubicBezTo>
                  <a:cubicBezTo>
                    <a:pt x="384810" y="413404"/>
                    <a:pt x="490728" y="311105"/>
                    <a:pt x="523018" y="227285"/>
                  </a:cubicBezTo>
                  <a:cubicBezTo>
                    <a:pt x="555307" y="143465"/>
                    <a:pt x="551021" y="93459"/>
                    <a:pt x="540449" y="356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8" name="Google Shape;1898;p55"/>
            <p:cNvSpPr/>
            <p:nvPr/>
          </p:nvSpPr>
          <p:spPr>
            <a:xfrm>
              <a:off x="7340765" y="303182"/>
              <a:ext cx="288718" cy="194157"/>
            </a:xfrm>
            <a:custGeom>
              <a:avLst/>
              <a:gdLst/>
              <a:ahLst/>
              <a:cxnLst/>
              <a:rect l="l" t="t" r="r" b="b"/>
              <a:pathLst>
                <a:path w="439115" h="295296" extrusionOk="0">
                  <a:moveTo>
                    <a:pt x="428625" y="259190"/>
                  </a:moveTo>
                  <a:cubicBezTo>
                    <a:pt x="428625" y="259190"/>
                    <a:pt x="291275" y="362155"/>
                    <a:pt x="136969" y="220328"/>
                  </a:cubicBezTo>
                  <a:cubicBezTo>
                    <a:pt x="29146" y="130603"/>
                    <a:pt x="63913" y="88693"/>
                    <a:pt x="0" y="56403"/>
                  </a:cubicBezTo>
                  <a:cubicBezTo>
                    <a:pt x="227171" y="-51039"/>
                    <a:pt x="350425" y="13921"/>
                    <a:pt x="406813" y="94598"/>
                  </a:cubicBezTo>
                  <a:cubicBezTo>
                    <a:pt x="463201" y="175275"/>
                    <a:pt x="428625" y="259285"/>
                    <a:pt x="428625" y="2592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9" name="Google Shape;1899;p55"/>
            <p:cNvSpPr/>
            <p:nvPr/>
          </p:nvSpPr>
          <p:spPr>
            <a:xfrm>
              <a:off x="7585913" y="481827"/>
              <a:ext cx="152170" cy="296976"/>
            </a:xfrm>
            <a:custGeom>
              <a:avLst/>
              <a:gdLst/>
              <a:ahLst/>
              <a:cxnLst/>
              <a:rect l="l" t="t" r="r" b="b"/>
              <a:pathLst>
                <a:path w="231437" h="451675" extrusionOk="0">
                  <a:moveTo>
                    <a:pt x="66954" y="0"/>
                  </a:moveTo>
                  <a:cubicBezTo>
                    <a:pt x="66954" y="0"/>
                    <a:pt x="-8294" y="74200"/>
                    <a:pt x="755" y="183547"/>
                  </a:cubicBezTo>
                  <a:cubicBezTo>
                    <a:pt x="9804" y="292894"/>
                    <a:pt x="-4865" y="339376"/>
                    <a:pt x="86671" y="402717"/>
                  </a:cubicBezTo>
                  <a:cubicBezTo>
                    <a:pt x="118389" y="424148"/>
                    <a:pt x="107245" y="451675"/>
                    <a:pt x="107245" y="451675"/>
                  </a:cubicBezTo>
                  <a:cubicBezTo>
                    <a:pt x="107245" y="451675"/>
                    <a:pt x="192779" y="397383"/>
                    <a:pt x="220592" y="298609"/>
                  </a:cubicBezTo>
                  <a:cubicBezTo>
                    <a:pt x="248405" y="199930"/>
                    <a:pt x="231260" y="10954"/>
                    <a:pt x="66954"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0" name="Google Shape;1900;p55"/>
            <p:cNvSpPr/>
            <p:nvPr/>
          </p:nvSpPr>
          <p:spPr>
            <a:xfrm>
              <a:off x="7411092" y="377529"/>
              <a:ext cx="519990" cy="282693"/>
            </a:xfrm>
            <a:custGeom>
              <a:avLst/>
              <a:gdLst/>
              <a:ahLst/>
              <a:cxnLst/>
              <a:rect l="l" t="t" r="r" b="b"/>
              <a:pathLst>
                <a:path w="790860" h="429951" extrusionOk="0">
                  <a:moveTo>
                    <a:pt x="0" y="429951"/>
                  </a:moveTo>
                  <a:cubicBezTo>
                    <a:pt x="0" y="429951"/>
                    <a:pt x="423482" y="-36393"/>
                    <a:pt x="781336" y="2279"/>
                  </a:cubicBezTo>
                  <a:lnTo>
                    <a:pt x="790861" y="41331"/>
                  </a:lnTo>
                  <a:cubicBezTo>
                    <a:pt x="790861" y="41331"/>
                    <a:pt x="511492" y="-58681"/>
                    <a:pt x="0" y="42995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1" name="Google Shape;1901;p55"/>
            <p:cNvSpPr/>
            <p:nvPr/>
          </p:nvSpPr>
          <p:spPr>
            <a:xfrm>
              <a:off x="7596520" y="615286"/>
              <a:ext cx="373657" cy="625204"/>
            </a:xfrm>
            <a:custGeom>
              <a:avLst/>
              <a:gdLst/>
              <a:ahLst/>
              <a:cxnLst/>
              <a:rect l="l" t="t" r="r" b="b"/>
              <a:pathLst>
                <a:path w="568300" h="950880" extrusionOk="0">
                  <a:moveTo>
                    <a:pt x="568300" y="50006"/>
                  </a:moveTo>
                  <a:cubicBezTo>
                    <a:pt x="568300" y="50006"/>
                    <a:pt x="470859" y="122015"/>
                    <a:pt x="397041" y="250127"/>
                  </a:cubicBezTo>
                  <a:cubicBezTo>
                    <a:pt x="509150" y="391001"/>
                    <a:pt x="473717" y="598075"/>
                    <a:pt x="366370" y="724472"/>
                  </a:cubicBezTo>
                  <a:cubicBezTo>
                    <a:pt x="259119" y="850868"/>
                    <a:pt x="142056" y="843725"/>
                    <a:pt x="72143" y="950881"/>
                  </a:cubicBezTo>
                  <a:cubicBezTo>
                    <a:pt x="19660" y="717518"/>
                    <a:pt x="-33966" y="578168"/>
                    <a:pt x="27375" y="452247"/>
                  </a:cubicBezTo>
                  <a:cubicBezTo>
                    <a:pt x="88716" y="326327"/>
                    <a:pt x="235687" y="201644"/>
                    <a:pt x="373895" y="239935"/>
                  </a:cubicBezTo>
                  <a:cubicBezTo>
                    <a:pt x="501339" y="42386"/>
                    <a:pt x="559347" y="0"/>
                    <a:pt x="559347" y="0"/>
                  </a:cubicBezTo>
                  <a:lnTo>
                    <a:pt x="568205" y="50006"/>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2" name="Google Shape;1902;p55"/>
            <p:cNvSpPr/>
            <p:nvPr/>
          </p:nvSpPr>
          <p:spPr>
            <a:xfrm>
              <a:off x="7847445" y="665717"/>
              <a:ext cx="479283" cy="815715"/>
            </a:xfrm>
            <a:custGeom>
              <a:avLst/>
              <a:gdLst/>
              <a:ahLst/>
              <a:cxnLst/>
              <a:rect l="l" t="t" r="r" b="b"/>
              <a:pathLst>
                <a:path w="728948" h="1240631" extrusionOk="0">
                  <a:moveTo>
                    <a:pt x="665321" y="67913"/>
                  </a:moveTo>
                  <a:cubicBezTo>
                    <a:pt x="668084" y="50864"/>
                    <a:pt x="660273" y="21717"/>
                    <a:pt x="588645" y="0"/>
                  </a:cubicBezTo>
                  <a:cubicBezTo>
                    <a:pt x="602456" y="149923"/>
                    <a:pt x="577120" y="370713"/>
                    <a:pt x="519589" y="435578"/>
                  </a:cubicBezTo>
                  <a:cubicBezTo>
                    <a:pt x="462058" y="500444"/>
                    <a:pt x="441960" y="629317"/>
                    <a:pt x="356902" y="694468"/>
                  </a:cubicBezTo>
                  <a:cubicBezTo>
                    <a:pt x="271843" y="759619"/>
                    <a:pt x="216884" y="778574"/>
                    <a:pt x="0" y="835914"/>
                  </a:cubicBezTo>
                  <a:lnTo>
                    <a:pt x="9430" y="857250"/>
                  </a:lnTo>
                  <a:cubicBezTo>
                    <a:pt x="9430" y="857250"/>
                    <a:pt x="183547" y="809530"/>
                    <a:pt x="272034" y="778002"/>
                  </a:cubicBezTo>
                  <a:cubicBezTo>
                    <a:pt x="196596" y="892112"/>
                    <a:pt x="102965" y="1018604"/>
                    <a:pt x="2000" y="1025747"/>
                  </a:cubicBezTo>
                  <a:cubicBezTo>
                    <a:pt x="23813" y="1065371"/>
                    <a:pt x="130778" y="1039749"/>
                    <a:pt x="311944" y="789813"/>
                  </a:cubicBezTo>
                  <a:cubicBezTo>
                    <a:pt x="348139" y="734282"/>
                    <a:pt x="381667" y="718661"/>
                    <a:pt x="381667" y="718661"/>
                  </a:cubicBezTo>
                  <a:cubicBezTo>
                    <a:pt x="381667" y="718661"/>
                    <a:pt x="345853" y="810863"/>
                    <a:pt x="350330" y="945642"/>
                  </a:cubicBezTo>
                  <a:cubicBezTo>
                    <a:pt x="354806" y="1080326"/>
                    <a:pt x="255365" y="1240631"/>
                    <a:pt x="255365" y="1240631"/>
                  </a:cubicBezTo>
                  <a:lnTo>
                    <a:pt x="289084" y="1240250"/>
                  </a:lnTo>
                  <a:cubicBezTo>
                    <a:pt x="289084" y="1240250"/>
                    <a:pt x="373380" y="1098518"/>
                    <a:pt x="378047" y="957548"/>
                  </a:cubicBezTo>
                  <a:cubicBezTo>
                    <a:pt x="382714" y="816578"/>
                    <a:pt x="397478" y="761333"/>
                    <a:pt x="448532" y="662845"/>
                  </a:cubicBezTo>
                  <a:cubicBezTo>
                    <a:pt x="499586" y="564356"/>
                    <a:pt x="523494" y="502825"/>
                    <a:pt x="551212" y="520922"/>
                  </a:cubicBezTo>
                  <a:cubicBezTo>
                    <a:pt x="578930" y="539020"/>
                    <a:pt x="614267" y="697897"/>
                    <a:pt x="615220" y="789813"/>
                  </a:cubicBezTo>
                  <a:cubicBezTo>
                    <a:pt x="616172" y="881634"/>
                    <a:pt x="553879" y="1084421"/>
                    <a:pt x="553879" y="1084421"/>
                  </a:cubicBezTo>
                  <a:lnTo>
                    <a:pt x="590455" y="1065657"/>
                  </a:lnTo>
                  <a:cubicBezTo>
                    <a:pt x="590455" y="1065657"/>
                    <a:pt x="634841" y="918210"/>
                    <a:pt x="637413" y="866108"/>
                  </a:cubicBezTo>
                  <a:cubicBezTo>
                    <a:pt x="668941" y="957644"/>
                    <a:pt x="704659" y="1150239"/>
                    <a:pt x="704659" y="1150239"/>
                  </a:cubicBezTo>
                  <a:lnTo>
                    <a:pt x="728948" y="1125474"/>
                  </a:lnTo>
                  <a:cubicBezTo>
                    <a:pt x="728948" y="1125474"/>
                    <a:pt x="677609" y="899351"/>
                    <a:pt x="655225" y="801624"/>
                  </a:cubicBezTo>
                  <a:cubicBezTo>
                    <a:pt x="632746" y="703897"/>
                    <a:pt x="640556" y="562928"/>
                    <a:pt x="575405" y="487013"/>
                  </a:cubicBezTo>
                  <a:cubicBezTo>
                    <a:pt x="582930" y="402717"/>
                    <a:pt x="656749" y="253365"/>
                    <a:pt x="660844" y="118300"/>
                  </a:cubicBezTo>
                  <a:cubicBezTo>
                    <a:pt x="661321" y="101346"/>
                    <a:pt x="662845" y="84582"/>
                    <a:pt x="665512" y="679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3" name="Google Shape;1903;p55"/>
            <p:cNvSpPr/>
            <p:nvPr/>
          </p:nvSpPr>
          <p:spPr>
            <a:xfrm>
              <a:off x="8346491" y="1441133"/>
              <a:ext cx="70545" cy="80386"/>
            </a:xfrm>
            <a:custGeom>
              <a:avLst/>
              <a:gdLst/>
              <a:ahLst/>
              <a:cxnLst/>
              <a:rect l="l" t="t" r="r" b="b"/>
              <a:pathLst>
                <a:path w="107293" h="122260" extrusionOk="0">
                  <a:moveTo>
                    <a:pt x="40481" y="0"/>
                  </a:moveTo>
                  <a:cubicBezTo>
                    <a:pt x="40481" y="0"/>
                    <a:pt x="118110" y="28003"/>
                    <a:pt x="106013" y="45434"/>
                  </a:cubicBezTo>
                  <a:cubicBezTo>
                    <a:pt x="93917" y="62960"/>
                    <a:pt x="58960" y="43339"/>
                    <a:pt x="58960" y="43339"/>
                  </a:cubicBezTo>
                  <a:cubicBezTo>
                    <a:pt x="58960" y="43339"/>
                    <a:pt x="110109" y="106775"/>
                    <a:pt x="93917" y="118872"/>
                  </a:cubicBezTo>
                  <a:cubicBezTo>
                    <a:pt x="77724" y="130969"/>
                    <a:pt x="31052" y="75247"/>
                    <a:pt x="31052" y="75247"/>
                  </a:cubicBezTo>
                  <a:cubicBezTo>
                    <a:pt x="31052" y="75247"/>
                    <a:pt x="34862" y="115157"/>
                    <a:pt x="24194" y="121825"/>
                  </a:cubicBezTo>
                  <a:cubicBezTo>
                    <a:pt x="13525" y="128397"/>
                    <a:pt x="0" y="58388"/>
                    <a:pt x="0" y="58388"/>
                  </a:cubicBezTo>
                  <a:lnTo>
                    <a:pt x="40481"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4" name="Google Shape;1904;p55"/>
            <p:cNvSpPr/>
            <p:nvPr/>
          </p:nvSpPr>
          <p:spPr>
            <a:xfrm>
              <a:off x="8277964" y="1376129"/>
              <a:ext cx="121902" cy="112555"/>
            </a:xfrm>
            <a:custGeom>
              <a:avLst/>
              <a:gdLst/>
              <a:ahLst/>
              <a:cxnLst/>
              <a:rect l="l" t="t" r="r" b="b"/>
              <a:pathLst>
                <a:path w="185402" h="171186" extrusionOk="0">
                  <a:moveTo>
                    <a:pt x="13358" y="139153"/>
                  </a:moveTo>
                  <a:cubicBezTo>
                    <a:pt x="-16265" y="95338"/>
                    <a:pt x="6595" y="52571"/>
                    <a:pt x="50410" y="23044"/>
                  </a:cubicBezTo>
                  <a:cubicBezTo>
                    <a:pt x="94225" y="-6484"/>
                    <a:pt x="142422" y="-11818"/>
                    <a:pt x="172045" y="31997"/>
                  </a:cubicBezTo>
                  <a:cubicBezTo>
                    <a:pt x="201667" y="75812"/>
                    <a:pt x="178807" y="118579"/>
                    <a:pt x="134992" y="148107"/>
                  </a:cubicBezTo>
                  <a:cubicBezTo>
                    <a:pt x="91177" y="177729"/>
                    <a:pt x="42981" y="182968"/>
                    <a:pt x="13358" y="13915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5" name="Google Shape;1905;p55"/>
            <p:cNvSpPr/>
            <p:nvPr/>
          </p:nvSpPr>
          <p:spPr>
            <a:xfrm>
              <a:off x="7946531" y="1521222"/>
              <a:ext cx="84572" cy="78746"/>
            </a:xfrm>
            <a:custGeom>
              <a:avLst/>
              <a:gdLst/>
              <a:ahLst/>
              <a:cxnLst/>
              <a:rect l="l" t="t" r="r" b="b"/>
              <a:pathLst>
                <a:path w="128627" h="119766" extrusionOk="0">
                  <a:moveTo>
                    <a:pt x="127098" y="12478"/>
                  </a:moveTo>
                  <a:cubicBezTo>
                    <a:pt x="127098" y="12478"/>
                    <a:pt x="135480" y="100679"/>
                    <a:pt x="113001" y="96965"/>
                  </a:cubicBezTo>
                  <a:cubicBezTo>
                    <a:pt x="90522" y="93250"/>
                    <a:pt x="93475" y="50292"/>
                    <a:pt x="93475" y="50292"/>
                  </a:cubicBezTo>
                  <a:cubicBezTo>
                    <a:pt x="93475" y="50292"/>
                    <a:pt x="55279" y="128969"/>
                    <a:pt x="36134" y="118872"/>
                  </a:cubicBezTo>
                  <a:cubicBezTo>
                    <a:pt x="16989" y="108680"/>
                    <a:pt x="49660" y="37814"/>
                    <a:pt x="49660" y="37814"/>
                  </a:cubicBezTo>
                  <a:cubicBezTo>
                    <a:pt x="49660" y="37814"/>
                    <a:pt x="12607" y="59817"/>
                    <a:pt x="1368" y="52483"/>
                  </a:cubicBezTo>
                  <a:cubicBezTo>
                    <a:pt x="-9872" y="45149"/>
                    <a:pt x="51850" y="0"/>
                    <a:pt x="51850" y="0"/>
                  </a:cubicBezTo>
                  <a:lnTo>
                    <a:pt x="127098" y="12573"/>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6" name="Google Shape;1906;p55"/>
            <p:cNvSpPr/>
            <p:nvPr/>
          </p:nvSpPr>
          <p:spPr>
            <a:xfrm>
              <a:off x="7956988" y="1432681"/>
              <a:ext cx="131857" cy="119065"/>
            </a:xfrm>
            <a:custGeom>
              <a:avLst/>
              <a:gdLst/>
              <a:ahLst/>
              <a:cxnLst/>
              <a:rect l="l" t="t" r="r" b="b"/>
              <a:pathLst>
                <a:path w="200543" h="181087" extrusionOk="0">
                  <a:moveTo>
                    <a:pt x="11927" y="38013"/>
                  </a:moveTo>
                  <a:cubicBezTo>
                    <a:pt x="40883" y="-10755"/>
                    <a:pt x="92890" y="-8183"/>
                    <a:pt x="141658" y="20868"/>
                  </a:cubicBezTo>
                  <a:cubicBezTo>
                    <a:pt x="190426" y="49824"/>
                    <a:pt x="217667" y="94211"/>
                    <a:pt x="188616" y="143074"/>
                  </a:cubicBezTo>
                  <a:cubicBezTo>
                    <a:pt x="159660" y="191842"/>
                    <a:pt x="107654" y="189270"/>
                    <a:pt x="58886" y="160219"/>
                  </a:cubicBezTo>
                  <a:cubicBezTo>
                    <a:pt x="10117" y="131263"/>
                    <a:pt x="-17124" y="86876"/>
                    <a:pt x="11927" y="380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7" name="Google Shape;1907;p55"/>
            <p:cNvSpPr/>
            <p:nvPr/>
          </p:nvSpPr>
          <p:spPr>
            <a:xfrm>
              <a:off x="7741832" y="1359665"/>
              <a:ext cx="91181" cy="77026"/>
            </a:xfrm>
            <a:custGeom>
              <a:avLst/>
              <a:gdLst/>
              <a:ahLst/>
              <a:cxnLst/>
              <a:rect l="l" t="t" r="r" b="b"/>
              <a:pathLst>
                <a:path w="138679" h="117150" extrusionOk="0">
                  <a:moveTo>
                    <a:pt x="138680" y="58584"/>
                  </a:moveTo>
                  <a:cubicBezTo>
                    <a:pt x="138680" y="58584"/>
                    <a:pt x="88769" y="131831"/>
                    <a:pt x="73814" y="114496"/>
                  </a:cubicBezTo>
                  <a:cubicBezTo>
                    <a:pt x="58860" y="97160"/>
                    <a:pt x="88578" y="66109"/>
                    <a:pt x="88578" y="66109"/>
                  </a:cubicBezTo>
                  <a:cubicBezTo>
                    <a:pt x="88578" y="66109"/>
                    <a:pt x="8949" y="102208"/>
                    <a:pt x="662" y="82206"/>
                  </a:cubicBezTo>
                  <a:cubicBezTo>
                    <a:pt x="-7529" y="62203"/>
                    <a:pt x="62956" y="28580"/>
                    <a:pt x="62956" y="28580"/>
                  </a:cubicBezTo>
                  <a:cubicBezTo>
                    <a:pt x="62956" y="28580"/>
                    <a:pt x="20379" y="21817"/>
                    <a:pt x="16379" y="8959"/>
                  </a:cubicBezTo>
                  <a:cubicBezTo>
                    <a:pt x="12378" y="-3900"/>
                    <a:pt x="88769" y="862"/>
                    <a:pt x="88769" y="862"/>
                  </a:cubicBezTo>
                  <a:lnTo>
                    <a:pt x="138584" y="58679"/>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8" name="Google Shape;1908;p55"/>
            <p:cNvSpPr/>
            <p:nvPr/>
          </p:nvSpPr>
          <p:spPr>
            <a:xfrm>
              <a:off x="7794877" y="1297887"/>
              <a:ext cx="112874" cy="134199"/>
            </a:xfrm>
            <a:custGeom>
              <a:avLst/>
              <a:gdLst/>
              <a:ahLst/>
              <a:cxnLst/>
              <a:rect l="l" t="t" r="r" b="b"/>
              <a:pathLst>
                <a:path w="171671" h="204105" extrusionOk="0">
                  <a:moveTo>
                    <a:pt x="51451" y="5183"/>
                  </a:moveTo>
                  <a:cubicBezTo>
                    <a:pt x="104981" y="-13771"/>
                    <a:pt x="143176" y="21471"/>
                    <a:pt x="162226" y="74906"/>
                  </a:cubicBezTo>
                  <a:cubicBezTo>
                    <a:pt x="181181" y="128437"/>
                    <a:pt x="173752" y="179872"/>
                    <a:pt x="120221" y="198922"/>
                  </a:cubicBezTo>
                  <a:cubicBezTo>
                    <a:pt x="66691" y="217877"/>
                    <a:pt x="28495" y="182634"/>
                    <a:pt x="9445" y="129199"/>
                  </a:cubicBezTo>
                  <a:cubicBezTo>
                    <a:pt x="-9509" y="75668"/>
                    <a:pt x="-2080" y="24233"/>
                    <a:pt x="51451" y="51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9" name="Google Shape;1909;p55"/>
            <p:cNvSpPr/>
            <p:nvPr/>
          </p:nvSpPr>
          <p:spPr>
            <a:xfrm>
              <a:off x="8179939" y="1428995"/>
              <a:ext cx="66146" cy="69332"/>
            </a:xfrm>
            <a:custGeom>
              <a:avLst/>
              <a:gdLst/>
              <a:ahLst/>
              <a:cxnLst/>
              <a:rect l="l" t="t" r="r" b="b"/>
              <a:pathLst>
                <a:path w="100602" h="105448" extrusionOk="0">
                  <a:moveTo>
                    <a:pt x="77716" y="0"/>
                  </a:moveTo>
                  <a:cubicBezTo>
                    <a:pt x="77716" y="0"/>
                    <a:pt x="113053" y="59531"/>
                    <a:pt x="95908" y="64389"/>
                  </a:cubicBezTo>
                  <a:cubicBezTo>
                    <a:pt x="78763" y="69247"/>
                    <a:pt x="66571" y="37909"/>
                    <a:pt x="66571" y="37909"/>
                  </a:cubicBezTo>
                  <a:cubicBezTo>
                    <a:pt x="66571" y="37909"/>
                    <a:pt x="65905" y="106204"/>
                    <a:pt x="48950" y="105442"/>
                  </a:cubicBezTo>
                  <a:cubicBezTo>
                    <a:pt x="32091" y="104680"/>
                    <a:pt x="31519" y="43625"/>
                    <a:pt x="31519" y="43625"/>
                  </a:cubicBezTo>
                  <a:cubicBezTo>
                    <a:pt x="31519" y="43625"/>
                    <a:pt x="12660" y="71533"/>
                    <a:pt x="2278" y="70104"/>
                  </a:cubicBezTo>
                  <a:cubicBezTo>
                    <a:pt x="-8105" y="68675"/>
                    <a:pt x="20375" y="16192"/>
                    <a:pt x="20375" y="16192"/>
                  </a:cubicBezTo>
                  <a:lnTo>
                    <a:pt x="77716"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0" name="Google Shape;1910;p55"/>
            <p:cNvSpPr/>
            <p:nvPr/>
          </p:nvSpPr>
          <p:spPr>
            <a:xfrm>
              <a:off x="8160746" y="1363241"/>
              <a:ext cx="105548" cy="83720"/>
            </a:xfrm>
            <a:custGeom>
              <a:avLst/>
              <a:gdLst/>
              <a:ahLst/>
              <a:cxnLst/>
              <a:rect l="l" t="t" r="r" b="b"/>
              <a:pathLst>
                <a:path w="160529" h="127331" extrusionOk="0">
                  <a:moveTo>
                    <a:pt x="350" y="56093"/>
                  </a:moveTo>
                  <a:cubicBezTo>
                    <a:pt x="4541" y="11993"/>
                    <a:pt x="42069" y="-3533"/>
                    <a:pt x="86265" y="658"/>
                  </a:cubicBezTo>
                  <a:cubicBezTo>
                    <a:pt x="130461" y="4849"/>
                    <a:pt x="164370" y="27137"/>
                    <a:pt x="160179" y="71238"/>
                  </a:cubicBezTo>
                  <a:cubicBezTo>
                    <a:pt x="155988" y="115339"/>
                    <a:pt x="118460" y="130865"/>
                    <a:pt x="74264" y="126674"/>
                  </a:cubicBezTo>
                  <a:cubicBezTo>
                    <a:pt x="30163" y="122483"/>
                    <a:pt x="-3841" y="100194"/>
                    <a:pt x="350" y="5609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1" name="Google Shape;1911;p55"/>
            <p:cNvSpPr/>
            <p:nvPr/>
          </p:nvSpPr>
          <p:spPr>
            <a:xfrm>
              <a:off x="7751743" y="1199998"/>
              <a:ext cx="71618" cy="64405"/>
            </a:xfrm>
            <a:custGeom>
              <a:avLst/>
              <a:gdLst/>
              <a:ahLst/>
              <a:cxnLst/>
              <a:rect l="l" t="t" r="r" b="b"/>
              <a:pathLst>
                <a:path w="108924" h="97954" extrusionOk="0">
                  <a:moveTo>
                    <a:pt x="108829" y="65524"/>
                  </a:moveTo>
                  <a:cubicBezTo>
                    <a:pt x="108829" y="65524"/>
                    <a:pt x="56251" y="110577"/>
                    <a:pt x="48536" y="94479"/>
                  </a:cubicBezTo>
                  <a:cubicBezTo>
                    <a:pt x="40821" y="78382"/>
                    <a:pt x="69586" y="61047"/>
                    <a:pt x="69586" y="61047"/>
                  </a:cubicBezTo>
                  <a:cubicBezTo>
                    <a:pt x="69586" y="61047"/>
                    <a:pt x="2149" y="72000"/>
                    <a:pt x="54" y="55237"/>
                  </a:cubicBezTo>
                  <a:cubicBezTo>
                    <a:pt x="-2042" y="38473"/>
                    <a:pt x="57966" y="27424"/>
                    <a:pt x="57966" y="27424"/>
                  </a:cubicBezTo>
                  <a:cubicBezTo>
                    <a:pt x="57966" y="27424"/>
                    <a:pt x="27295" y="13612"/>
                    <a:pt x="26914" y="3135"/>
                  </a:cubicBezTo>
                  <a:cubicBezTo>
                    <a:pt x="26533" y="-7343"/>
                    <a:pt x="83112" y="11803"/>
                    <a:pt x="83112" y="11803"/>
                  </a:cubicBezTo>
                  <a:lnTo>
                    <a:pt x="108924" y="65524"/>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2" name="Google Shape;1912;p55"/>
            <p:cNvSpPr/>
            <p:nvPr/>
          </p:nvSpPr>
          <p:spPr>
            <a:xfrm>
              <a:off x="7802103" y="1168991"/>
              <a:ext cx="83567" cy="105585"/>
            </a:xfrm>
            <a:custGeom>
              <a:avLst/>
              <a:gdLst/>
              <a:ahLst/>
              <a:cxnLst/>
              <a:rect l="l" t="t" r="r" b="b"/>
              <a:pathLst>
                <a:path w="127098" h="160586" extrusionOk="0">
                  <a:moveTo>
                    <a:pt x="57310" y="236"/>
                  </a:moveTo>
                  <a:cubicBezTo>
                    <a:pt x="101506" y="-3193"/>
                    <a:pt x="123223" y="31192"/>
                    <a:pt x="126652" y="75388"/>
                  </a:cubicBezTo>
                  <a:cubicBezTo>
                    <a:pt x="130081" y="119584"/>
                    <a:pt x="113984" y="156922"/>
                    <a:pt x="69788" y="160351"/>
                  </a:cubicBezTo>
                  <a:cubicBezTo>
                    <a:pt x="25592" y="163780"/>
                    <a:pt x="3875" y="129395"/>
                    <a:pt x="446" y="85199"/>
                  </a:cubicBezTo>
                  <a:cubicBezTo>
                    <a:pt x="-2983" y="41003"/>
                    <a:pt x="13114" y="3665"/>
                    <a:pt x="57310" y="236"/>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3" name="Google Shape;1913;p55"/>
            <p:cNvSpPr/>
            <p:nvPr/>
          </p:nvSpPr>
          <p:spPr>
            <a:xfrm>
              <a:off x="7733159" y="262542"/>
              <a:ext cx="349494" cy="439314"/>
            </a:xfrm>
            <a:custGeom>
              <a:avLst/>
              <a:gdLst/>
              <a:ahLst/>
              <a:cxnLst/>
              <a:rect l="l" t="t" r="r" b="b"/>
              <a:pathLst>
                <a:path w="531550" h="668158" extrusionOk="0">
                  <a:moveTo>
                    <a:pt x="531550" y="22735"/>
                  </a:moveTo>
                  <a:cubicBezTo>
                    <a:pt x="531550" y="22735"/>
                    <a:pt x="369816" y="-40797"/>
                    <a:pt x="240371" y="44547"/>
                  </a:cubicBezTo>
                  <a:cubicBezTo>
                    <a:pt x="110926" y="129891"/>
                    <a:pt x="147502" y="183517"/>
                    <a:pt x="81018" y="220569"/>
                  </a:cubicBezTo>
                  <a:cubicBezTo>
                    <a:pt x="14533" y="257621"/>
                    <a:pt x="-101862" y="604617"/>
                    <a:pt x="181507" y="664529"/>
                  </a:cubicBezTo>
                  <a:cubicBezTo>
                    <a:pt x="464971" y="724442"/>
                    <a:pt x="531455" y="22640"/>
                    <a:pt x="531455" y="2264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4" name="Google Shape;1914;p55"/>
            <p:cNvSpPr/>
            <p:nvPr/>
          </p:nvSpPr>
          <p:spPr>
            <a:xfrm>
              <a:off x="8000978" y="208750"/>
              <a:ext cx="509741" cy="326124"/>
            </a:xfrm>
            <a:custGeom>
              <a:avLst/>
              <a:gdLst/>
              <a:ahLst/>
              <a:cxnLst/>
              <a:rect l="l" t="t" r="r" b="b"/>
              <a:pathLst>
                <a:path w="775271" h="496006" extrusionOk="0">
                  <a:moveTo>
                    <a:pt x="703723" y="496006"/>
                  </a:moveTo>
                  <a:cubicBezTo>
                    <a:pt x="703723" y="496006"/>
                    <a:pt x="776494" y="406471"/>
                    <a:pt x="775256" y="283122"/>
                  </a:cubicBezTo>
                  <a:cubicBezTo>
                    <a:pt x="774018" y="159678"/>
                    <a:pt x="623903" y="149201"/>
                    <a:pt x="570182" y="137771"/>
                  </a:cubicBezTo>
                  <a:cubicBezTo>
                    <a:pt x="516461" y="126341"/>
                    <a:pt x="528939" y="28519"/>
                    <a:pt x="373682" y="6040"/>
                  </a:cubicBezTo>
                  <a:cubicBezTo>
                    <a:pt x="218424" y="-16344"/>
                    <a:pt x="146891" y="27186"/>
                    <a:pt x="80597" y="75858"/>
                  </a:cubicBezTo>
                  <a:cubicBezTo>
                    <a:pt x="14208" y="124531"/>
                    <a:pt x="-3318" y="303030"/>
                    <a:pt x="492" y="313221"/>
                  </a:cubicBezTo>
                  <a:cubicBezTo>
                    <a:pt x="4302" y="323508"/>
                    <a:pt x="703723" y="495911"/>
                    <a:pt x="703723" y="4959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5" name="Google Shape;1915;p55"/>
            <p:cNvSpPr/>
            <p:nvPr/>
          </p:nvSpPr>
          <p:spPr>
            <a:xfrm>
              <a:off x="8093845" y="799936"/>
              <a:ext cx="265595" cy="148688"/>
            </a:xfrm>
            <a:custGeom>
              <a:avLst/>
              <a:gdLst/>
              <a:ahLst/>
              <a:cxnLst/>
              <a:rect l="l" t="t" r="r" b="b"/>
              <a:pathLst>
                <a:path w="403947" h="226141" extrusionOk="0">
                  <a:moveTo>
                    <a:pt x="403947" y="31705"/>
                  </a:moveTo>
                  <a:cubicBezTo>
                    <a:pt x="403947" y="31705"/>
                    <a:pt x="376134" y="164007"/>
                    <a:pt x="268502" y="201060"/>
                  </a:cubicBezTo>
                  <a:cubicBezTo>
                    <a:pt x="160869" y="238112"/>
                    <a:pt x="14089" y="240874"/>
                    <a:pt x="659" y="162674"/>
                  </a:cubicBezTo>
                  <a:cubicBezTo>
                    <a:pt x="-12676" y="84474"/>
                    <a:pt x="178300" y="-65450"/>
                    <a:pt x="403852" y="3170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6" name="Google Shape;1916;p55"/>
            <p:cNvSpPr/>
            <p:nvPr/>
          </p:nvSpPr>
          <p:spPr>
            <a:xfrm>
              <a:off x="7821280" y="589145"/>
              <a:ext cx="360554" cy="335180"/>
            </a:xfrm>
            <a:custGeom>
              <a:avLst/>
              <a:gdLst/>
              <a:ahLst/>
              <a:cxnLst/>
              <a:rect l="l" t="t" r="r" b="b"/>
              <a:pathLst>
                <a:path w="548371" h="509779" extrusionOk="0">
                  <a:moveTo>
                    <a:pt x="548371" y="387934"/>
                  </a:moveTo>
                  <a:cubicBezTo>
                    <a:pt x="548371" y="387934"/>
                    <a:pt x="529035" y="508140"/>
                    <a:pt x="364539" y="509759"/>
                  </a:cubicBezTo>
                  <a:cubicBezTo>
                    <a:pt x="200042" y="511474"/>
                    <a:pt x="176515" y="403651"/>
                    <a:pt x="122985" y="363074"/>
                  </a:cubicBezTo>
                  <a:cubicBezTo>
                    <a:pt x="69454" y="322498"/>
                    <a:pt x="-16557" y="292018"/>
                    <a:pt x="2779" y="167812"/>
                  </a:cubicBezTo>
                  <a:cubicBezTo>
                    <a:pt x="22115" y="43606"/>
                    <a:pt x="86599" y="-13640"/>
                    <a:pt x="163942" y="2743"/>
                  </a:cubicBezTo>
                  <a:cubicBezTo>
                    <a:pt x="241285" y="19126"/>
                    <a:pt x="548371" y="387934"/>
                    <a:pt x="548371" y="38793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7" name="Google Shape;1917;p55"/>
            <p:cNvSpPr/>
            <p:nvPr/>
          </p:nvSpPr>
          <p:spPr>
            <a:xfrm>
              <a:off x="8229676" y="381967"/>
              <a:ext cx="272210" cy="492283"/>
            </a:xfrm>
            <a:custGeom>
              <a:avLst/>
              <a:gdLst/>
              <a:ahLst/>
              <a:cxnLst/>
              <a:rect l="l" t="t" r="r" b="b"/>
              <a:pathLst>
                <a:path w="414008" h="748719" extrusionOk="0">
                  <a:moveTo>
                    <a:pt x="158020" y="0"/>
                  </a:moveTo>
                  <a:cubicBezTo>
                    <a:pt x="158020" y="0"/>
                    <a:pt x="277844" y="4001"/>
                    <a:pt x="342424" y="117253"/>
                  </a:cubicBezTo>
                  <a:cubicBezTo>
                    <a:pt x="407003" y="230505"/>
                    <a:pt x="427958" y="272415"/>
                    <a:pt x="405003" y="370713"/>
                  </a:cubicBezTo>
                  <a:cubicBezTo>
                    <a:pt x="382048" y="469011"/>
                    <a:pt x="387286" y="481013"/>
                    <a:pt x="382619" y="529019"/>
                  </a:cubicBezTo>
                  <a:cubicBezTo>
                    <a:pt x="377952" y="577025"/>
                    <a:pt x="326708" y="596456"/>
                    <a:pt x="320326" y="642747"/>
                  </a:cubicBezTo>
                  <a:cubicBezTo>
                    <a:pt x="313944" y="689134"/>
                    <a:pt x="297561" y="761238"/>
                    <a:pt x="199644" y="746855"/>
                  </a:cubicBezTo>
                  <a:cubicBezTo>
                    <a:pt x="101822" y="732473"/>
                    <a:pt x="0" y="670084"/>
                    <a:pt x="0" y="670084"/>
                  </a:cubicBezTo>
                  <a:lnTo>
                    <a:pt x="157925" y="0"/>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8" name="Google Shape;1918;p55"/>
            <p:cNvSpPr/>
            <p:nvPr/>
          </p:nvSpPr>
          <p:spPr>
            <a:xfrm>
              <a:off x="8005118" y="765731"/>
              <a:ext cx="282196" cy="102014"/>
            </a:xfrm>
            <a:custGeom>
              <a:avLst/>
              <a:gdLst/>
              <a:ahLst/>
              <a:cxnLst/>
              <a:rect l="l" t="t" r="r" b="b"/>
              <a:pathLst>
                <a:path w="429196" h="155155" extrusionOk="0">
                  <a:moveTo>
                    <a:pt x="429196" y="43770"/>
                  </a:moveTo>
                  <a:cubicBezTo>
                    <a:pt x="429196" y="43770"/>
                    <a:pt x="353759" y="167976"/>
                    <a:pt x="201549" y="154069"/>
                  </a:cubicBezTo>
                  <a:cubicBezTo>
                    <a:pt x="49339" y="140163"/>
                    <a:pt x="0" y="36150"/>
                    <a:pt x="0" y="36150"/>
                  </a:cubicBezTo>
                  <a:cubicBezTo>
                    <a:pt x="0" y="36150"/>
                    <a:pt x="219266" y="-50051"/>
                    <a:pt x="429101" y="4377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9" name="Google Shape;1919;p55"/>
            <p:cNvSpPr/>
            <p:nvPr/>
          </p:nvSpPr>
          <p:spPr>
            <a:xfrm>
              <a:off x="7900136" y="485106"/>
              <a:ext cx="207943" cy="331805"/>
            </a:xfrm>
            <a:custGeom>
              <a:avLst/>
              <a:gdLst/>
              <a:ahLst/>
              <a:cxnLst/>
              <a:rect l="l" t="t" r="r" b="b"/>
              <a:pathLst>
                <a:path w="316263" h="504646" extrusionOk="0">
                  <a:moveTo>
                    <a:pt x="312503" y="448111"/>
                  </a:moveTo>
                  <a:cubicBezTo>
                    <a:pt x="312503" y="448111"/>
                    <a:pt x="279070" y="525549"/>
                    <a:pt x="177629" y="499165"/>
                  </a:cubicBezTo>
                  <a:cubicBezTo>
                    <a:pt x="76187" y="472781"/>
                    <a:pt x="96095" y="404105"/>
                    <a:pt x="28467" y="329334"/>
                  </a:cubicBezTo>
                  <a:cubicBezTo>
                    <a:pt x="-39160" y="254563"/>
                    <a:pt x="10941" y="-4327"/>
                    <a:pt x="208490" y="55"/>
                  </a:cubicBezTo>
                  <a:cubicBezTo>
                    <a:pt x="347079" y="146168"/>
                    <a:pt x="312408" y="448111"/>
                    <a:pt x="312408" y="44811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0" name="Google Shape;1920;p55"/>
            <p:cNvSpPr/>
            <p:nvPr/>
          </p:nvSpPr>
          <p:spPr>
            <a:xfrm>
              <a:off x="8160100" y="554504"/>
              <a:ext cx="242173" cy="259035"/>
            </a:xfrm>
            <a:custGeom>
              <a:avLst/>
              <a:gdLst/>
              <a:ahLst/>
              <a:cxnLst/>
              <a:rect l="l" t="t" r="r" b="b"/>
              <a:pathLst>
                <a:path w="368324" h="393969" extrusionOk="0">
                  <a:moveTo>
                    <a:pt x="0" y="345037"/>
                  </a:moveTo>
                  <a:cubicBezTo>
                    <a:pt x="0" y="345037"/>
                    <a:pt x="118967" y="456955"/>
                    <a:pt x="268414" y="342274"/>
                  </a:cubicBezTo>
                  <a:cubicBezTo>
                    <a:pt x="417862" y="227593"/>
                    <a:pt x="362902" y="51000"/>
                    <a:pt x="335280" y="32712"/>
                  </a:cubicBezTo>
                  <a:cubicBezTo>
                    <a:pt x="307658" y="14424"/>
                    <a:pt x="226600" y="-31677"/>
                    <a:pt x="155353" y="34522"/>
                  </a:cubicBezTo>
                  <a:cubicBezTo>
                    <a:pt x="84010" y="100720"/>
                    <a:pt x="0" y="344941"/>
                    <a:pt x="0" y="34494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1" name="Google Shape;1921;p55"/>
            <p:cNvSpPr/>
            <p:nvPr/>
          </p:nvSpPr>
          <p:spPr>
            <a:xfrm>
              <a:off x="8183090" y="536114"/>
              <a:ext cx="205487" cy="241573"/>
            </a:xfrm>
            <a:custGeom>
              <a:avLst/>
              <a:gdLst/>
              <a:ahLst/>
              <a:cxnLst/>
              <a:rect l="l" t="t" r="r" b="b"/>
              <a:pathLst>
                <a:path w="312527" h="367412" extrusionOk="0">
                  <a:moveTo>
                    <a:pt x="13007" y="367413"/>
                  </a:moveTo>
                  <a:cubicBezTo>
                    <a:pt x="13007" y="367413"/>
                    <a:pt x="143881" y="354935"/>
                    <a:pt x="245417" y="224062"/>
                  </a:cubicBezTo>
                  <a:cubicBezTo>
                    <a:pt x="346954" y="93188"/>
                    <a:pt x="332095" y="11940"/>
                    <a:pt x="208841" y="319"/>
                  </a:cubicBezTo>
                  <a:cubicBezTo>
                    <a:pt x="85588" y="-11301"/>
                    <a:pt x="-41571" y="297690"/>
                    <a:pt x="13007" y="36741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2" name="Google Shape;1922;p55"/>
            <p:cNvSpPr/>
            <p:nvPr/>
          </p:nvSpPr>
          <p:spPr>
            <a:xfrm>
              <a:off x="8039593" y="317717"/>
              <a:ext cx="334964" cy="199377"/>
            </a:xfrm>
            <a:custGeom>
              <a:avLst/>
              <a:gdLst/>
              <a:ahLst/>
              <a:cxnLst/>
              <a:rect l="l" t="t" r="r" b="b"/>
              <a:pathLst>
                <a:path w="509451" h="303235" extrusionOk="0">
                  <a:moveTo>
                    <a:pt x="95" y="132671"/>
                  </a:moveTo>
                  <a:cubicBezTo>
                    <a:pt x="95" y="132671"/>
                    <a:pt x="81058" y="-20301"/>
                    <a:pt x="224314" y="2274"/>
                  </a:cubicBezTo>
                  <a:cubicBezTo>
                    <a:pt x="367570" y="24848"/>
                    <a:pt x="387858" y="2274"/>
                    <a:pt x="470916" y="80283"/>
                  </a:cubicBezTo>
                  <a:cubicBezTo>
                    <a:pt x="553974" y="158293"/>
                    <a:pt x="495586" y="315265"/>
                    <a:pt x="364427" y="302502"/>
                  </a:cubicBezTo>
                  <a:cubicBezTo>
                    <a:pt x="233267" y="289738"/>
                    <a:pt x="0" y="132671"/>
                    <a:pt x="0" y="1326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3" name="Google Shape;1923;p55"/>
            <p:cNvSpPr/>
            <p:nvPr/>
          </p:nvSpPr>
          <p:spPr>
            <a:xfrm>
              <a:off x="8291682" y="484194"/>
              <a:ext cx="86730" cy="137200"/>
            </a:xfrm>
            <a:custGeom>
              <a:avLst/>
              <a:gdLst/>
              <a:ahLst/>
              <a:cxnLst/>
              <a:rect l="l" t="t" r="r" b="b"/>
              <a:pathLst>
                <a:path w="131908" h="208669" extrusionOk="0">
                  <a:moveTo>
                    <a:pt x="95" y="21447"/>
                  </a:moveTo>
                  <a:cubicBezTo>
                    <a:pt x="95" y="21447"/>
                    <a:pt x="68008" y="-44371"/>
                    <a:pt x="113538" y="54594"/>
                  </a:cubicBezTo>
                  <a:cubicBezTo>
                    <a:pt x="159163" y="153559"/>
                    <a:pt x="111823" y="221853"/>
                    <a:pt x="58483" y="206518"/>
                  </a:cubicBezTo>
                  <a:cubicBezTo>
                    <a:pt x="5143" y="191183"/>
                    <a:pt x="0" y="21542"/>
                    <a:pt x="0" y="215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4" name="Google Shape;1924;p55"/>
            <p:cNvSpPr/>
            <p:nvPr/>
          </p:nvSpPr>
          <p:spPr>
            <a:xfrm>
              <a:off x="7815720" y="385290"/>
              <a:ext cx="295476" cy="244869"/>
            </a:xfrm>
            <a:custGeom>
              <a:avLst/>
              <a:gdLst/>
              <a:ahLst/>
              <a:cxnLst/>
              <a:rect l="l" t="t" r="r" b="b"/>
              <a:pathLst>
                <a:path w="449393" h="372425" extrusionOk="0">
                  <a:moveTo>
                    <a:pt x="160976" y="363367"/>
                  </a:moveTo>
                  <a:cubicBezTo>
                    <a:pt x="160976" y="363367"/>
                    <a:pt x="36865" y="408039"/>
                    <a:pt x="6385" y="298978"/>
                  </a:cubicBezTo>
                  <a:cubicBezTo>
                    <a:pt x="-24190" y="189916"/>
                    <a:pt x="56487" y="33135"/>
                    <a:pt x="217364" y="5703"/>
                  </a:cubicBezTo>
                  <a:cubicBezTo>
                    <a:pt x="378241" y="-21634"/>
                    <a:pt x="449393" y="58186"/>
                    <a:pt x="449393" y="58186"/>
                  </a:cubicBezTo>
                  <a:cubicBezTo>
                    <a:pt x="449393" y="58186"/>
                    <a:pt x="446059" y="242590"/>
                    <a:pt x="160976" y="3632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5" name="Google Shape;1925;p55"/>
            <p:cNvSpPr/>
            <p:nvPr/>
          </p:nvSpPr>
          <p:spPr>
            <a:xfrm>
              <a:off x="8077948" y="404165"/>
              <a:ext cx="256527" cy="251379"/>
            </a:xfrm>
            <a:custGeom>
              <a:avLst/>
              <a:gdLst/>
              <a:ahLst/>
              <a:cxnLst/>
              <a:rect l="l" t="t" r="r" b="b"/>
              <a:pathLst>
                <a:path w="390155" h="382325" extrusionOk="0">
                  <a:moveTo>
                    <a:pt x="2000" y="23167"/>
                  </a:moveTo>
                  <a:cubicBezTo>
                    <a:pt x="2000" y="23167"/>
                    <a:pt x="-10574" y="62695"/>
                    <a:pt x="27336" y="118893"/>
                  </a:cubicBezTo>
                  <a:cubicBezTo>
                    <a:pt x="65246" y="175090"/>
                    <a:pt x="86201" y="207475"/>
                    <a:pt x="132492" y="210428"/>
                  </a:cubicBezTo>
                  <a:cubicBezTo>
                    <a:pt x="178784" y="213381"/>
                    <a:pt x="205263" y="250814"/>
                    <a:pt x="250031" y="286342"/>
                  </a:cubicBezTo>
                  <a:cubicBezTo>
                    <a:pt x="294798" y="321871"/>
                    <a:pt x="273176" y="390641"/>
                    <a:pt x="331374" y="381497"/>
                  </a:cubicBezTo>
                  <a:cubicBezTo>
                    <a:pt x="389572" y="372353"/>
                    <a:pt x="450436" y="121465"/>
                    <a:pt x="269843" y="66696"/>
                  </a:cubicBezTo>
                  <a:cubicBezTo>
                    <a:pt x="89248" y="11927"/>
                    <a:pt x="40861" y="-26935"/>
                    <a:pt x="2000" y="2316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6" name="Google Shape;1926;p55"/>
            <p:cNvSpPr/>
            <p:nvPr/>
          </p:nvSpPr>
          <p:spPr>
            <a:xfrm>
              <a:off x="7981400" y="462493"/>
              <a:ext cx="295202" cy="333845"/>
            </a:xfrm>
            <a:custGeom>
              <a:avLst/>
              <a:gdLst/>
              <a:ahLst/>
              <a:cxnLst/>
              <a:rect l="l" t="t" r="r" b="b"/>
              <a:pathLst>
                <a:path w="448977" h="507749" extrusionOk="0">
                  <a:moveTo>
                    <a:pt x="190888" y="0"/>
                  </a:moveTo>
                  <a:cubicBezTo>
                    <a:pt x="190888" y="0"/>
                    <a:pt x="113449" y="26384"/>
                    <a:pt x="70015" y="98012"/>
                  </a:cubicBezTo>
                  <a:cubicBezTo>
                    <a:pt x="26581" y="169640"/>
                    <a:pt x="42583" y="212027"/>
                    <a:pt x="8770" y="285750"/>
                  </a:cubicBezTo>
                  <a:cubicBezTo>
                    <a:pt x="-24949" y="359474"/>
                    <a:pt x="47155" y="376333"/>
                    <a:pt x="79921" y="389477"/>
                  </a:cubicBezTo>
                  <a:cubicBezTo>
                    <a:pt x="112592" y="402622"/>
                    <a:pt x="90494" y="510826"/>
                    <a:pt x="236608" y="507683"/>
                  </a:cubicBezTo>
                  <a:cubicBezTo>
                    <a:pt x="382816" y="504444"/>
                    <a:pt x="422250" y="439103"/>
                    <a:pt x="445777" y="345376"/>
                  </a:cubicBezTo>
                  <a:cubicBezTo>
                    <a:pt x="469303" y="251651"/>
                    <a:pt x="361004" y="35147"/>
                    <a:pt x="19088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55"/>
            <p:cNvSpPr/>
            <p:nvPr/>
          </p:nvSpPr>
          <p:spPr>
            <a:xfrm>
              <a:off x="8130630" y="639813"/>
              <a:ext cx="120812" cy="111554"/>
            </a:xfrm>
            <a:custGeom>
              <a:avLst/>
              <a:gdLst/>
              <a:ahLst/>
              <a:cxnLst/>
              <a:rect l="l" t="t" r="r" b="b"/>
              <a:pathLst>
                <a:path w="183744" h="169664" extrusionOk="0">
                  <a:moveTo>
                    <a:pt x="0" y="148781"/>
                  </a:moveTo>
                  <a:cubicBezTo>
                    <a:pt x="0" y="148781"/>
                    <a:pt x="48768" y="183452"/>
                    <a:pt x="117158" y="163449"/>
                  </a:cubicBezTo>
                  <a:cubicBezTo>
                    <a:pt x="185547" y="143446"/>
                    <a:pt x="208502" y="47625"/>
                    <a:pt x="151448" y="0"/>
                  </a:cubicBezTo>
                  <a:cubicBezTo>
                    <a:pt x="135446" y="108014"/>
                    <a:pt x="95441" y="140970"/>
                    <a:pt x="0" y="14878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55"/>
            <p:cNvSpPr/>
            <p:nvPr/>
          </p:nvSpPr>
          <p:spPr>
            <a:xfrm>
              <a:off x="8058426" y="687553"/>
              <a:ext cx="130076" cy="60365"/>
            </a:xfrm>
            <a:custGeom>
              <a:avLst/>
              <a:gdLst/>
              <a:ahLst/>
              <a:cxnLst/>
              <a:rect l="l" t="t" r="r" b="b"/>
              <a:pathLst>
                <a:path w="197834" h="91810" extrusionOk="0">
                  <a:moveTo>
                    <a:pt x="145923" y="31718"/>
                  </a:moveTo>
                  <a:lnTo>
                    <a:pt x="197835" y="31147"/>
                  </a:lnTo>
                  <a:cubicBezTo>
                    <a:pt x="197835" y="31147"/>
                    <a:pt x="187833" y="104394"/>
                    <a:pt x="93441" y="89916"/>
                  </a:cubicBezTo>
                  <a:cubicBezTo>
                    <a:pt x="-952" y="75438"/>
                    <a:pt x="0" y="0"/>
                    <a:pt x="0" y="0"/>
                  </a:cubicBezTo>
                  <a:lnTo>
                    <a:pt x="146019" y="31718"/>
                  </a:ln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55"/>
            <p:cNvSpPr/>
            <p:nvPr/>
          </p:nvSpPr>
          <p:spPr>
            <a:xfrm>
              <a:off x="8028567" y="560378"/>
              <a:ext cx="151706" cy="167532"/>
            </a:xfrm>
            <a:custGeom>
              <a:avLst/>
              <a:gdLst/>
              <a:ahLst/>
              <a:cxnLst/>
              <a:rect l="l" t="t" r="r" b="b"/>
              <a:pathLst>
                <a:path w="230732" h="254801" extrusionOk="0">
                  <a:moveTo>
                    <a:pt x="53648" y="5007"/>
                  </a:moveTo>
                  <a:cubicBezTo>
                    <a:pt x="53648" y="5007"/>
                    <a:pt x="2308" y="16152"/>
                    <a:pt x="22" y="123975"/>
                  </a:cubicBezTo>
                  <a:cubicBezTo>
                    <a:pt x="-2264" y="231798"/>
                    <a:pt x="176520" y="295996"/>
                    <a:pt x="230717" y="224749"/>
                  </a:cubicBezTo>
                  <a:cubicBezTo>
                    <a:pt x="231860" y="164361"/>
                    <a:pt x="169852" y="-33855"/>
                    <a:pt x="53648" y="5007"/>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55"/>
            <p:cNvSpPr/>
            <p:nvPr/>
          </p:nvSpPr>
          <p:spPr>
            <a:xfrm>
              <a:off x="8148375" y="610844"/>
              <a:ext cx="94800" cy="130867"/>
            </a:xfrm>
            <a:custGeom>
              <a:avLst/>
              <a:gdLst/>
              <a:ahLst/>
              <a:cxnLst/>
              <a:rect l="l" t="t" r="r" b="b"/>
              <a:pathLst>
                <a:path w="144183" h="199038" extrusionOk="0">
                  <a:moveTo>
                    <a:pt x="144055" y="114014"/>
                  </a:moveTo>
                  <a:cubicBezTo>
                    <a:pt x="144055" y="114014"/>
                    <a:pt x="147008" y="71438"/>
                    <a:pt x="124529" y="44101"/>
                  </a:cubicBezTo>
                  <a:cubicBezTo>
                    <a:pt x="101955" y="16764"/>
                    <a:pt x="3371" y="0"/>
                    <a:pt x="3371" y="0"/>
                  </a:cubicBezTo>
                  <a:cubicBezTo>
                    <a:pt x="3371" y="0"/>
                    <a:pt x="-18441" y="203073"/>
                    <a:pt x="48901" y="198977"/>
                  </a:cubicBezTo>
                  <a:cubicBezTo>
                    <a:pt x="116242" y="194881"/>
                    <a:pt x="144055" y="114014"/>
                    <a:pt x="144055" y="11401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55"/>
            <p:cNvSpPr/>
            <p:nvPr/>
          </p:nvSpPr>
          <p:spPr>
            <a:xfrm>
              <a:off x="8072897" y="641110"/>
              <a:ext cx="81146" cy="58331"/>
            </a:xfrm>
            <a:custGeom>
              <a:avLst/>
              <a:gdLst/>
              <a:ahLst/>
              <a:cxnLst/>
              <a:rect l="l" t="t" r="r" b="b"/>
              <a:pathLst>
                <a:path w="123416" h="88716" extrusionOk="0">
                  <a:moveTo>
                    <a:pt x="123417" y="62415"/>
                  </a:moveTo>
                  <a:cubicBezTo>
                    <a:pt x="123417" y="62415"/>
                    <a:pt x="120274" y="86418"/>
                    <a:pt x="80840" y="88609"/>
                  </a:cubicBezTo>
                  <a:cubicBezTo>
                    <a:pt x="41407" y="90705"/>
                    <a:pt x="35977" y="61653"/>
                    <a:pt x="6736" y="49938"/>
                  </a:cubicBezTo>
                  <a:cubicBezTo>
                    <a:pt x="-22506" y="38222"/>
                    <a:pt x="48455" y="-63600"/>
                    <a:pt x="123417" y="6241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55"/>
            <p:cNvSpPr/>
            <p:nvPr/>
          </p:nvSpPr>
          <p:spPr>
            <a:xfrm>
              <a:off x="8129226" y="588882"/>
              <a:ext cx="58963" cy="119370"/>
            </a:xfrm>
            <a:custGeom>
              <a:avLst/>
              <a:gdLst/>
              <a:ahLst/>
              <a:cxnLst/>
              <a:rect l="l" t="t" r="r" b="b"/>
              <a:pathLst>
                <a:path w="89678" h="181551" extrusionOk="0">
                  <a:moveTo>
                    <a:pt x="1947" y="0"/>
                  </a:moveTo>
                  <a:cubicBezTo>
                    <a:pt x="1947" y="0"/>
                    <a:pt x="-6340" y="29527"/>
                    <a:pt x="11281" y="78962"/>
                  </a:cubicBezTo>
                  <a:cubicBezTo>
                    <a:pt x="28902" y="128302"/>
                    <a:pt x="15282" y="132017"/>
                    <a:pt x="55001" y="167545"/>
                  </a:cubicBezTo>
                  <a:cubicBezTo>
                    <a:pt x="77480" y="187833"/>
                    <a:pt x="92910" y="189357"/>
                    <a:pt x="89100" y="150019"/>
                  </a:cubicBezTo>
                  <a:cubicBezTo>
                    <a:pt x="85290" y="110585"/>
                    <a:pt x="108341" y="22955"/>
                    <a:pt x="1851" y="9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55"/>
            <p:cNvSpPr/>
            <p:nvPr/>
          </p:nvSpPr>
          <p:spPr>
            <a:xfrm>
              <a:off x="8048633" y="569997"/>
              <a:ext cx="98071" cy="104924"/>
            </a:xfrm>
            <a:custGeom>
              <a:avLst/>
              <a:gdLst/>
              <a:ahLst/>
              <a:cxnLst/>
              <a:rect l="l" t="t" r="r" b="b"/>
              <a:pathLst>
                <a:path w="149158" h="159580" extrusionOk="0">
                  <a:moveTo>
                    <a:pt x="122254" y="3128"/>
                  </a:moveTo>
                  <a:cubicBezTo>
                    <a:pt x="122254" y="3128"/>
                    <a:pt x="127874" y="9891"/>
                    <a:pt x="144067" y="78375"/>
                  </a:cubicBezTo>
                  <a:cubicBezTo>
                    <a:pt x="160164" y="146765"/>
                    <a:pt x="137018" y="147146"/>
                    <a:pt x="89869" y="138954"/>
                  </a:cubicBezTo>
                  <a:cubicBezTo>
                    <a:pt x="42721" y="130763"/>
                    <a:pt x="14908" y="185341"/>
                    <a:pt x="2525" y="143812"/>
                  </a:cubicBezTo>
                  <a:cubicBezTo>
                    <a:pt x="-9857" y="102283"/>
                    <a:pt x="22242" y="-21447"/>
                    <a:pt x="122350" y="322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55"/>
            <p:cNvSpPr/>
            <p:nvPr/>
          </p:nvSpPr>
          <p:spPr>
            <a:xfrm>
              <a:off x="7986223" y="461240"/>
              <a:ext cx="297371" cy="233787"/>
            </a:xfrm>
            <a:custGeom>
              <a:avLst/>
              <a:gdLst/>
              <a:ahLst/>
              <a:cxnLst/>
              <a:rect l="l" t="t" r="r" b="b"/>
              <a:pathLst>
                <a:path w="452275" h="355570" extrusionOk="0">
                  <a:moveTo>
                    <a:pt x="435577" y="355571"/>
                  </a:moveTo>
                  <a:cubicBezTo>
                    <a:pt x="435577" y="355571"/>
                    <a:pt x="399858" y="290515"/>
                    <a:pt x="330040" y="260035"/>
                  </a:cubicBezTo>
                  <a:cubicBezTo>
                    <a:pt x="260222" y="229555"/>
                    <a:pt x="223074" y="203075"/>
                    <a:pt x="178212" y="166595"/>
                  </a:cubicBezTo>
                  <a:cubicBezTo>
                    <a:pt x="133349" y="130019"/>
                    <a:pt x="31050" y="187550"/>
                    <a:pt x="6857" y="167261"/>
                  </a:cubicBezTo>
                  <a:cubicBezTo>
                    <a:pt x="-17337" y="146973"/>
                    <a:pt x="18668" y="-14476"/>
                    <a:pt x="176497" y="1050"/>
                  </a:cubicBezTo>
                  <a:cubicBezTo>
                    <a:pt x="334326" y="16576"/>
                    <a:pt x="507300" y="158308"/>
                    <a:pt x="435577" y="35557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935" name="Google Shape;1935;p55"/>
          <p:cNvSpPr/>
          <p:nvPr/>
        </p:nvSpPr>
        <p:spPr>
          <a:xfrm>
            <a:off x="797150" y="1546138"/>
            <a:ext cx="572700" cy="5727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Tight"/>
              <a:ea typeface="Inter Tight"/>
              <a:cs typeface="Inter Tight"/>
              <a:sym typeface="Inter Tight"/>
            </a:endParaRPr>
          </a:p>
        </p:txBody>
      </p:sp>
      <p:sp>
        <p:nvSpPr>
          <p:cNvPr id="1936" name="Google Shape;1936;p55"/>
          <p:cNvSpPr/>
          <p:nvPr/>
        </p:nvSpPr>
        <p:spPr>
          <a:xfrm>
            <a:off x="797150" y="2526463"/>
            <a:ext cx="572700" cy="5727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Tight"/>
              <a:ea typeface="Inter Tight"/>
              <a:cs typeface="Inter Tight"/>
              <a:sym typeface="Inter Tight"/>
            </a:endParaRPr>
          </a:p>
        </p:txBody>
      </p:sp>
      <p:sp>
        <p:nvSpPr>
          <p:cNvPr id="1937" name="Google Shape;1937;p55"/>
          <p:cNvSpPr/>
          <p:nvPr/>
        </p:nvSpPr>
        <p:spPr>
          <a:xfrm>
            <a:off x="797150" y="3506789"/>
            <a:ext cx="572700" cy="5727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Tight"/>
              <a:ea typeface="Inter Tight"/>
              <a:cs typeface="Inter Tight"/>
              <a:sym typeface="Inter Tight"/>
            </a:endParaRPr>
          </a:p>
        </p:txBody>
      </p:sp>
      <p:sp>
        <p:nvSpPr>
          <p:cNvPr id="1938" name="Google Shape;1938;p55"/>
          <p:cNvSpPr/>
          <p:nvPr/>
        </p:nvSpPr>
        <p:spPr>
          <a:xfrm>
            <a:off x="4275850" y="1546138"/>
            <a:ext cx="572700" cy="5727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Tight"/>
              <a:ea typeface="Inter Tight"/>
              <a:cs typeface="Inter Tight"/>
              <a:sym typeface="Inter Tight"/>
            </a:endParaRPr>
          </a:p>
        </p:txBody>
      </p:sp>
      <p:sp>
        <p:nvSpPr>
          <p:cNvPr id="1939" name="Google Shape;1939;p55"/>
          <p:cNvSpPr/>
          <p:nvPr/>
        </p:nvSpPr>
        <p:spPr>
          <a:xfrm>
            <a:off x="4275850" y="2526463"/>
            <a:ext cx="572700" cy="5727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Tight"/>
              <a:ea typeface="Inter Tight"/>
              <a:cs typeface="Inter Tight"/>
              <a:sym typeface="Inter Tight"/>
            </a:endParaRPr>
          </a:p>
        </p:txBody>
      </p:sp>
      <p:sp>
        <p:nvSpPr>
          <p:cNvPr id="1940" name="Google Shape;1940;p55"/>
          <p:cNvSpPr/>
          <p:nvPr/>
        </p:nvSpPr>
        <p:spPr>
          <a:xfrm>
            <a:off x="4275850" y="3506789"/>
            <a:ext cx="572700" cy="5727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Tight"/>
              <a:ea typeface="Inter Tight"/>
              <a:cs typeface="Inter Tight"/>
              <a:sym typeface="Inter Tight"/>
            </a:endParaRPr>
          </a:p>
        </p:txBody>
      </p:sp>
      <p:grpSp>
        <p:nvGrpSpPr>
          <p:cNvPr id="1941" name="Google Shape;1941;p55"/>
          <p:cNvGrpSpPr/>
          <p:nvPr/>
        </p:nvGrpSpPr>
        <p:grpSpPr>
          <a:xfrm>
            <a:off x="4412948" y="3625501"/>
            <a:ext cx="298503" cy="335275"/>
            <a:chOff x="6264300" y="3809300"/>
            <a:chExt cx="423950" cy="476175"/>
          </a:xfrm>
        </p:grpSpPr>
        <p:sp>
          <p:nvSpPr>
            <p:cNvPr id="1942" name="Google Shape;1942;p55"/>
            <p:cNvSpPr/>
            <p:nvPr/>
          </p:nvSpPr>
          <p:spPr>
            <a:xfrm>
              <a:off x="6346200" y="4002825"/>
              <a:ext cx="66950" cy="63225"/>
            </a:xfrm>
            <a:custGeom>
              <a:avLst/>
              <a:gdLst/>
              <a:ahLst/>
              <a:cxnLst/>
              <a:rect l="l" t="t" r="r" b="b"/>
              <a:pathLst>
                <a:path w="2678" h="2529" extrusionOk="0">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943" name="Google Shape;1943;p55"/>
            <p:cNvSpPr/>
            <p:nvPr/>
          </p:nvSpPr>
          <p:spPr>
            <a:xfrm>
              <a:off x="6539375" y="4002825"/>
              <a:ext cx="66950" cy="63200"/>
            </a:xfrm>
            <a:custGeom>
              <a:avLst/>
              <a:gdLst/>
              <a:ahLst/>
              <a:cxnLst/>
              <a:rect l="l" t="t" r="r" b="b"/>
              <a:pathLst>
                <a:path w="2678" h="2528" extrusionOk="0">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944" name="Google Shape;1944;p55"/>
            <p:cNvSpPr/>
            <p:nvPr/>
          </p:nvSpPr>
          <p:spPr>
            <a:xfrm>
              <a:off x="6264300" y="3809300"/>
              <a:ext cx="423950" cy="476175"/>
            </a:xfrm>
            <a:custGeom>
              <a:avLst/>
              <a:gdLst/>
              <a:ahLst/>
              <a:cxnLst/>
              <a:rect l="l" t="t" r="r" b="b"/>
              <a:pathLst>
                <a:path w="16958" h="19047" extrusionOk="0">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945" name="Google Shape;1945;p55"/>
          <p:cNvSpPr/>
          <p:nvPr/>
        </p:nvSpPr>
        <p:spPr>
          <a:xfrm>
            <a:off x="864001" y="2628294"/>
            <a:ext cx="438997" cy="369039"/>
          </a:xfrm>
          <a:custGeom>
            <a:avLst/>
            <a:gdLst/>
            <a:ahLst/>
            <a:cxnLst/>
            <a:rect l="l" t="t" r="r" b="b"/>
            <a:pathLst>
              <a:path w="15029" h="12634" extrusionOk="0">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46" name="Google Shape;1946;p55"/>
          <p:cNvGrpSpPr/>
          <p:nvPr/>
        </p:nvGrpSpPr>
        <p:grpSpPr>
          <a:xfrm>
            <a:off x="905389" y="3615653"/>
            <a:ext cx="356221" cy="354973"/>
            <a:chOff x="-13947000" y="3212800"/>
            <a:chExt cx="353675" cy="352400"/>
          </a:xfrm>
        </p:grpSpPr>
        <p:sp>
          <p:nvSpPr>
            <p:cNvPr id="1947" name="Google Shape;1947;p55"/>
            <p:cNvSpPr/>
            <p:nvPr/>
          </p:nvSpPr>
          <p:spPr>
            <a:xfrm>
              <a:off x="-13947000" y="3212800"/>
              <a:ext cx="229225" cy="268125"/>
            </a:xfrm>
            <a:custGeom>
              <a:avLst/>
              <a:gdLst/>
              <a:ahLst/>
              <a:cxnLst/>
              <a:rect l="l" t="t" r="r" b="b"/>
              <a:pathLst>
                <a:path w="9169" h="10725" extrusionOk="0">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55"/>
            <p:cNvSpPr/>
            <p:nvPr/>
          </p:nvSpPr>
          <p:spPr>
            <a:xfrm>
              <a:off x="-13821775" y="3295600"/>
              <a:ext cx="228450" cy="269600"/>
            </a:xfrm>
            <a:custGeom>
              <a:avLst/>
              <a:gdLst/>
              <a:ahLst/>
              <a:cxnLst/>
              <a:rect l="l" t="t" r="r" b="b"/>
              <a:pathLst>
                <a:path w="9138" h="10784" extrusionOk="0">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9" name="Google Shape;1949;p55"/>
          <p:cNvGrpSpPr/>
          <p:nvPr/>
        </p:nvGrpSpPr>
        <p:grpSpPr>
          <a:xfrm>
            <a:off x="4384089" y="2634685"/>
            <a:ext cx="356221" cy="356257"/>
            <a:chOff x="-13512225" y="3211525"/>
            <a:chExt cx="353675" cy="353675"/>
          </a:xfrm>
        </p:grpSpPr>
        <p:sp>
          <p:nvSpPr>
            <p:cNvPr id="1950" name="Google Shape;1950;p55"/>
            <p:cNvSpPr/>
            <p:nvPr/>
          </p:nvSpPr>
          <p:spPr>
            <a:xfrm>
              <a:off x="-13283825" y="3482475"/>
              <a:ext cx="125275" cy="82725"/>
            </a:xfrm>
            <a:custGeom>
              <a:avLst/>
              <a:gdLst/>
              <a:ahLst/>
              <a:cxnLst/>
              <a:rect l="l" t="t" r="r" b="b"/>
              <a:pathLst>
                <a:path w="5011" h="3309" extrusionOk="0">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55"/>
            <p:cNvSpPr/>
            <p:nvPr/>
          </p:nvSpPr>
          <p:spPr>
            <a:xfrm>
              <a:off x="-13512225" y="3211525"/>
              <a:ext cx="353675" cy="249700"/>
            </a:xfrm>
            <a:custGeom>
              <a:avLst/>
              <a:gdLst/>
              <a:ahLst/>
              <a:cxnLst/>
              <a:rect l="l" t="t" r="r" b="b"/>
              <a:pathLst>
                <a:path w="14147" h="9988" extrusionOk="0">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55"/>
            <p:cNvSpPr/>
            <p:nvPr/>
          </p:nvSpPr>
          <p:spPr>
            <a:xfrm>
              <a:off x="-13512225" y="3483250"/>
              <a:ext cx="100050" cy="81150"/>
            </a:xfrm>
            <a:custGeom>
              <a:avLst/>
              <a:gdLst/>
              <a:ahLst/>
              <a:cxnLst/>
              <a:rect l="l" t="t" r="r" b="b"/>
              <a:pathLst>
                <a:path w="4002" h="3246" extrusionOk="0">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55"/>
            <p:cNvSpPr/>
            <p:nvPr/>
          </p:nvSpPr>
          <p:spPr>
            <a:xfrm>
              <a:off x="-13407475" y="3483250"/>
              <a:ext cx="36250" cy="81150"/>
            </a:xfrm>
            <a:custGeom>
              <a:avLst/>
              <a:gdLst/>
              <a:ahLst/>
              <a:cxnLst/>
              <a:rect l="l" t="t" r="r" b="b"/>
              <a:pathLst>
                <a:path w="1450" h="3246" extrusionOk="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55"/>
            <p:cNvSpPr/>
            <p:nvPr/>
          </p:nvSpPr>
          <p:spPr>
            <a:xfrm>
              <a:off x="-13366525" y="3485625"/>
              <a:ext cx="70125" cy="76425"/>
            </a:xfrm>
            <a:custGeom>
              <a:avLst/>
              <a:gdLst/>
              <a:ahLst/>
              <a:cxnLst/>
              <a:rect l="l" t="t" r="r" b="b"/>
              <a:pathLst>
                <a:path w="2805" h="3057" extrusionOk="0">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5" name="Google Shape;1955;p55"/>
          <p:cNvGrpSpPr/>
          <p:nvPr/>
        </p:nvGrpSpPr>
        <p:grpSpPr>
          <a:xfrm>
            <a:off x="4383699" y="1654762"/>
            <a:ext cx="357002" cy="355451"/>
            <a:chOff x="-9958475" y="3180025"/>
            <a:chExt cx="354450" cy="352875"/>
          </a:xfrm>
        </p:grpSpPr>
        <p:sp>
          <p:nvSpPr>
            <p:cNvPr id="1956" name="Google Shape;1956;p55"/>
            <p:cNvSpPr/>
            <p:nvPr/>
          </p:nvSpPr>
          <p:spPr>
            <a:xfrm>
              <a:off x="-9958475" y="3491125"/>
              <a:ext cx="354450" cy="41775"/>
            </a:xfrm>
            <a:custGeom>
              <a:avLst/>
              <a:gdLst/>
              <a:ahLst/>
              <a:cxnLst/>
              <a:rect l="l" t="t" r="r" b="b"/>
              <a:pathLst>
                <a:path w="14178" h="1671" extrusionOk="0">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55"/>
            <p:cNvSpPr/>
            <p:nvPr/>
          </p:nvSpPr>
          <p:spPr>
            <a:xfrm>
              <a:off x="-9958475" y="3180025"/>
              <a:ext cx="354450" cy="42550"/>
            </a:xfrm>
            <a:custGeom>
              <a:avLst/>
              <a:gdLst/>
              <a:ahLst/>
              <a:cxnLst/>
              <a:rect l="l" t="t" r="r" b="b"/>
              <a:pathLst>
                <a:path w="14178" h="1702" extrusionOk="0">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55"/>
            <p:cNvSpPr/>
            <p:nvPr/>
          </p:nvSpPr>
          <p:spPr>
            <a:xfrm>
              <a:off x="-9916725" y="3243025"/>
              <a:ext cx="270175" cy="228425"/>
            </a:xfrm>
            <a:custGeom>
              <a:avLst/>
              <a:gdLst/>
              <a:ahLst/>
              <a:cxnLst/>
              <a:rect l="l" t="t" r="r" b="b"/>
              <a:pathLst>
                <a:path w="10807" h="9137" extrusionOk="0">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9" name="Google Shape;1959;p55"/>
          <p:cNvGrpSpPr/>
          <p:nvPr/>
        </p:nvGrpSpPr>
        <p:grpSpPr>
          <a:xfrm>
            <a:off x="905389" y="1654749"/>
            <a:ext cx="356221" cy="355476"/>
            <a:chOff x="-12643475" y="3212300"/>
            <a:chExt cx="353675" cy="352900"/>
          </a:xfrm>
        </p:grpSpPr>
        <p:sp>
          <p:nvSpPr>
            <p:cNvPr id="1960" name="Google Shape;1960;p55"/>
            <p:cNvSpPr/>
            <p:nvPr/>
          </p:nvSpPr>
          <p:spPr>
            <a:xfrm>
              <a:off x="-12372525" y="3517125"/>
              <a:ext cx="20500" cy="48075"/>
            </a:xfrm>
            <a:custGeom>
              <a:avLst/>
              <a:gdLst/>
              <a:ahLst/>
              <a:cxnLst/>
              <a:rect l="l" t="t" r="r" b="b"/>
              <a:pathLst>
                <a:path w="820" h="1923" extrusionOk="0">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55"/>
            <p:cNvSpPr/>
            <p:nvPr/>
          </p:nvSpPr>
          <p:spPr>
            <a:xfrm>
              <a:off x="-12581250" y="3480900"/>
              <a:ext cx="63025" cy="21275"/>
            </a:xfrm>
            <a:custGeom>
              <a:avLst/>
              <a:gdLst/>
              <a:ahLst/>
              <a:cxnLst/>
              <a:rect l="l" t="t" r="r" b="b"/>
              <a:pathLst>
                <a:path w="2521" h="851" extrusionOk="0">
                  <a:moveTo>
                    <a:pt x="0" y="0"/>
                  </a:moveTo>
                  <a:lnTo>
                    <a:pt x="0" y="851"/>
                  </a:lnTo>
                  <a:lnTo>
                    <a:pt x="2521" y="851"/>
                  </a:lnTo>
                  <a:lnTo>
                    <a:pt x="25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55"/>
            <p:cNvSpPr/>
            <p:nvPr/>
          </p:nvSpPr>
          <p:spPr>
            <a:xfrm>
              <a:off x="-12643475" y="3398975"/>
              <a:ext cx="186700" cy="166225"/>
            </a:xfrm>
            <a:custGeom>
              <a:avLst/>
              <a:gdLst/>
              <a:ahLst/>
              <a:cxnLst/>
              <a:rect l="l" t="t" r="r" b="b"/>
              <a:pathLst>
                <a:path w="7468" h="6649" extrusionOk="0">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55"/>
            <p:cNvSpPr/>
            <p:nvPr/>
          </p:nvSpPr>
          <p:spPr>
            <a:xfrm>
              <a:off x="-12431600" y="3212300"/>
              <a:ext cx="141800" cy="137075"/>
            </a:xfrm>
            <a:custGeom>
              <a:avLst/>
              <a:gdLst/>
              <a:ahLst/>
              <a:cxnLst/>
              <a:rect l="l" t="t" r="r" b="b"/>
              <a:pathLst>
                <a:path w="5672" h="5483" extrusionOk="0">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55"/>
            <p:cNvSpPr/>
            <p:nvPr/>
          </p:nvSpPr>
          <p:spPr>
            <a:xfrm>
              <a:off x="-12352050" y="3326525"/>
              <a:ext cx="62250" cy="104775"/>
            </a:xfrm>
            <a:custGeom>
              <a:avLst/>
              <a:gdLst/>
              <a:ahLst/>
              <a:cxnLst/>
              <a:rect l="l" t="t" r="r" b="b"/>
              <a:pathLst>
                <a:path w="2490" h="4191" extrusionOk="0">
                  <a:moveTo>
                    <a:pt x="2489" y="0"/>
                  </a:moveTo>
                  <a:lnTo>
                    <a:pt x="0" y="1890"/>
                  </a:lnTo>
                  <a:lnTo>
                    <a:pt x="0" y="4190"/>
                  </a:lnTo>
                  <a:lnTo>
                    <a:pt x="2489" y="2300"/>
                  </a:lnTo>
                  <a:lnTo>
                    <a:pt x="24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55"/>
            <p:cNvSpPr/>
            <p:nvPr/>
          </p:nvSpPr>
          <p:spPr>
            <a:xfrm>
              <a:off x="-12434750" y="3285550"/>
              <a:ext cx="62250" cy="104000"/>
            </a:xfrm>
            <a:custGeom>
              <a:avLst/>
              <a:gdLst/>
              <a:ahLst/>
              <a:cxnLst/>
              <a:rect l="l" t="t" r="r" b="b"/>
              <a:pathLst>
                <a:path w="2490" h="4160" extrusionOk="0">
                  <a:moveTo>
                    <a:pt x="0" y="1"/>
                  </a:moveTo>
                  <a:lnTo>
                    <a:pt x="0" y="2269"/>
                  </a:lnTo>
                  <a:lnTo>
                    <a:pt x="2489" y="4160"/>
                  </a:lnTo>
                  <a:lnTo>
                    <a:pt x="2489" y="189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55"/>
            <p:cNvSpPr/>
            <p:nvPr/>
          </p:nvSpPr>
          <p:spPr>
            <a:xfrm>
              <a:off x="-12352050" y="3409225"/>
              <a:ext cx="62250" cy="107925"/>
            </a:xfrm>
            <a:custGeom>
              <a:avLst/>
              <a:gdLst/>
              <a:ahLst/>
              <a:cxnLst/>
              <a:rect l="l" t="t" r="r" b="b"/>
              <a:pathLst>
                <a:path w="2490" h="4317" extrusionOk="0">
                  <a:moveTo>
                    <a:pt x="2489" y="0"/>
                  </a:moveTo>
                  <a:lnTo>
                    <a:pt x="0" y="1859"/>
                  </a:lnTo>
                  <a:lnTo>
                    <a:pt x="0" y="4316"/>
                  </a:lnTo>
                  <a:lnTo>
                    <a:pt x="1607" y="2678"/>
                  </a:lnTo>
                  <a:cubicBezTo>
                    <a:pt x="2174" y="2142"/>
                    <a:pt x="2489" y="1418"/>
                    <a:pt x="2489" y="630"/>
                  </a:cubicBezTo>
                  <a:lnTo>
                    <a:pt x="24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55"/>
            <p:cNvSpPr/>
            <p:nvPr/>
          </p:nvSpPr>
          <p:spPr>
            <a:xfrm>
              <a:off x="-12434750" y="3368250"/>
              <a:ext cx="62250" cy="148900"/>
            </a:xfrm>
            <a:custGeom>
              <a:avLst/>
              <a:gdLst/>
              <a:ahLst/>
              <a:cxnLst/>
              <a:rect l="l" t="t" r="r" b="b"/>
              <a:pathLst>
                <a:path w="2490" h="5956" extrusionOk="0">
                  <a:moveTo>
                    <a:pt x="0" y="1"/>
                  </a:moveTo>
                  <a:lnTo>
                    <a:pt x="0" y="2269"/>
                  </a:lnTo>
                  <a:cubicBezTo>
                    <a:pt x="0" y="3057"/>
                    <a:pt x="315" y="3781"/>
                    <a:pt x="851" y="4317"/>
                  </a:cubicBezTo>
                  <a:lnTo>
                    <a:pt x="2489" y="5955"/>
                  </a:lnTo>
                  <a:lnTo>
                    <a:pt x="2489" y="1860"/>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55"/>
            <p:cNvSpPr/>
            <p:nvPr/>
          </p:nvSpPr>
          <p:spPr>
            <a:xfrm>
              <a:off x="-12623000" y="3336750"/>
              <a:ext cx="145725" cy="40975"/>
            </a:xfrm>
            <a:custGeom>
              <a:avLst/>
              <a:gdLst/>
              <a:ahLst/>
              <a:cxnLst/>
              <a:rect l="l" t="t" r="r" b="b"/>
              <a:pathLst>
                <a:path w="5829" h="1639" extrusionOk="0">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9" name="Google Shape;1969;p55"/>
          <p:cNvGrpSpPr/>
          <p:nvPr/>
        </p:nvGrpSpPr>
        <p:grpSpPr>
          <a:xfrm>
            <a:off x="7644936" y="1017737"/>
            <a:ext cx="433463" cy="1335326"/>
            <a:chOff x="432036" y="3696000"/>
            <a:chExt cx="433463" cy="1335326"/>
          </a:xfrm>
        </p:grpSpPr>
        <p:sp>
          <p:nvSpPr>
            <p:cNvPr id="1970" name="Google Shape;1970;p55"/>
            <p:cNvSpPr/>
            <p:nvPr/>
          </p:nvSpPr>
          <p:spPr>
            <a:xfrm>
              <a:off x="470493" y="4861796"/>
              <a:ext cx="184649" cy="169529"/>
            </a:xfrm>
            <a:custGeom>
              <a:avLst/>
              <a:gdLst/>
              <a:ahLst/>
              <a:cxnLst/>
              <a:rect l="l" t="t" r="r" b="b"/>
              <a:pathLst>
                <a:path w="134780" h="123744" extrusionOk="0">
                  <a:moveTo>
                    <a:pt x="125196" y="29039"/>
                  </a:moveTo>
                  <a:cubicBezTo>
                    <a:pt x="129871" y="36780"/>
                    <a:pt x="132832" y="44520"/>
                    <a:pt x="134079" y="52260"/>
                  </a:cubicBezTo>
                  <a:cubicBezTo>
                    <a:pt x="135326" y="60052"/>
                    <a:pt x="134910" y="67533"/>
                    <a:pt x="132832" y="74806"/>
                  </a:cubicBezTo>
                  <a:cubicBezTo>
                    <a:pt x="130754" y="82079"/>
                    <a:pt x="127066" y="88936"/>
                    <a:pt x="121715" y="95429"/>
                  </a:cubicBezTo>
                  <a:cubicBezTo>
                    <a:pt x="116365" y="101923"/>
                    <a:pt x="109455" y="107741"/>
                    <a:pt x="100988" y="112884"/>
                  </a:cubicBezTo>
                  <a:cubicBezTo>
                    <a:pt x="95533" y="116209"/>
                    <a:pt x="89975" y="118754"/>
                    <a:pt x="84416" y="120521"/>
                  </a:cubicBezTo>
                  <a:cubicBezTo>
                    <a:pt x="78858" y="122287"/>
                    <a:pt x="73351" y="123326"/>
                    <a:pt x="67897" y="123637"/>
                  </a:cubicBezTo>
                  <a:cubicBezTo>
                    <a:pt x="62442" y="123949"/>
                    <a:pt x="57195" y="123585"/>
                    <a:pt x="52104" y="122495"/>
                  </a:cubicBezTo>
                  <a:cubicBezTo>
                    <a:pt x="47013" y="121404"/>
                    <a:pt x="42182" y="119689"/>
                    <a:pt x="37663" y="117300"/>
                  </a:cubicBezTo>
                  <a:cubicBezTo>
                    <a:pt x="33091" y="114910"/>
                    <a:pt x="28935" y="111897"/>
                    <a:pt x="25039" y="108261"/>
                  </a:cubicBezTo>
                  <a:cubicBezTo>
                    <a:pt x="21195" y="104624"/>
                    <a:pt x="17818" y="100365"/>
                    <a:pt x="14909" y="95585"/>
                  </a:cubicBezTo>
                  <a:cubicBezTo>
                    <a:pt x="13403" y="93092"/>
                    <a:pt x="11844" y="90131"/>
                    <a:pt x="10286" y="86754"/>
                  </a:cubicBezTo>
                  <a:cubicBezTo>
                    <a:pt x="8727" y="83377"/>
                    <a:pt x="7273" y="79897"/>
                    <a:pt x="5870" y="76364"/>
                  </a:cubicBezTo>
                  <a:cubicBezTo>
                    <a:pt x="4519" y="72832"/>
                    <a:pt x="3273" y="69403"/>
                    <a:pt x="2234" y="66079"/>
                  </a:cubicBezTo>
                  <a:cubicBezTo>
                    <a:pt x="1195" y="62754"/>
                    <a:pt x="468" y="59897"/>
                    <a:pt x="0" y="57507"/>
                  </a:cubicBezTo>
                  <a:lnTo>
                    <a:pt x="25870" y="41870"/>
                  </a:lnTo>
                  <a:lnTo>
                    <a:pt x="28987" y="47013"/>
                  </a:lnTo>
                  <a:lnTo>
                    <a:pt x="19013" y="60832"/>
                  </a:lnTo>
                  <a:cubicBezTo>
                    <a:pt x="18390" y="61767"/>
                    <a:pt x="18026" y="62650"/>
                    <a:pt x="17870" y="63429"/>
                  </a:cubicBezTo>
                  <a:cubicBezTo>
                    <a:pt x="17714" y="64208"/>
                    <a:pt x="17663" y="65091"/>
                    <a:pt x="17611" y="65975"/>
                  </a:cubicBezTo>
                  <a:cubicBezTo>
                    <a:pt x="17766" y="70234"/>
                    <a:pt x="18338" y="74338"/>
                    <a:pt x="19377" y="78338"/>
                  </a:cubicBezTo>
                  <a:cubicBezTo>
                    <a:pt x="20416" y="82338"/>
                    <a:pt x="22078" y="86183"/>
                    <a:pt x="24364" y="89923"/>
                  </a:cubicBezTo>
                  <a:cubicBezTo>
                    <a:pt x="26857" y="94027"/>
                    <a:pt x="30026" y="97144"/>
                    <a:pt x="33974" y="99378"/>
                  </a:cubicBezTo>
                  <a:cubicBezTo>
                    <a:pt x="37871" y="101559"/>
                    <a:pt x="42442" y="102754"/>
                    <a:pt x="47533" y="102910"/>
                  </a:cubicBezTo>
                  <a:cubicBezTo>
                    <a:pt x="52676" y="103066"/>
                    <a:pt x="58286" y="102131"/>
                    <a:pt x="64520" y="100209"/>
                  </a:cubicBezTo>
                  <a:cubicBezTo>
                    <a:pt x="70702" y="98235"/>
                    <a:pt x="77299" y="95118"/>
                    <a:pt x="84312" y="90910"/>
                  </a:cubicBezTo>
                  <a:cubicBezTo>
                    <a:pt x="91585" y="86494"/>
                    <a:pt x="97559" y="81871"/>
                    <a:pt x="102339" y="76988"/>
                  </a:cubicBezTo>
                  <a:cubicBezTo>
                    <a:pt x="107066" y="72105"/>
                    <a:pt x="110495" y="67066"/>
                    <a:pt x="112572" y="61819"/>
                  </a:cubicBezTo>
                  <a:cubicBezTo>
                    <a:pt x="114650" y="56572"/>
                    <a:pt x="115378" y="51169"/>
                    <a:pt x="114806" y="45663"/>
                  </a:cubicBezTo>
                  <a:cubicBezTo>
                    <a:pt x="114183" y="40156"/>
                    <a:pt x="112157" y="34546"/>
                    <a:pt x="108728" y="28831"/>
                  </a:cubicBezTo>
                  <a:cubicBezTo>
                    <a:pt x="106443" y="25091"/>
                    <a:pt x="104053" y="22078"/>
                    <a:pt x="101507" y="19740"/>
                  </a:cubicBezTo>
                  <a:cubicBezTo>
                    <a:pt x="98962" y="17403"/>
                    <a:pt x="96365" y="15533"/>
                    <a:pt x="93767" y="14026"/>
                  </a:cubicBezTo>
                  <a:cubicBezTo>
                    <a:pt x="91170" y="12520"/>
                    <a:pt x="88572" y="11429"/>
                    <a:pt x="86027" y="10649"/>
                  </a:cubicBezTo>
                  <a:cubicBezTo>
                    <a:pt x="83481" y="9870"/>
                    <a:pt x="81092" y="9091"/>
                    <a:pt x="78858" y="8416"/>
                  </a:cubicBezTo>
                  <a:lnTo>
                    <a:pt x="76884" y="5091"/>
                  </a:lnTo>
                  <a:lnTo>
                    <a:pt x="85248" y="0"/>
                  </a:lnTo>
                  <a:cubicBezTo>
                    <a:pt x="88261" y="987"/>
                    <a:pt x="91637" y="2286"/>
                    <a:pt x="95274" y="4000"/>
                  </a:cubicBezTo>
                  <a:cubicBezTo>
                    <a:pt x="98910" y="5714"/>
                    <a:pt x="102598" y="7792"/>
                    <a:pt x="106287" y="10234"/>
                  </a:cubicBezTo>
                  <a:cubicBezTo>
                    <a:pt x="109975" y="12675"/>
                    <a:pt x="113456" y="15481"/>
                    <a:pt x="116780" y="18598"/>
                  </a:cubicBezTo>
                  <a:cubicBezTo>
                    <a:pt x="120105" y="21714"/>
                    <a:pt x="122910" y="25195"/>
                    <a:pt x="125248" y="290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1" name="Google Shape;1971;p55"/>
            <p:cNvSpPr/>
            <p:nvPr/>
          </p:nvSpPr>
          <p:spPr>
            <a:xfrm>
              <a:off x="519383" y="3696000"/>
              <a:ext cx="133027" cy="131665"/>
            </a:xfrm>
            <a:custGeom>
              <a:avLst/>
              <a:gdLst/>
              <a:ahLst/>
              <a:cxnLst/>
              <a:rect l="l" t="t" r="r" b="b"/>
              <a:pathLst>
                <a:path w="97100" h="96106" extrusionOk="0">
                  <a:moveTo>
                    <a:pt x="95974" y="17195"/>
                  </a:moveTo>
                  <a:cubicBezTo>
                    <a:pt x="96546" y="18857"/>
                    <a:pt x="96857" y="20312"/>
                    <a:pt x="97013" y="21559"/>
                  </a:cubicBezTo>
                  <a:cubicBezTo>
                    <a:pt x="97169" y="22805"/>
                    <a:pt x="97117" y="24000"/>
                    <a:pt x="96857" y="25091"/>
                  </a:cubicBezTo>
                  <a:cubicBezTo>
                    <a:pt x="96598" y="26182"/>
                    <a:pt x="96182" y="27273"/>
                    <a:pt x="95611" y="28312"/>
                  </a:cubicBezTo>
                  <a:cubicBezTo>
                    <a:pt x="94987" y="29351"/>
                    <a:pt x="94260" y="30546"/>
                    <a:pt x="93273" y="31844"/>
                  </a:cubicBezTo>
                  <a:cubicBezTo>
                    <a:pt x="92338" y="33143"/>
                    <a:pt x="91299" y="34598"/>
                    <a:pt x="90052" y="36260"/>
                  </a:cubicBezTo>
                  <a:cubicBezTo>
                    <a:pt x="88805" y="37922"/>
                    <a:pt x="87663" y="39533"/>
                    <a:pt x="86572" y="41091"/>
                  </a:cubicBezTo>
                  <a:cubicBezTo>
                    <a:pt x="85273" y="42858"/>
                    <a:pt x="83922" y="44676"/>
                    <a:pt x="82572" y="46546"/>
                  </a:cubicBezTo>
                  <a:cubicBezTo>
                    <a:pt x="84078" y="52052"/>
                    <a:pt x="84494" y="57247"/>
                    <a:pt x="83766" y="62130"/>
                  </a:cubicBezTo>
                  <a:cubicBezTo>
                    <a:pt x="83091" y="67014"/>
                    <a:pt x="81481" y="71429"/>
                    <a:pt x="78987" y="75481"/>
                  </a:cubicBezTo>
                  <a:cubicBezTo>
                    <a:pt x="76494" y="79481"/>
                    <a:pt x="73169" y="83014"/>
                    <a:pt x="68961" y="86079"/>
                  </a:cubicBezTo>
                  <a:cubicBezTo>
                    <a:pt x="64753" y="89092"/>
                    <a:pt x="59922" y="91585"/>
                    <a:pt x="54364" y="93403"/>
                  </a:cubicBezTo>
                  <a:cubicBezTo>
                    <a:pt x="48857" y="95274"/>
                    <a:pt x="43454" y="96157"/>
                    <a:pt x="38104" y="96105"/>
                  </a:cubicBezTo>
                  <a:cubicBezTo>
                    <a:pt x="32753" y="96105"/>
                    <a:pt x="27766" y="95066"/>
                    <a:pt x="23143" y="93092"/>
                  </a:cubicBezTo>
                  <a:cubicBezTo>
                    <a:pt x="18519" y="91118"/>
                    <a:pt x="14415" y="88209"/>
                    <a:pt x="10831" y="84312"/>
                  </a:cubicBezTo>
                  <a:cubicBezTo>
                    <a:pt x="7246" y="80416"/>
                    <a:pt x="4493" y="75585"/>
                    <a:pt x="2519" y="69819"/>
                  </a:cubicBezTo>
                  <a:cubicBezTo>
                    <a:pt x="389" y="63533"/>
                    <a:pt x="-390" y="57715"/>
                    <a:pt x="181" y="52416"/>
                  </a:cubicBezTo>
                  <a:cubicBezTo>
                    <a:pt x="753" y="47117"/>
                    <a:pt x="2311" y="42338"/>
                    <a:pt x="4857" y="38078"/>
                  </a:cubicBezTo>
                  <a:cubicBezTo>
                    <a:pt x="7402" y="33870"/>
                    <a:pt x="10831" y="30182"/>
                    <a:pt x="15142" y="27117"/>
                  </a:cubicBezTo>
                  <a:cubicBezTo>
                    <a:pt x="19402" y="24052"/>
                    <a:pt x="24233" y="21559"/>
                    <a:pt x="29636" y="19792"/>
                  </a:cubicBezTo>
                  <a:cubicBezTo>
                    <a:pt x="33480" y="18494"/>
                    <a:pt x="37480" y="17663"/>
                    <a:pt x="41584" y="17299"/>
                  </a:cubicBezTo>
                  <a:cubicBezTo>
                    <a:pt x="45688" y="16935"/>
                    <a:pt x="49740" y="17143"/>
                    <a:pt x="53688" y="17922"/>
                  </a:cubicBezTo>
                  <a:cubicBezTo>
                    <a:pt x="57636" y="18701"/>
                    <a:pt x="61429" y="20156"/>
                    <a:pt x="65065" y="22234"/>
                  </a:cubicBezTo>
                  <a:cubicBezTo>
                    <a:pt x="68701" y="24312"/>
                    <a:pt x="71870" y="27169"/>
                    <a:pt x="74675" y="30805"/>
                  </a:cubicBezTo>
                  <a:lnTo>
                    <a:pt x="84650" y="16000"/>
                  </a:lnTo>
                  <a:cubicBezTo>
                    <a:pt x="85377" y="14909"/>
                    <a:pt x="86000" y="13714"/>
                    <a:pt x="86520" y="12416"/>
                  </a:cubicBezTo>
                  <a:cubicBezTo>
                    <a:pt x="87039" y="11065"/>
                    <a:pt x="87247" y="9870"/>
                    <a:pt x="87247" y="8831"/>
                  </a:cubicBezTo>
                  <a:lnTo>
                    <a:pt x="86779" y="1143"/>
                  </a:lnTo>
                  <a:lnTo>
                    <a:pt x="90104" y="0"/>
                  </a:lnTo>
                  <a:lnTo>
                    <a:pt x="95870" y="17195"/>
                  </a:lnTo>
                  <a:close/>
                  <a:moveTo>
                    <a:pt x="75455" y="44468"/>
                  </a:moveTo>
                  <a:cubicBezTo>
                    <a:pt x="74364" y="41247"/>
                    <a:pt x="72598" y="38702"/>
                    <a:pt x="70156" y="36832"/>
                  </a:cubicBezTo>
                  <a:cubicBezTo>
                    <a:pt x="67714" y="34961"/>
                    <a:pt x="64753" y="33715"/>
                    <a:pt x="61377" y="33091"/>
                  </a:cubicBezTo>
                  <a:cubicBezTo>
                    <a:pt x="57948" y="32468"/>
                    <a:pt x="54208" y="32416"/>
                    <a:pt x="50000" y="32935"/>
                  </a:cubicBezTo>
                  <a:cubicBezTo>
                    <a:pt x="45844" y="33455"/>
                    <a:pt x="41480" y="34494"/>
                    <a:pt x="37013" y="36000"/>
                  </a:cubicBezTo>
                  <a:cubicBezTo>
                    <a:pt x="31818" y="37767"/>
                    <a:pt x="27195" y="39741"/>
                    <a:pt x="23143" y="42026"/>
                  </a:cubicBezTo>
                  <a:cubicBezTo>
                    <a:pt x="19091" y="44312"/>
                    <a:pt x="15818" y="46806"/>
                    <a:pt x="13272" y="49611"/>
                  </a:cubicBezTo>
                  <a:cubicBezTo>
                    <a:pt x="10727" y="52364"/>
                    <a:pt x="9064" y="55377"/>
                    <a:pt x="8181" y="58546"/>
                  </a:cubicBezTo>
                  <a:cubicBezTo>
                    <a:pt x="7350" y="61767"/>
                    <a:pt x="7506" y="65143"/>
                    <a:pt x="8701" y="68780"/>
                  </a:cubicBezTo>
                  <a:cubicBezTo>
                    <a:pt x="9844" y="72208"/>
                    <a:pt x="11714" y="74858"/>
                    <a:pt x="14311" y="76676"/>
                  </a:cubicBezTo>
                  <a:cubicBezTo>
                    <a:pt x="16857" y="78494"/>
                    <a:pt x="19922" y="79689"/>
                    <a:pt x="23350" y="80209"/>
                  </a:cubicBezTo>
                  <a:cubicBezTo>
                    <a:pt x="26831" y="80780"/>
                    <a:pt x="30571" y="80728"/>
                    <a:pt x="34623" y="80157"/>
                  </a:cubicBezTo>
                  <a:cubicBezTo>
                    <a:pt x="38675" y="79585"/>
                    <a:pt x="42779" y="78598"/>
                    <a:pt x="46935" y="77196"/>
                  </a:cubicBezTo>
                  <a:cubicBezTo>
                    <a:pt x="52026" y="75481"/>
                    <a:pt x="56597" y="73507"/>
                    <a:pt x="60649" y="71221"/>
                  </a:cubicBezTo>
                  <a:cubicBezTo>
                    <a:pt x="64701" y="68936"/>
                    <a:pt x="68026" y="66442"/>
                    <a:pt x="70624" y="63689"/>
                  </a:cubicBezTo>
                  <a:cubicBezTo>
                    <a:pt x="73221" y="60936"/>
                    <a:pt x="74987" y="57923"/>
                    <a:pt x="75870" y="54702"/>
                  </a:cubicBezTo>
                  <a:cubicBezTo>
                    <a:pt x="76753" y="51481"/>
                    <a:pt x="76598" y="48052"/>
                    <a:pt x="75403" y="444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2" name="Google Shape;1972;p55"/>
            <p:cNvSpPr/>
            <p:nvPr/>
          </p:nvSpPr>
          <p:spPr>
            <a:xfrm>
              <a:off x="674882" y="4621160"/>
              <a:ext cx="155077" cy="160700"/>
            </a:xfrm>
            <a:custGeom>
              <a:avLst/>
              <a:gdLst/>
              <a:ahLst/>
              <a:cxnLst/>
              <a:rect l="l" t="t" r="r" b="b"/>
              <a:pathLst>
                <a:path w="113195" h="117299" extrusionOk="0">
                  <a:moveTo>
                    <a:pt x="74234" y="114027"/>
                  </a:moveTo>
                  <a:lnTo>
                    <a:pt x="80520" y="105507"/>
                  </a:lnTo>
                  <a:cubicBezTo>
                    <a:pt x="81144" y="104676"/>
                    <a:pt x="81455" y="103793"/>
                    <a:pt x="81455" y="102858"/>
                  </a:cubicBezTo>
                  <a:cubicBezTo>
                    <a:pt x="81455" y="101923"/>
                    <a:pt x="81092" y="101040"/>
                    <a:pt x="80468" y="100261"/>
                  </a:cubicBezTo>
                  <a:lnTo>
                    <a:pt x="31065" y="40260"/>
                  </a:lnTo>
                  <a:lnTo>
                    <a:pt x="15273" y="53247"/>
                  </a:lnTo>
                  <a:cubicBezTo>
                    <a:pt x="14546" y="53819"/>
                    <a:pt x="14182" y="54442"/>
                    <a:pt x="14130" y="55065"/>
                  </a:cubicBezTo>
                  <a:cubicBezTo>
                    <a:pt x="14130" y="55689"/>
                    <a:pt x="14234" y="56364"/>
                    <a:pt x="14494" y="57039"/>
                  </a:cubicBezTo>
                  <a:lnTo>
                    <a:pt x="19896" y="72624"/>
                  </a:lnTo>
                  <a:lnTo>
                    <a:pt x="16260" y="75585"/>
                  </a:lnTo>
                  <a:lnTo>
                    <a:pt x="0" y="55845"/>
                  </a:lnTo>
                  <a:lnTo>
                    <a:pt x="67793" y="0"/>
                  </a:lnTo>
                  <a:lnTo>
                    <a:pt x="84053" y="19740"/>
                  </a:lnTo>
                  <a:lnTo>
                    <a:pt x="80416" y="22701"/>
                  </a:lnTo>
                  <a:lnTo>
                    <a:pt x="66182" y="14442"/>
                  </a:lnTo>
                  <a:cubicBezTo>
                    <a:pt x="65559" y="14026"/>
                    <a:pt x="64936" y="13818"/>
                    <a:pt x="64364" y="13714"/>
                  </a:cubicBezTo>
                  <a:cubicBezTo>
                    <a:pt x="63741" y="13610"/>
                    <a:pt x="63117" y="13818"/>
                    <a:pt x="62442" y="14390"/>
                  </a:cubicBezTo>
                  <a:lnTo>
                    <a:pt x="46390" y="27637"/>
                  </a:lnTo>
                  <a:lnTo>
                    <a:pt x="95793" y="87637"/>
                  </a:lnTo>
                  <a:cubicBezTo>
                    <a:pt x="96468" y="88468"/>
                    <a:pt x="97300" y="88936"/>
                    <a:pt x="98287" y="89092"/>
                  </a:cubicBezTo>
                  <a:cubicBezTo>
                    <a:pt x="99274" y="89248"/>
                    <a:pt x="100157" y="89092"/>
                    <a:pt x="100988" y="88728"/>
                  </a:cubicBezTo>
                  <a:lnTo>
                    <a:pt x="110546" y="84209"/>
                  </a:lnTo>
                  <a:lnTo>
                    <a:pt x="113196" y="87429"/>
                  </a:lnTo>
                  <a:lnTo>
                    <a:pt x="76884" y="117300"/>
                  </a:lnTo>
                  <a:lnTo>
                    <a:pt x="74234" y="11407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3" name="Google Shape;1973;p55"/>
            <p:cNvSpPr/>
            <p:nvPr/>
          </p:nvSpPr>
          <p:spPr>
            <a:xfrm>
              <a:off x="715403" y="4076646"/>
              <a:ext cx="150096" cy="179133"/>
            </a:xfrm>
            <a:custGeom>
              <a:avLst/>
              <a:gdLst/>
              <a:ahLst/>
              <a:cxnLst/>
              <a:rect l="l" t="t" r="r" b="b"/>
              <a:pathLst>
                <a:path w="109559" h="130754" extrusionOk="0">
                  <a:moveTo>
                    <a:pt x="1974" y="78079"/>
                  </a:moveTo>
                  <a:lnTo>
                    <a:pt x="10078" y="78546"/>
                  </a:lnTo>
                  <a:cubicBezTo>
                    <a:pt x="12623" y="78650"/>
                    <a:pt x="14753" y="77819"/>
                    <a:pt x="16520" y="76105"/>
                  </a:cubicBezTo>
                  <a:lnTo>
                    <a:pt x="80416" y="13247"/>
                  </a:lnTo>
                  <a:lnTo>
                    <a:pt x="97248" y="0"/>
                  </a:lnTo>
                  <a:lnTo>
                    <a:pt x="106339" y="4052"/>
                  </a:lnTo>
                  <a:lnTo>
                    <a:pt x="101403" y="114027"/>
                  </a:lnTo>
                  <a:cubicBezTo>
                    <a:pt x="101403" y="115222"/>
                    <a:pt x="101559" y="116365"/>
                    <a:pt x="102027" y="117560"/>
                  </a:cubicBezTo>
                  <a:cubicBezTo>
                    <a:pt x="102494" y="118702"/>
                    <a:pt x="103118" y="119689"/>
                    <a:pt x="103845" y="120469"/>
                  </a:cubicBezTo>
                  <a:lnTo>
                    <a:pt x="109559" y="126183"/>
                  </a:lnTo>
                  <a:lnTo>
                    <a:pt x="107533" y="130754"/>
                  </a:lnTo>
                  <a:lnTo>
                    <a:pt x="62286" y="110546"/>
                  </a:lnTo>
                  <a:lnTo>
                    <a:pt x="64312" y="105975"/>
                  </a:lnTo>
                  <a:lnTo>
                    <a:pt x="78858" y="108572"/>
                  </a:lnTo>
                  <a:lnTo>
                    <a:pt x="80364" y="74910"/>
                  </a:lnTo>
                  <a:lnTo>
                    <a:pt x="47065" y="60053"/>
                  </a:lnTo>
                  <a:lnTo>
                    <a:pt x="23481" y="83533"/>
                  </a:lnTo>
                  <a:lnTo>
                    <a:pt x="34702" y="92780"/>
                  </a:lnTo>
                  <a:lnTo>
                    <a:pt x="32676" y="97352"/>
                  </a:lnTo>
                  <a:lnTo>
                    <a:pt x="0" y="82754"/>
                  </a:lnTo>
                  <a:lnTo>
                    <a:pt x="2026" y="78183"/>
                  </a:lnTo>
                  <a:close/>
                  <a:moveTo>
                    <a:pt x="80780" y="65143"/>
                  </a:moveTo>
                  <a:lnTo>
                    <a:pt x="82079" y="35793"/>
                  </a:lnTo>
                  <a:lnTo>
                    <a:pt x="82754" y="23948"/>
                  </a:lnTo>
                  <a:lnTo>
                    <a:pt x="53974" y="53195"/>
                  </a:lnTo>
                  <a:lnTo>
                    <a:pt x="80728" y="6514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4" name="Google Shape;1974;p55"/>
            <p:cNvSpPr/>
            <p:nvPr/>
          </p:nvSpPr>
          <p:spPr>
            <a:xfrm>
              <a:off x="432036" y="4197429"/>
              <a:ext cx="152586" cy="172167"/>
            </a:xfrm>
            <a:custGeom>
              <a:avLst/>
              <a:gdLst/>
              <a:ahLst/>
              <a:cxnLst/>
              <a:rect l="l" t="t" r="r" b="b"/>
              <a:pathLst>
                <a:path w="111377" h="125669" extrusionOk="0">
                  <a:moveTo>
                    <a:pt x="1247" y="104988"/>
                  </a:moveTo>
                  <a:lnTo>
                    <a:pt x="12156" y="104676"/>
                  </a:lnTo>
                  <a:cubicBezTo>
                    <a:pt x="13403" y="104676"/>
                    <a:pt x="14442" y="104313"/>
                    <a:pt x="15325" y="103689"/>
                  </a:cubicBezTo>
                  <a:cubicBezTo>
                    <a:pt x="16208" y="103066"/>
                    <a:pt x="16779" y="102131"/>
                    <a:pt x="17091" y="100936"/>
                  </a:cubicBezTo>
                  <a:lnTo>
                    <a:pt x="39117" y="16156"/>
                  </a:lnTo>
                  <a:cubicBezTo>
                    <a:pt x="39429" y="14909"/>
                    <a:pt x="39377" y="13818"/>
                    <a:pt x="38909" y="12831"/>
                  </a:cubicBezTo>
                  <a:cubicBezTo>
                    <a:pt x="38442" y="11844"/>
                    <a:pt x="37663" y="11013"/>
                    <a:pt x="36624" y="10390"/>
                  </a:cubicBezTo>
                  <a:lnTo>
                    <a:pt x="27221" y="4883"/>
                  </a:lnTo>
                  <a:lnTo>
                    <a:pt x="28468" y="0"/>
                  </a:lnTo>
                  <a:lnTo>
                    <a:pt x="75221" y="12156"/>
                  </a:lnTo>
                  <a:cubicBezTo>
                    <a:pt x="83689" y="14338"/>
                    <a:pt x="90390" y="16831"/>
                    <a:pt x="95429" y="19585"/>
                  </a:cubicBezTo>
                  <a:cubicBezTo>
                    <a:pt x="100468" y="22338"/>
                    <a:pt x="104209" y="25247"/>
                    <a:pt x="106754" y="28312"/>
                  </a:cubicBezTo>
                  <a:cubicBezTo>
                    <a:pt x="109300" y="31377"/>
                    <a:pt x="110754" y="34546"/>
                    <a:pt x="111170" y="37767"/>
                  </a:cubicBezTo>
                  <a:cubicBezTo>
                    <a:pt x="111585" y="40987"/>
                    <a:pt x="111378" y="44156"/>
                    <a:pt x="110546" y="47325"/>
                  </a:cubicBezTo>
                  <a:cubicBezTo>
                    <a:pt x="109663" y="50806"/>
                    <a:pt x="108209" y="53819"/>
                    <a:pt x="106287" y="56416"/>
                  </a:cubicBezTo>
                  <a:cubicBezTo>
                    <a:pt x="104313" y="59014"/>
                    <a:pt x="101975" y="61195"/>
                    <a:pt x="99170" y="62962"/>
                  </a:cubicBezTo>
                  <a:cubicBezTo>
                    <a:pt x="96416" y="64728"/>
                    <a:pt x="93196" y="66027"/>
                    <a:pt x="89663" y="66858"/>
                  </a:cubicBezTo>
                  <a:cubicBezTo>
                    <a:pt x="86079" y="67741"/>
                    <a:pt x="82235" y="68157"/>
                    <a:pt x="78079" y="68157"/>
                  </a:cubicBezTo>
                  <a:cubicBezTo>
                    <a:pt x="82858" y="69767"/>
                    <a:pt x="87118" y="71741"/>
                    <a:pt x="90754" y="74079"/>
                  </a:cubicBezTo>
                  <a:cubicBezTo>
                    <a:pt x="94390" y="76416"/>
                    <a:pt x="97351" y="79118"/>
                    <a:pt x="99585" y="82131"/>
                  </a:cubicBezTo>
                  <a:cubicBezTo>
                    <a:pt x="101819" y="85144"/>
                    <a:pt x="103326" y="88416"/>
                    <a:pt x="104105" y="91949"/>
                  </a:cubicBezTo>
                  <a:cubicBezTo>
                    <a:pt x="104832" y="95481"/>
                    <a:pt x="104728" y="99222"/>
                    <a:pt x="103741" y="103066"/>
                  </a:cubicBezTo>
                  <a:cubicBezTo>
                    <a:pt x="102650" y="107274"/>
                    <a:pt x="101040" y="110806"/>
                    <a:pt x="98962" y="113663"/>
                  </a:cubicBezTo>
                  <a:cubicBezTo>
                    <a:pt x="96884" y="116521"/>
                    <a:pt x="94390" y="118806"/>
                    <a:pt x="91585" y="120573"/>
                  </a:cubicBezTo>
                  <a:cubicBezTo>
                    <a:pt x="88780" y="122339"/>
                    <a:pt x="85663" y="123637"/>
                    <a:pt x="82235" y="124417"/>
                  </a:cubicBezTo>
                  <a:cubicBezTo>
                    <a:pt x="78806" y="125196"/>
                    <a:pt x="75273" y="125612"/>
                    <a:pt x="71585" y="125663"/>
                  </a:cubicBezTo>
                  <a:cubicBezTo>
                    <a:pt x="67897" y="125715"/>
                    <a:pt x="64104" y="125456"/>
                    <a:pt x="60208" y="124884"/>
                  </a:cubicBezTo>
                  <a:cubicBezTo>
                    <a:pt x="56312" y="124313"/>
                    <a:pt x="52520" y="123534"/>
                    <a:pt x="48832" y="122547"/>
                  </a:cubicBezTo>
                  <a:lnTo>
                    <a:pt x="0" y="109871"/>
                  </a:lnTo>
                  <a:lnTo>
                    <a:pt x="1247" y="104988"/>
                  </a:lnTo>
                  <a:close/>
                  <a:moveTo>
                    <a:pt x="57871" y="60208"/>
                  </a:moveTo>
                  <a:cubicBezTo>
                    <a:pt x="62027" y="61299"/>
                    <a:pt x="65611" y="61767"/>
                    <a:pt x="68624" y="61663"/>
                  </a:cubicBezTo>
                  <a:cubicBezTo>
                    <a:pt x="71637" y="61559"/>
                    <a:pt x="74234" y="60884"/>
                    <a:pt x="76416" y="59741"/>
                  </a:cubicBezTo>
                  <a:cubicBezTo>
                    <a:pt x="78546" y="58546"/>
                    <a:pt x="80312" y="56936"/>
                    <a:pt x="81715" y="54806"/>
                  </a:cubicBezTo>
                  <a:cubicBezTo>
                    <a:pt x="83066" y="52676"/>
                    <a:pt x="84157" y="50130"/>
                    <a:pt x="84936" y="47169"/>
                  </a:cubicBezTo>
                  <a:cubicBezTo>
                    <a:pt x="86910" y="39481"/>
                    <a:pt x="86702" y="33455"/>
                    <a:pt x="84209" y="29143"/>
                  </a:cubicBezTo>
                  <a:cubicBezTo>
                    <a:pt x="81715" y="24831"/>
                    <a:pt x="77092" y="21818"/>
                    <a:pt x="70286" y="20052"/>
                  </a:cubicBezTo>
                  <a:lnTo>
                    <a:pt x="62806" y="18130"/>
                  </a:lnTo>
                  <a:lnTo>
                    <a:pt x="52260" y="58754"/>
                  </a:lnTo>
                  <a:lnTo>
                    <a:pt x="57923" y="60208"/>
                  </a:lnTo>
                  <a:close/>
                  <a:moveTo>
                    <a:pt x="52364" y="114131"/>
                  </a:moveTo>
                  <a:cubicBezTo>
                    <a:pt x="59273" y="115897"/>
                    <a:pt x="64884" y="115689"/>
                    <a:pt x="69143" y="113404"/>
                  </a:cubicBezTo>
                  <a:cubicBezTo>
                    <a:pt x="73403" y="111118"/>
                    <a:pt x="76520" y="106339"/>
                    <a:pt x="78390" y="99066"/>
                  </a:cubicBezTo>
                  <a:cubicBezTo>
                    <a:pt x="79481" y="94806"/>
                    <a:pt x="79949" y="91118"/>
                    <a:pt x="79741" y="87897"/>
                  </a:cubicBezTo>
                  <a:cubicBezTo>
                    <a:pt x="79533" y="84676"/>
                    <a:pt x="78702" y="81923"/>
                    <a:pt x="77196" y="79585"/>
                  </a:cubicBezTo>
                  <a:cubicBezTo>
                    <a:pt x="75689" y="77248"/>
                    <a:pt x="73507" y="75273"/>
                    <a:pt x="70598" y="73611"/>
                  </a:cubicBezTo>
                  <a:cubicBezTo>
                    <a:pt x="67741" y="72001"/>
                    <a:pt x="64208" y="70650"/>
                    <a:pt x="60001" y="69559"/>
                  </a:cubicBezTo>
                  <a:lnTo>
                    <a:pt x="50026" y="66962"/>
                  </a:lnTo>
                  <a:lnTo>
                    <a:pt x="38702" y="110650"/>
                  </a:lnTo>
                  <a:lnTo>
                    <a:pt x="52312" y="1141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78"/>
        <p:cNvGrpSpPr/>
        <p:nvPr/>
      </p:nvGrpSpPr>
      <p:grpSpPr>
        <a:xfrm>
          <a:off x="0" y="0"/>
          <a:ext cx="0" cy="0"/>
          <a:chOff x="0" y="0"/>
          <a:chExt cx="0" cy="0"/>
        </a:xfrm>
      </p:grpSpPr>
      <p:sp>
        <p:nvSpPr>
          <p:cNvPr id="1979" name="Google Shape;1979;p5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Use tables to represent data</a:t>
            </a:r>
            <a:endParaRPr/>
          </a:p>
        </p:txBody>
      </p:sp>
      <p:graphicFrame>
        <p:nvGraphicFramePr>
          <p:cNvPr id="1980" name="Google Shape;1980;p56"/>
          <p:cNvGraphicFramePr/>
          <p:nvPr/>
        </p:nvGraphicFramePr>
        <p:xfrm>
          <a:off x="720000" y="1382610"/>
          <a:ext cx="3000000" cy="3000000"/>
        </p:xfrm>
        <a:graphic>
          <a:graphicData uri="http://schemas.openxmlformats.org/drawingml/2006/table">
            <a:tbl>
              <a:tblPr>
                <a:noFill/>
                <a:tableStyleId>{CE3C6D68-C921-4B30-94EC-B7CE02458C92}</a:tableStyleId>
              </a:tblPr>
              <a:tblGrid>
                <a:gridCol w="1561800">
                  <a:extLst>
                    <a:ext uri="{9D8B030D-6E8A-4147-A177-3AD203B41FA5}">
                      <a16:colId xmlns:a16="http://schemas.microsoft.com/office/drawing/2014/main" val="20000"/>
                    </a:ext>
                  </a:extLst>
                </a:gridCol>
                <a:gridCol w="2047400">
                  <a:extLst>
                    <a:ext uri="{9D8B030D-6E8A-4147-A177-3AD203B41FA5}">
                      <a16:colId xmlns:a16="http://schemas.microsoft.com/office/drawing/2014/main" val="20001"/>
                    </a:ext>
                  </a:extLst>
                </a:gridCol>
                <a:gridCol w="986400">
                  <a:extLst>
                    <a:ext uri="{9D8B030D-6E8A-4147-A177-3AD203B41FA5}">
                      <a16:colId xmlns:a16="http://schemas.microsoft.com/office/drawing/2014/main" val="20002"/>
                    </a:ext>
                  </a:extLst>
                </a:gridCol>
                <a:gridCol w="3108400">
                  <a:extLst>
                    <a:ext uri="{9D8B030D-6E8A-4147-A177-3AD203B41FA5}">
                      <a16:colId xmlns:a16="http://schemas.microsoft.com/office/drawing/2014/main" val="20003"/>
                    </a:ext>
                  </a:extLst>
                </a:gridCol>
              </a:tblGrid>
              <a:tr h="536900">
                <a:tc>
                  <a:txBody>
                    <a:bodyPr/>
                    <a:lstStyle/>
                    <a:p>
                      <a:pPr marL="0" lvl="0" indent="0" algn="l" rtl="0">
                        <a:spcBef>
                          <a:spcPts val="0"/>
                        </a:spcBef>
                        <a:spcAft>
                          <a:spcPts val="0"/>
                        </a:spcAft>
                        <a:buNone/>
                      </a:pPr>
                      <a:endParaRPr sz="1600">
                        <a:solidFill>
                          <a:schemeClr val="dk1"/>
                        </a:solidFill>
                        <a:latin typeface="Germania One"/>
                        <a:ea typeface="Germania One"/>
                        <a:cs typeface="Germania One"/>
                        <a:sym typeface="Germania One"/>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800">
                          <a:solidFill>
                            <a:schemeClr val="dk1"/>
                          </a:solidFill>
                          <a:latin typeface="Germania One"/>
                          <a:ea typeface="Germania One"/>
                          <a:cs typeface="Germania One"/>
                          <a:sym typeface="Germania One"/>
                        </a:rPr>
                        <a:t>Author</a:t>
                      </a:r>
                      <a:endParaRPr sz="1800">
                        <a:solidFill>
                          <a:schemeClr val="dk1"/>
                        </a:solidFill>
                        <a:latin typeface="Germania One"/>
                        <a:ea typeface="Germania One"/>
                        <a:cs typeface="Germania One"/>
                        <a:sym typeface="Germania One"/>
                      </a:endParaRPr>
                    </a:p>
                  </a:txBody>
                  <a:tcPr marL="91425" marR="91425" marT="68575" marB="68575"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ctr" rtl="0">
                        <a:lnSpc>
                          <a:spcPct val="115000"/>
                        </a:lnSpc>
                        <a:spcBef>
                          <a:spcPts val="0"/>
                        </a:spcBef>
                        <a:spcAft>
                          <a:spcPts val="0"/>
                        </a:spcAft>
                        <a:buNone/>
                      </a:pPr>
                      <a:r>
                        <a:rPr lang="en" sz="1800">
                          <a:solidFill>
                            <a:schemeClr val="dk1"/>
                          </a:solidFill>
                          <a:latin typeface="Germania One"/>
                          <a:ea typeface="Germania One"/>
                          <a:cs typeface="Germania One"/>
                          <a:sym typeface="Germania One"/>
                        </a:rPr>
                        <a:t>Year</a:t>
                      </a:r>
                      <a:endParaRPr sz="1800">
                        <a:solidFill>
                          <a:schemeClr val="dk1"/>
                        </a:solidFill>
                        <a:latin typeface="Germania One"/>
                        <a:ea typeface="Germania One"/>
                        <a:cs typeface="Germania One"/>
                        <a:sym typeface="Germania One"/>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l" rtl="0">
                        <a:lnSpc>
                          <a:spcPct val="115000"/>
                        </a:lnSpc>
                        <a:spcBef>
                          <a:spcPts val="0"/>
                        </a:spcBef>
                        <a:spcAft>
                          <a:spcPts val="0"/>
                        </a:spcAft>
                        <a:buClr>
                          <a:srgbClr val="000000"/>
                        </a:buClr>
                        <a:buSzPts val="1100"/>
                        <a:buFont typeface="Arial"/>
                        <a:buNone/>
                      </a:pPr>
                      <a:r>
                        <a:rPr lang="en" sz="1800">
                          <a:solidFill>
                            <a:schemeClr val="dk1"/>
                          </a:solidFill>
                          <a:latin typeface="Germania One"/>
                          <a:ea typeface="Germania One"/>
                          <a:cs typeface="Germania One"/>
                          <a:sym typeface="Germania One"/>
                        </a:rPr>
                        <a:t>Description</a:t>
                      </a:r>
                      <a:endParaRPr sz="1800">
                        <a:solidFill>
                          <a:schemeClr val="dk1"/>
                        </a:solidFill>
                        <a:latin typeface="Germania One"/>
                        <a:ea typeface="Germania One"/>
                        <a:cs typeface="Germania One"/>
                        <a:sym typeface="Germania One"/>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extLst>
                  <a:ext uri="{0D108BD9-81ED-4DB2-BD59-A6C34878D82A}">
                    <a16:rowId xmlns:a16="http://schemas.microsoft.com/office/drawing/2014/main" val="10000"/>
                  </a:ext>
                </a:extLst>
              </a:tr>
              <a:tr h="536900">
                <a:tc>
                  <a:txBody>
                    <a:bodyPr/>
                    <a:lstStyle/>
                    <a:p>
                      <a:pPr marL="0" lvl="0" indent="0" algn="ctr" rtl="0">
                        <a:lnSpc>
                          <a:spcPct val="115000"/>
                        </a:lnSpc>
                        <a:spcBef>
                          <a:spcPts val="0"/>
                        </a:spcBef>
                        <a:spcAft>
                          <a:spcPts val="0"/>
                        </a:spcAft>
                        <a:buNone/>
                      </a:pPr>
                      <a:r>
                        <a:rPr lang="en" sz="1800">
                          <a:solidFill>
                            <a:schemeClr val="dk1"/>
                          </a:solidFill>
                          <a:latin typeface="Germania One"/>
                          <a:ea typeface="Germania One"/>
                          <a:cs typeface="Germania One"/>
                          <a:sym typeface="Germania One"/>
                        </a:rPr>
                        <a:t>Book 1</a:t>
                      </a:r>
                      <a:endParaRPr sz="1800">
                        <a:solidFill>
                          <a:schemeClr val="dk1"/>
                        </a:solidFill>
                        <a:latin typeface="Germania One"/>
                        <a:ea typeface="Germania One"/>
                        <a:cs typeface="Germania One"/>
                        <a:sym typeface="Germania One"/>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l" rtl="0">
                        <a:spcBef>
                          <a:spcPts val="0"/>
                        </a:spcBef>
                        <a:spcAft>
                          <a:spcPts val="0"/>
                        </a:spcAft>
                        <a:buNone/>
                      </a:pPr>
                      <a:r>
                        <a:rPr lang="en">
                          <a:solidFill>
                            <a:schemeClr val="dk1"/>
                          </a:solidFill>
                          <a:latin typeface="Inter Tight"/>
                          <a:ea typeface="Inter Tight"/>
                          <a:cs typeface="Inter Tight"/>
                          <a:sym typeface="Inter Tight"/>
                        </a:rPr>
                        <a:t>Author</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Inter Tight"/>
                          <a:ea typeface="Inter Tight"/>
                          <a:cs typeface="Inter Tight"/>
                          <a:sym typeface="Inter Tight"/>
                        </a:rPr>
                        <a:t>XXXX</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Inter Tight"/>
                          <a:ea typeface="Inter Tight"/>
                          <a:cs typeface="Inter Tight"/>
                          <a:sym typeface="Inter Tight"/>
                        </a:rPr>
                        <a:t>Insert  a little resume here</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36900">
                <a:tc>
                  <a:txBody>
                    <a:bodyPr/>
                    <a:lstStyle/>
                    <a:p>
                      <a:pPr marL="0" lvl="0" indent="0" algn="ctr" rtl="0">
                        <a:lnSpc>
                          <a:spcPct val="115000"/>
                        </a:lnSpc>
                        <a:spcBef>
                          <a:spcPts val="0"/>
                        </a:spcBef>
                        <a:spcAft>
                          <a:spcPts val="0"/>
                        </a:spcAft>
                        <a:buNone/>
                      </a:pPr>
                      <a:r>
                        <a:rPr lang="en" sz="1800">
                          <a:solidFill>
                            <a:schemeClr val="dk1"/>
                          </a:solidFill>
                          <a:latin typeface="Germania One"/>
                          <a:ea typeface="Germania One"/>
                          <a:cs typeface="Germania One"/>
                          <a:sym typeface="Germania One"/>
                        </a:rPr>
                        <a:t>Book 2</a:t>
                      </a:r>
                      <a:endParaRPr sz="1800">
                        <a:solidFill>
                          <a:schemeClr val="dk1"/>
                        </a:solidFill>
                        <a:latin typeface="Germania One"/>
                        <a:ea typeface="Germania One"/>
                        <a:cs typeface="Germania One"/>
                        <a:sym typeface="Germania One"/>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l" rtl="0">
                        <a:spcBef>
                          <a:spcPts val="0"/>
                        </a:spcBef>
                        <a:spcAft>
                          <a:spcPts val="0"/>
                        </a:spcAft>
                        <a:buNone/>
                      </a:pPr>
                      <a:r>
                        <a:rPr lang="en">
                          <a:solidFill>
                            <a:schemeClr val="dk1"/>
                          </a:solidFill>
                          <a:latin typeface="Inter Tight"/>
                          <a:ea typeface="Inter Tight"/>
                          <a:cs typeface="Inter Tight"/>
                          <a:sym typeface="Inter Tight"/>
                        </a:rPr>
                        <a:t>Author</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Inter Tight"/>
                          <a:ea typeface="Inter Tight"/>
                          <a:cs typeface="Inter Tight"/>
                          <a:sym typeface="Inter Tight"/>
                        </a:rPr>
                        <a:t>XXXX</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Inter Tight"/>
                          <a:ea typeface="Inter Tight"/>
                          <a:cs typeface="Inter Tight"/>
                          <a:sym typeface="Inter Tight"/>
                        </a:rPr>
                        <a:t>Insert  a little resume here</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36900">
                <a:tc>
                  <a:txBody>
                    <a:bodyPr/>
                    <a:lstStyle/>
                    <a:p>
                      <a:pPr marL="0" lvl="0" indent="0" algn="ctr" rtl="0">
                        <a:lnSpc>
                          <a:spcPct val="115000"/>
                        </a:lnSpc>
                        <a:spcBef>
                          <a:spcPts val="0"/>
                        </a:spcBef>
                        <a:spcAft>
                          <a:spcPts val="0"/>
                        </a:spcAft>
                        <a:buNone/>
                      </a:pPr>
                      <a:r>
                        <a:rPr lang="en" sz="1800">
                          <a:solidFill>
                            <a:schemeClr val="dk1"/>
                          </a:solidFill>
                          <a:latin typeface="Germania One"/>
                          <a:ea typeface="Germania One"/>
                          <a:cs typeface="Germania One"/>
                          <a:sym typeface="Germania One"/>
                        </a:rPr>
                        <a:t>Book 3</a:t>
                      </a:r>
                      <a:endParaRPr sz="1800">
                        <a:solidFill>
                          <a:schemeClr val="dk1"/>
                        </a:solidFill>
                        <a:latin typeface="Germania One"/>
                        <a:ea typeface="Germania One"/>
                        <a:cs typeface="Germania One"/>
                        <a:sym typeface="Germania One"/>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l" rtl="0">
                        <a:spcBef>
                          <a:spcPts val="0"/>
                        </a:spcBef>
                        <a:spcAft>
                          <a:spcPts val="0"/>
                        </a:spcAft>
                        <a:buNone/>
                      </a:pPr>
                      <a:r>
                        <a:rPr lang="en">
                          <a:solidFill>
                            <a:schemeClr val="dk1"/>
                          </a:solidFill>
                          <a:latin typeface="Inter Tight"/>
                          <a:ea typeface="Inter Tight"/>
                          <a:cs typeface="Inter Tight"/>
                          <a:sym typeface="Inter Tight"/>
                        </a:rPr>
                        <a:t>Author</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Inter Tight"/>
                          <a:ea typeface="Inter Tight"/>
                          <a:cs typeface="Inter Tight"/>
                          <a:sym typeface="Inter Tight"/>
                        </a:rPr>
                        <a:t>XXXX</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Inter Tight"/>
                          <a:ea typeface="Inter Tight"/>
                          <a:cs typeface="Inter Tight"/>
                          <a:sym typeface="Inter Tight"/>
                        </a:rPr>
                        <a:t>Insert  a little resume here</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36900">
                <a:tc>
                  <a:txBody>
                    <a:bodyPr/>
                    <a:lstStyle/>
                    <a:p>
                      <a:pPr marL="0" lvl="0" indent="0" algn="ctr" rtl="0">
                        <a:lnSpc>
                          <a:spcPct val="115000"/>
                        </a:lnSpc>
                        <a:spcBef>
                          <a:spcPts val="0"/>
                        </a:spcBef>
                        <a:spcAft>
                          <a:spcPts val="0"/>
                        </a:spcAft>
                        <a:buNone/>
                      </a:pPr>
                      <a:r>
                        <a:rPr lang="en" sz="1800">
                          <a:solidFill>
                            <a:schemeClr val="dk1"/>
                          </a:solidFill>
                          <a:latin typeface="Germania One"/>
                          <a:ea typeface="Germania One"/>
                          <a:cs typeface="Germania One"/>
                          <a:sym typeface="Germania One"/>
                        </a:rPr>
                        <a:t>Book 4</a:t>
                      </a:r>
                      <a:endParaRPr sz="1800">
                        <a:solidFill>
                          <a:schemeClr val="dk1"/>
                        </a:solidFill>
                        <a:latin typeface="Germania One"/>
                        <a:ea typeface="Germania One"/>
                        <a:cs typeface="Germania One"/>
                        <a:sym typeface="Germania One"/>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l" rtl="0">
                        <a:spcBef>
                          <a:spcPts val="0"/>
                        </a:spcBef>
                        <a:spcAft>
                          <a:spcPts val="0"/>
                        </a:spcAft>
                        <a:buNone/>
                      </a:pPr>
                      <a:r>
                        <a:rPr lang="en">
                          <a:solidFill>
                            <a:schemeClr val="dk1"/>
                          </a:solidFill>
                          <a:latin typeface="Inter Tight"/>
                          <a:ea typeface="Inter Tight"/>
                          <a:cs typeface="Inter Tight"/>
                          <a:sym typeface="Inter Tight"/>
                        </a:rPr>
                        <a:t>Author</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Inter Tight"/>
                          <a:ea typeface="Inter Tight"/>
                          <a:cs typeface="Inter Tight"/>
                          <a:sym typeface="Inter Tight"/>
                        </a:rPr>
                        <a:t>XXXX</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Inter Tight"/>
                          <a:ea typeface="Inter Tight"/>
                          <a:cs typeface="Inter Tight"/>
                          <a:sym typeface="Inter Tight"/>
                        </a:rPr>
                        <a:t>Insert  a little resume here</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36900">
                <a:tc>
                  <a:txBody>
                    <a:bodyPr/>
                    <a:lstStyle/>
                    <a:p>
                      <a:pPr marL="0" lvl="0" indent="0" algn="ctr" rtl="0">
                        <a:lnSpc>
                          <a:spcPct val="115000"/>
                        </a:lnSpc>
                        <a:spcBef>
                          <a:spcPts val="0"/>
                        </a:spcBef>
                        <a:spcAft>
                          <a:spcPts val="0"/>
                        </a:spcAft>
                        <a:buNone/>
                      </a:pPr>
                      <a:r>
                        <a:rPr lang="en" sz="1800">
                          <a:solidFill>
                            <a:schemeClr val="dk1"/>
                          </a:solidFill>
                          <a:latin typeface="Germania One"/>
                          <a:ea typeface="Germania One"/>
                          <a:cs typeface="Germania One"/>
                          <a:sym typeface="Germania One"/>
                        </a:rPr>
                        <a:t>Book 5</a:t>
                      </a:r>
                      <a:endParaRPr sz="1800">
                        <a:solidFill>
                          <a:schemeClr val="dk1"/>
                        </a:solidFill>
                        <a:latin typeface="Germania One"/>
                        <a:ea typeface="Germania One"/>
                        <a:cs typeface="Germania One"/>
                        <a:sym typeface="Germania One"/>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rgbClr val="999999">
                        <a:alpha val="40000"/>
                      </a:srgbClr>
                    </a:solidFill>
                  </a:tcPr>
                </a:tc>
                <a:tc>
                  <a:txBody>
                    <a:bodyPr/>
                    <a:lstStyle/>
                    <a:p>
                      <a:pPr marL="0" lvl="0" indent="0" algn="l" rtl="0">
                        <a:spcBef>
                          <a:spcPts val="0"/>
                        </a:spcBef>
                        <a:spcAft>
                          <a:spcPts val="0"/>
                        </a:spcAft>
                        <a:buNone/>
                      </a:pPr>
                      <a:r>
                        <a:rPr lang="en">
                          <a:solidFill>
                            <a:schemeClr val="dk1"/>
                          </a:solidFill>
                          <a:latin typeface="Inter Tight"/>
                          <a:ea typeface="Inter Tight"/>
                          <a:cs typeface="Inter Tight"/>
                          <a:sym typeface="Inter Tight"/>
                        </a:rPr>
                        <a:t>Author</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Inter Tight"/>
                          <a:ea typeface="Inter Tight"/>
                          <a:cs typeface="Inter Tight"/>
                          <a:sym typeface="Inter Tight"/>
                        </a:rPr>
                        <a:t>XXXX</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Inter Tight"/>
                          <a:ea typeface="Inter Tight"/>
                          <a:cs typeface="Inter Tight"/>
                          <a:sym typeface="Inter Tight"/>
                        </a:rPr>
                        <a:t>Insert  a little resume here</a:t>
                      </a:r>
                      <a:endParaRPr>
                        <a:solidFill>
                          <a:schemeClr val="dk1"/>
                        </a:solidFill>
                        <a:latin typeface="Inter Tight"/>
                        <a:ea typeface="Inter Tight"/>
                        <a:cs typeface="Inter Tight"/>
                        <a:sym typeface="Inter Tigh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84"/>
        <p:cNvGrpSpPr/>
        <p:nvPr/>
      </p:nvGrpSpPr>
      <p:grpSpPr>
        <a:xfrm>
          <a:off x="0" y="0"/>
          <a:ext cx="0" cy="0"/>
          <a:chOff x="0" y="0"/>
          <a:chExt cx="0" cy="0"/>
        </a:xfrm>
      </p:grpSpPr>
      <p:sp>
        <p:nvSpPr>
          <p:cNvPr id="1985" name="Google Shape;1985;p5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Adepts of gothic literature in years</a:t>
            </a:r>
            <a:endParaRPr/>
          </a:p>
        </p:txBody>
      </p:sp>
      <p:sp>
        <p:nvSpPr>
          <p:cNvPr id="1986" name="Google Shape;1986;p57"/>
          <p:cNvSpPr txBox="1"/>
          <p:nvPr/>
        </p:nvSpPr>
        <p:spPr>
          <a:xfrm>
            <a:off x="720000" y="4296500"/>
            <a:ext cx="7704000" cy="30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Inter Tight"/>
                <a:ea typeface="Inter Tight"/>
                <a:cs typeface="Inter Tight"/>
                <a:sym typeface="Inter Tight"/>
              </a:rPr>
              <a:t>Follow the link in the graph to modify its data and then paste the new one here. </a:t>
            </a:r>
            <a:r>
              <a:rPr lang="en" sz="1200" b="1" u="sng">
                <a:solidFill>
                  <a:schemeClr val="dk1"/>
                </a:solidFill>
                <a:latin typeface="Inter Tight"/>
                <a:ea typeface="Inter Tight"/>
                <a:cs typeface="Inter Tight"/>
                <a:sym typeface="Inter Tight"/>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b="1" u="sng">
              <a:solidFill>
                <a:schemeClr val="dk1"/>
              </a:solidFill>
              <a:latin typeface="Inter Tight"/>
              <a:ea typeface="Inter Tight"/>
              <a:cs typeface="Inter Tight"/>
              <a:sym typeface="Inter Tight"/>
            </a:endParaRPr>
          </a:p>
        </p:txBody>
      </p:sp>
      <p:sp>
        <p:nvSpPr>
          <p:cNvPr id="1987" name="Google Shape;1987;p57"/>
          <p:cNvSpPr txBox="1">
            <a:spLocks noGrp="1"/>
          </p:cNvSpPr>
          <p:nvPr>
            <p:ph type="title" idx="4294967295"/>
          </p:nvPr>
        </p:nvSpPr>
        <p:spPr>
          <a:xfrm>
            <a:off x="4960950" y="1569138"/>
            <a:ext cx="1673100" cy="5277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t>xxxx</a:t>
            </a:r>
            <a:endParaRPr sz="2400"/>
          </a:p>
        </p:txBody>
      </p:sp>
      <p:sp>
        <p:nvSpPr>
          <p:cNvPr id="1988" name="Google Shape;1988;p57"/>
          <p:cNvSpPr txBox="1">
            <a:spLocks noGrp="1"/>
          </p:cNvSpPr>
          <p:nvPr>
            <p:ph type="subTitle" idx="4294967295"/>
          </p:nvPr>
        </p:nvSpPr>
        <p:spPr>
          <a:xfrm>
            <a:off x="4960950" y="1945963"/>
            <a:ext cx="16731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Mercury is quite a small planet</a:t>
            </a:r>
            <a:endParaRPr/>
          </a:p>
        </p:txBody>
      </p:sp>
      <p:sp>
        <p:nvSpPr>
          <p:cNvPr id="1989" name="Google Shape;1989;p57"/>
          <p:cNvSpPr txBox="1">
            <a:spLocks noGrp="1"/>
          </p:cNvSpPr>
          <p:nvPr>
            <p:ph type="title" idx="4294967295"/>
          </p:nvPr>
        </p:nvSpPr>
        <p:spPr>
          <a:xfrm>
            <a:off x="4960950" y="2889899"/>
            <a:ext cx="1673100" cy="5277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t>xxxx</a:t>
            </a:r>
            <a:endParaRPr sz="2400"/>
          </a:p>
        </p:txBody>
      </p:sp>
      <p:sp>
        <p:nvSpPr>
          <p:cNvPr id="1990" name="Google Shape;1990;p57"/>
          <p:cNvSpPr txBox="1">
            <a:spLocks noGrp="1"/>
          </p:cNvSpPr>
          <p:nvPr>
            <p:ph type="subTitle" idx="4294967295"/>
          </p:nvPr>
        </p:nvSpPr>
        <p:spPr>
          <a:xfrm>
            <a:off x="4960950" y="3266713"/>
            <a:ext cx="16731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Jupiter is an enormous planet</a:t>
            </a:r>
            <a:endParaRPr/>
          </a:p>
        </p:txBody>
      </p:sp>
      <p:sp>
        <p:nvSpPr>
          <p:cNvPr id="1991" name="Google Shape;1991;p57"/>
          <p:cNvSpPr txBox="1">
            <a:spLocks noGrp="1"/>
          </p:cNvSpPr>
          <p:nvPr>
            <p:ph type="title" idx="4294967295"/>
          </p:nvPr>
        </p:nvSpPr>
        <p:spPr>
          <a:xfrm>
            <a:off x="6750900" y="1569138"/>
            <a:ext cx="1673100" cy="5277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t>xxxx</a:t>
            </a:r>
            <a:endParaRPr sz="2400"/>
          </a:p>
        </p:txBody>
      </p:sp>
      <p:sp>
        <p:nvSpPr>
          <p:cNvPr id="1992" name="Google Shape;1992;p57"/>
          <p:cNvSpPr txBox="1">
            <a:spLocks noGrp="1"/>
          </p:cNvSpPr>
          <p:nvPr>
            <p:ph type="subTitle" idx="4294967295"/>
          </p:nvPr>
        </p:nvSpPr>
        <p:spPr>
          <a:xfrm>
            <a:off x="6750900" y="1945963"/>
            <a:ext cx="16731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Venus has very high temperatures</a:t>
            </a:r>
            <a:endParaRPr/>
          </a:p>
        </p:txBody>
      </p:sp>
      <p:sp>
        <p:nvSpPr>
          <p:cNvPr id="1993" name="Google Shape;1993;p57"/>
          <p:cNvSpPr txBox="1">
            <a:spLocks noGrp="1"/>
          </p:cNvSpPr>
          <p:nvPr>
            <p:ph type="title" idx="4294967295"/>
          </p:nvPr>
        </p:nvSpPr>
        <p:spPr>
          <a:xfrm>
            <a:off x="6750900" y="2889899"/>
            <a:ext cx="1673100" cy="5277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t>xxxx</a:t>
            </a:r>
            <a:endParaRPr sz="2400"/>
          </a:p>
        </p:txBody>
      </p:sp>
      <p:sp>
        <p:nvSpPr>
          <p:cNvPr id="1994" name="Google Shape;1994;p57"/>
          <p:cNvSpPr txBox="1">
            <a:spLocks noGrp="1"/>
          </p:cNvSpPr>
          <p:nvPr>
            <p:ph type="subTitle" idx="4294967295"/>
          </p:nvPr>
        </p:nvSpPr>
        <p:spPr>
          <a:xfrm>
            <a:off x="6750900" y="3266713"/>
            <a:ext cx="16731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Saturn is a gas giant with rings</a:t>
            </a:r>
            <a:endParaRPr/>
          </a:p>
        </p:txBody>
      </p:sp>
      <p:pic>
        <p:nvPicPr>
          <p:cNvPr id="1995" name="Google Shape;1995;p57" title="Gráfico">
            <a:hlinkClick r:id="rId4"/>
          </p:cNvPr>
          <p:cNvPicPr preferRelativeResize="0"/>
          <p:nvPr/>
        </p:nvPicPr>
        <p:blipFill>
          <a:blip r:embed="rId5">
            <a:alphaModFix/>
          </a:blip>
          <a:stretch>
            <a:fillRect/>
          </a:stretch>
        </p:blipFill>
        <p:spPr>
          <a:xfrm>
            <a:off x="720007" y="1427600"/>
            <a:ext cx="3906735" cy="2748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16"/>
        <p:cNvGrpSpPr/>
        <p:nvPr/>
      </p:nvGrpSpPr>
      <p:grpSpPr>
        <a:xfrm>
          <a:off x="0" y="0"/>
          <a:ext cx="0" cy="0"/>
          <a:chOff x="0" y="0"/>
          <a:chExt cx="0" cy="0"/>
        </a:xfrm>
      </p:grpSpPr>
      <p:sp>
        <p:nvSpPr>
          <p:cNvPr id="2017" name="Google Shape;2017;p5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Symbolic elements in gothic literature</a:t>
            </a:r>
            <a:endParaRPr/>
          </a:p>
        </p:txBody>
      </p:sp>
      <p:sp>
        <p:nvSpPr>
          <p:cNvPr id="2018" name="Google Shape;2018;p59"/>
          <p:cNvSpPr txBox="1"/>
          <p:nvPr/>
        </p:nvSpPr>
        <p:spPr>
          <a:xfrm>
            <a:off x="4179000" y="1414450"/>
            <a:ext cx="4245000" cy="660000"/>
          </a:xfrm>
          <a:prstGeom prst="rect">
            <a:avLst/>
          </a:prstGeom>
          <a:solidFill>
            <a:srgbClr val="999999">
              <a:alpha val="22780"/>
            </a:srgbClr>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Illumination in the darkness, representing knowledge, revelation, and a contrast between light and shadow</a:t>
            </a:r>
            <a:endParaRPr>
              <a:solidFill>
                <a:schemeClr val="dk1"/>
              </a:solidFill>
              <a:latin typeface="Inter Tight"/>
              <a:ea typeface="Inter Tight"/>
              <a:cs typeface="Inter Tight"/>
              <a:sym typeface="Inter Tight"/>
            </a:endParaRPr>
          </a:p>
        </p:txBody>
      </p:sp>
      <p:sp>
        <p:nvSpPr>
          <p:cNvPr id="2019" name="Google Shape;2019;p59"/>
          <p:cNvSpPr txBox="1"/>
          <p:nvPr/>
        </p:nvSpPr>
        <p:spPr>
          <a:xfrm>
            <a:off x="1413975" y="1414450"/>
            <a:ext cx="2765100" cy="660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200">
                <a:solidFill>
                  <a:schemeClr val="dk1"/>
                </a:solidFill>
                <a:latin typeface="Germania One"/>
                <a:ea typeface="Germania One"/>
                <a:cs typeface="Germania One"/>
                <a:sym typeface="Germania One"/>
              </a:rPr>
              <a:t>Candles and lanterns</a:t>
            </a:r>
            <a:endParaRPr sz="2200">
              <a:solidFill>
                <a:schemeClr val="dk1"/>
              </a:solidFill>
              <a:latin typeface="Germania One"/>
              <a:ea typeface="Germania One"/>
              <a:cs typeface="Germania One"/>
              <a:sym typeface="Germania One"/>
            </a:endParaRPr>
          </a:p>
        </p:txBody>
      </p:sp>
      <p:sp>
        <p:nvSpPr>
          <p:cNvPr id="2020" name="Google Shape;2020;p59"/>
          <p:cNvSpPr txBox="1"/>
          <p:nvPr/>
        </p:nvSpPr>
        <p:spPr>
          <a:xfrm>
            <a:off x="4179000" y="2221458"/>
            <a:ext cx="4245000" cy="660000"/>
          </a:xfrm>
          <a:prstGeom prst="rect">
            <a:avLst/>
          </a:prstGeom>
          <a:solidFill>
            <a:srgbClr val="999999">
              <a:alpha val="22780"/>
            </a:srgbClr>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Obscures vision, creating a sense of mystery, foreboding, and the unknown</a:t>
            </a:r>
            <a:endParaRPr>
              <a:solidFill>
                <a:schemeClr val="dk1"/>
              </a:solidFill>
              <a:latin typeface="Inter Tight"/>
              <a:ea typeface="Inter Tight"/>
              <a:cs typeface="Inter Tight"/>
              <a:sym typeface="Inter Tight"/>
            </a:endParaRPr>
          </a:p>
        </p:txBody>
      </p:sp>
      <p:sp>
        <p:nvSpPr>
          <p:cNvPr id="2021" name="Google Shape;2021;p59"/>
          <p:cNvSpPr txBox="1"/>
          <p:nvPr/>
        </p:nvSpPr>
        <p:spPr>
          <a:xfrm>
            <a:off x="1413975" y="2221458"/>
            <a:ext cx="2765100" cy="660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200">
                <a:solidFill>
                  <a:schemeClr val="dk1"/>
                </a:solidFill>
                <a:latin typeface="Germania One"/>
                <a:ea typeface="Germania One"/>
                <a:cs typeface="Germania One"/>
                <a:sym typeface="Germania One"/>
              </a:rPr>
              <a:t>Mist and fog</a:t>
            </a:r>
            <a:endParaRPr sz="2200">
              <a:solidFill>
                <a:schemeClr val="dk1"/>
              </a:solidFill>
              <a:latin typeface="Germania One"/>
              <a:ea typeface="Germania One"/>
              <a:cs typeface="Germania One"/>
              <a:sym typeface="Germania One"/>
            </a:endParaRPr>
          </a:p>
        </p:txBody>
      </p:sp>
      <p:sp>
        <p:nvSpPr>
          <p:cNvPr id="2022" name="Google Shape;2022;p59"/>
          <p:cNvSpPr txBox="1"/>
          <p:nvPr/>
        </p:nvSpPr>
        <p:spPr>
          <a:xfrm>
            <a:off x="4179000" y="3028466"/>
            <a:ext cx="4245000" cy="660000"/>
          </a:xfrm>
          <a:prstGeom prst="rect">
            <a:avLst/>
          </a:prstGeom>
          <a:solidFill>
            <a:srgbClr val="999999">
              <a:alpha val="22780"/>
            </a:srgbClr>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Reminders of mortality, emphasizing the theme of death and the macabre</a:t>
            </a:r>
            <a:endParaRPr>
              <a:solidFill>
                <a:schemeClr val="dk1"/>
              </a:solidFill>
              <a:latin typeface="Inter Tight"/>
              <a:ea typeface="Inter Tight"/>
              <a:cs typeface="Inter Tight"/>
              <a:sym typeface="Inter Tight"/>
            </a:endParaRPr>
          </a:p>
        </p:txBody>
      </p:sp>
      <p:sp>
        <p:nvSpPr>
          <p:cNvPr id="2023" name="Google Shape;2023;p59"/>
          <p:cNvSpPr txBox="1"/>
          <p:nvPr/>
        </p:nvSpPr>
        <p:spPr>
          <a:xfrm>
            <a:off x="1413975" y="3028466"/>
            <a:ext cx="2765100" cy="660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200">
                <a:solidFill>
                  <a:schemeClr val="dk1"/>
                </a:solidFill>
                <a:latin typeface="Germania One"/>
                <a:ea typeface="Germania One"/>
                <a:cs typeface="Germania One"/>
                <a:sym typeface="Germania One"/>
              </a:rPr>
              <a:t>Skulls and skeletons</a:t>
            </a:r>
            <a:endParaRPr sz="2200">
              <a:solidFill>
                <a:schemeClr val="dk1"/>
              </a:solidFill>
              <a:latin typeface="Germania One"/>
              <a:ea typeface="Germania One"/>
              <a:cs typeface="Germania One"/>
              <a:sym typeface="Germania One"/>
            </a:endParaRPr>
          </a:p>
        </p:txBody>
      </p:sp>
      <p:sp>
        <p:nvSpPr>
          <p:cNvPr id="2024" name="Google Shape;2024;p59"/>
          <p:cNvSpPr txBox="1"/>
          <p:nvPr/>
        </p:nvSpPr>
        <p:spPr>
          <a:xfrm>
            <a:off x="4179000" y="3835475"/>
            <a:ext cx="4245000" cy="660000"/>
          </a:xfrm>
          <a:prstGeom prst="rect">
            <a:avLst/>
          </a:prstGeom>
          <a:solidFill>
            <a:srgbClr val="999999">
              <a:alpha val="22780"/>
            </a:srgbClr>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Represents love, but in the gothic context, it may symbolize forbidden or tragic love</a:t>
            </a:r>
            <a:endParaRPr>
              <a:solidFill>
                <a:schemeClr val="dk1"/>
              </a:solidFill>
              <a:latin typeface="Inter Tight"/>
              <a:ea typeface="Inter Tight"/>
              <a:cs typeface="Inter Tight"/>
              <a:sym typeface="Inter Tight"/>
            </a:endParaRPr>
          </a:p>
        </p:txBody>
      </p:sp>
      <p:sp>
        <p:nvSpPr>
          <p:cNvPr id="2025" name="Google Shape;2025;p59"/>
          <p:cNvSpPr txBox="1"/>
          <p:nvPr/>
        </p:nvSpPr>
        <p:spPr>
          <a:xfrm>
            <a:off x="1410600" y="3835475"/>
            <a:ext cx="2765100" cy="660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200">
                <a:solidFill>
                  <a:schemeClr val="dk1"/>
                </a:solidFill>
                <a:latin typeface="Germania One"/>
                <a:ea typeface="Germania One"/>
                <a:cs typeface="Germania One"/>
                <a:sym typeface="Germania One"/>
              </a:rPr>
              <a:t>Red roses</a:t>
            </a:r>
            <a:endParaRPr sz="2200">
              <a:solidFill>
                <a:schemeClr val="dk1"/>
              </a:solidFill>
              <a:latin typeface="Germania One"/>
              <a:ea typeface="Germania One"/>
              <a:cs typeface="Germania One"/>
              <a:sym typeface="Germania One"/>
            </a:endParaRPr>
          </a:p>
        </p:txBody>
      </p:sp>
      <p:sp>
        <p:nvSpPr>
          <p:cNvPr id="2026" name="Google Shape;2026;p59"/>
          <p:cNvSpPr txBox="1"/>
          <p:nvPr/>
        </p:nvSpPr>
        <p:spPr>
          <a:xfrm>
            <a:off x="716613" y="1414450"/>
            <a:ext cx="690600" cy="6600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01</a:t>
            </a:r>
            <a:endParaRPr sz="2400">
              <a:solidFill>
                <a:schemeClr val="dk1"/>
              </a:solidFill>
              <a:latin typeface="Germania One"/>
              <a:ea typeface="Germania One"/>
              <a:cs typeface="Germania One"/>
              <a:sym typeface="Germania One"/>
            </a:endParaRPr>
          </a:p>
        </p:txBody>
      </p:sp>
      <p:sp>
        <p:nvSpPr>
          <p:cNvPr id="2027" name="Google Shape;2027;p59"/>
          <p:cNvSpPr txBox="1"/>
          <p:nvPr/>
        </p:nvSpPr>
        <p:spPr>
          <a:xfrm>
            <a:off x="716613" y="2221458"/>
            <a:ext cx="690600" cy="6600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02</a:t>
            </a:r>
            <a:endParaRPr sz="2400">
              <a:solidFill>
                <a:schemeClr val="dk1"/>
              </a:solidFill>
              <a:latin typeface="Germania One"/>
              <a:ea typeface="Germania One"/>
              <a:cs typeface="Germania One"/>
              <a:sym typeface="Germania One"/>
            </a:endParaRPr>
          </a:p>
        </p:txBody>
      </p:sp>
      <p:sp>
        <p:nvSpPr>
          <p:cNvPr id="2028" name="Google Shape;2028;p59"/>
          <p:cNvSpPr txBox="1"/>
          <p:nvPr/>
        </p:nvSpPr>
        <p:spPr>
          <a:xfrm>
            <a:off x="716613" y="3028466"/>
            <a:ext cx="690600" cy="6600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03</a:t>
            </a:r>
            <a:endParaRPr sz="2400">
              <a:solidFill>
                <a:schemeClr val="dk1"/>
              </a:solidFill>
              <a:latin typeface="Germania One"/>
              <a:ea typeface="Germania One"/>
              <a:cs typeface="Germania One"/>
              <a:sym typeface="Germania One"/>
            </a:endParaRPr>
          </a:p>
        </p:txBody>
      </p:sp>
      <p:sp>
        <p:nvSpPr>
          <p:cNvPr id="2029" name="Google Shape;2029;p59"/>
          <p:cNvSpPr txBox="1"/>
          <p:nvPr/>
        </p:nvSpPr>
        <p:spPr>
          <a:xfrm>
            <a:off x="716613" y="3835475"/>
            <a:ext cx="690600" cy="660000"/>
          </a:xfrm>
          <a:prstGeom prst="rect">
            <a:avLst/>
          </a:prstGeom>
          <a:solidFill>
            <a:srgbClr val="999999">
              <a:alpha val="40000"/>
            </a:srgbClr>
          </a:solid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04</a:t>
            </a:r>
            <a:endParaRPr sz="2400">
              <a:solidFill>
                <a:schemeClr val="dk1"/>
              </a:solidFill>
              <a:latin typeface="Germania One"/>
              <a:ea typeface="Germania One"/>
              <a:cs typeface="Germania One"/>
              <a:sym typeface="Germania One"/>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33"/>
        <p:cNvGrpSpPr/>
        <p:nvPr/>
      </p:nvGrpSpPr>
      <p:grpSpPr>
        <a:xfrm>
          <a:off x="0" y="0"/>
          <a:ext cx="0" cy="0"/>
          <a:chOff x="0" y="0"/>
          <a:chExt cx="0" cy="0"/>
        </a:xfrm>
      </p:grpSpPr>
      <p:sp>
        <p:nvSpPr>
          <p:cNvPr id="2034" name="Google Shape;2034;p6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most famous authors</a:t>
            </a:r>
            <a:endParaRPr/>
          </a:p>
        </p:txBody>
      </p:sp>
      <p:graphicFrame>
        <p:nvGraphicFramePr>
          <p:cNvPr id="2035" name="Google Shape;2035;p60"/>
          <p:cNvGraphicFramePr/>
          <p:nvPr/>
        </p:nvGraphicFramePr>
        <p:xfrm>
          <a:off x="720000" y="1414389"/>
          <a:ext cx="3000000" cy="3000000"/>
        </p:xfrm>
        <a:graphic>
          <a:graphicData uri="http://schemas.openxmlformats.org/drawingml/2006/table">
            <a:tbl>
              <a:tblPr>
                <a:noFill/>
                <a:tableStyleId>{86058C78-6472-4ECB-A7C8-18051B10B224}</a:tableStyleId>
              </a:tblPr>
              <a:tblGrid>
                <a:gridCol w="1598075">
                  <a:extLst>
                    <a:ext uri="{9D8B030D-6E8A-4147-A177-3AD203B41FA5}">
                      <a16:colId xmlns:a16="http://schemas.microsoft.com/office/drawing/2014/main" val="20000"/>
                    </a:ext>
                  </a:extLst>
                </a:gridCol>
                <a:gridCol w="2008125">
                  <a:extLst>
                    <a:ext uri="{9D8B030D-6E8A-4147-A177-3AD203B41FA5}">
                      <a16:colId xmlns:a16="http://schemas.microsoft.com/office/drawing/2014/main" val="20001"/>
                    </a:ext>
                  </a:extLst>
                </a:gridCol>
                <a:gridCol w="4097800">
                  <a:extLst>
                    <a:ext uri="{9D8B030D-6E8A-4147-A177-3AD203B41FA5}">
                      <a16:colId xmlns:a16="http://schemas.microsoft.com/office/drawing/2014/main" val="20002"/>
                    </a:ext>
                  </a:extLst>
                </a:gridCol>
              </a:tblGrid>
              <a:tr h="531600">
                <a:tc>
                  <a:txBody>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XXXX</a:t>
                      </a:r>
                      <a:endParaRPr sz="2400">
                        <a:solidFill>
                          <a:schemeClr val="dk1"/>
                        </a:solidFill>
                        <a:latin typeface="Germania One"/>
                        <a:ea typeface="Germania One"/>
                        <a:cs typeface="Germania One"/>
                        <a:sym typeface="Germania One"/>
                      </a:endParaRPr>
                    </a:p>
                  </a:txBody>
                  <a:tcPr marL="91425" marR="91425" marT="0" marB="0"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Author’s name</a:t>
                      </a:r>
                      <a:endParaRPr>
                        <a:solidFill>
                          <a:schemeClr val="dk1"/>
                        </a:solidFill>
                        <a:latin typeface="Inter Tight"/>
                        <a:ea typeface="Inter Tight"/>
                        <a:cs typeface="Inter Tight"/>
                        <a:sym typeface="Inter Tigh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Brief description about the author here</a:t>
                      </a:r>
                      <a:endParaRPr>
                        <a:solidFill>
                          <a:schemeClr val="dk1"/>
                        </a:solidFill>
                        <a:latin typeface="Inter Tight"/>
                        <a:ea typeface="Inter Tight"/>
                        <a:cs typeface="Inter Tight"/>
                        <a:sym typeface="Inter Tight"/>
                      </a:endParaRPr>
                    </a:p>
                  </a:txBody>
                  <a:tcPr marL="91425" marR="91425" marT="0" marB="0"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31600">
                <a:tc>
                  <a:txBody>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XXXX</a:t>
                      </a:r>
                      <a:endParaRPr sz="2400">
                        <a:solidFill>
                          <a:schemeClr val="dk1"/>
                        </a:solidFill>
                        <a:latin typeface="Germania One"/>
                        <a:ea typeface="Germania One"/>
                        <a:cs typeface="Germania One"/>
                        <a:sym typeface="Germania One"/>
                      </a:endParaRPr>
                    </a:p>
                  </a:txBody>
                  <a:tcPr marL="91425" marR="91425" marT="0" marB="0"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Author’s name</a:t>
                      </a:r>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Brief description about the author here</a:t>
                      </a:r>
                      <a:endParaRPr>
                        <a:solidFill>
                          <a:schemeClr val="dk1"/>
                        </a:solidFill>
                        <a:latin typeface="Inter Tight"/>
                        <a:ea typeface="Inter Tight"/>
                        <a:cs typeface="Inter Tight"/>
                        <a:sym typeface="Inter Tight"/>
                      </a:endParaRPr>
                    </a:p>
                  </a:txBody>
                  <a:tcPr marL="91425" marR="91425" marT="0" marB="0"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31600">
                <a:tc>
                  <a:txBody>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XXXX</a:t>
                      </a:r>
                      <a:endParaRPr sz="2400">
                        <a:solidFill>
                          <a:schemeClr val="dk1"/>
                        </a:solidFill>
                        <a:latin typeface="Germania One"/>
                        <a:ea typeface="Germania One"/>
                        <a:cs typeface="Germania One"/>
                        <a:sym typeface="Germania One"/>
                      </a:endParaRPr>
                    </a:p>
                  </a:txBody>
                  <a:tcPr marL="91425" marR="91425" marT="0" marB="0"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Author’s name</a:t>
                      </a:r>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Brief description about the author here</a:t>
                      </a:r>
                      <a:endParaRPr>
                        <a:solidFill>
                          <a:schemeClr val="dk1"/>
                        </a:solidFill>
                        <a:latin typeface="Inter Tight"/>
                        <a:ea typeface="Inter Tight"/>
                        <a:cs typeface="Inter Tight"/>
                        <a:sym typeface="Inter Tight"/>
                      </a:endParaRPr>
                    </a:p>
                  </a:txBody>
                  <a:tcPr marL="91425" marR="91425" marT="0" marB="0"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31600">
                <a:tc>
                  <a:txBody>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XXXX</a:t>
                      </a:r>
                      <a:endParaRPr sz="2400">
                        <a:solidFill>
                          <a:schemeClr val="dk1"/>
                        </a:solidFill>
                        <a:latin typeface="Germania One"/>
                        <a:ea typeface="Germania One"/>
                        <a:cs typeface="Germania One"/>
                        <a:sym typeface="Germania One"/>
                      </a:endParaRPr>
                    </a:p>
                  </a:txBody>
                  <a:tcPr marL="91425" marR="91425" marT="0" marB="0"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Author’s name</a:t>
                      </a:r>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Brief description about the author here</a:t>
                      </a:r>
                      <a:endParaRPr>
                        <a:solidFill>
                          <a:schemeClr val="dk1"/>
                        </a:solidFill>
                        <a:latin typeface="Inter Tight"/>
                        <a:ea typeface="Inter Tight"/>
                        <a:cs typeface="Inter Tight"/>
                        <a:sym typeface="Inter Tight"/>
                      </a:endParaRPr>
                    </a:p>
                  </a:txBody>
                  <a:tcPr marL="91425" marR="91425" marT="0" marB="0"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31600">
                <a:tc>
                  <a:txBody>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XXXX</a:t>
                      </a:r>
                      <a:endParaRPr sz="2400">
                        <a:solidFill>
                          <a:schemeClr val="dk1"/>
                        </a:solidFill>
                        <a:latin typeface="Germania One"/>
                        <a:ea typeface="Germania One"/>
                        <a:cs typeface="Germania One"/>
                        <a:sym typeface="Germania One"/>
                      </a:endParaRPr>
                    </a:p>
                  </a:txBody>
                  <a:tcPr marL="91425" marR="91425" marT="0" marB="0"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Author’s name</a:t>
                      </a:r>
                      <a:endParaRPr>
                        <a:solidFill>
                          <a:schemeClr val="dk1"/>
                        </a:solidFill>
                        <a:latin typeface="Inter Tight"/>
                        <a:ea typeface="Inter Tight"/>
                        <a:cs typeface="Inter Tight"/>
                        <a:sym typeface="Inter Tigh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Brief description about the author here</a:t>
                      </a:r>
                      <a:endParaRPr>
                        <a:solidFill>
                          <a:schemeClr val="dk1"/>
                        </a:solidFill>
                        <a:latin typeface="Inter Tight"/>
                        <a:ea typeface="Inter Tight"/>
                        <a:cs typeface="Inter Tight"/>
                        <a:sym typeface="Inter Tight"/>
                      </a:endParaRPr>
                    </a:p>
                  </a:txBody>
                  <a:tcPr marL="91425" marR="91425" marT="0" marB="0"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31600">
                <a:tc>
                  <a:txBody>
                    <a:bodyPr/>
                    <a:lstStyle/>
                    <a:p>
                      <a:pPr marL="0" lvl="0" indent="0" algn="ctr"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XXXX</a:t>
                      </a:r>
                      <a:endParaRPr sz="2400">
                        <a:solidFill>
                          <a:schemeClr val="dk1"/>
                        </a:solidFill>
                        <a:latin typeface="Germania One"/>
                        <a:ea typeface="Germania One"/>
                        <a:cs typeface="Germania One"/>
                        <a:sym typeface="Germania One"/>
                      </a:endParaRPr>
                    </a:p>
                  </a:txBody>
                  <a:tcPr marL="91425" marR="91425" marT="0" marB="0"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999999">
                        <a:alpha val="40000"/>
                      </a:srgbClr>
                    </a:solidFill>
                  </a:tcPr>
                </a:tc>
                <a:tc>
                  <a:txBody>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Author’s name</a:t>
                      </a:r>
                      <a:endParaRPr>
                        <a:solidFill>
                          <a:schemeClr val="dk1"/>
                        </a:solidFill>
                        <a:latin typeface="Inter Tight"/>
                        <a:ea typeface="Inter Tight"/>
                        <a:cs typeface="Inter Tight"/>
                        <a:sym typeface="Inter Tigh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Brief description about the author here</a:t>
                      </a:r>
                      <a:endParaRPr>
                        <a:solidFill>
                          <a:schemeClr val="dk1"/>
                        </a:solidFill>
                        <a:latin typeface="Inter Tight"/>
                        <a:ea typeface="Inter Tight"/>
                        <a:cs typeface="Inter Tight"/>
                        <a:sym typeface="Inter Tight"/>
                      </a:endParaRPr>
                    </a:p>
                  </a:txBody>
                  <a:tcPr marL="91425" marR="91425" marT="0" marB="0"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pSp>
        <p:nvGrpSpPr>
          <p:cNvPr id="2036" name="Google Shape;2036;p60"/>
          <p:cNvGrpSpPr/>
          <p:nvPr/>
        </p:nvGrpSpPr>
        <p:grpSpPr>
          <a:xfrm rot="-899879">
            <a:off x="7818598" y="2180257"/>
            <a:ext cx="1660413" cy="2668975"/>
            <a:chOff x="5754234" y="1164070"/>
            <a:chExt cx="1871471" cy="3008234"/>
          </a:xfrm>
        </p:grpSpPr>
        <p:sp>
          <p:nvSpPr>
            <p:cNvPr id="2037" name="Google Shape;2037;p60"/>
            <p:cNvSpPr/>
            <p:nvPr/>
          </p:nvSpPr>
          <p:spPr>
            <a:xfrm>
              <a:off x="6123328" y="1456778"/>
              <a:ext cx="1463135" cy="707517"/>
            </a:xfrm>
            <a:custGeom>
              <a:avLst/>
              <a:gdLst/>
              <a:ahLst/>
              <a:cxnLst/>
              <a:rect l="l" t="t" r="r" b="b"/>
              <a:pathLst>
                <a:path w="1463135" h="707517" extrusionOk="0">
                  <a:moveTo>
                    <a:pt x="0" y="707517"/>
                  </a:moveTo>
                  <a:lnTo>
                    <a:pt x="1121474" y="0"/>
                  </a:lnTo>
                  <a:lnTo>
                    <a:pt x="1463135" y="255175"/>
                  </a:lnTo>
                  <a:cubicBezTo>
                    <a:pt x="1287113" y="314611"/>
                    <a:pt x="1096232" y="380905"/>
                    <a:pt x="920210" y="440341"/>
                  </a:cubicBezTo>
                  <a:cubicBezTo>
                    <a:pt x="846963" y="465106"/>
                    <a:pt x="773621" y="489871"/>
                    <a:pt x="701802" y="518636"/>
                  </a:cubicBezTo>
                  <a:cubicBezTo>
                    <a:pt x="636460" y="544830"/>
                    <a:pt x="572453" y="574453"/>
                    <a:pt x="506539" y="599313"/>
                  </a:cubicBezTo>
                  <a:cubicBezTo>
                    <a:pt x="343662" y="660749"/>
                    <a:pt x="174022" y="707517"/>
                    <a:pt x="0" y="707517"/>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8" name="Google Shape;2038;p60"/>
            <p:cNvSpPr/>
            <p:nvPr/>
          </p:nvSpPr>
          <p:spPr>
            <a:xfrm>
              <a:off x="6254868" y="1522595"/>
              <a:ext cx="1083659" cy="607790"/>
            </a:xfrm>
            <a:custGeom>
              <a:avLst/>
              <a:gdLst/>
              <a:ahLst/>
              <a:cxnLst/>
              <a:rect l="l" t="t" r="r" b="b"/>
              <a:pathLst>
                <a:path w="1083659" h="607790" extrusionOk="0">
                  <a:moveTo>
                    <a:pt x="0" y="607790"/>
                  </a:moveTo>
                  <a:cubicBezTo>
                    <a:pt x="362998" y="408432"/>
                    <a:pt x="724281" y="205835"/>
                    <a:pt x="1083659" y="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9" name="Google Shape;2039;p60"/>
            <p:cNvSpPr/>
            <p:nvPr/>
          </p:nvSpPr>
          <p:spPr>
            <a:xfrm>
              <a:off x="6264393" y="1612607"/>
              <a:ext cx="1185767" cy="512540"/>
            </a:xfrm>
            <a:custGeom>
              <a:avLst/>
              <a:gdLst/>
              <a:ahLst/>
              <a:cxnLst/>
              <a:rect l="l" t="t" r="r" b="b"/>
              <a:pathLst>
                <a:path w="1185767" h="512540" extrusionOk="0">
                  <a:moveTo>
                    <a:pt x="0" y="512540"/>
                  </a:moveTo>
                  <a:cubicBezTo>
                    <a:pt x="0" y="512540"/>
                    <a:pt x="697230" y="212122"/>
                    <a:pt x="1185767" y="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0" name="Google Shape;2040;p60"/>
            <p:cNvSpPr/>
            <p:nvPr/>
          </p:nvSpPr>
          <p:spPr>
            <a:xfrm>
              <a:off x="5883107" y="1249514"/>
              <a:ext cx="491394" cy="960786"/>
            </a:xfrm>
            <a:custGeom>
              <a:avLst/>
              <a:gdLst/>
              <a:ahLst/>
              <a:cxnLst/>
              <a:rect l="l" t="t" r="r" b="b"/>
              <a:pathLst>
                <a:path w="491394" h="960786" extrusionOk="0">
                  <a:moveTo>
                    <a:pt x="138779" y="919448"/>
                  </a:moveTo>
                  <a:cubicBezTo>
                    <a:pt x="251555" y="753809"/>
                    <a:pt x="369094" y="591788"/>
                    <a:pt x="491395" y="432911"/>
                  </a:cubicBezTo>
                  <a:lnTo>
                    <a:pt x="491395" y="3620"/>
                  </a:lnTo>
                  <a:cubicBezTo>
                    <a:pt x="490157" y="2381"/>
                    <a:pt x="489014" y="1238"/>
                    <a:pt x="487775" y="0"/>
                  </a:cubicBezTo>
                  <a:cubicBezTo>
                    <a:pt x="309658" y="312230"/>
                    <a:pt x="144304" y="631603"/>
                    <a:pt x="0" y="960787"/>
                  </a:cubicBezTo>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1" name="Google Shape;2041;p60"/>
            <p:cNvSpPr/>
            <p:nvPr/>
          </p:nvSpPr>
          <p:spPr>
            <a:xfrm>
              <a:off x="5792905" y="1187982"/>
              <a:ext cx="579215" cy="931449"/>
            </a:xfrm>
            <a:custGeom>
              <a:avLst/>
              <a:gdLst/>
              <a:ahLst/>
              <a:cxnLst/>
              <a:rect l="l" t="t" r="r" b="b"/>
              <a:pathLst>
                <a:path w="579215" h="931449" extrusionOk="0">
                  <a:moveTo>
                    <a:pt x="579215" y="58579"/>
                  </a:moveTo>
                  <a:cubicBezTo>
                    <a:pt x="527685" y="29813"/>
                    <a:pt x="400241" y="0"/>
                    <a:pt x="400241" y="0"/>
                  </a:cubicBezTo>
                  <a:cubicBezTo>
                    <a:pt x="262414" y="288798"/>
                    <a:pt x="127635" y="587597"/>
                    <a:pt x="0" y="881063"/>
                  </a:cubicBezTo>
                  <a:cubicBezTo>
                    <a:pt x="24860" y="889445"/>
                    <a:pt x="111633" y="927545"/>
                    <a:pt x="132302" y="931450"/>
                  </a:cubicBezTo>
                  <a:cubicBezTo>
                    <a:pt x="137827" y="922877"/>
                    <a:pt x="435864" y="343091"/>
                    <a:pt x="579215" y="58579"/>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2" name="Google Shape;2042;p60"/>
            <p:cNvSpPr/>
            <p:nvPr/>
          </p:nvSpPr>
          <p:spPr>
            <a:xfrm>
              <a:off x="5857771" y="1215319"/>
              <a:ext cx="419195" cy="850487"/>
            </a:xfrm>
            <a:custGeom>
              <a:avLst/>
              <a:gdLst/>
              <a:ahLst/>
              <a:cxnLst/>
              <a:rect l="l" t="t" r="r" b="b"/>
              <a:pathLst>
                <a:path w="419195" h="850487" extrusionOk="0">
                  <a:moveTo>
                    <a:pt x="0" y="850487"/>
                  </a:moveTo>
                  <a:cubicBezTo>
                    <a:pt x="132398" y="563499"/>
                    <a:pt x="272129" y="279844"/>
                    <a:pt x="419195" y="0"/>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3" name="Google Shape;2043;p60"/>
            <p:cNvSpPr/>
            <p:nvPr/>
          </p:nvSpPr>
          <p:spPr>
            <a:xfrm>
              <a:off x="5880726" y="1653850"/>
              <a:ext cx="234029" cy="433292"/>
            </a:xfrm>
            <a:custGeom>
              <a:avLst/>
              <a:gdLst/>
              <a:ahLst/>
              <a:cxnLst/>
              <a:rect l="l" t="t" r="r" b="b"/>
              <a:pathLst>
                <a:path w="234029" h="433292" extrusionOk="0">
                  <a:moveTo>
                    <a:pt x="0" y="433292"/>
                  </a:moveTo>
                  <a:cubicBezTo>
                    <a:pt x="78010" y="288893"/>
                    <a:pt x="156020" y="144399"/>
                    <a:pt x="234029" y="0"/>
                  </a:cubicBezTo>
                </a:path>
              </a:pathLst>
            </a:custGeom>
            <a:solidFill>
              <a:schemeClr val="dk1"/>
            </a:solidFill>
            <a:ln w="95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4" name="Google Shape;2044;p60"/>
            <p:cNvSpPr/>
            <p:nvPr/>
          </p:nvSpPr>
          <p:spPr>
            <a:xfrm>
              <a:off x="6171238" y="1236464"/>
              <a:ext cx="172878" cy="317468"/>
            </a:xfrm>
            <a:custGeom>
              <a:avLst/>
              <a:gdLst/>
              <a:ahLst/>
              <a:cxnLst/>
              <a:rect l="l" t="t" r="r" b="b"/>
              <a:pathLst>
                <a:path w="172878" h="317468" extrusionOk="0">
                  <a:moveTo>
                    <a:pt x="0" y="317468"/>
                  </a:moveTo>
                  <a:cubicBezTo>
                    <a:pt x="49435" y="234696"/>
                    <a:pt x="129350" y="86011"/>
                    <a:pt x="172879" y="0"/>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5" name="Google Shape;2045;p60"/>
            <p:cNvSpPr/>
            <p:nvPr/>
          </p:nvSpPr>
          <p:spPr>
            <a:xfrm>
              <a:off x="6020077" y="1225416"/>
              <a:ext cx="721457" cy="927163"/>
            </a:xfrm>
            <a:custGeom>
              <a:avLst/>
              <a:gdLst/>
              <a:ahLst/>
              <a:cxnLst/>
              <a:rect l="l" t="t" r="r" b="b"/>
              <a:pathLst>
                <a:path w="721457" h="927163" extrusionOk="0">
                  <a:moveTo>
                    <a:pt x="0" y="909066"/>
                  </a:moveTo>
                  <a:cubicBezTo>
                    <a:pt x="224409" y="606171"/>
                    <a:pt x="484442" y="293942"/>
                    <a:pt x="720376" y="0"/>
                  </a:cubicBezTo>
                  <a:cubicBezTo>
                    <a:pt x="720090" y="165354"/>
                    <a:pt x="721709" y="383858"/>
                    <a:pt x="721424" y="549212"/>
                  </a:cubicBezTo>
                  <a:cubicBezTo>
                    <a:pt x="517684" y="674084"/>
                    <a:pt x="129064" y="927164"/>
                    <a:pt x="129064" y="927164"/>
                  </a:cubicBezTo>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6" name="Google Shape;2046;p60"/>
            <p:cNvSpPr/>
            <p:nvPr/>
          </p:nvSpPr>
          <p:spPr>
            <a:xfrm>
              <a:off x="5967403" y="1216272"/>
              <a:ext cx="773048" cy="931830"/>
            </a:xfrm>
            <a:custGeom>
              <a:avLst/>
              <a:gdLst/>
              <a:ahLst/>
              <a:cxnLst/>
              <a:rect l="l" t="t" r="r" b="b"/>
              <a:pathLst>
                <a:path w="773048" h="931830" extrusionOk="0">
                  <a:moveTo>
                    <a:pt x="773049" y="9144"/>
                  </a:moveTo>
                  <a:lnTo>
                    <a:pt x="731139" y="0"/>
                  </a:lnTo>
                  <a:lnTo>
                    <a:pt x="0" y="910018"/>
                  </a:lnTo>
                  <a:lnTo>
                    <a:pt x="43625" y="931831"/>
                  </a:lnTo>
                  <a:lnTo>
                    <a:pt x="773049" y="9144"/>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7" name="Google Shape;2047;p60"/>
            <p:cNvSpPr/>
            <p:nvPr/>
          </p:nvSpPr>
          <p:spPr>
            <a:xfrm>
              <a:off x="6000455" y="1225987"/>
              <a:ext cx="712184" cy="894492"/>
            </a:xfrm>
            <a:custGeom>
              <a:avLst/>
              <a:gdLst/>
              <a:ahLst/>
              <a:cxnLst/>
              <a:rect l="l" t="t" r="r" b="b"/>
              <a:pathLst>
                <a:path w="712184" h="894492" extrusionOk="0">
                  <a:moveTo>
                    <a:pt x="0" y="894493"/>
                  </a:moveTo>
                  <a:cubicBezTo>
                    <a:pt x="0" y="894493"/>
                    <a:pt x="706279" y="7048"/>
                    <a:pt x="712184" y="0"/>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8" name="Google Shape;2048;p60"/>
            <p:cNvSpPr/>
            <p:nvPr/>
          </p:nvSpPr>
          <p:spPr>
            <a:xfrm>
              <a:off x="6152379" y="1488210"/>
              <a:ext cx="543972" cy="592455"/>
            </a:xfrm>
            <a:custGeom>
              <a:avLst/>
              <a:gdLst/>
              <a:ahLst/>
              <a:cxnLst/>
              <a:rect l="l" t="t" r="r" b="b"/>
              <a:pathLst>
                <a:path w="543972" h="592455" extrusionOk="0">
                  <a:moveTo>
                    <a:pt x="0" y="592455"/>
                  </a:moveTo>
                  <a:cubicBezTo>
                    <a:pt x="181356" y="395002"/>
                    <a:pt x="362617" y="197453"/>
                    <a:pt x="543973" y="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9" name="Google Shape;2049;p60"/>
            <p:cNvSpPr/>
            <p:nvPr/>
          </p:nvSpPr>
          <p:spPr>
            <a:xfrm>
              <a:off x="6424984" y="1659851"/>
              <a:ext cx="220027" cy="228409"/>
            </a:xfrm>
            <a:custGeom>
              <a:avLst/>
              <a:gdLst/>
              <a:ahLst/>
              <a:cxnLst/>
              <a:rect l="l" t="t" r="r" b="b"/>
              <a:pathLst>
                <a:path w="220027" h="228409" extrusionOk="0">
                  <a:moveTo>
                    <a:pt x="0" y="228409"/>
                  </a:moveTo>
                  <a:lnTo>
                    <a:pt x="220028" y="0"/>
                  </a:ln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0" name="Google Shape;2050;p60"/>
            <p:cNvSpPr/>
            <p:nvPr/>
          </p:nvSpPr>
          <p:spPr>
            <a:xfrm>
              <a:off x="6290491" y="1667206"/>
              <a:ext cx="1335214" cy="2495148"/>
            </a:xfrm>
            <a:custGeom>
              <a:avLst/>
              <a:gdLst/>
              <a:ahLst/>
              <a:cxnLst/>
              <a:rect l="l" t="t" r="r" b="b"/>
              <a:pathLst>
                <a:path w="1335214" h="2495148" extrusionOk="0">
                  <a:moveTo>
                    <a:pt x="39433" y="454989"/>
                  </a:moveTo>
                  <a:lnTo>
                    <a:pt x="1311116" y="932"/>
                  </a:lnTo>
                  <a:cubicBezTo>
                    <a:pt x="1323023" y="-2973"/>
                    <a:pt x="1335215" y="5885"/>
                    <a:pt x="1335215" y="18363"/>
                  </a:cubicBezTo>
                  <a:lnTo>
                    <a:pt x="1335215" y="1986990"/>
                  </a:lnTo>
                  <a:cubicBezTo>
                    <a:pt x="1335215" y="2002325"/>
                    <a:pt x="1325690" y="2015946"/>
                    <a:pt x="1311402" y="2021280"/>
                  </a:cubicBezTo>
                  <a:lnTo>
                    <a:pt x="45339" y="2495149"/>
                  </a:lnTo>
                  <a:lnTo>
                    <a:pt x="0" y="2466478"/>
                  </a:lnTo>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1" name="Google Shape;2051;p60"/>
            <p:cNvSpPr/>
            <p:nvPr/>
          </p:nvSpPr>
          <p:spPr>
            <a:xfrm>
              <a:off x="6380407" y="1725288"/>
              <a:ext cx="1207674" cy="438816"/>
            </a:xfrm>
            <a:custGeom>
              <a:avLst/>
              <a:gdLst/>
              <a:ahLst/>
              <a:cxnLst/>
              <a:rect l="l" t="t" r="r" b="b"/>
              <a:pathLst>
                <a:path w="1207674" h="438816" extrusionOk="0">
                  <a:moveTo>
                    <a:pt x="0" y="438817"/>
                  </a:moveTo>
                  <a:lnTo>
                    <a:pt x="1207675" y="0"/>
                  </a:lnTo>
                </a:path>
              </a:pathLst>
            </a:custGeom>
            <a:solidFill>
              <a:schemeClr val="dk1"/>
            </a:solidFill>
            <a:ln w="95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2" name="Google Shape;2052;p60"/>
            <p:cNvSpPr/>
            <p:nvPr/>
          </p:nvSpPr>
          <p:spPr>
            <a:xfrm>
              <a:off x="6380407" y="1725287"/>
              <a:ext cx="1207674" cy="2377154"/>
            </a:xfrm>
            <a:custGeom>
              <a:avLst/>
              <a:gdLst/>
              <a:ahLst/>
              <a:cxnLst/>
              <a:rect l="l" t="t" r="r" b="b"/>
              <a:pathLst>
                <a:path w="1207674" h="2377154" extrusionOk="0">
                  <a:moveTo>
                    <a:pt x="1207675" y="0"/>
                  </a:moveTo>
                  <a:lnTo>
                    <a:pt x="1200721" y="1920240"/>
                  </a:lnTo>
                  <a:lnTo>
                    <a:pt x="0" y="2377154"/>
                  </a:lnTo>
                  <a:lnTo>
                    <a:pt x="0" y="438817"/>
                  </a:lnTo>
                </a:path>
              </a:pathLst>
            </a:custGeom>
            <a:solidFill>
              <a:schemeClr val="dk1"/>
            </a:solidFill>
            <a:ln w="95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3" name="Google Shape;2053;p60"/>
            <p:cNvSpPr/>
            <p:nvPr/>
          </p:nvSpPr>
          <p:spPr>
            <a:xfrm>
              <a:off x="6500137" y="1984463"/>
              <a:ext cx="983456" cy="640746"/>
            </a:xfrm>
            <a:custGeom>
              <a:avLst/>
              <a:gdLst/>
              <a:ahLst/>
              <a:cxnLst/>
              <a:rect l="l" t="t" r="r" b="b"/>
              <a:pathLst>
                <a:path w="983456" h="640746" extrusionOk="0">
                  <a:moveTo>
                    <a:pt x="0" y="334232"/>
                  </a:moveTo>
                  <a:lnTo>
                    <a:pt x="983456" y="0"/>
                  </a:lnTo>
                  <a:lnTo>
                    <a:pt x="983456" y="298037"/>
                  </a:lnTo>
                  <a:lnTo>
                    <a:pt x="0" y="640747"/>
                  </a:lnTo>
                  <a:lnTo>
                    <a:pt x="0" y="334232"/>
                  </a:lnTo>
                  <a:close/>
                </a:path>
              </a:pathLst>
            </a:custGeom>
            <a:solidFill>
              <a:schemeClr val="dk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4" name="Google Shape;2054;p60"/>
            <p:cNvSpPr/>
            <p:nvPr/>
          </p:nvSpPr>
          <p:spPr>
            <a:xfrm>
              <a:off x="6500137" y="2363272"/>
              <a:ext cx="983456" cy="403955"/>
            </a:xfrm>
            <a:custGeom>
              <a:avLst/>
              <a:gdLst/>
              <a:ahLst/>
              <a:cxnLst/>
              <a:rect l="l" t="t" r="r" b="b"/>
              <a:pathLst>
                <a:path w="983456" h="403955" extrusionOk="0">
                  <a:moveTo>
                    <a:pt x="0" y="334328"/>
                  </a:moveTo>
                  <a:lnTo>
                    <a:pt x="983456" y="0"/>
                  </a:lnTo>
                  <a:lnTo>
                    <a:pt x="983456" y="61341"/>
                  </a:lnTo>
                  <a:lnTo>
                    <a:pt x="0" y="403955"/>
                  </a:lnTo>
                  <a:lnTo>
                    <a:pt x="0" y="334328"/>
                  </a:lnTo>
                  <a:close/>
                </a:path>
              </a:pathLst>
            </a:custGeom>
            <a:solidFill>
              <a:schemeClr val="dk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5" name="Google Shape;2055;p60"/>
            <p:cNvSpPr/>
            <p:nvPr/>
          </p:nvSpPr>
          <p:spPr>
            <a:xfrm>
              <a:off x="7497499" y="1763292"/>
              <a:ext cx="88106" cy="78581"/>
            </a:xfrm>
            <a:custGeom>
              <a:avLst/>
              <a:gdLst/>
              <a:ahLst/>
              <a:cxnLst/>
              <a:rect l="l" t="t" r="r" b="b"/>
              <a:pathLst>
                <a:path w="88106" h="78581" extrusionOk="0">
                  <a:moveTo>
                    <a:pt x="0" y="0"/>
                  </a:moveTo>
                  <a:cubicBezTo>
                    <a:pt x="9906" y="45625"/>
                    <a:pt x="41434" y="77343"/>
                    <a:pt x="88106" y="78581"/>
                  </a:cubicBezTo>
                </a:path>
              </a:pathLst>
            </a:custGeom>
            <a:solidFill>
              <a:schemeClr val="dk1"/>
            </a:solidFill>
            <a:ln w="95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6" name="Google Shape;2056;p60"/>
            <p:cNvSpPr/>
            <p:nvPr/>
          </p:nvSpPr>
          <p:spPr>
            <a:xfrm>
              <a:off x="6387932" y="2134386"/>
              <a:ext cx="86635" cy="153161"/>
            </a:xfrm>
            <a:custGeom>
              <a:avLst/>
              <a:gdLst/>
              <a:ahLst/>
              <a:cxnLst/>
              <a:rect l="l" t="t" r="r" b="b"/>
              <a:pathLst>
                <a:path w="86635" h="153161" extrusionOk="0">
                  <a:moveTo>
                    <a:pt x="0" y="153162"/>
                  </a:moveTo>
                  <a:cubicBezTo>
                    <a:pt x="30861" y="144113"/>
                    <a:pt x="57721" y="122111"/>
                    <a:pt x="72771" y="93631"/>
                  </a:cubicBezTo>
                  <a:cubicBezTo>
                    <a:pt x="87820" y="65151"/>
                    <a:pt x="90773" y="30575"/>
                    <a:pt x="80867" y="0"/>
                  </a:cubicBezTo>
                </a:path>
              </a:pathLst>
            </a:custGeom>
            <a:solidFill>
              <a:schemeClr val="dk1"/>
            </a:solidFill>
            <a:ln w="95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7" name="Google Shape;2057;p60"/>
            <p:cNvSpPr/>
            <p:nvPr/>
          </p:nvSpPr>
          <p:spPr>
            <a:xfrm>
              <a:off x="6385265" y="3951319"/>
              <a:ext cx="118595" cy="101211"/>
            </a:xfrm>
            <a:custGeom>
              <a:avLst/>
              <a:gdLst/>
              <a:ahLst/>
              <a:cxnLst/>
              <a:rect l="l" t="t" r="r" b="b"/>
              <a:pathLst>
                <a:path w="118595" h="101211" extrusionOk="0">
                  <a:moveTo>
                    <a:pt x="0" y="2437"/>
                  </a:moveTo>
                  <a:cubicBezTo>
                    <a:pt x="28956" y="-4325"/>
                    <a:pt x="60960" y="3199"/>
                    <a:pt x="83820" y="22345"/>
                  </a:cubicBezTo>
                  <a:cubicBezTo>
                    <a:pt x="106680" y="41490"/>
                    <a:pt x="119920" y="71494"/>
                    <a:pt x="118491" y="101212"/>
                  </a:cubicBezTo>
                </a:path>
              </a:pathLst>
            </a:custGeom>
            <a:solidFill>
              <a:schemeClr val="dk1"/>
            </a:solidFill>
            <a:ln w="95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8" name="Google Shape;2058;p60"/>
            <p:cNvSpPr/>
            <p:nvPr/>
          </p:nvSpPr>
          <p:spPr>
            <a:xfrm>
              <a:off x="7480105" y="3509701"/>
              <a:ext cx="100737" cy="173831"/>
            </a:xfrm>
            <a:custGeom>
              <a:avLst/>
              <a:gdLst/>
              <a:ahLst/>
              <a:cxnLst/>
              <a:rect l="l" t="t" r="r" b="b"/>
              <a:pathLst>
                <a:path w="100737" h="173831" extrusionOk="0">
                  <a:moveTo>
                    <a:pt x="1487" y="173831"/>
                  </a:moveTo>
                  <a:cubicBezTo>
                    <a:pt x="-6514" y="109918"/>
                    <a:pt x="16537" y="30956"/>
                    <a:pt x="100738" y="0"/>
                  </a:cubicBezTo>
                </a:path>
              </a:pathLst>
            </a:custGeom>
            <a:solidFill>
              <a:schemeClr val="dk1"/>
            </a:solidFill>
            <a:ln w="95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9" name="Google Shape;2059;p60"/>
            <p:cNvSpPr/>
            <p:nvPr/>
          </p:nvSpPr>
          <p:spPr>
            <a:xfrm>
              <a:off x="6452633" y="1902751"/>
              <a:ext cx="183362" cy="1671243"/>
            </a:xfrm>
            <a:custGeom>
              <a:avLst/>
              <a:gdLst/>
              <a:ahLst/>
              <a:cxnLst/>
              <a:rect l="l" t="t" r="r" b="b"/>
              <a:pathLst>
                <a:path w="183362" h="1671243" extrusionOk="0">
                  <a:moveTo>
                    <a:pt x="106654" y="1671244"/>
                  </a:moveTo>
                  <a:cubicBezTo>
                    <a:pt x="106654" y="1671244"/>
                    <a:pt x="113131" y="278213"/>
                    <a:pt x="97129" y="173438"/>
                  </a:cubicBezTo>
                  <a:cubicBezTo>
                    <a:pt x="87318" y="109430"/>
                    <a:pt x="41693" y="64471"/>
                    <a:pt x="4069" y="51899"/>
                  </a:cubicBezTo>
                  <a:cubicBezTo>
                    <a:pt x="-788" y="50279"/>
                    <a:pt x="-1455" y="43612"/>
                    <a:pt x="2926" y="40945"/>
                  </a:cubicBezTo>
                  <a:lnTo>
                    <a:pt x="68554" y="940"/>
                  </a:lnTo>
                  <a:cubicBezTo>
                    <a:pt x="70268" y="-108"/>
                    <a:pt x="72364" y="-299"/>
                    <a:pt x="74269" y="463"/>
                  </a:cubicBezTo>
                  <a:cubicBezTo>
                    <a:pt x="196093" y="51517"/>
                    <a:pt x="182949" y="225730"/>
                    <a:pt x="182949" y="225730"/>
                  </a:cubicBezTo>
                  <a:lnTo>
                    <a:pt x="180568" y="1644955"/>
                  </a:lnTo>
                  <a:lnTo>
                    <a:pt x="140848" y="1606855"/>
                  </a:lnTo>
                  <a:lnTo>
                    <a:pt x="106749" y="167114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0" name="Google Shape;2060;p60"/>
            <p:cNvSpPr/>
            <p:nvPr/>
          </p:nvSpPr>
          <p:spPr>
            <a:xfrm>
              <a:off x="5754329" y="1164070"/>
              <a:ext cx="441518" cy="904975"/>
            </a:xfrm>
            <a:custGeom>
              <a:avLst/>
              <a:gdLst/>
              <a:ahLst/>
              <a:cxnLst/>
              <a:rect l="l" t="t" r="r" b="b"/>
              <a:pathLst>
                <a:path w="441518" h="904975" extrusionOk="0">
                  <a:moveTo>
                    <a:pt x="0" y="868399"/>
                  </a:moveTo>
                  <a:lnTo>
                    <a:pt x="399669" y="7434"/>
                  </a:lnTo>
                  <a:cubicBezTo>
                    <a:pt x="402336" y="1624"/>
                    <a:pt x="408908" y="-1329"/>
                    <a:pt x="415100" y="576"/>
                  </a:cubicBezTo>
                  <a:cubicBezTo>
                    <a:pt x="420434" y="2196"/>
                    <a:pt x="426911" y="4196"/>
                    <a:pt x="432530" y="6006"/>
                  </a:cubicBezTo>
                  <a:cubicBezTo>
                    <a:pt x="439865" y="8292"/>
                    <a:pt x="443579" y="16578"/>
                    <a:pt x="440341" y="23532"/>
                  </a:cubicBezTo>
                  <a:lnTo>
                    <a:pt x="38576" y="904975"/>
                  </a:lnTo>
                  <a:lnTo>
                    <a:pt x="0" y="868399"/>
                  </a:lnTo>
                  <a:close/>
                </a:path>
              </a:pathLst>
            </a:custGeom>
            <a:solidFill>
              <a:schemeClr val="dk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1" name="Google Shape;2061;p60"/>
            <p:cNvSpPr/>
            <p:nvPr/>
          </p:nvSpPr>
          <p:spPr>
            <a:xfrm>
              <a:off x="5754234" y="2032374"/>
              <a:ext cx="581977" cy="2139930"/>
            </a:xfrm>
            <a:custGeom>
              <a:avLst/>
              <a:gdLst/>
              <a:ahLst/>
              <a:cxnLst/>
              <a:rect l="l" t="t" r="r" b="b"/>
              <a:pathLst>
                <a:path w="581977" h="2139930" extrusionOk="0">
                  <a:moveTo>
                    <a:pt x="581787" y="2131124"/>
                  </a:moveTo>
                  <a:lnTo>
                    <a:pt x="581978" y="87535"/>
                  </a:lnTo>
                  <a:cubicBezTo>
                    <a:pt x="485870" y="110776"/>
                    <a:pt x="373952" y="114300"/>
                    <a:pt x="278511" y="102013"/>
                  </a:cubicBezTo>
                  <a:cubicBezTo>
                    <a:pt x="174593" y="88678"/>
                    <a:pt x="71342" y="55721"/>
                    <a:pt x="0" y="0"/>
                  </a:cubicBezTo>
                  <a:lnTo>
                    <a:pt x="0" y="1940623"/>
                  </a:lnTo>
                  <a:cubicBezTo>
                    <a:pt x="0" y="2070640"/>
                    <a:pt x="163544" y="2120837"/>
                    <a:pt x="252698" y="2129123"/>
                  </a:cubicBezTo>
                  <a:cubicBezTo>
                    <a:pt x="361664" y="2139315"/>
                    <a:pt x="481965" y="2146364"/>
                    <a:pt x="581692" y="213102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2" name="Google Shape;2062;p60"/>
            <p:cNvSpPr/>
            <p:nvPr/>
          </p:nvSpPr>
          <p:spPr>
            <a:xfrm>
              <a:off x="5878916" y="2640545"/>
              <a:ext cx="325945" cy="1053084"/>
            </a:xfrm>
            <a:custGeom>
              <a:avLst/>
              <a:gdLst/>
              <a:ahLst/>
              <a:cxnLst/>
              <a:rect l="l" t="t" r="r" b="b"/>
              <a:pathLst>
                <a:path w="325945" h="1053084" extrusionOk="0">
                  <a:moveTo>
                    <a:pt x="325946" y="526542"/>
                  </a:moveTo>
                  <a:cubicBezTo>
                    <a:pt x="325946" y="817343"/>
                    <a:pt x="252980" y="1053084"/>
                    <a:pt x="162973" y="1053084"/>
                  </a:cubicBezTo>
                  <a:cubicBezTo>
                    <a:pt x="72965" y="1053084"/>
                    <a:pt x="0" y="817343"/>
                    <a:pt x="0" y="526542"/>
                  </a:cubicBezTo>
                  <a:cubicBezTo>
                    <a:pt x="0" y="235741"/>
                    <a:pt x="72965" y="0"/>
                    <a:pt x="162973" y="0"/>
                  </a:cubicBezTo>
                  <a:cubicBezTo>
                    <a:pt x="252980" y="0"/>
                    <a:pt x="325946" y="235741"/>
                    <a:pt x="325946" y="52654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3" name="Google Shape;2063;p60"/>
            <p:cNvSpPr/>
            <p:nvPr/>
          </p:nvSpPr>
          <p:spPr>
            <a:xfrm>
              <a:off x="5765664" y="2218492"/>
              <a:ext cx="605123" cy="92066"/>
            </a:xfrm>
            <a:custGeom>
              <a:avLst/>
              <a:gdLst/>
              <a:ahLst/>
              <a:cxnLst/>
              <a:rect l="l" t="t" r="r" b="b"/>
              <a:pathLst>
                <a:path w="605123" h="92066" extrusionOk="0">
                  <a:moveTo>
                    <a:pt x="0" y="0"/>
                  </a:moveTo>
                  <a:cubicBezTo>
                    <a:pt x="186119" y="81153"/>
                    <a:pt x="405575" y="110490"/>
                    <a:pt x="605123" y="80677"/>
                  </a:cubicBezTo>
                </a:path>
              </a:pathLst>
            </a:custGeom>
            <a:solidFill>
              <a:schemeClr val="dk1"/>
            </a:solidFill>
            <a:ln w="95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4" name="Google Shape;2064;p60"/>
            <p:cNvSpPr/>
            <p:nvPr/>
          </p:nvSpPr>
          <p:spPr>
            <a:xfrm>
              <a:off x="5756996" y="2335173"/>
              <a:ext cx="605123" cy="92066"/>
            </a:xfrm>
            <a:custGeom>
              <a:avLst/>
              <a:gdLst/>
              <a:ahLst/>
              <a:cxnLst/>
              <a:rect l="l" t="t" r="r" b="b"/>
              <a:pathLst>
                <a:path w="605123" h="92066" extrusionOk="0">
                  <a:moveTo>
                    <a:pt x="0" y="0"/>
                  </a:moveTo>
                  <a:cubicBezTo>
                    <a:pt x="186118" y="81153"/>
                    <a:pt x="405575" y="110490"/>
                    <a:pt x="605123" y="80677"/>
                  </a:cubicBezTo>
                </a:path>
              </a:pathLst>
            </a:custGeom>
            <a:solidFill>
              <a:schemeClr val="dk1"/>
            </a:solidFill>
            <a:ln w="95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5" name="Google Shape;2065;p60"/>
            <p:cNvSpPr/>
            <p:nvPr/>
          </p:nvSpPr>
          <p:spPr>
            <a:xfrm>
              <a:off x="5765664" y="3806405"/>
              <a:ext cx="605123" cy="92066"/>
            </a:xfrm>
            <a:custGeom>
              <a:avLst/>
              <a:gdLst/>
              <a:ahLst/>
              <a:cxnLst/>
              <a:rect l="l" t="t" r="r" b="b"/>
              <a:pathLst>
                <a:path w="605123" h="92066" extrusionOk="0">
                  <a:moveTo>
                    <a:pt x="0" y="0"/>
                  </a:moveTo>
                  <a:cubicBezTo>
                    <a:pt x="186119" y="81153"/>
                    <a:pt x="405575" y="110490"/>
                    <a:pt x="605123" y="80677"/>
                  </a:cubicBezTo>
                </a:path>
              </a:pathLst>
            </a:custGeom>
            <a:solidFill>
              <a:schemeClr val="dk1"/>
            </a:solidFill>
            <a:ln w="95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6" name="Google Shape;2066;p60"/>
            <p:cNvSpPr/>
            <p:nvPr/>
          </p:nvSpPr>
          <p:spPr>
            <a:xfrm>
              <a:off x="5756996" y="3923086"/>
              <a:ext cx="605123" cy="92066"/>
            </a:xfrm>
            <a:custGeom>
              <a:avLst/>
              <a:gdLst/>
              <a:ahLst/>
              <a:cxnLst/>
              <a:rect l="l" t="t" r="r" b="b"/>
              <a:pathLst>
                <a:path w="605123" h="92066" extrusionOk="0">
                  <a:moveTo>
                    <a:pt x="0" y="0"/>
                  </a:moveTo>
                  <a:cubicBezTo>
                    <a:pt x="186118" y="81153"/>
                    <a:pt x="405575" y="110490"/>
                    <a:pt x="605123" y="80677"/>
                  </a:cubicBezTo>
                </a:path>
              </a:pathLst>
            </a:custGeom>
            <a:solidFill>
              <a:schemeClr val="dk1"/>
            </a:solidFill>
            <a:ln w="952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70"/>
        <p:cNvGrpSpPr/>
        <p:nvPr/>
      </p:nvGrpSpPr>
      <p:grpSpPr>
        <a:xfrm>
          <a:off x="0" y="0"/>
          <a:ext cx="0" cy="0"/>
          <a:chOff x="0" y="0"/>
          <a:chExt cx="0" cy="0"/>
        </a:xfrm>
      </p:grpSpPr>
      <p:sp>
        <p:nvSpPr>
          <p:cNvPr id="2071" name="Google Shape;2071;p6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periods of gothic literature</a:t>
            </a:r>
            <a:endParaRPr/>
          </a:p>
        </p:txBody>
      </p:sp>
      <p:sp>
        <p:nvSpPr>
          <p:cNvPr id="2072" name="Google Shape;2072;p61"/>
          <p:cNvSpPr txBox="1"/>
          <p:nvPr/>
        </p:nvSpPr>
        <p:spPr>
          <a:xfrm>
            <a:off x="720000" y="2367525"/>
            <a:ext cx="1648500" cy="11172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solidFill>
                  <a:schemeClr val="dk1"/>
                </a:solidFill>
                <a:latin typeface="Germania One"/>
                <a:ea typeface="Germania One"/>
                <a:cs typeface="Germania One"/>
                <a:sym typeface="Germania One"/>
              </a:rPr>
              <a:t>Evolution of gothic genre</a:t>
            </a:r>
            <a:endParaRPr sz="2400">
              <a:solidFill>
                <a:schemeClr val="dk1"/>
              </a:solidFill>
              <a:latin typeface="Germania One"/>
              <a:ea typeface="Germania One"/>
              <a:cs typeface="Germania One"/>
              <a:sym typeface="Germania One"/>
            </a:endParaRPr>
          </a:p>
        </p:txBody>
      </p:sp>
      <p:sp>
        <p:nvSpPr>
          <p:cNvPr id="2073" name="Google Shape;2073;p61"/>
          <p:cNvSpPr txBox="1"/>
          <p:nvPr/>
        </p:nvSpPr>
        <p:spPr>
          <a:xfrm>
            <a:off x="2579550" y="1586275"/>
            <a:ext cx="1892700" cy="5727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solidFill>
                  <a:schemeClr val="lt2"/>
                </a:solidFill>
                <a:latin typeface="Germania One"/>
                <a:ea typeface="Germania One"/>
                <a:cs typeface="Germania One"/>
                <a:sym typeface="Germania One"/>
              </a:rPr>
              <a:t>First period</a:t>
            </a:r>
            <a:endParaRPr sz="2400">
              <a:solidFill>
                <a:schemeClr val="lt2"/>
              </a:solidFill>
              <a:latin typeface="Germania One"/>
              <a:ea typeface="Germania One"/>
              <a:cs typeface="Germania One"/>
              <a:sym typeface="Germania One"/>
            </a:endParaRPr>
          </a:p>
        </p:txBody>
      </p:sp>
      <p:sp>
        <p:nvSpPr>
          <p:cNvPr id="2074" name="Google Shape;2074;p61"/>
          <p:cNvSpPr txBox="1"/>
          <p:nvPr/>
        </p:nvSpPr>
        <p:spPr>
          <a:xfrm>
            <a:off x="2579550" y="2639775"/>
            <a:ext cx="1892700" cy="5727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solidFill>
                  <a:schemeClr val="lt2"/>
                </a:solidFill>
                <a:latin typeface="Germania One"/>
                <a:ea typeface="Germania One"/>
                <a:cs typeface="Germania One"/>
                <a:sym typeface="Germania One"/>
              </a:rPr>
              <a:t>Second period</a:t>
            </a:r>
            <a:endParaRPr sz="2400">
              <a:solidFill>
                <a:schemeClr val="lt2"/>
              </a:solidFill>
              <a:latin typeface="Germania One"/>
              <a:ea typeface="Germania One"/>
              <a:cs typeface="Germania One"/>
              <a:sym typeface="Germania One"/>
            </a:endParaRPr>
          </a:p>
        </p:txBody>
      </p:sp>
      <p:sp>
        <p:nvSpPr>
          <p:cNvPr id="2075" name="Google Shape;2075;p61"/>
          <p:cNvSpPr txBox="1"/>
          <p:nvPr/>
        </p:nvSpPr>
        <p:spPr>
          <a:xfrm>
            <a:off x="2579550" y="3693275"/>
            <a:ext cx="1892700" cy="5727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400">
                <a:solidFill>
                  <a:schemeClr val="lt2"/>
                </a:solidFill>
                <a:latin typeface="Germania One"/>
                <a:ea typeface="Germania One"/>
                <a:cs typeface="Germania One"/>
                <a:sym typeface="Germania One"/>
              </a:rPr>
              <a:t>Third period</a:t>
            </a:r>
            <a:endParaRPr sz="2400">
              <a:solidFill>
                <a:schemeClr val="lt2"/>
              </a:solidFill>
              <a:latin typeface="Germania One"/>
              <a:ea typeface="Germania One"/>
              <a:cs typeface="Germania One"/>
              <a:sym typeface="Germania One"/>
            </a:endParaRPr>
          </a:p>
        </p:txBody>
      </p:sp>
      <p:sp>
        <p:nvSpPr>
          <p:cNvPr id="2076" name="Google Shape;2076;p61"/>
          <p:cNvSpPr txBox="1"/>
          <p:nvPr/>
        </p:nvSpPr>
        <p:spPr>
          <a:xfrm>
            <a:off x="4683300" y="1542625"/>
            <a:ext cx="3740700" cy="660000"/>
          </a:xfrm>
          <a:prstGeom prst="rect">
            <a:avLst/>
          </a:prstGeom>
          <a:solidFill>
            <a:srgbClr val="999999">
              <a:alpha val="22780"/>
            </a:srgbClr>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They sought to experience forbidden sensations and escape from daily routine</a:t>
            </a:r>
            <a:endParaRPr>
              <a:solidFill>
                <a:schemeClr val="dk1"/>
              </a:solidFill>
              <a:latin typeface="Inter Tight"/>
              <a:ea typeface="Inter Tight"/>
              <a:cs typeface="Inter Tight"/>
              <a:sym typeface="Inter Tight"/>
            </a:endParaRPr>
          </a:p>
        </p:txBody>
      </p:sp>
      <p:sp>
        <p:nvSpPr>
          <p:cNvPr id="2077" name="Google Shape;2077;p61"/>
          <p:cNvSpPr txBox="1"/>
          <p:nvPr/>
        </p:nvSpPr>
        <p:spPr>
          <a:xfrm>
            <a:off x="4683300" y="2596125"/>
            <a:ext cx="3740700" cy="660000"/>
          </a:xfrm>
          <a:prstGeom prst="rect">
            <a:avLst/>
          </a:prstGeom>
          <a:solidFill>
            <a:srgbClr val="999999">
              <a:alpha val="22780"/>
            </a:srgbClr>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The gothic period reached its full maturity in the nineties in the form of great novels.</a:t>
            </a:r>
            <a:endParaRPr>
              <a:solidFill>
                <a:schemeClr val="dk1"/>
              </a:solidFill>
              <a:latin typeface="Inter Tight"/>
              <a:ea typeface="Inter Tight"/>
              <a:cs typeface="Inter Tight"/>
              <a:sym typeface="Inter Tight"/>
            </a:endParaRPr>
          </a:p>
        </p:txBody>
      </p:sp>
      <p:sp>
        <p:nvSpPr>
          <p:cNvPr id="2078" name="Google Shape;2078;p61"/>
          <p:cNvSpPr txBox="1"/>
          <p:nvPr/>
        </p:nvSpPr>
        <p:spPr>
          <a:xfrm>
            <a:off x="4683300" y="3649625"/>
            <a:ext cx="3740700" cy="660000"/>
          </a:xfrm>
          <a:prstGeom prst="rect">
            <a:avLst/>
          </a:prstGeom>
          <a:solidFill>
            <a:srgbClr val="999999">
              <a:alpha val="22780"/>
            </a:srgbClr>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The classic Gothic novels give way to a Gothic influenced by different emerging currents</a:t>
            </a:r>
            <a:endParaRPr>
              <a:solidFill>
                <a:schemeClr val="dk1"/>
              </a:solidFill>
              <a:latin typeface="Inter Tight"/>
              <a:ea typeface="Inter Tight"/>
              <a:cs typeface="Inter Tight"/>
              <a:sym typeface="Inter Tight"/>
            </a:endParaRPr>
          </a:p>
        </p:txBody>
      </p:sp>
      <p:cxnSp>
        <p:nvCxnSpPr>
          <p:cNvPr id="2079" name="Google Shape;2079;p61"/>
          <p:cNvCxnSpPr>
            <a:stCxn id="2073" idx="1"/>
            <a:endCxn id="2072" idx="0"/>
          </p:cNvCxnSpPr>
          <p:nvPr/>
        </p:nvCxnSpPr>
        <p:spPr>
          <a:xfrm flipH="1">
            <a:off x="1544250" y="1872625"/>
            <a:ext cx="1035300" cy="495000"/>
          </a:xfrm>
          <a:prstGeom prst="bentConnector2">
            <a:avLst/>
          </a:prstGeom>
          <a:noFill/>
          <a:ln w="9525" cap="flat" cmpd="sng">
            <a:solidFill>
              <a:schemeClr val="dk1"/>
            </a:solidFill>
            <a:prstDash val="solid"/>
            <a:round/>
            <a:headEnd type="none" w="med" len="med"/>
            <a:tailEnd type="none" w="med" len="med"/>
          </a:ln>
        </p:spPr>
      </p:cxnSp>
      <p:cxnSp>
        <p:nvCxnSpPr>
          <p:cNvPr id="2080" name="Google Shape;2080;p61"/>
          <p:cNvCxnSpPr>
            <a:stCxn id="2072" idx="2"/>
            <a:endCxn id="2075" idx="1"/>
          </p:cNvCxnSpPr>
          <p:nvPr/>
        </p:nvCxnSpPr>
        <p:spPr>
          <a:xfrm rot="-5400000" flipH="1">
            <a:off x="1814400" y="3214575"/>
            <a:ext cx="495000" cy="1035300"/>
          </a:xfrm>
          <a:prstGeom prst="bentConnector2">
            <a:avLst/>
          </a:prstGeom>
          <a:noFill/>
          <a:ln w="9525" cap="flat" cmpd="sng">
            <a:solidFill>
              <a:schemeClr val="dk1"/>
            </a:solidFill>
            <a:prstDash val="solid"/>
            <a:round/>
            <a:headEnd type="none" w="med" len="med"/>
            <a:tailEnd type="none" w="med" len="med"/>
          </a:ln>
        </p:spPr>
      </p:cxnSp>
      <p:cxnSp>
        <p:nvCxnSpPr>
          <p:cNvPr id="2081" name="Google Shape;2081;p61"/>
          <p:cNvCxnSpPr>
            <a:stCxn id="2074" idx="1"/>
            <a:endCxn id="2072" idx="3"/>
          </p:cNvCxnSpPr>
          <p:nvPr/>
        </p:nvCxnSpPr>
        <p:spPr>
          <a:xfrm flipH="1">
            <a:off x="2368350" y="2926125"/>
            <a:ext cx="211200" cy="600"/>
          </a:xfrm>
          <a:prstGeom prst="bentConnector3">
            <a:avLst>
              <a:gd name="adj1" fmla="val 49964"/>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85"/>
        <p:cNvGrpSpPr/>
        <p:nvPr/>
      </p:nvGrpSpPr>
      <p:grpSpPr>
        <a:xfrm>
          <a:off x="0" y="0"/>
          <a:ext cx="0" cy="0"/>
          <a:chOff x="0" y="0"/>
          <a:chExt cx="0" cy="0"/>
        </a:xfrm>
      </p:grpSpPr>
      <p:sp>
        <p:nvSpPr>
          <p:cNvPr id="2086" name="Google Shape;2086;p6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topics more used in this genre</a:t>
            </a:r>
            <a:endParaRPr/>
          </a:p>
        </p:txBody>
      </p:sp>
      <p:pic>
        <p:nvPicPr>
          <p:cNvPr id="2087" name="Google Shape;2087;p62" title="Chart">
            <a:hlinkClick r:id="rId3"/>
          </p:cNvPr>
          <p:cNvPicPr preferRelativeResize="0"/>
          <p:nvPr/>
        </p:nvPicPr>
        <p:blipFill>
          <a:blip r:embed="rId4">
            <a:alphaModFix/>
          </a:blip>
          <a:stretch>
            <a:fillRect/>
          </a:stretch>
        </p:blipFill>
        <p:spPr>
          <a:xfrm>
            <a:off x="720000" y="1590288"/>
            <a:ext cx="3605051" cy="2227976"/>
          </a:xfrm>
          <a:prstGeom prst="rect">
            <a:avLst/>
          </a:prstGeom>
          <a:noFill/>
          <a:ln>
            <a:noFill/>
          </a:ln>
        </p:spPr>
      </p:pic>
      <p:graphicFrame>
        <p:nvGraphicFramePr>
          <p:cNvPr id="2088" name="Google Shape;2088;p62"/>
          <p:cNvGraphicFramePr/>
          <p:nvPr/>
        </p:nvGraphicFramePr>
        <p:xfrm>
          <a:off x="4598575" y="1557726"/>
          <a:ext cx="3832200" cy="2293100"/>
        </p:xfrm>
        <a:graphic>
          <a:graphicData uri="http://schemas.openxmlformats.org/drawingml/2006/table">
            <a:tbl>
              <a:tblPr>
                <a:noFill/>
                <a:tableStyleId>{86058C78-6472-4ECB-A7C8-18051B10B224}</a:tableStyleId>
              </a:tblPr>
              <a:tblGrid>
                <a:gridCol w="711000">
                  <a:extLst>
                    <a:ext uri="{9D8B030D-6E8A-4147-A177-3AD203B41FA5}">
                      <a16:colId xmlns:a16="http://schemas.microsoft.com/office/drawing/2014/main" val="20000"/>
                    </a:ext>
                  </a:extLst>
                </a:gridCol>
                <a:gridCol w="995675">
                  <a:extLst>
                    <a:ext uri="{9D8B030D-6E8A-4147-A177-3AD203B41FA5}">
                      <a16:colId xmlns:a16="http://schemas.microsoft.com/office/drawing/2014/main" val="20001"/>
                    </a:ext>
                  </a:extLst>
                </a:gridCol>
                <a:gridCol w="2125525">
                  <a:extLst>
                    <a:ext uri="{9D8B030D-6E8A-4147-A177-3AD203B41FA5}">
                      <a16:colId xmlns:a16="http://schemas.microsoft.com/office/drawing/2014/main" val="20002"/>
                    </a:ext>
                  </a:extLst>
                </a:gridCol>
              </a:tblGrid>
              <a:tr h="573275">
                <a:tc>
                  <a:txBody>
                    <a:bodyPr/>
                    <a:lstStyle/>
                    <a:p>
                      <a:pPr marL="0" lvl="0" indent="0" algn="ctr" rtl="0">
                        <a:spcBef>
                          <a:spcPts val="0"/>
                        </a:spcBef>
                        <a:spcAft>
                          <a:spcPts val="0"/>
                        </a:spcAft>
                        <a:buNone/>
                      </a:pPr>
                      <a:r>
                        <a:rPr lang="en" sz="1800">
                          <a:solidFill>
                            <a:schemeClr val="dk1"/>
                          </a:solidFill>
                          <a:latin typeface="Germania One"/>
                          <a:ea typeface="Germania One"/>
                          <a:cs typeface="Germania One"/>
                          <a:sym typeface="Germania One"/>
                        </a:rPr>
                        <a:t>25%</a:t>
                      </a:r>
                      <a:endParaRPr sz="1800">
                        <a:solidFill>
                          <a:schemeClr val="dk1"/>
                        </a:solidFill>
                        <a:latin typeface="Germania One"/>
                        <a:ea typeface="Germania One"/>
                        <a:cs typeface="Germania One"/>
                        <a:sym typeface="Germania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ctr" rtl="0">
                        <a:spcBef>
                          <a:spcPts val="0"/>
                        </a:spcBef>
                        <a:spcAft>
                          <a:spcPts val="0"/>
                        </a:spcAft>
                        <a:buNone/>
                      </a:pPr>
                      <a:r>
                        <a:rPr lang="en" sz="1800">
                          <a:solidFill>
                            <a:schemeClr val="dk1"/>
                          </a:solidFill>
                          <a:latin typeface="Germania One"/>
                          <a:ea typeface="Germania One"/>
                          <a:cs typeface="Germania One"/>
                          <a:sym typeface="Germania One"/>
                        </a:rPr>
                        <a:t>Spirits</a:t>
                      </a:r>
                      <a:endParaRPr sz="1800">
                        <a:solidFill>
                          <a:schemeClr val="dk1"/>
                        </a:solidFill>
                        <a:latin typeface="Germania One"/>
                        <a:ea typeface="Germania One"/>
                        <a:cs typeface="Germania One"/>
                        <a:sym typeface="Germania On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Pluto is now considered a dwarf planet</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73275">
                <a:tc>
                  <a:txBody>
                    <a:bodyPr/>
                    <a:lstStyle/>
                    <a:p>
                      <a:pPr marL="0" lvl="0" indent="0" algn="ctr" rtl="0">
                        <a:spcBef>
                          <a:spcPts val="0"/>
                        </a:spcBef>
                        <a:spcAft>
                          <a:spcPts val="0"/>
                        </a:spcAft>
                        <a:buNone/>
                      </a:pPr>
                      <a:r>
                        <a:rPr lang="en" sz="1800">
                          <a:solidFill>
                            <a:schemeClr val="dk1"/>
                          </a:solidFill>
                          <a:latin typeface="Germania One"/>
                          <a:ea typeface="Germania One"/>
                          <a:cs typeface="Germania One"/>
                          <a:sym typeface="Germania One"/>
                        </a:rPr>
                        <a:t>25%</a:t>
                      </a:r>
                      <a:endParaRPr sz="1800">
                        <a:solidFill>
                          <a:schemeClr val="dk1"/>
                        </a:solidFill>
                        <a:latin typeface="Germania One"/>
                        <a:ea typeface="Germania One"/>
                        <a:cs typeface="Germania One"/>
                        <a:sym typeface="Germania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ctr" rtl="0">
                        <a:spcBef>
                          <a:spcPts val="0"/>
                        </a:spcBef>
                        <a:spcAft>
                          <a:spcPts val="0"/>
                        </a:spcAft>
                        <a:buNone/>
                      </a:pPr>
                      <a:r>
                        <a:rPr lang="en" sz="1800">
                          <a:solidFill>
                            <a:schemeClr val="dk1"/>
                          </a:solidFill>
                          <a:latin typeface="Germania One"/>
                          <a:ea typeface="Germania One"/>
                          <a:cs typeface="Germania One"/>
                          <a:sym typeface="Germania One"/>
                        </a:rPr>
                        <a:t>Skulls</a:t>
                      </a:r>
                      <a:endParaRPr sz="1800">
                        <a:solidFill>
                          <a:schemeClr val="dk1"/>
                        </a:solidFill>
                        <a:latin typeface="Germania One"/>
                        <a:ea typeface="Germania One"/>
                        <a:cs typeface="Germania One"/>
                        <a:sym typeface="Germania On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Ceres is located in the main asteroid belt</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73275">
                <a:tc>
                  <a:txBody>
                    <a:bodyPr/>
                    <a:lstStyle/>
                    <a:p>
                      <a:pPr marL="0" lvl="0" indent="0" algn="ctr" rtl="0">
                        <a:spcBef>
                          <a:spcPts val="0"/>
                        </a:spcBef>
                        <a:spcAft>
                          <a:spcPts val="0"/>
                        </a:spcAft>
                        <a:buNone/>
                      </a:pPr>
                      <a:r>
                        <a:rPr lang="en" sz="1800">
                          <a:solidFill>
                            <a:schemeClr val="dk1"/>
                          </a:solidFill>
                          <a:latin typeface="Germania One"/>
                          <a:ea typeface="Germania One"/>
                          <a:cs typeface="Germania One"/>
                          <a:sym typeface="Germania One"/>
                        </a:rPr>
                        <a:t>25%</a:t>
                      </a:r>
                      <a:endParaRPr sz="1800">
                        <a:solidFill>
                          <a:schemeClr val="dk1"/>
                        </a:solidFill>
                        <a:latin typeface="Germania One"/>
                        <a:ea typeface="Germania One"/>
                        <a:cs typeface="Germania One"/>
                        <a:sym typeface="Germania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40000"/>
                      </a:srgbClr>
                    </a:solidFill>
                  </a:tcPr>
                </a:tc>
                <a:tc>
                  <a:txBody>
                    <a:bodyPr/>
                    <a:lstStyle/>
                    <a:p>
                      <a:pPr marL="0" lvl="0" indent="0" algn="ctr" rtl="0">
                        <a:spcBef>
                          <a:spcPts val="0"/>
                        </a:spcBef>
                        <a:spcAft>
                          <a:spcPts val="0"/>
                        </a:spcAft>
                        <a:buNone/>
                      </a:pPr>
                      <a:r>
                        <a:rPr lang="en" sz="1800">
                          <a:solidFill>
                            <a:schemeClr val="dk1"/>
                          </a:solidFill>
                          <a:latin typeface="Germania One"/>
                          <a:ea typeface="Germania One"/>
                          <a:cs typeface="Germania One"/>
                          <a:sym typeface="Germania One"/>
                        </a:rPr>
                        <a:t>Castles</a:t>
                      </a:r>
                      <a:endParaRPr sz="1800">
                        <a:solidFill>
                          <a:schemeClr val="dk1"/>
                        </a:solidFill>
                        <a:latin typeface="Germania One"/>
                        <a:ea typeface="Germania One"/>
                        <a:cs typeface="Germania One"/>
                        <a:sym typeface="Germania On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Neptune is very far away from us</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73275">
                <a:tc>
                  <a:txBody>
                    <a:bodyPr/>
                    <a:lstStyle/>
                    <a:p>
                      <a:pPr marL="0" lvl="0" indent="0" algn="ctr" rtl="0">
                        <a:spcBef>
                          <a:spcPts val="0"/>
                        </a:spcBef>
                        <a:spcAft>
                          <a:spcPts val="0"/>
                        </a:spcAft>
                        <a:buNone/>
                      </a:pPr>
                      <a:r>
                        <a:rPr lang="en" sz="1800">
                          <a:solidFill>
                            <a:schemeClr val="dk1"/>
                          </a:solidFill>
                          <a:latin typeface="Germania One"/>
                          <a:ea typeface="Germania One"/>
                          <a:cs typeface="Germania One"/>
                          <a:sym typeface="Germania One"/>
                        </a:rPr>
                        <a:t>25%</a:t>
                      </a:r>
                      <a:endParaRPr sz="1800">
                        <a:solidFill>
                          <a:schemeClr val="dk1"/>
                        </a:solidFill>
                        <a:latin typeface="Germania One"/>
                        <a:ea typeface="Germania One"/>
                        <a:cs typeface="Germania One"/>
                        <a:sym typeface="Germania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999999">
                        <a:alpha val="40000"/>
                      </a:srgbClr>
                    </a:solidFill>
                  </a:tcPr>
                </a:tc>
                <a:tc>
                  <a:txBody>
                    <a:bodyPr/>
                    <a:lstStyle/>
                    <a:p>
                      <a:pPr marL="0" lvl="0" indent="0" algn="ctr" rtl="0">
                        <a:spcBef>
                          <a:spcPts val="0"/>
                        </a:spcBef>
                        <a:spcAft>
                          <a:spcPts val="0"/>
                        </a:spcAft>
                        <a:buNone/>
                      </a:pPr>
                      <a:r>
                        <a:rPr lang="en" sz="1800">
                          <a:solidFill>
                            <a:schemeClr val="dk1"/>
                          </a:solidFill>
                          <a:latin typeface="Germania One"/>
                          <a:ea typeface="Germania One"/>
                          <a:cs typeface="Germania One"/>
                          <a:sym typeface="Germania One"/>
                        </a:rPr>
                        <a:t>Candles</a:t>
                      </a:r>
                      <a:endParaRPr sz="1800">
                        <a:solidFill>
                          <a:schemeClr val="dk1"/>
                        </a:solidFill>
                        <a:latin typeface="Germania One"/>
                        <a:ea typeface="Germania One"/>
                        <a:cs typeface="Germania One"/>
                        <a:sym typeface="Germania On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Mercury is a small planet</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89" name="Google Shape;2089;p62"/>
          <p:cNvSpPr txBox="1"/>
          <p:nvPr/>
        </p:nvSpPr>
        <p:spPr>
          <a:xfrm>
            <a:off x="720000" y="4296500"/>
            <a:ext cx="7704000" cy="30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Inter Tight"/>
                <a:ea typeface="Inter Tight"/>
                <a:cs typeface="Inter Tight"/>
                <a:sym typeface="Inter Tight"/>
              </a:rPr>
              <a:t>Follow the link in the graph to modify its data and then paste the new one here. </a:t>
            </a:r>
            <a:r>
              <a:rPr lang="en" sz="1200" b="1" u="sng">
                <a:solidFill>
                  <a:schemeClr val="dk1"/>
                </a:solidFill>
                <a:latin typeface="Inter Tight"/>
                <a:ea typeface="Inter Tight"/>
                <a:cs typeface="Inter Tight"/>
                <a:sym typeface="Inter Tight"/>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b="1" u="sng">
              <a:solidFill>
                <a:schemeClr val="dk1"/>
              </a:solidFill>
              <a:latin typeface="Inter Tight"/>
              <a:ea typeface="Inter Tight"/>
              <a:cs typeface="Inter Tight"/>
              <a:sym typeface="Inter T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93"/>
        <p:cNvGrpSpPr/>
        <p:nvPr/>
      </p:nvGrpSpPr>
      <p:grpSpPr>
        <a:xfrm>
          <a:off x="0" y="0"/>
          <a:ext cx="0" cy="0"/>
          <a:chOff x="0" y="0"/>
          <a:chExt cx="0" cy="0"/>
        </a:xfrm>
      </p:grpSpPr>
      <p:sp>
        <p:nvSpPr>
          <p:cNvPr id="2094" name="Google Shape;2094;p6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Activity 1: Answer and questions</a:t>
            </a:r>
            <a:endParaRPr/>
          </a:p>
        </p:txBody>
      </p:sp>
      <p:graphicFrame>
        <p:nvGraphicFramePr>
          <p:cNvPr id="2095" name="Google Shape;2095;p63"/>
          <p:cNvGraphicFramePr/>
          <p:nvPr/>
        </p:nvGraphicFramePr>
        <p:xfrm>
          <a:off x="876300" y="1404875"/>
          <a:ext cx="3619500" cy="1534970"/>
        </p:xfrm>
        <a:graphic>
          <a:graphicData uri="http://schemas.openxmlformats.org/drawingml/2006/table">
            <a:tbl>
              <a:tblPr>
                <a:noFill/>
                <a:tableStyleId>{86058C78-6472-4ECB-A7C8-18051B10B224}</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tblGrid>
              <a:tr h="462700">
                <a:tc gridSpan="2">
                  <a:txBody>
                    <a:bodyPr/>
                    <a:lstStyle/>
                    <a:p>
                      <a:pPr marL="0" lvl="0" indent="0" algn="l" rtl="0">
                        <a:spcBef>
                          <a:spcPts val="0"/>
                        </a:spcBef>
                        <a:spcAft>
                          <a:spcPts val="0"/>
                        </a:spcAft>
                        <a:buNone/>
                      </a:pPr>
                      <a:r>
                        <a:rPr lang="en">
                          <a:solidFill>
                            <a:schemeClr val="dk1"/>
                          </a:solidFill>
                          <a:latin typeface="Inter Tight SemiBold"/>
                          <a:ea typeface="Inter Tight SemiBold"/>
                          <a:cs typeface="Inter Tight SemiBold"/>
                          <a:sym typeface="Inter Tight SemiBold"/>
                        </a:rPr>
                        <a:t>During which historical period did Gothic literature emerge and gain popularity?</a:t>
                      </a:r>
                      <a:endParaRPr>
                        <a:solidFill>
                          <a:schemeClr val="dk1"/>
                        </a:solidFill>
                        <a:latin typeface="Inter Tight SemiBold"/>
                        <a:ea typeface="Inter Tight SemiBold"/>
                        <a:cs typeface="Inter Tight SemiBold"/>
                        <a:sym typeface="Inter Tight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22780"/>
                      </a:srgbClr>
                    </a:solidFill>
                  </a:tcPr>
                </a:tc>
                <a:tc hMerge="1">
                  <a:txBody>
                    <a:bodyPr/>
                    <a:lstStyle/>
                    <a:p>
                      <a:endParaRPr lang="en-US"/>
                    </a:p>
                  </a:txBody>
                  <a:tcPr/>
                </a:tc>
                <a:extLst>
                  <a:ext uri="{0D108BD9-81ED-4DB2-BD59-A6C34878D82A}">
                    <a16:rowId xmlns:a16="http://schemas.microsoft.com/office/drawing/2014/main" val="10000"/>
                  </a:ext>
                </a:extLst>
              </a:tr>
              <a:tr h="462700">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a) Renaissance</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c) Victorian era</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62700">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b) Industrial Revolution</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d) 18th-century</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2096" name="Google Shape;2096;p63"/>
          <p:cNvGraphicFramePr/>
          <p:nvPr/>
        </p:nvGraphicFramePr>
        <p:xfrm>
          <a:off x="4648200" y="1404875"/>
          <a:ext cx="3619500" cy="1534970"/>
        </p:xfrm>
        <a:graphic>
          <a:graphicData uri="http://schemas.openxmlformats.org/drawingml/2006/table">
            <a:tbl>
              <a:tblPr>
                <a:noFill/>
                <a:tableStyleId>{86058C78-6472-4ECB-A7C8-18051B10B224}</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tblGrid>
              <a:tr h="462700">
                <a:tc gridSpan="2">
                  <a:txBody>
                    <a:bodyPr/>
                    <a:lstStyle/>
                    <a:p>
                      <a:pPr marL="0" lvl="0" indent="0" algn="l" rtl="0">
                        <a:spcBef>
                          <a:spcPts val="0"/>
                        </a:spcBef>
                        <a:spcAft>
                          <a:spcPts val="0"/>
                        </a:spcAft>
                        <a:buNone/>
                      </a:pPr>
                      <a:r>
                        <a:rPr lang="en">
                          <a:solidFill>
                            <a:schemeClr val="dk1"/>
                          </a:solidFill>
                          <a:latin typeface="Inter Tight SemiBold"/>
                          <a:ea typeface="Inter Tight SemiBold"/>
                          <a:cs typeface="Inter Tight SemiBold"/>
                          <a:sym typeface="Inter Tight SemiBold"/>
                        </a:rPr>
                        <a:t>What atmospheric phenomenon is commonly employed in Gothic literature?</a:t>
                      </a:r>
                      <a:endParaRPr>
                        <a:solidFill>
                          <a:schemeClr val="dk1"/>
                        </a:solidFill>
                        <a:latin typeface="Inter Tight SemiBold"/>
                        <a:ea typeface="Inter Tight SemiBold"/>
                        <a:cs typeface="Inter Tight SemiBold"/>
                        <a:sym typeface="Inter Tight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22780"/>
                      </a:srgbClr>
                    </a:solidFill>
                  </a:tcPr>
                </a:tc>
                <a:tc hMerge="1">
                  <a:txBody>
                    <a:bodyPr/>
                    <a:lstStyle/>
                    <a:p>
                      <a:endParaRPr lang="en-US"/>
                    </a:p>
                  </a:txBody>
                  <a:tcPr/>
                </a:tc>
                <a:extLst>
                  <a:ext uri="{0D108BD9-81ED-4DB2-BD59-A6C34878D82A}">
                    <a16:rowId xmlns:a16="http://schemas.microsoft.com/office/drawing/2014/main" val="10000"/>
                  </a:ext>
                </a:extLst>
              </a:tr>
              <a:tr h="462700">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a) Aurora Borealis</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c) Rainbow</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62700">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b) Thunderstorms</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d) Solar Eclipse</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2097" name="Google Shape;2097;p63"/>
          <p:cNvGraphicFramePr/>
          <p:nvPr/>
        </p:nvGraphicFramePr>
        <p:xfrm>
          <a:off x="876300" y="3092225"/>
          <a:ext cx="3619500" cy="1534970"/>
        </p:xfrm>
        <a:graphic>
          <a:graphicData uri="http://schemas.openxmlformats.org/drawingml/2006/table">
            <a:tbl>
              <a:tblPr>
                <a:noFill/>
                <a:tableStyleId>{86058C78-6472-4ECB-A7C8-18051B10B224}</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tblGrid>
              <a:tr h="462700">
                <a:tc gridSpan="2">
                  <a:txBody>
                    <a:bodyPr/>
                    <a:lstStyle/>
                    <a:p>
                      <a:pPr marL="0" lvl="0" indent="0" algn="l" rtl="0">
                        <a:spcBef>
                          <a:spcPts val="0"/>
                        </a:spcBef>
                        <a:spcAft>
                          <a:spcPts val="0"/>
                        </a:spcAft>
                        <a:buNone/>
                      </a:pPr>
                      <a:r>
                        <a:rPr lang="en">
                          <a:solidFill>
                            <a:schemeClr val="dk1"/>
                          </a:solidFill>
                          <a:latin typeface="Inter Tight SemiBold"/>
                          <a:ea typeface="Inter Tight SemiBold"/>
                          <a:cs typeface="Inter Tight SemiBold"/>
                          <a:sym typeface="Inter Tight SemiBold"/>
                        </a:rPr>
                        <a:t>What cultural movement influenced the development of Gothic literature?</a:t>
                      </a:r>
                      <a:endParaRPr>
                        <a:solidFill>
                          <a:schemeClr val="dk1"/>
                        </a:solidFill>
                        <a:latin typeface="Inter Tight SemiBold"/>
                        <a:ea typeface="Inter Tight SemiBold"/>
                        <a:cs typeface="Inter Tight SemiBold"/>
                        <a:sym typeface="Inter Tight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22780"/>
                      </a:srgbClr>
                    </a:solidFill>
                  </a:tcPr>
                </a:tc>
                <a:tc hMerge="1">
                  <a:txBody>
                    <a:bodyPr/>
                    <a:lstStyle/>
                    <a:p>
                      <a:endParaRPr lang="en-US"/>
                    </a:p>
                  </a:txBody>
                  <a:tcPr/>
                </a:tc>
                <a:extLst>
                  <a:ext uri="{0D108BD9-81ED-4DB2-BD59-A6C34878D82A}">
                    <a16:rowId xmlns:a16="http://schemas.microsoft.com/office/drawing/2014/main" val="10000"/>
                  </a:ext>
                </a:extLst>
              </a:tr>
              <a:tr h="462700">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a) Romanticism</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c) Enlightenment</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62700">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b) Baroque</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d) Impressionism</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2098" name="Google Shape;2098;p63"/>
          <p:cNvGraphicFramePr/>
          <p:nvPr/>
        </p:nvGraphicFramePr>
        <p:xfrm>
          <a:off x="4648200" y="3092225"/>
          <a:ext cx="3619500" cy="1534970"/>
        </p:xfrm>
        <a:graphic>
          <a:graphicData uri="http://schemas.openxmlformats.org/drawingml/2006/table">
            <a:tbl>
              <a:tblPr>
                <a:noFill/>
                <a:tableStyleId>{86058C78-6472-4ECB-A7C8-18051B10B224}</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tblGrid>
              <a:tr h="462700">
                <a:tc gridSpan="2">
                  <a:txBody>
                    <a:bodyPr/>
                    <a:lstStyle/>
                    <a:p>
                      <a:pPr marL="0" lvl="0" indent="0" algn="l" rtl="0">
                        <a:spcBef>
                          <a:spcPts val="0"/>
                        </a:spcBef>
                        <a:spcAft>
                          <a:spcPts val="0"/>
                        </a:spcAft>
                        <a:buNone/>
                      </a:pPr>
                      <a:r>
                        <a:rPr lang="en">
                          <a:solidFill>
                            <a:schemeClr val="dk1"/>
                          </a:solidFill>
                          <a:latin typeface="Inter Tight SemiBold"/>
                          <a:ea typeface="Inter Tight SemiBold"/>
                          <a:cs typeface="Inter Tight SemiBold"/>
                          <a:sym typeface="Inter Tight SemiBold"/>
                        </a:rPr>
                        <a:t>What term is used to describe a gloomy, eerie setting in Gothic literature?</a:t>
                      </a:r>
                      <a:endParaRPr>
                        <a:solidFill>
                          <a:schemeClr val="dk1"/>
                        </a:solidFill>
                        <a:latin typeface="Inter Tight SemiBold"/>
                        <a:ea typeface="Inter Tight SemiBold"/>
                        <a:cs typeface="Inter Tight SemiBold"/>
                        <a:sym typeface="Inter Tight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solidFill>
                      <a:prstDash val="solid"/>
                      <a:round/>
                      <a:headEnd type="none" w="sm" len="sm"/>
                      <a:tailEnd type="none" w="sm" len="sm"/>
                    </a:lnB>
                    <a:solidFill>
                      <a:srgbClr val="999999">
                        <a:alpha val="22780"/>
                      </a:srgbClr>
                    </a:solidFill>
                  </a:tcPr>
                </a:tc>
                <a:tc hMerge="1">
                  <a:txBody>
                    <a:bodyPr/>
                    <a:lstStyle/>
                    <a:p>
                      <a:endParaRPr lang="en-US"/>
                    </a:p>
                  </a:txBody>
                  <a:tcPr/>
                </a:tc>
                <a:extLst>
                  <a:ext uri="{0D108BD9-81ED-4DB2-BD59-A6C34878D82A}">
                    <a16:rowId xmlns:a16="http://schemas.microsoft.com/office/drawing/2014/main" val="10000"/>
                  </a:ext>
                </a:extLst>
              </a:tr>
              <a:tr h="462700">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a) Utopia</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c) Dystopia</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62700">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b) Elysium</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d) Atmosphere</a:t>
                      </a:r>
                      <a:endParaRPr sz="1200">
                        <a:solidFill>
                          <a:schemeClr val="dk1"/>
                        </a:solidFill>
                        <a:latin typeface="Inter Tight"/>
                        <a:ea typeface="Inter Tight"/>
                        <a:cs typeface="Inter Tight"/>
                        <a:sym typeface="Inter Tight"/>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09"/>
        <p:cNvGrpSpPr/>
        <p:nvPr/>
      </p:nvGrpSpPr>
      <p:grpSpPr>
        <a:xfrm>
          <a:off x="0" y="0"/>
          <a:ext cx="0" cy="0"/>
          <a:chOff x="0" y="0"/>
          <a:chExt cx="0" cy="0"/>
        </a:xfrm>
      </p:grpSpPr>
      <p:sp>
        <p:nvSpPr>
          <p:cNvPr id="2110" name="Google Shape;2110;p6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Activity 3: Write a story with this words</a:t>
            </a:r>
            <a:endParaRPr/>
          </a:p>
        </p:txBody>
      </p:sp>
      <p:sp>
        <p:nvSpPr>
          <p:cNvPr id="2111" name="Google Shape;2111;p65"/>
          <p:cNvSpPr txBox="1"/>
          <p:nvPr/>
        </p:nvSpPr>
        <p:spPr>
          <a:xfrm>
            <a:off x="720000" y="1257750"/>
            <a:ext cx="7704000" cy="687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Castle, mystery, ghost, adventure, hidden passages, magic, brave kids, secret door, ancient curse, lantern, spooky, treasure, enchanted, shadows, midnight, whispers, key,laughter, moonlight</a:t>
            </a:r>
            <a:endParaRPr/>
          </a:p>
        </p:txBody>
      </p:sp>
      <p:graphicFrame>
        <p:nvGraphicFramePr>
          <p:cNvPr id="2112" name="Google Shape;2112;p65"/>
          <p:cNvGraphicFramePr/>
          <p:nvPr/>
        </p:nvGraphicFramePr>
        <p:xfrm>
          <a:off x="797150" y="2082800"/>
          <a:ext cx="7549700" cy="2544375"/>
        </p:xfrm>
        <a:graphic>
          <a:graphicData uri="http://schemas.openxmlformats.org/drawingml/2006/table">
            <a:tbl>
              <a:tblPr>
                <a:noFill/>
                <a:tableStyleId>{86058C78-6472-4ECB-A7C8-18051B10B224}</a:tableStyleId>
              </a:tblPr>
              <a:tblGrid>
                <a:gridCol w="7549700">
                  <a:extLst>
                    <a:ext uri="{9D8B030D-6E8A-4147-A177-3AD203B41FA5}">
                      <a16:colId xmlns:a16="http://schemas.microsoft.com/office/drawing/2014/main" val="20000"/>
                    </a:ext>
                  </a:extLst>
                </a:gridCol>
              </a:tblGrid>
              <a:tr h="2544375">
                <a:tc>
                  <a:txBody>
                    <a:bodyPr/>
                    <a:lstStyle/>
                    <a:p>
                      <a:pPr marL="0" lvl="0" indent="0" algn="l" rtl="0">
                        <a:lnSpc>
                          <a:spcPct val="115000"/>
                        </a:lnSpc>
                        <a:spcBef>
                          <a:spcPts val="0"/>
                        </a:spcBef>
                        <a:spcAft>
                          <a:spcPts val="0"/>
                        </a:spcAft>
                        <a:buNone/>
                      </a:pPr>
                      <a:r>
                        <a:rPr lang="en">
                          <a:solidFill>
                            <a:schemeClr val="dk1"/>
                          </a:solidFill>
                          <a:latin typeface="Inter Tight"/>
                          <a:ea typeface="Inter Tight"/>
                          <a:cs typeface="Inter Tight"/>
                          <a:sym typeface="Inter Tight"/>
                        </a:rPr>
                        <a:t>The history beginning here…</a:t>
                      </a:r>
                      <a:endParaRPr>
                        <a:solidFill>
                          <a:schemeClr val="dk1"/>
                        </a:solidFill>
                        <a:latin typeface="Inter Tight"/>
                        <a:ea typeface="Inter Tight"/>
                        <a:cs typeface="Inter Tight"/>
                        <a:sym typeface="Inter Tight"/>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16"/>
        <p:cNvGrpSpPr/>
        <p:nvPr/>
      </p:nvGrpSpPr>
      <p:grpSpPr>
        <a:xfrm>
          <a:off x="0" y="0"/>
          <a:ext cx="0" cy="0"/>
          <a:chOff x="0" y="0"/>
          <a:chExt cx="0" cy="0"/>
        </a:xfrm>
      </p:grpSpPr>
      <p:sp>
        <p:nvSpPr>
          <p:cNvPr id="2117" name="Google Shape;2117;p66"/>
          <p:cNvSpPr txBox="1">
            <a:spLocks noGrp="1"/>
          </p:cNvSpPr>
          <p:nvPr>
            <p:ph type="subTitle" idx="1"/>
          </p:nvPr>
        </p:nvSpPr>
        <p:spPr>
          <a:xfrm>
            <a:off x="713225" y="1598200"/>
            <a:ext cx="4151700" cy="116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Do you have any questions?</a:t>
            </a:r>
            <a:endParaRPr b="1"/>
          </a:p>
          <a:p>
            <a:pPr marL="0" lvl="0" indent="0" algn="l" rtl="0">
              <a:spcBef>
                <a:spcPts val="0"/>
              </a:spcBef>
              <a:spcAft>
                <a:spcPts val="0"/>
              </a:spcAft>
              <a:buNone/>
            </a:pPr>
            <a:r>
              <a:rPr lang="en"/>
              <a:t>youremail@freepik.com</a:t>
            </a:r>
            <a:endParaRPr/>
          </a:p>
          <a:p>
            <a:pPr marL="0" lvl="0" indent="0" algn="l" rtl="0">
              <a:spcBef>
                <a:spcPts val="0"/>
              </a:spcBef>
              <a:spcAft>
                <a:spcPts val="0"/>
              </a:spcAft>
              <a:buNone/>
            </a:pPr>
            <a:r>
              <a:rPr lang="en"/>
              <a:t>+34 654 321 432</a:t>
            </a:r>
            <a:endParaRPr/>
          </a:p>
          <a:p>
            <a:pPr marL="0" lvl="0" indent="0" algn="l" rtl="0">
              <a:spcBef>
                <a:spcPts val="0"/>
              </a:spcBef>
              <a:spcAft>
                <a:spcPts val="0"/>
              </a:spcAft>
              <a:buNone/>
            </a:pPr>
            <a:r>
              <a:rPr lang="en"/>
              <a:t>yourwebsite.com</a:t>
            </a:r>
            <a:endParaRPr/>
          </a:p>
        </p:txBody>
      </p:sp>
      <p:sp>
        <p:nvSpPr>
          <p:cNvPr id="2118" name="Google Shape;2118;p66"/>
          <p:cNvSpPr txBox="1"/>
          <p:nvPr/>
        </p:nvSpPr>
        <p:spPr>
          <a:xfrm>
            <a:off x="713225" y="4246425"/>
            <a:ext cx="4151700" cy="26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Inter Tight"/>
                <a:ea typeface="Inter Tight"/>
                <a:cs typeface="Inter Tight"/>
                <a:sym typeface="Inter Tight"/>
              </a:rPr>
              <a:t>Please keep this slide for attribution</a:t>
            </a:r>
            <a:endParaRPr sz="1200">
              <a:solidFill>
                <a:schemeClr val="dk1"/>
              </a:solidFill>
              <a:latin typeface="Inter Tight"/>
              <a:ea typeface="Inter Tight"/>
              <a:cs typeface="Inter Tight"/>
              <a:sym typeface="Inter Tight"/>
            </a:endParaRPr>
          </a:p>
        </p:txBody>
      </p:sp>
      <p:sp>
        <p:nvSpPr>
          <p:cNvPr id="2119" name="Google Shape;2119;p66"/>
          <p:cNvSpPr txBox="1">
            <a:spLocks noGrp="1"/>
          </p:cNvSpPr>
          <p:nvPr>
            <p:ph type="title"/>
          </p:nvPr>
        </p:nvSpPr>
        <p:spPr>
          <a:xfrm>
            <a:off x="713225" y="539500"/>
            <a:ext cx="4151700" cy="105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Thanks!</a:t>
            </a:r>
            <a:endParaRPr dirty="0"/>
          </a:p>
        </p:txBody>
      </p:sp>
      <p:grpSp>
        <p:nvGrpSpPr>
          <p:cNvPr id="2120" name="Google Shape;2120;p66"/>
          <p:cNvGrpSpPr/>
          <p:nvPr/>
        </p:nvGrpSpPr>
        <p:grpSpPr>
          <a:xfrm>
            <a:off x="800103" y="2928035"/>
            <a:ext cx="387681" cy="387661"/>
            <a:chOff x="266768" y="1721375"/>
            <a:chExt cx="397907" cy="397887"/>
          </a:xfrm>
        </p:grpSpPr>
        <p:sp>
          <p:nvSpPr>
            <p:cNvPr id="2121" name="Google Shape;2121;p66"/>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66"/>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3" name="Google Shape;2123;p66"/>
          <p:cNvGrpSpPr/>
          <p:nvPr/>
        </p:nvGrpSpPr>
        <p:grpSpPr>
          <a:xfrm>
            <a:off x="1858799" y="2927797"/>
            <a:ext cx="387661" cy="387661"/>
            <a:chOff x="1379798" y="1723250"/>
            <a:chExt cx="397887" cy="397887"/>
          </a:xfrm>
        </p:grpSpPr>
        <p:sp>
          <p:nvSpPr>
            <p:cNvPr id="2124" name="Google Shape;2124;p66"/>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66"/>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66"/>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66"/>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8" name="Google Shape;2128;p66"/>
          <p:cNvGrpSpPr/>
          <p:nvPr/>
        </p:nvGrpSpPr>
        <p:grpSpPr>
          <a:xfrm>
            <a:off x="1327759" y="2927797"/>
            <a:ext cx="387641" cy="387661"/>
            <a:chOff x="864491" y="1723250"/>
            <a:chExt cx="397866" cy="397887"/>
          </a:xfrm>
        </p:grpSpPr>
        <p:sp>
          <p:nvSpPr>
            <p:cNvPr id="2129" name="Google Shape;2129;p66"/>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66"/>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66"/>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2" name="Google Shape;2132;p66"/>
          <p:cNvGrpSpPr/>
          <p:nvPr/>
        </p:nvGrpSpPr>
        <p:grpSpPr>
          <a:xfrm rot="-9124941" flipH="1">
            <a:off x="4419087" y="2132208"/>
            <a:ext cx="1301472" cy="726996"/>
            <a:chOff x="10055699" y="225106"/>
            <a:chExt cx="1141108" cy="637418"/>
          </a:xfrm>
        </p:grpSpPr>
        <p:sp>
          <p:nvSpPr>
            <p:cNvPr id="2133" name="Google Shape;2133;p66"/>
            <p:cNvSpPr/>
            <p:nvPr/>
          </p:nvSpPr>
          <p:spPr>
            <a:xfrm>
              <a:off x="10055699" y="344934"/>
              <a:ext cx="350898" cy="186673"/>
            </a:xfrm>
            <a:custGeom>
              <a:avLst/>
              <a:gdLst/>
              <a:ahLst/>
              <a:cxnLst/>
              <a:rect l="l" t="t" r="r" b="b"/>
              <a:pathLst>
                <a:path w="533685" h="283914" extrusionOk="0">
                  <a:moveTo>
                    <a:pt x="533686" y="166484"/>
                  </a:moveTo>
                  <a:cubicBezTo>
                    <a:pt x="533686" y="166484"/>
                    <a:pt x="502634" y="30562"/>
                    <a:pt x="351187" y="5130"/>
                  </a:cubicBezTo>
                  <a:cubicBezTo>
                    <a:pt x="199739" y="-20397"/>
                    <a:pt x="125540" y="56375"/>
                    <a:pt x="76200" y="80854"/>
                  </a:cubicBezTo>
                  <a:cubicBezTo>
                    <a:pt x="26860" y="105238"/>
                    <a:pt x="0" y="81521"/>
                    <a:pt x="0" y="81521"/>
                  </a:cubicBezTo>
                  <a:cubicBezTo>
                    <a:pt x="0" y="81521"/>
                    <a:pt x="13335" y="146291"/>
                    <a:pt x="120872" y="219919"/>
                  </a:cubicBezTo>
                  <a:cubicBezTo>
                    <a:pt x="228410" y="293643"/>
                    <a:pt x="347567" y="295643"/>
                    <a:pt x="414052" y="266115"/>
                  </a:cubicBezTo>
                  <a:cubicBezTo>
                    <a:pt x="480441" y="236588"/>
                    <a:pt x="506635" y="205632"/>
                    <a:pt x="533686" y="166484"/>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4" name="Google Shape;2134;p66"/>
            <p:cNvSpPr/>
            <p:nvPr/>
          </p:nvSpPr>
          <p:spPr>
            <a:xfrm>
              <a:off x="10449574" y="225106"/>
              <a:ext cx="151751" cy="237606"/>
            </a:xfrm>
            <a:custGeom>
              <a:avLst/>
              <a:gdLst/>
              <a:ahLst/>
              <a:cxnLst/>
              <a:rect l="l" t="t" r="r" b="b"/>
              <a:pathLst>
                <a:path w="230800" h="361378" extrusionOk="0">
                  <a:moveTo>
                    <a:pt x="146200" y="361379"/>
                  </a:moveTo>
                  <a:cubicBezTo>
                    <a:pt x="146200" y="361379"/>
                    <a:pt x="8659" y="341757"/>
                    <a:pt x="1611" y="172212"/>
                  </a:cubicBezTo>
                  <a:cubicBezTo>
                    <a:pt x="-8772" y="59150"/>
                    <a:pt x="35139" y="55150"/>
                    <a:pt x="17041" y="0"/>
                  </a:cubicBezTo>
                  <a:cubicBezTo>
                    <a:pt x="208494" y="68485"/>
                    <a:pt x="241926" y="176213"/>
                    <a:pt x="228020" y="254603"/>
                  </a:cubicBezTo>
                  <a:cubicBezTo>
                    <a:pt x="214113" y="333089"/>
                    <a:pt x="146295" y="361283"/>
                    <a:pt x="146295" y="361283"/>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5" name="Google Shape;2135;p66"/>
            <p:cNvSpPr/>
            <p:nvPr/>
          </p:nvSpPr>
          <p:spPr>
            <a:xfrm>
              <a:off x="10390504" y="471628"/>
              <a:ext cx="177556" cy="187685"/>
            </a:xfrm>
            <a:custGeom>
              <a:avLst/>
              <a:gdLst/>
              <a:ahLst/>
              <a:cxnLst/>
              <a:rect l="l" t="t" r="r" b="b"/>
              <a:pathLst>
                <a:path w="270047" h="285452" extrusionOk="0">
                  <a:moveTo>
                    <a:pt x="235458" y="0"/>
                  </a:moveTo>
                  <a:cubicBezTo>
                    <a:pt x="235458" y="0"/>
                    <a:pt x="149924" y="-571"/>
                    <a:pt x="92583" y="67151"/>
                  </a:cubicBezTo>
                  <a:cubicBezTo>
                    <a:pt x="35243" y="134874"/>
                    <a:pt x="191" y="153067"/>
                    <a:pt x="16288" y="241745"/>
                  </a:cubicBezTo>
                  <a:cubicBezTo>
                    <a:pt x="22193" y="272129"/>
                    <a:pt x="0" y="281559"/>
                    <a:pt x="0" y="281559"/>
                  </a:cubicBezTo>
                  <a:cubicBezTo>
                    <a:pt x="0" y="281559"/>
                    <a:pt x="80010" y="299371"/>
                    <a:pt x="152495" y="258794"/>
                  </a:cubicBezTo>
                  <a:cubicBezTo>
                    <a:pt x="224885" y="218218"/>
                    <a:pt x="323183" y="100298"/>
                    <a:pt x="235458" y="0"/>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6" name="Google Shape;2136;p66"/>
            <p:cNvSpPr/>
            <p:nvPr/>
          </p:nvSpPr>
          <p:spPr>
            <a:xfrm>
              <a:off x="10317987" y="447778"/>
              <a:ext cx="454921" cy="151881"/>
            </a:xfrm>
            <a:custGeom>
              <a:avLst/>
              <a:gdLst/>
              <a:ahLst/>
              <a:cxnLst/>
              <a:rect l="l" t="t" r="r" b="b"/>
              <a:pathLst>
                <a:path w="691895" h="230997" extrusionOk="0">
                  <a:moveTo>
                    <a:pt x="0" y="779"/>
                  </a:moveTo>
                  <a:cubicBezTo>
                    <a:pt x="0" y="779"/>
                    <a:pt x="509207" y="-23796"/>
                    <a:pt x="691896" y="203185"/>
                  </a:cubicBezTo>
                  <a:lnTo>
                    <a:pt x="675037" y="230998"/>
                  </a:lnTo>
                  <a:cubicBezTo>
                    <a:pt x="675037" y="230998"/>
                    <a:pt x="572357" y="13923"/>
                    <a:pt x="0" y="779"/>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7" name="Google Shape;2137;p66"/>
            <p:cNvSpPr/>
            <p:nvPr/>
          </p:nvSpPr>
          <p:spPr>
            <a:xfrm>
              <a:off x="10404081" y="564593"/>
              <a:ext cx="360441" cy="297931"/>
            </a:xfrm>
            <a:custGeom>
              <a:avLst/>
              <a:gdLst/>
              <a:ahLst/>
              <a:cxnLst/>
              <a:rect l="l" t="t" r="r" b="b"/>
              <a:pathLst>
                <a:path w="548199" h="453127" extrusionOk="0">
                  <a:moveTo>
                    <a:pt x="540544" y="35737"/>
                  </a:moveTo>
                  <a:cubicBezTo>
                    <a:pt x="540544" y="35737"/>
                    <a:pt x="394621" y="-55798"/>
                    <a:pt x="240125" y="54121"/>
                  </a:cubicBezTo>
                  <a:cubicBezTo>
                    <a:pt x="85534" y="164134"/>
                    <a:pt x="87821" y="296056"/>
                    <a:pt x="66008" y="360540"/>
                  </a:cubicBezTo>
                  <a:cubicBezTo>
                    <a:pt x="44196" y="425024"/>
                    <a:pt x="0" y="427691"/>
                    <a:pt x="0" y="427691"/>
                  </a:cubicBezTo>
                  <a:cubicBezTo>
                    <a:pt x="0" y="427691"/>
                    <a:pt x="68199" y="472649"/>
                    <a:pt x="226504" y="443026"/>
                  </a:cubicBezTo>
                  <a:cubicBezTo>
                    <a:pt x="384810" y="413404"/>
                    <a:pt x="490728" y="311105"/>
                    <a:pt x="523018" y="227285"/>
                  </a:cubicBezTo>
                  <a:cubicBezTo>
                    <a:pt x="555307" y="143465"/>
                    <a:pt x="551021" y="93459"/>
                    <a:pt x="540449" y="35642"/>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8" name="Google Shape;2138;p66"/>
            <p:cNvSpPr/>
            <p:nvPr/>
          </p:nvSpPr>
          <p:spPr>
            <a:xfrm>
              <a:off x="10606490" y="303182"/>
              <a:ext cx="288718" cy="194157"/>
            </a:xfrm>
            <a:custGeom>
              <a:avLst/>
              <a:gdLst/>
              <a:ahLst/>
              <a:cxnLst/>
              <a:rect l="l" t="t" r="r" b="b"/>
              <a:pathLst>
                <a:path w="439115" h="295296" extrusionOk="0">
                  <a:moveTo>
                    <a:pt x="428625" y="259190"/>
                  </a:moveTo>
                  <a:cubicBezTo>
                    <a:pt x="428625" y="259190"/>
                    <a:pt x="291275" y="362155"/>
                    <a:pt x="136969" y="220328"/>
                  </a:cubicBezTo>
                  <a:cubicBezTo>
                    <a:pt x="29146" y="130603"/>
                    <a:pt x="63913" y="88693"/>
                    <a:pt x="0" y="56403"/>
                  </a:cubicBezTo>
                  <a:cubicBezTo>
                    <a:pt x="227171" y="-51039"/>
                    <a:pt x="350425" y="13921"/>
                    <a:pt x="406813" y="94598"/>
                  </a:cubicBezTo>
                  <a:cubicBezTo>
                    <a:pt x="463201" y="175275"/>
                    <a:pt x="428625" y="259285"/>
                    <a:pt x="428625" y="259285"/>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9" name="Google Shape;2139;p66"/>
            <p:cNvSpPr/>
            <p:nvPr/>
          </p:nvSpPr>
          <p:spPr>
            <a:xfrm>
              <a:off x="10676817" y="377529"/>
              <a:ext cx="519990" cy="282693"/>
            </a:xfrm>
            <a:custGeom>
              <a:avLst/>
              <a:gdLst/>
              <a:ahLst/>
              <a:cxnLst/>
              <a:rect l="l" t="t" r="r" b="b"/>
              <a:pathLst>
                <a:path w="790860" h="429951" extrusionOk="0">
                  <a:moveTo>
                    <a:pt x="0" y="429951"/>
                  </a:moveTo>
                  <a:cubicBezTo>
                    <a:pt x="0" y="429951"/>
                    <a:pt x="423482" y="-36393"/>
                    <a:pt x="781336" y="2279"/>
                  </a:cubicBezTo>
                  <a:lnTo>
                    <a:pt x="790861" y="41331"/>
                  </a:lnTo>
                  <a:cubicBezTo>
                    <a:pt x="790861" y="41331"/>
                    <a:pt x="511492" y="-58681"/>
                    <a:pt x="0" y="429951"/>
                  </a:cubicBezTo>
                  <a:close/>
                </a:path>
              </a:pathLst>
            </a:custGeom>
            <a:solidFill>
              <a:schemeClr val="lt2"/>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40" name="Google Shape;2140;p66"/>
          <p:cNvGrpSpPr/>
          <p:nvPr/>
        </p:nvGrpSpPr>
        <p:grpSpPr>
          <a:xfrm>
            <a:off x="7089106" y="1111330"/>
            <a:ext cx="1341663" cy="1984296"/>
            <a:chOff x="7089106" y="1111330"/>
            <a:chExt cx="1341663" cy="1984296"/>
          </a:xfrm>
        </p:grpSpPr>
        <p:sp>
          <p:nvSpPr>
            <p:cNvPr id="2141" name="Google Shape;2141;p66"/>
            <p:cNvSpPr/>
            <p:nvPr/>
          </p:nvSpPr>
          <p:spPr>
            <a:xfrm rot="857226" flipH="1">
              <a:off x="7306462" y="1201080"/>
              <a:ext cx="934669" cy="1654043"/>
            </a:xfrm>
            <a:custGeom>
              <a:avLst/>
              <a:gdLst/>
              <a:ahLst/>
              <a:cxnLst/>
              <a:rect l="l" t="t" r="r" b="b"/>
              <a:pathLst>
                <a:path w="806314" h="1426899" extrusionOk="0">
                  <a:moveTo>
                    <a:pt x="135510" y="0"/>
                  </a:moveTo>
                  <a:cubicBezTo>
                    <a:pt x="135510" y="0"/>
                    <a:pt x="30770" y="28357"/>
                    <a:pt x="0" y="67031"/>
                  </a:cubicBezTo>
                  <a:lnTo>
                    <a:pt x="139311" y="156808"/>
                  </a:lnTo>
                  <a:lnTo>
                    <a:pt x="36442" y="119220"/>
                  </a:lnTo>
                  <a:lnTo>
                    <a:pt x="193069" y="237535"/>
                  </a:lnTo>
                  <a:lnTo>
                    <a:pt x="60817" y="189207"/>
                  </a:lnTo>
                  <a:cubicBezTo>
                    <a:pt x="60817" y="189207"/>
                    <a:pt x="174546" y="318564"/>
                    <a:pt x="163505" y="439956"/>
                  </a:cubicBezTo>
                  <a:cubicBezTo>
                    <a:pt x="152464" y="561348"/>
                    <a:pt x="247611" y="696013"/>
                    <a:pt x="345412" y="792849"/>
                  </a:cubicBezTo>
                  <a:lnTo>
                    <a:pt x="149146" y="676706"/>
                  </a:lnTo>
                  <a:cubicBezTo>
                    <a:pt x="149146" y="676706"/>
                    <a:pt x="154877" y="995209"/>
                    <a:pt x="468433" y="1048726"/>
                  </a:cubicBezTo>
                  <a:lnTo>
                    <a:pt x="346378" y="1048545"/>
                  </a:lnTo>
                  <a:cubicBezTo>
                    <a:pt x="346378" y="1048545"/>
                    <a:pt x="403393" y="1120402"/>
                    <a:pt x="556943" y="1125470"/>
                  </a:cubicBezTo>
                  <a:lnTo>
                    <a:pt x="440619" y="1155155"/>
                  </a:lnTo>
                  <a:lnTo>
                    <a:pt x="519355" y="1228340"/>
                  </a:lnTo>
                  <a:lnTo>
                    <a:pt x="596884" y="1228883"/>
                  </a:lnTo>
                  <a:lnTo>
                    <a:pt x="541618" y="1258628"/>
                  </a:lnTo>
                  <a:cubicBezTo>
                    <a:pt x="541618" y="1258628"/>
                    <a:pt x="641833" y="1409825"/>
                    <a:pt x="746573" y="1426899"/>
                  </a:cubicBezTo>
                  <a:cubicBezTo>
                    <a:pt x="855778" y="1173617"/>
                    <a:pt x="781868" y="874541"/>
                    <a:pt x="781868" y="874541"/>
                  </a:cubicBezTo>
                  <a:lnTo>
                    <a:pt x="697099" y="954605"/>
                  </a:lnTo>
                  <a:lnTo>
                    <a:pt x="772155" y="809924"/>
                  </a:lnTo>
                  <a:cubicBezTo>
                    <a:pt x="772155" y="809924"/>
                    <a:pt x="733239" y="612511"/>
                    <a:pt x="590187" y="365926"/>
                  </a:cubicBezTo>
                  <a:cubicBezTo>
                    <a:pt x="583671" y="535645"/>
                    <a:pt x="553263" y="618906"/>
                    <a:pt x="553263" y="618906"/>
                  </a:cubicBezTo>
                  <a:cubicBezTo>
                    <a:pt x="553263" y="618906"/>
                    <a:pt x="571423" y="386862"/>
                    <a:pt x="519898" y="284716"/>
                  </a:cubicBezTo>
                  <a:cubicBezTo>
                    <a:pt x="407134" y="77047"/>
                    <a:pt x="135510" y="0"/>
                    <a:pt x="13551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2" name="Google Shape;2142;p66"/>
            <p:cNvSpPr/>
            <p:nvPr/>
          </p:nvSpPr>
          <p:spPr>
            <a:xfrm rot="857226" flipH="1">
              <a:off x="7289241" y="1339458"/>
              <a:ext cx="645438" cy="1702860"/>
            </a:xfrm>
            <a:custGeom>
              <a:avLst/>
              <a:gdLst/>
              <a:ahLst/>
              <a:cxnLst/>
              <a:rect l="l" t="t" r="r" b="b"/>
              <a:pathLst>
                <a:path w="556802" h="1469012" extrusionOk="0">
                  <a:moveTo>
                    <a:pt x="556762" y="1469012"/>
                  </a:moveTo>
                  <a:cubicBezTo>
                    <a:pt x="556762" y="1469012"/>
                    <a:pt x="572147" y="758640"/>
                    <a:pt x="0" y="0"/>
                  </a:cubicBezTo>
                  <a:cubicBezTo>
                    <a:pt x="528043" y="742531"/>
                    <a:pt x="490697" y="1406868"/>
                    <a:pt x="490697" y="1406868"/>
                  </a:cubicBezTo>
                  <a:lnTo>
                    <a:pt x="556702" y="146901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Gothic Literature by Slidesgo">
  <a:themeElements>
    <a:clrScheme name="Simple Light">
      <a:dk1>
        <a:srgbClr val="242424"/>
      </a:dk1>
      <a:lt1>
        <a:srgbClr val="FDFDFD"/>
      </a:lt1>
      <a:dk2>
        <a:srgbClr val="999999"/>
      </a:dk2>
      <a:lt2>
        <a:srgbClr val="B4322B"/>
      </a:lt2>
      <a:accent1>
        <a:srgbClr val="EFEFEF"/>
      </a:accent1>
      <a:accent2>
        <a:srgbClr val="FFFFFF"/>
      </a:accent2>
      <a:accent3>
        <a:srgbClr val="FFFFFF"/>
      </a:accent3>
      <a:accent4>
        <a:srgbClr val="FFFFFF"/>
      </a:accent4>
      <a:accent5>
        <a:srgbClr val="FFFFFF"/>
      </a:accent5>
      <a:accent6>
        <a:srgbClr val="FFFFFF"/>
      </a:accent6>
      <a:hlink>
        <a:srgbClr val="24242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1410</Words>
  <Application>Microsoft Office PowerPoint</Application>
  <PresentationFormat>Экран (16:9)</PresentationFormat>
  <Paragraphs>254</Paragraphs>
  <Slides>28</Slides>
  <Notes>28</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28</vt:i4>
      </vt:variant>
    </vt:vector>
  </HeadingPairs>
  <TitlesOfParts>
    <vt:vector size="37" baseType="lpstr">
      <vt:lpstr>Germania One</vt:lpstr>
      <vt:lpstr>Calibri</vt:lpstr>
      <vt:lpstr>Nunito Light</vt:lpstr>
      <vt:lpstr>Anaheim</vt:lpstr>
      <vt:lpstr>Inter Tight</vt:lpstr>
      <vt:lpstr>Inter Tight SemiBold</vt:lpstr>
      <vt:lpstr>Arial</vt:lpstr>
      <vt:lpstr>DM Sans</vt:lpstr>
      <vt:lpstr>Gothic Literature by Slidesgo</vt:lpstr>
      <vt:lpstr>Gothic Literature</vt:lpstr>
      <vt:lpstr>Contents of this template</vt:lpstr>
      <vt:lpstr>Table of contents</vt:lpstr>
      <vt:lpstr>Introduction</vt:lpstr>
      <vt:lpstr>Whoa!</vt:lpstr>
      <vt:lpstr>Introduction to gothic literature</vt:lpstr>
      <vt:lpstr>Historical context:  The gothic revival</vt:lpstr>
      <vt:lpstr>Origins</vt:lpstr>
      <vt:lpstr>Features of gothic literature</vt:lpstr>
      <vt:lpstr>Gothic themes</vt:lpstr>
      <vt:lpstr>Symbolic elements in gothic literature</vt:lpstr>
      <vt:lpstr>Awesome words</vt:lpstr>
      <vt:lpstr>—Someone Famous</vt:lpstr>
      <vt:lpstr>9h 55m 23s</vt:lpstr>
      <vt:lpstr>Recurring themes in Gothic literature</vt:lpstr>
      <vt:lpstr>Phone mockup</vt:lpstr>
      <vt:lpstr>Where did gothic literature born?</vt:lpstr>
      <vt:lpstr>Timeline of the most famous books</vt:lpstr>
      <vt:lpstr>Types of gothic literature</vt:lpstr>
      <vt:lpstr>Use tables to represent data</vt:lpstr>
      <vt:lpstr>Adepts of gothic literature in years</vt:lpstr>
      <vt:lpstr>Symbolic elements in gothic literature</vt:lpstr>
      <vt:lpstr>The most famous authors</vt:lpstr>
      <vt:lpstr>Different periods of gothic literature</vt:lpstr>
      <vt:lpstr>The topics more used in this genre</vt:lpstr>
      <vt:lpstr>Activity 1: Answer and questions</vt:lpstr>
      <vt:lpstr>Activity 3: Write a story with this words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Gothic Literature</dc:title>
  <cp:lastModifiedBy>я</cp:lastModifiedBy>
  <cp:revision>1</cp:revision>
  <dcterms:modified xsi:type="dcterms:W3CDTF">2026-02-19T06:52:35Z</dcterms:modified>
</cp:coreProperties>
</file>
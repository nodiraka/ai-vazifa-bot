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77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9144000" cy="5143500" type="screen16x9"/>
  <p:notesSz cx="6858000" cy="9144000"/>
  <p:embeddedFontLst>
    <p:embeddedFont>
      <p:font typeface="Open Sans" panose="020B0604020202020204" charset="0"/>
      <p:regular r:id="rId21"/>
      <p:bold r:id="rId22"/>
      <p:italic r:id="rId23"/>
      <p:boldItalic r:id="rId24"/>
    </p:embeddedFont>
    <p:embeddedFont>
      <p:font typeface="Sofia" panose="020B0604020202020204" charset="0"/>
      <p:regular r:id="rId25"/>
    </p:embeddedFont>
    <p:embeddedFont>
      <p:font typeface="Fustat" panose="020B0604020202020204" charset="-78"/>
      <p:regular r:id="rId26"/>
      <p:bold r:id="rId27"/>
    </p:embeddedFont>
    <p:embeddedFont>
      <p:font typeface="Raleway" panose="020B0604020202020204" charset="-52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83825D9-1925-47B4-8AB9-BC5CBFE513B5}">
  <a:tblStyle styleId="{783825D9-1925-47B4-8AB9-BC5CBFE513B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2" name="Google Shape;1232;ged3401ed36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3" name="Google Shape;1233;ged3401ed36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3" name="Google Shape;1263;ge1d838b627_0_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4" name="Google Shape;1264;ge1d838b627_0_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7" name="Google Shape;1327;ge1d838b627_4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8" name="Google Shape;1328;ge1d838b627_4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3" name="Google Shape;1333;ge1d838b627_4_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4" name="Google Shape;1334;ge1d838b627_4_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6" name="Google Shape;1346;ge1d838b627_4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7" name="Google Shape;1347;ge1d838b627_4_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3" name="Google Shape;1353;g321f2b64fc2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4" name="Google Shape;1354;g321f2b64fc2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9" name="Google Shape;1359;g2d7333e9bd9_0_4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0" name="Google Shape;1360;g2d7333e9bd9_0_4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5" name="Google Shape;1365;g2d7333e9bd9_0_5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6" name="Google Shape;1366;g2d7333e9bd9_0_5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4" name="Google Shape;1374;g2d7333e9bd9_0_5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5" name="Google Shape;1375;g2d7333e9bd9_0_5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3" name="Google Shape;1383;g2d7333e9bd9_0_52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4" name="Google Shape;1384;g2d7333e9bd9_0_52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0" name="Google Shape;1390;g321a6a73686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1" name="Google Shape;1391;g321a6a73686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6" name="Google Shape;1396;g321a6a73686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7" name="Google Shape;1397;g321a6a73686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7" name="Google Shape;1427;g321a6a73686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8" name="Google Shape;1428;g321a6a73686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0" name="Google Shape;1440;g321a6a73686_0_13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1" name="Google Shape;1441;g321a6a73686_0_13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8" name="Google Shape;1458;g321f2b64fc2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9" name="Google Shape;1459;g321f2b64fc2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9" name="Google Shape;1479;g321f2b64fc2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0" name="Google Shape;1480;g321f2b64fc2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0" name="Google Shape;1510;g135c9f142d8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1" name="Google Shape;1511;g135c9f142d8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8" name="Google Shape;1528;g321f2b64fc2_1_7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9" name="Google Shape;1529;g321f2b64fc2_1_7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oogle Shape;9;p2"/>
          <p:cNvGrpSpPr/>
          <p:nvPr/>
        </p:nvGrpSpPr>
        <p:grpSpPr>
          <a:xfrm>
            <a:off x="-291024" y="-788325"/>
            <a:ext cx="9867537" cy="6693915"/>
            <a:chOff x="6017252" y="-189911"/>
            <a:chExt cx="4760257" cy="3229251"/>
          </a:xfrm>
        </p:grpSpPr>
        <p:sp>
          <p:nvSpPr>
            <p:cNvPr id="10" name="Google Shape;10;p2"/>
            <p:cNvSpPr/>
            <p:nvPr/>
          </p:nvSpPr>
          <p:spPr>
            <a:xfrm>
              <a:off x="6157816" y="2039049"/>
              <a:ext cx="4411234" cy="1000291"/>
            </a:xfrm>
            <a:custGeom>
              <a:avLst/>
              <a:gdLst/>
              <a:ahLst/>
              <a:cxnLst/>
              <a:rect l="l" t="t" r="r" b="b"/>
              <a:pathLst>
                <a:path w="4411234" h="1000291" extrusionOk="0">
                  <a:moveTo>
                    <a:pt x="0" y="266615"/>
                  </a:moveTo>
                  <a:lnTo>
                    <a:pt x="0" y="953533"/>
                  </a:lnTo>
                  <a:lnTo>
                    <a:pt x="4411235" y="1000292"/>
                  </a:lnTo>
                  <a:lnTo>
                    <a:pt x="4411235" y="0"/>
                  </a:lnTo>
                  <a:cubicBezTo>
                    <a:pt x="4411235" y="0"/>
                    <a:pt x="3261961" y="395482"/>
                    <a:pt x="1858247" y="403422"/>
                  </a:cubicBezTo>
                  <a:cubicBezTo>
                    <a:pt x="454533" y="411362"/>
                    <a:pt x="0" y="266615"/>
                    <a:pt x="0" y="266615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1" name="Google Shape;11;p2"/>
            <p:cNvGrpSpPr/>
            <p:nvPr/>
          </p:nvGrpSpPr>
          <p:grpSpPr>
            <a:xfrm>
              <a:off x="9916587" y="2016942"/>
              <a:ext cx="142139" cy="197791"/>
              <a:chOff x="9916587" y="2016942"/>
              <a:chExt cx="142139" cy="197791"/>
            </a:xfrm>
          </p:grpSpPr>
          <p:sp>
            <p:nvSpPr>
              <p:cNvPr id="12" name="Google Shape;12;p2"/>
              <p:cNvSpPr/>
              <p:nvPr/>
            </p:nvSpPr>
            <p:spPr>
              <a:xfrm>
                <a:off x="9998709" y="2088078"/>
                <a:ext cx="60017" cy="59829"/>
              </a:xfrm>
              <a:custGeom>
                <a:avLst/>
                <a:gdLst/>
                <a:ahLst/>
                <a:cxnLst/>
                <a:rect l="l" t="t" r="r" b="b"/>
                <a:pathLst>
                  <a:path w="60017" h="59829" extrusionOk="0">
                    <a:moveTo>
                      <a:pt x="1638" y="57018"/>
                    </a:moveTo>
                    <a:cubicBezTo>
                      <a:pt x="-4537" y="49666"/>
                      <a:pt x="7932" y="3318"/>
                      <a:pt x="19342" y="319"/>
                    </a:cubicBezTo>
                    <a:cubicBezTo>
                      <a:pt x="30752" y="-2740"/>
                      <a:pt x="54690" y="16905"/>
                      <a:pt x="59690" y="29903"/>
                    </a:cubicBezTo>
                    <a:cubicBezTo>
                      <a:pt x="64690" y="42902"/>
                      <a:pt x="11049" y="68193"/>
                      <a:pt x="1580" y="5707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" name="Google Shape;13;p2"/>
              <p:cNvSpPr/>
              <p:nvPr/>
            </p:nvSpPr>
            <p:spPr>
              <a:xfrm>
                <a:off x="9916587" y="2109863"/>
                <a:ext cx="60160" cy="63040"/>
              </a:xfrm>
              <a:custGeom>
                <a:avLst/>
                <a:gdLst/>
                <a:ahLst/>
                <a:cxnLst/>
                <a:rect l="l" t="t" r="r" b="b"/>
                <a:pathLst>
                  <a:path w="60160" h="63040" extrusionOk="0">
                    <a:moveTo>
                      <a:pt x="19062" y="62288"/>
                    </a:moveTo>
                    <a:cubicBezTo>
                      <a:pt x="7357" y="55995"/>
                      <a:pt x="-6052" y="12882"/>
                      <a:pt x="2946" y="3530"/>
                    </a:cubicBezTo>
                    <a:cubicBezTo>
                      <a:pt x="11945" y="-5821"/>
                      <a:pt x="50882" y="5413"/>
                      <a:pt x="58940" y="14000"/>
                    </a:cubicBezTo>
                    <a:cubicBezTo>
                      <a:pt x="66997" y="22646"/>
                      <a:pt x="33060" y="69758"/>
                      <a:pt x="19062" y="6222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9933868" y="2016942"/>
                <a:ext cx="74889" cy="71395"/>
              </a:xfrm>
              <a:custGeom>
                <a:avLst/>
                <a:gdLst/>
                <a:ahLst/>
                <a:cxnLst/>
                <a:rect l="l" t="t" r="r" b="b"/>
                <a:pathLst>
                  <a:path w="74889" h="71395" extrusionOk="0">
                    <a:moveTo>
                      <a:pt x="8251" y="69632"/>
                    </a:moveTo>
                    <a:cubicBezTo>
                      <a:pt x="-9806" y="57221"/>
                      <a:pt x="5604" y="6404"/>
                      <a:pt x="18073" y="1052"/>
                    </a:cubicBezTo>
                    <a:cubicBezTo>
                      <a:pt x="30542" y="-4301"/>
                      <a:pt x="65597" y="11756"/>
                      <a:pt x="74067" y="27107"/>
                    </a:cubicBezTo>
                    <a:cubicBezTo>
                      <a:pt x="82537" y="42458"/>
                      <a:pt x="23190" y="79924"/>
                      <a:pt x="8251" y="6963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9950824" y="2141684"/>
                <a:ext cx="65403" cy="73049"/>
              </a:xfrm>
              <a:custGeom>
                <a:avLst/>
                <a:gdLst/>
                <a:ahLst/>
                <a:cxnLst/>
                <a:rect l="l" t="t" r="r" b="b"/>
                <a:pathLst>
                  <a:path w="65403" h="73049" extrusionOk="0">
                    <a:moveTo>
                      <a:pt x="54640" y="73050"/>
                    </a:moveTo>
                    <a:cubicBezTo>
                      <a:pt x="35113" y="29232"/>
                      <a:pt x="353" y="10587"/>
                      <a:pt x="0" y="10410"/>
                    </a:cubicBezTo>
                    <a:lnTo>
                      <a:pt x="5470" y="0"/>
                    </a:lnTo>
                    <a:cubicBezTo>
                      <a:pt x="7058" y="823"/>
                      <a:pt x="44112" y="20527"/>
                      <a:pt x="65404" y="68286"/>
                    </a:cubicBezTo>
                    <a:lnTo>
                      <a:pt x="54640" y="7305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10023344" y="2128392"/>
                <a:ext cx="27703" cy="78226"/>
              </a:xfrm>
              <a:custGeom>
                <a:avLst/>
                <a:gdLst/>
                <a:ahLst/>
                <a:cxnLst/>
                <a:rect l="l" t="t" r="r" b="b"/>
                <a:pathLst>
                  <a:path w="27703" h="78226" extrusionOk="0">
                    <a:moveTo>
                      <a:pt x="27173" y="78226"/>
                    </a:moveTo>
                    <a:lnTo>
                      <a:pt x="15587" y="76344"/>
                    </a:lnTo>
                    <a:cubicBezTo>
                      <a:pt x="18468" y="58934"/>
                      <a:pt x="5294" y="18292"/>
                      <a:pt x="0" y="4117"/>
                    </a:cubicBezTo>
                    <a:lnTo>
                      <a:pt x="10999" y="0"/>
                    </a:lnTo>
                    <a:cubicBezTo>
                      <a:pt x="11822" y="2176"/>
                      <a:pt x="31114" y="54170"/>
                      <a:pt x="27173" y="78226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9963234" y="2053577"/>
                <a:ext cx="65580" cy="158098"/>
              </a:xfrm>
              <a:custGeom>
                <a:avLst/>
                <a:gdLst/>
                <a:ahLst/>
                <a:cxnLst/>
                <a:rect l="l" t="t" r="r" b="b"/>
                <a:pathLst>
                  <a:path w="65580" h="158098" extrusionOk="0">
                    <a:moveTo>
                      <a:pt x="54405" y="158099"/>
                    </a:moveTo>
                    <a:cubicBezTo>
                      <a:pt x="45347" y="129808"/>
                      <a:pt x="470" y="5235"/>
                      <a:pt x="0" y="3999"/>
                    </a:cubicBezTo>
                    <a:lnTo>
                      <a:pt x="11058" y="0"/>
                    </a:lnTo>
                    <a:cubicBezTo>
                      <a:pt x="11528" y="1235"/>
                      <a:pt x="56464" y="125985"/>
                      <a:pt x="65581" y="154511"/>
                    </a:cubicBezTo>
                    <a:lnTo>
                      <a:pt x="54405" y="158099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8" name="Google Shape;18;p2"/>
            <p:cNvGrpSpPr/>
            <p:nvPr/>
          </p:nvGrpSpPr>
          <p:grpSpPr>
            <a:xfrm>
              <a:off x="6060170" y="-189911"/>
              <a:ext cx="4717339" cy="2696436"/>
              <a:chOff x="6060170" y="-189911"/>
              <a:chExt cx="4717339" cy="2696436"/>
            </a:xfrm>
          </p:grpSpPr>
          <p:sp>
            <p:nvSpPr>
              <p:cNvPr id="19" name="Google Shape;19;p2"/>
              <p:cNvSpPr/>
              <p:nvPr/>
            </p:nvSpPr>
            <p:spPr>
              <a:xfrm>
                <a:off x="6120995" y="-189911"/>
                <a:ext cx="1324669" cy="748867"/>
              </a:xfrm>
              <a:custGeom>
                <a:avLst/>
                <a:gdLst/>
                <a:ahLst/>
                <a:cxnLst/>
                <a:rect l="l" t="t" r="r" b="b"/>
                <a:pathLst>
                  <a:path w="1581694" h="894170" extrusionOk="0">
                    <a:moveTo>
                      <a:pt x="1301726" y="0"/>
                    </a:moveTo>
                    <a:cubicBezTo>
                      <a:pt x="1301726" y="0"/>
                      <a:pt x="1441827" y="120456"/>
                      <a:pt x="1284081" y="271673"/>
                    </a:cubicBezTo>
                    <a:cubicBezTo>
                      <a:pt x="1372835" y="370132"/>
                      <a:pt x="1256614" y="488706"/>
                      <a:pt x="1141627" y="449946"/>
                    </a:cubicBezTo>
                    <a:cubicBezTo>
                      <a:pt x="1226147" y="551993"/>
                      <a:pt x="1208502" y="584930"/>
                      <a:pt x="1208502" y="584930"/>
                    </a:cubicBezTo>
                    <a:cubicBezTo>
                      <a:pt x="1208502" y="584930"/>
                      <a:pt x="1251379" y="475766"/>
                      <a:pt x="1359014" y="534406"/>
                    </a:cubicBezTo>
                    <a:cubicBezTo>
                      <a:pt x="1402126" y="452240"/>
                      <a:pt x="1504525" y="489941"/>
                      <a:pt x="1485586" y="564991"/>
                    </a:cubicBezTo>
                    <a:cubicBezTo>
                      <a:pt x="1621394" y="534406"/>
                      <a:pt x="1621394" y="843428"/>
                      <a:pt x="1433240" y="802198"/>
                    </a:cubicBezTo>
                    <a:cubicBezTo>
                      <a:pt x="1342250" y="955591"/>
                      <a:pt x="1135158" y="905480"/>
                      <a:pt x="1128923" y="737794"/>
                    </a:cubicBezTo>
                    <a:cubicBezTo>
                      <a:pt x="1030288" y="824313"/>
                      <a:pt x="983176" y="708444"/>
                      <a:pt x="983176" y="708444"/>
                    </a:cubicBezTo>
                    <a:cubicBezTo>
                      <a:pt x="983176" y="708444"/>
                      <a:pt x="748322" y="876542"/>
                      <a:pt x="564697" y="708444"/>
                    </a:cubicBezTo>
                    <a:cubicBezTo>
                      <a:pt x="408833" y="766614"/>
                      <a:pt x="0" y="763085"/>
                      <a:pt x="0" y="763085"/>
                    </a:cubicBezTo>
                    <a:lnTo>
                      <a:pt x="0" y="0"/>
                    </a:lnTo>
                    <a:lnTo>
                      <a:pt x="1301609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" name="Google Shape;20;p2"/>
              <p:cNvSpPr/>
              <p:nvPr/>
            </p:nvSpPr>
            <p:spPr>
              <a:xfrm rot="189516">
                <a:off x="6245659" y="173002"/>
                <a:ext cx="402629" cy="2324195"/>
              </a:xfrm>
              <a:custGeom>
                <a:avLst/>
                <a:gdLst/>
                <a:ahLst/>
                <a:cxnLst/>
                <a:rect l="l" t="t" r="r" b="b"/>
                <a:pathLst>
                  <a:path w="268908" h="1552284" extrusionOk="0">
                    <a:moveTo>
                      <a:pt x="81520" y="0"/>
                    </a:moveTo>
                    <a:lnTo>
                      <a:pt x="88578" y="509880"/>
                    </a:lnTo>
                    <a:lnTo>
                      <a:pt x="268909" y="1552284"/>
                    </a:lnTo>
                    <a:lnTo>
                      <a:pt x="128161" y="1534639"/>
                    </a:lnTo>
                    <a:lnTo>
                      <a:pt x="11763" y="532289"/>
                    </a:lnTo>
                    <a:lnTo>
                      <a:pt x="0" y="90342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6060170" y="131960"/>
                <a:ext cx="171672" cy="2347125"/>
              </a:xfrm>
              <a:custGeom>
                <a:avLst/>
                <a:gdLst/>
                <a:ahLst/>
                <a:cxnLst/>
                <a:rect l="l" t="t" r="r" b="b"/>
                <a:pathLst>
                  <a:path w="119632" h="1635627" extrusionOk="0">
                    <a:moveTo>
                      <a:pt x="113751" y="0"/>
                    </a:moveTo>
                    <a:lnTo>
                      <a:pt x="119632" y="1635627"/>
                    </a:lnTo>
                    <a:lnTo>
                      <a:pt x="0" y="1603043"/>
                    </a:lnTo>
                    <a:lnTo>
                      <a:pt x="59816" y="161981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7915367" y="177685"/>
                <a:ext cx="1201295" cy="408573"/>
              </a:xfrm>
              <a:custGeom>
                <a:avLst/>
                <a:gdLst/>
                <a:ahLst/>
                <a:cxnLst/>
                <a:rect l="l" t="t" r="r" b="b"/>
                <a:pathLst>
                  <a:path w="1201295" h="408573" extrusionOk="0">
                    <a:moveTo>
                      <a:pt x="355" y="0"/>
                    </a:moveTo>
                    <a:cubicBezTo>
                      <a:pt x="355" y="0"/>
                      <a:pt x="-17702" y="190859"/>
                      <a:pt x="203625" y="230619"/>
                    </a:cubicBezTo>
                    <a:cubicBezTo>
                      <a:pt x="243032" y="452299"/>
                      <a:pt x="658864" y="458063"/>
                      <a:pt x="735502" y="296729"/>
                    </a:cubicBezTo>
                    <a:cubicBezTo>
                      <a:pt x="847371" y="299729"/>
                      <a:pt x="985649" y="250911"/>
                      <a:pt x="1019174" y="184390"/>
                    </a:cubicBezTo>
                    <a:cubicBezTo>
                      <a:pt x="1099694" y="217562"/>
                      <a:pt x="1280319" y="163863"/>
                      <a:pt x="1162510" y="0"/>
                    </a:cubicBezTo>
                    <a:lnTo>
                      <a:pt x="296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10074801" y="345197"/>
                <a:ext cx="671680" cy="1813093"/>
              </a:xfrm>
              <a:custGeom>
                <a:avLst/>
                <a:gdLst/>
                <a:ahLst/>
                <a:cxnLst/>
                <a:rect l="l" t="t" r="r" b="b"/>
                <a:pathLst>
                  <a:path w="616220" h="1663388" extrusionOk="0">
                    <a:moveTo>
                      <a:pt x="0" y="24821"/>
                    </a:moveTo>
                    <a:lnTo>
                      <a:pt x="447593" y="1663389"/>
                    </a:lnTo>
                    <a:lnTo>
                      <a:pt x="616220" y="1622393"/>
                    </a:lnTo>
                    <a:lnTo>
                      <a:pt x="71639" y="0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10087972" y="1798357"/>
                <a:ext cx="689537" cy="423939"/>
              </a:xfrm>
              <a:custGeom>
                <a:avLst/>
                <a:gdLst/>
                <a:ahLst/>
                <a:cxnLst/>
                <a:rect l="l" t="t" r="r" b="b"/>
                <a:pathLst>
                  <a:path w="689537" h="423939" extrusionOk="0">
                    <a:moveTo>
                      <a:pt x="27417" y="423939"/>
                    </a:moveTo>
                    <a:cubicBezTo>
                      <a:pt x="27417" y="423939"/>
                      <a:pt x="-51514" y="287132"/>
                      <a:pt x="58473" y="264841"/>
                    </a:cubicBezTo>
                    <a:cubicBezTo>
                      <a:pt x="-6461" y="206612"/>
                      <a:pt x="57297" y="84098"/>
                      <a:pt x="153814" y="131857"/>
                    </a:cubicBezTo>
                    <a:cubicBezTo>
                      <a:pt x="136228" y="-21184"/>
                      <a:pt x="554707" y="-70590"/>
                      <a:pt x="572234" y="145973"/>
                    </a:cubicBezTo>
                    <a:cubicBezTo>
                      <a:pt x="633698" y="116741"/>
                      <a:pt x="747625" y="243432"/>
                      <a:pt x="653931" y="377121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10230538" y="372276"/>
                <a:ext cx="220153" cy="432100"/>
              </a:xfrm>
              <a:custGeom>
                <a:avLst/>
                <a:gdLst/>
                <a:ahLst/>
                <a:cxnLst/>
                <a:rect l="l" t="t" r="r" b="b"/>
                <a:pathLst>
                  <a:path w="201975" h="396422" extrusionOk="0">
                    <a:moveTo>
                      <a:pt x="0" y="355840"/>
                    </a:moveTo>
                    <a:lnTo>
                      <a:pt x="134395" y="8764"/>
                    </a:lnTo>
                    <a:lnTo>
                      <a:pt x="201976" y="0"/>
                    </a:lnTo>
                    <a:lnTo>
                      <a:pt x="62757" y="396423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9819666" y="418734"/>
                <a:ext cx="400750" cy="297598"/>
              </a:xfrm>
              <a:custGeom>
                <a:avLst/>
                <a:gdLst/>
                <a:ahLst/>
                <a:cxnLst/>
                <a:rect l="l" t="t" r="r" b="b"/>
                <a:pathLst>
                  <a:path w="367661" h="273026" extrusionOk="0">
                    <a:moveTo>
                      <a:pt x="305493" y="178273"/>
                    </a:moveTo>
                    <a:lnTo>
                      <a:pt x="39819" y="0"/>
                    </a:lnTo>
                    <a:lnTo>
                      <a:pt x="0" y="25056"/>
                    </a:lnTo>
                    <a:lnTo>
                      <a:pt x="367662" y="273026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8934541" y="177685"/>
                <a:ext cx="1634509" cy="380955"/>
              </a:xfrm>
              <a:custGeom>
                <a:avLst/>
                <a:gdLst/>
                <a:ahLst/>
                <a:cxnLst/>
                <a:rect l="l" t="t" r="r" b="b"/>
                <a:pathLst>
                  <a:path w="1634509" h="380955" extrusionOk="0">
                    <a:moveTo>
                      <a:pt x="129749" y="118927"/>
                    </a:moveTo>
                    <a:cubicBezTo>
                      <a:pt x="129749" y="118927"/>
                      <a:pt x="86166" y="255969"/>
                      <a:pt x="236325" y="243088"/>
                    </a:cubicBezTo>
                    <a:cubicBezTo>
                      <a:pt x="268321" y="440535"/>
                      <a:pt x="624866" y="402069"/>
                      <a:pt x="704739" y="271673"/>
                    </a:cubicBezTo>
                    <a:cubicBezTo>
                      <a:pt x="822960" y="400599"/>
                      <a:pt x="977295" y="266556"/>
                      <a:pt x="980706" y="192212"/>
                    </a:cubicBezTo>
                    <a:cubicBezTo>
                      <a:pt x="1048580" y="375955"/>
                      <a:pt x="1375247" y="357898"/>
                      <a:pt x="1402655" y="229090"/>
                    </a:cubicBezTo>
                    <a:cubicBezTo>
                      <a:pt x="1441827" y="393600"/>
                      <a:pt x="1634510" y="380719"/>
                      <a:pt x="1634510" y="380719"/>
                    </a:cubicBezTo>
                    <a:lnTo>
                      <a:pt x="1634510" y="0"/>
                    </a:lnTo>
                    <a:lnTo>
                      <a:pt x="0" y="0"/>
                    </a:lnTo>
                    <a:lnTo>
                      <a:pt x="129691" y="11892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8" name="Google Shape;28;p2"/>
              <p:cNvSpPr/>
              <p:nvPr/>
            </p:nvSpPr>
            <p:spPr>
              <a:xfrm rot="189358">
                <a:off x="6540885" y="2245636"/>
                <a:ext cx="188731" cy="223474"/>
              </a:xfrm>
              <a:custGeom>
                <a:avLst/>
                <a:gdLst/>
                <a:ahLst/>
                <a:cxnLst/>
                <a:rect l="l" t="t" r="r" b="b"/>
                <a:pathLst>
                  <a:path w="188917" h="223694" extrusionOk="0">
                    <a:moveTo>
                      <a:pt x="0" y="210365"/>
                    </a:moveTo>
                    <a:lnTo>
                      <a:pt x="0" y="13330"/>
                    </a:lnTo>
                    <a:cubicBezTo>
                      <a:pt x="0" y="13330"/>
                      <a:pt x="152040" y="-53427"/>
                      <a:pt x="185448" y="111847"/>
                    </a:cubicBezTo>
                    <a:cubicBezTo>
                      <a:pt x="218856" y="277122"/>
                      <a:pt x="0" y="210365"/>
                      <a:pt x="0" y="210365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9" name="Google Shape;29;p2"/>
              <p:cNvGrpSpPr/>
              <p:nvPr/>
            </p:nvGrpSpPr>
            <p:grpSpPr>
              <a:xfrm>
                <a:off x="6509328" y="2083115"/>
                <a:ext cx="138265" cy="215827"/>
                <a:chOff x="6509328" y="2083115"/>
                <a:chExt cx="138265" cy="215827"/>
              </a:xfrm>
            </p:grpSpPr>
            <p:sp>
              <p:nvSpPr>
                <p:cNvPr id="30" name="Google Shape;30;p2"/>
                <p:cNvSpPr/>
                <p:nvPr/>
              </p:nvSpPr>
              <p:spPr>
                <a:xfrm rot="189358">
                  <a:off x="6581930" y="2179511"/>
                  <a:ext cx="64221" cy="5413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284" h="54185" extrusionOk="0">
                      <a:moveTo>
                        <a:pt x="76" y="41224"/>
                      </a:moveTo>
                      <a:cubicBezTo>
                        <a:pt x="-1805" y="31814"/>
                        <a:pt x="31602" y="-2712"/>
                        <a:pt x="43072" y="170"/>
                      </a:cubicBezTo>
                      <a:cubicBezTo>
                        <a:pt x="54540" y="3052"/>
                        <a:pt x="66009" y="31755"/>
                        <a:pt x="64069" y="45577"/>
                      </a:cubicBezTo>
                      <a:cubicBezTo>
                        <a:pt x="62187" y="59399"/>
                        <a:pt x="2958" y="55575"/>
                        <a:pt x="76" y="412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" name="Google Shape;31;p2"/>
                <p:cNvSpPr/>
                <p:nvPr/>
              </p:nvSpPr>
              <p:spPr>
                <a:xfrm rot="189358">
                  <a:off x="6511025" y="2149561"/>
                  <a:ext cx="60880" cy="633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0940" h="63419" extrusionOk="0">
                      <a:moveTo>
                        <a:pt x="2539" y="59577"/>
                      </a:moveTo>
                      <a:cubicBezTo>
                        <a:pt x="-4636" y="48402"/>
                        <a:pt x="4421" y="4172"/>
                        <a:pt x="16890" y="349"/>
                      </a:cubicBezTo>
                      <a:cubicBezTo>
                        <a:pt x="29300" y="-3475"/>
                        <a:pt x="57945" y="25169"/>
                        <a:pt x="60827" y="36638"/>
                      </a:cubicBezTo>
                      <a:cubicBezTo>
                        <a:pt x="63709" y="48107"/>
                        <a:pt x="11185" y="72928"/>
                        <a:pt x="2598" y="5957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" name="Google Shape;32;p2"/>
                <p:cNvSpPr/>
                <p:nvPr/>
              </p:nvSpPr>
              <p:spPr>
                <a:xfrm rot="189358">
                  <a:off x="6562517" y="2085259"/>
                  <a:ext cx="79686" cy="654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765" h="65503" extrusionOk="0">
                      <a:moveTo>
                        <a:pt x="1598" y="55324"/>
                      </a:moveTo>
                      <a:cubicBezTo>
                        <a:pt x="-8224" y="35679"/>
                        <a:pt x="29889" y="-1317"/>
                        <a:pt x="43358" y="36"/>
                      </a:cubicBezTo>
                      <a:cubicBezTo>
                        <a:pt x="56827" y="1389"/>
                        <a:pt x="79766" y="32385"/>
                        <a:pt x="79766" y="49913"/>
                      </a:cubicBezTo>
                      <a:cubicBezTo>
                        <a:pt x="79766" y="67440"/>
                        <a:pt x="9656" y="71498"/>
                        <a:pt x="1598" y="553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" name="Google Shape;33;p2"/>
                <p:cNvSpPr/>
                <p:nvPr/>
              </p:nvSpPr>
              <p:spPr>
                <a:xfrm rot="189358">
                  <a:off x="6533593" y="2192993"/>
                  <a:ext cx="29780" cy="8866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809" h="88754" extrusionOk="0">
                      <a:moveTo>
                        <a:pt x="29173" y="88695"/>
                      </a:moveTo>
                      <a:lnTo>
                        <a:pt x="17468" y="87695"/>
                      </a:lnTo>
                      <a:cubicBezTo>
                        <a:pt x="21585" y="39936"/>
                        <a:pt x="176" y="6764"/>
                        <a:pt x="0" y="6470"/>
                      </a:cubicBezTo>
                      <a:lnTo>
                        <a:pt x="9822" y="0"/>
                      </a:lnTo>
                      <a:cubicBezTo>
                        <a:pt x="10822" y="1470"/>
                        <a:pt x="33702" y="36701"/>
                        <a:pt x="29232" y="8875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4" name="Google Shape;34;p2"/>
                <p:cNvSpPr/>
                <p:nvPr/>
              </p:nvSpPr>
              <p:spPr>
                <a:xfrm rot="189358">
                  <a:off x="6584082" y="2220124"/>
                  <a:ext cx="32905" cy="779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937" h="78049" extrusionOk="0">
                      <a:moveTo>
                        <a:pt x="9235" y="78049"/>
                      </a:moveTo>
                      <a:lnTo>
                        <a:pt x="0" y="70756"/>
                      </a:lnTo>
                      <a:cubicBezTo>
                        <a:pt x="10940" y="56875"/>
                        <a:pt x="19115" y="14998"/>
                        <a:pt x="21292" y="0"/>
                      </a:cubicBezTo>
                      <a:lnTo>
                        <a:pt x="32938" y="1706"/>
                      </a:lnTo>
                      <a:cubicBezTo>
                        <a:pt x="32585" y="3999"/>
                        <a:pt x="24350" y="58875"/>
                        <a:pt x="9235" y="7799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" name="Google Shape;35;p2"/>
                <p:cNvSpPr/>
                <p:nvPr/>
              </p:nvSpPr>
              <p:spPr>
                <a:xfrm rot="189358">
                  <a:off x="6564804" y="2124586"/>
                  <a:ext cx="38545" cy="1632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8583" h="163451" extrusionOk="0">
                      <a:moveTo>
                        <a:pt x="11529" y="163451"/>
                      </a:moveTo>
                      <a:lnTo>
                        <a:pt x="0" y="161157"/>
                      </a:lnTo>
                      <a:cubicBezTo>
                        <a:pt x="5765" y="131984"/>
                        <a:pt x="26762" y="1294"/>
                        <a:pt x="26997" y="0"/>
                      </a:cubicBezTo>
                      <a:lnTo>
                        <a:pt x="38584" y="1882"/>
                      </a:lnTo>
                      <a:cubicBezTo>
                        <a:pt x="38348" y="3176"/>
                        <a:pt x="17351" y="134102"/>
                        <a:pt x="11529" y="16345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" name="Google Shape;36;p2"/>
              <p:cNvSpPr/>
              <p:nvPr/>
            </p:nvSpPr>
            <p:spPr>
              <a:xfrm rot="189358">
                <a:off x="6195593" y="2162927"/>
                <a:ext cx="214396" cy="238765"/>
              </a:xfrm>
              <a:custGeom>
                <a:avLst/>
                <a:gdLst/>
                <a:ahLst/>
                <a:cxnLst/>
                <a:rect l="l" t="t" r="r" b="b"/>
                <a:pathLst>
                  <a:path w="214607" h="239000" extrusionOk="0">
                    <a:moveTo>
                      <a:pt x="193434" y="179169"/>
                    </a:moveTo>
                    <a:cubicBezTo>
                      <a:pt x="193434" y="179169"/>
                      <a:pt x="141440" y="-5632"/>
                      <a:pt x="108738" y="132"/>
                    </a:cubicBezTo>
                    <a:cubicBezTo>
                      <a:pt x="76036" y="5896"/>
                      <a:pt x="151086" y="147703"/>
                      <a:pt x="151086" y="147703"/>
                    </a:cubicBezTo>
                    <a:cubicBezTo>
                      <a:pt x="151086" y="147703"/>
                      <a:pt x="82153" y="52126"/>
                      <a:pt x="62743" y="71359"/>
                    </a:cubicBezTo>
                    <a:cubicBezTo>
                      <a:pt x="43275" y="90592"/>
                      <a:pt x="128089" y="156054"/>
                      <a:pt x="128089" y="156054"/>
                    </a:cubicBezTo>
                    <a:cubicBezTo>
                      <a:pt x="128089" y="156054"/>
                      <a:pt x="25571" y="100061"/>
                      <a:pt x="1692" y="188109"/>
                    </a:cubicBezTo>
                    <a:cubicBezTo>
                      <a:pt x="-22188" y="276158"/>
                      <a:pt x="214608" y="223223"/>
                      <a:pt x="214608" y="223223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7" name="Google Shape;37;p2"/>
              <p:cNvSpPr/>
              <p:nvPr/>
            </p:nvSpPr>
            <p:spPr>
              <a:xfrm>
                <a:off x="9767397" y="2158284"/>
                <a:ext cx="136684" cy="112469"/>
              </a:xfrm>
              <a:custGeom>
                <a:avLst/>
                <a:gdLst/>
                <a:ahLst/>
                <a:cxnLst/>
                <a:rect l="l" t="t" r="r" b="b"/>
                <a:pathLst>
                  <a:path w="136684" h="112469" extrusionOk="0">
                    <a:moveTo>
                      <a:pt x="49577" y="112470"/>
                    </a:moveTo>
                    <a:cubicBezTo>
                      <a:pt x="49577" y="112470"/>
                      <a:pt x="-20532" y="10012"/>
                      <a:pt x="5994" y="601"/>
                    </a:cubicBezTo>
                    <a:cubicBezTo>
                      <a:pt x="32520" y="-8810"/>
                      <a:pt x="62810" y="95413"/>
                      <a:pt x="62810" y="95413"/>
                    </a:cubicBezTo>
                    <a:cubicBezTo>
                      <a:pt x="62810" y="95413"/>
                      <a:pt x="36284" y="6365"/>
                      <a:pt x="83632" y="2601"/>
                    </a:cubicBezTo>
                    <a:cubicBezTo>
                      <a:pt x="130979" y="-1163"/>
                      <a:pt x="136684" y="99236"/>
                      <a:pt x="136684" y="99236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38" name="Google Shape;38;p2"/>
            <p:cNvSpPr/>
            <p:nvPr/>
          </p:nvSpPr>
          <p:spPr>
            <a:xfrm>
              <a:off x="6157816" y="2448470"/>
              <a:ext cx="3135387" cy="446064"/>
            </a:xfrm>
            <a:custGeom>
              <a:avLst/>
              <a:gdLst/>
              <a:ahLst/>
              <a:cxnLst/>
              <a:rect l="l" t="t" r="r" b="b"/>
              <a:pathLst>
                <a:path w="3135387" h="446064" extrusionOk="0">
                  <a:moveTo>
                    <a:pt x="0" y="0"/>
                  </a:moveTo>
                  <a:lnTo>
                    <a:pt x="0" y="325079"/>
                  </a:lnTo>
                  <a:lnTo>
                    <a:pt x="2882830" y="446064"/>
                  </a:lnTo>
                  <a:lnTo>
                    <a:pt x="3135388" y="203505"/>
                  </a:lnTo>
                  <a:cubicBezTo>
                    <a:pt x="3135388" y="203505"/>
                    <a:pt x="1155214" y="379896"/>
                    <a:pt x="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6999469" y="2487162"/>
              <a:ext cx="1842026" cy="143643"/>
            </a:xfrm>
            <a:custGeom>
              <a:avLst/>
              <a:gdLst/>
              <a:ahLst/>
              <a:cxnLst/>
              <a:rect l="l" t="t" r="r" b="b"/>
              <a:pathLst>
                <a:path w="1842026" h="143643" extrusionOk="0">
                  <a:moveTo>
                    <a:pt x="10" y="45886"/>
                  </a:moveTo>
                  <a:cubicBezTo>
                    <a:pt x="2715" y="74765"/>
                    <a:pt x="1260623" y="199632"/>
                    <a:pt x="1614992" y="114231"/>
                  </a:cubicBezTo>
                  <a:cubicBezTo>
                    <a:pt x="1969361" y="28829"/>
                    <a:pt x="1803029" y="303"/>
                    <a:pt x="1803029" y="303"/>
                  </a:cubicBezTo>
                  <a:cubicBezTo>
                    <a:pt x="1803029" y="303"/>
                    <a:pt x="-4872" y="-6637"/>
                    <a:pt x="10" y="4588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 rot="184749">
              <a:off x="6366835" y="376604"/>
              <a:ext cx="325507" cy="396395"/>
            </a:xfrm>
            <a:custGeom>
              <a:avLst/>
              <a:gdLst/>
              <a:ahLst/>
              <a:cxnLst/>
              <a:rect l="l" t="t" r="r" b="b"/>
              <a:pathLst>
                <a:path w="179331" h="218385" extrusionOk="0">
                  <a:moveTo>
                    <a:pt x="0" y="164451"/>
                  </a:moveTo>
                  <a:lnTo>
                    <a:pt x="150688" y="0"/>
                  </a:lnTo>
                  <a:lnTo>
                    <a:pt x="179331" y="5764"/>
                  </a:lnTo>
                  <a:lnTo>
                    <a:pt x="12352" y="21838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1" name="Google Shape;41;p2"/>
            <p:cNvSpPr/>
            <p:nvPr/>
          </p:nvSpPr>
          <p:spPr>
            <a:xfrm>
              <a:off x="6017252" y="677538"/>
              <a:ext cx="150234" cy="204505"/>
            </a:xfrm>
            <a:custGeom>
              <a:avLst/>
              <a:gdLst/>
              <a:ahLst/>
              <a:cxnLst/>
              <a:rect l="l" t="t" r="r" b="b"/>
              <a:pathLst>
                <a:path w="104693" h="142512" extrusionOk="0">
                  <a:moveTo>
                    <a:pt x="104693" y="106987"/>
                  </a:moveTo>
                  <a:lnTo>
                    <a:pt x="0" y="0"/>
                  </a:lnTo>
                  <a:lnTo>
                    <a:pt x="0" y="30643"/>
                  </a:lnTo>
                  <a:lnTo>
                    <a:pt x="89695" y="14251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2" name="Google Shape;42;p2"/>
          <p:cNvSpPr txBox="1">
            <a:spLocks noGrp="1"/>
          </p:cNvSpPr>
          <p:nvPr>
            <p:ph type="ctrTitle"/>
          </p:nvPr>
        </p:nvSpPr>
        <p:spPr>
          <a:xfrm>
            <a:off x="4298800" y="1107825"/>
            <a:ext cx="4054800" cy="25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oogle Shape;44;p3"/>
          <p:cNvGrpSpPr/>
          <p:nvPr/>
        </p:nvGrpSpPr>
        <p:grpSpPr>
          <a:xfrm>
            <a:off x="-686021" y="-788325"/>
            <a:ext cx="11221771" cy="7624710"/>
            <a:chOff x="-686021" y="-788325"/>
            <a:chExt cx="11221771" cy="7624710"/>
          </a:xfrm>
        </p:grpSpPr>
        <p:grpSp>
          <p:nvGrpSpPr>
            <p:cNvPr id="45" name="Google Shape;45;p3"/>
            <p:cNvGrpSpPr/>
            <p:nvPr/>
          </p:nvGrpSpPr>
          <p:grpSpPr>
            <a:xfrm>
              <a:off x="-686021" y="-406558"/>
              <a:ext cx="11221771" cy="7242943"/>
              <a:chOff x="5766079" y="-86020"/>
              <a:chExt cx="5466035" cy="3527980"/>
            </a:xfrm>
          </p:grpSpPr>
          <p:sp>
            <p:nvSpPr>
              <p:cNvPr id="46" name="Google Shape;46;p3"/>
              <p:cNvSpPr/>
              <p:nvPr/>
            </p:nvSpPr>
            <p:spPr>
              <a:xfrm>
                <a:off x="5798527" y="1403055"/>
                <a:ext cx="5062500" cy="2038905"/>
              </a:xfrm>
              <a:custGeom>
                <a:avLst/>
                <a:gdLst/>
                <a:ahLst/>
                <a:cxnLst/>
                <a:rect l="l" t="t" r="r" b="b"/>
                <a:pathLst>
                  <a:path w="5062500" h="2038905" extrusionOk="0">
                    <a:moveTo>
                      <a:pt x="0" y="67"/>
                    </a:moveTo>
                    <a:cubicBezTo>
                      <a:pt x="0" y="67"/>
                      <a:pt x="3267338" y="1061303"/>
                      <a:pt x="5062501" y="504427"/>
                    </a:cubicBezTo>
                    <a:cubicBezTo>
                      <a:pt x="5062501" y="1202377"/>
                      <a:pt x="5062501" y="2038905"/>
                      <a:pt x="5062501" y="2038905"/>
                    </a:cubicBezTo>
                    <a:lnTo>
                      <a:pt x="0" y="1646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9056684" y="2393860"/>
                <a:ext cx="249885" cy="60954"/>
              </a:xfrm>
              <a:custGeom>
                <a:avLst/>
                <a:gdLst/>
                <a:ahLst/>
                <a:cxnLst/>
                <a:rect l="l" t="t" r="r" b="b"/>
                <a:pathLst>
                  <a:path w="249885" h="60954" extrusionOk="0">
                    <a:moveTo>
                      <a:pt x="0" y="28714"/>
                    </a:moveTo>
                    <a:cubicBezTo>
                      <a:pt x="0" y="28714"/>
                      <a:pt x="62843" y="-5981"/>
                      <a:pt x="146677" y="904"/>
                    </a:cubicBezTo>
                    <a:cubicBezTo>
                      <a:pt x="230445" y="7789"/>
                      <a:pt x="249885" y="52677"/>
                      <a:pt x="249885" y="52677"/>
                    </a:cubicBezTo>
                    <a:cubicBezTo>
                      <a:pt x="249885" y="52677"/>
                      <a:pt x="158693" y="82579"/>
                      <a:pt x="68" y="2871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529565" y="1932711"/>
                <a:ext cx="118529" cy="77978"/>
              </a:xfrm>
              <a:custGeom>
                <a:avLst/>
                <a:gdLst/>
                <a:ahLst/>
                <a:cxnLst/>
                <a:rect l="l" t="t" r="r" b="b"/>
                <a:pathLst>
                  <a:path w="118529" h="77978" extrusionOk="0">
                    <a:moveTo>
                      <a:pt x="0" y="47941"/>
                    </a:moveTo>
                    <a:cubicBezTo>
                      <a:pt x="0" y="47941"/>
                      <a:pt x="-203" y="-4304"/>
                      <a:pt x="52313" y="286"/>
                    </a:cubicBezTo>
                    <a:cubicBezTo>
                      <a:pt x="104827" y="4876"/>
                      <a:pt x="118530" y="77978"/>
                      <a:pt x="118530" y="77978"/>
                    </a:cubicBezTo>
                    <a:cubicBezTo>
                      <a:pt x="118530" y="77978"/>
                      <a:pt x="52785" y="72713"/>
                      <a:pt x="0" y="479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9" name="Google Shape;49;p3"/>
              <p:cNvSpPr/>
              <p:nvPr/>
            </p:nvSpPr>
            <p:spPr>
              <a:xfrm>
                <a:off x="7646888" y="2028007"/>
                <a:ext cx="217274" cy="120922"/>
              </a:xfrm>
              <a:custGeom>
                <a:avLst/>
                <a:gdLst/>
                <a:ahLst/>
                <a:cxnLst/>
                <a:rect l="l" t="t" r="r" b="b"/>
                <a:pathLst>
                  <a:path w="217274" h="120922" extrusionOk="0">
                    <a:moveTo>
                      <a:pt x="869" y="78330"/>
                    </a:moveTo>
                    <a:cubicBezTo>
                      <a:pt x="869" y="78330"/>
                      <a:pt x="-14926" y="-6788"/>
                      <a:pt x="88147" y="435"/>
                    </a:cubicBezTo>
                    <a:cubicBezTo>
                      <a:pt x="191219" y="7657"/>
                      <a:pt x="217274" y="120922"/>
                      <a:pt x="217274" y="120922"/>
                    </a:cubicBezTo>
                    <a:cubicBezTo>
                      <a:pt x="217274" y="120922"/>
                      <a:pt x="72419" y="106815"/>
                      <a:pt x="869" y="783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0" name="Google Shape;50;p3"/>
              <p:cNvSpPr/>
              <p:nvPr/>
            </p:nvSpPr>
            <p:spPr>
              <a:xfrm>
                <a:off x="8440072" y="2171205"/>
                <a:ext cx="2420955" cy="339997"/>
              </a:xfrm>
              <a:custGeom>
                <a:avLst/>
                <a:gdLst/>
                <a:ahLst/>
                <a:cxnLst/>
                <a:rect l="l" t="t" r="r" b="b"/>
                <a:pathLst>
                  <a:path w="2420955" h="339997" extrusionOk="0">
                    <a:moveTo>
                      <a:pt x="0" y="0"/>
                    </a:moveTo>
                    <a:lnTo>
                      <a:pt x="2420955" y="229298"/>
                    </a:lnTo>
                    <a:lnTo>
                      <a:pt x="2420955" y="3399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" name="Google Shape;51;p3"/>
              <p:cNvGrpSpPr/>
              <p:nvPr/>
            </p:nvGrpSpPr>
            <p:grpSpPr>
              <a:xfrm>
                <a:off x="5766079" y="-86020"/>
                <a:ext cx="5466035" cy="2277406"/>
                <a:chOff x="5766079" y="-86020"/>
                <a:chExt cx="5466035" cy="2277406"/>
              </a:xfrm>
            </p:grpSpPr>
            <p:sp>
              <p:nvSpPr>
                <p:cNvPr id="52" name="Google Shape;52;p3"/>
                <p:cNvSpPr/>
                <p:nvPr/>
              </p:nvSpPr>
              <p:spPr>
                <a:xfrm>
                  <a:off x="5766079" y="99494"/>
                  <a:ext cx="1521500" cy="424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500" h="424507" extrusionOk="0">
                      <a:moveTo>
                        <a:pt x="0" y="331020"/>
                      </a:moveTo>
                      <a:cubicBezTo>
                        <a:pt x="0" y="331020"/>
                        <a:pt x="311310" y="498353"/>
                        <a:pt x="509963" y="331020"/>
                      </a:cubicBezTo>
                      <a:cubicBezTo>
                        <a:pt x="609795" y="526163"/>
                        <a:pt x="931028" y="390690"/>
                        <a:pt x="911048" y="155453"/>
                      </a:cubicBezTo>
                      <a:cubicBezTo>
                        <a:pt x="1035585" y="338580"/>
                        <a:pt x="1542240" y="277425"/>
                        <a:pt x="1520843" y="0"/>
                      </a:cubicBezTo>
                      <a:lnTo>
                        <a:pt x="87683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" name="Google Shape;53;p3"/>
                <p:cNvSpPr/>
                <p:nvPr/>
              </p:nvSpPr>
              <p:spPr>
                <a:xfrm>
                  <a:off x="6561972" y="99562"/>
                  <a:ext cx="306247" cy="1819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247" h="1819192" extrusionOk="0">
                      <a:moveTo>
                        <a:pt x="306247" y="1819193"/>
                      </a:moveTo>
                      <a:lnTo>
                        <a:pt x="266490" y="0"/>
                      </a:lnTo>
                      <a:lnTo>
                        <a:pt x="197370" y="0"/>
                      </a:lnTo>
                      <a:lnTo>
                        <a:pt x="0" y="1751355"/>
                      </a:lnTo>
                      <a:lnTo>
                        <a:pt x="306247" y="1819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4" name="Google Shape;54;p3"/>
                <p:cNvSpPr/>
                <p:nvPr/>
              </p:nvSpPr>
              <p:spPr>
                <a:xfrm>
                  <a:off x="6160887" y="99562"/>
                  <a:ext cx="347692" cy="1730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692" h="1730497" extrusionOk="0">
                      <a:moveTo>
                        <a:pt x="0" y="1650712"/>
                      </a:moveTo>
                      <a:lnTo>
                        <a:pt x="217890" y="0"/>
                      </a:lnTo>
                      <a:lnTo>
                        <a:pt x="347692" y="0"/>
                      </a:lnTo>
                      <a:lnTo>
                        <a:pt x="197370" y="1730498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5" name="Google Shape;55;p3"/>
                <p:cNvSpPr/>
                <p:nvPr/>
              </p:nvSpPr>
              <p:spPr>
                <a:xfrm>
                  <a:off x="9810024" y="1605239"/>
                  <a:ext cx="612157" cy="565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157" h="565965" extrusionOk="0">
                      <a:moveTo>
                        <a:pt x="0" y="542003"/>
                      </a:moveTo>
                      <a:cubicBezTo>
                        <a:pt x="0" y="542003"/>
                        <a:pt x="17955" y="341056"/>
                        <a:pt x="144518" y="313516"/>
                      </a:cubicBezTo>
                      <a:cubicBezTo>
                        <a:pt x="83700" y="201803"/>
                        <a:pt x="341482" y="-135697"/>
                        <a:pt x="558563" y="59648"/>
                      </a:cubicBezTo>
                      <a:cubicBezTo>
                        <a:pt x="608378" y="376696"/>
                        <a:pt x="612157" y="565966"/>
                        <a:pt x="612157" y="565966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" name="Google Shape;56;p3"/>
                <p:cNvSpPr/>
                <p:nvPr/>
              </p:nvSpPr>
              <p:spPr>
                <a:xfrm>
                  <a:off x="9060253" y="-86020"/>
                  <a:ext cx="1925016" cy="550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5016" h="550966" extrusionOk="0">
                      <a:moveTo>
                        <a:pt x="0" y="0"/>
                      </a:moveTo>
                      <a:cubicBezTo>
                        <a:pt x="0" y="0"/>
                        <a:pt x="21128" y="204053"/>
                        <a:pt x="272092" y="229500"/>
                      </a:cubicBezTo>
                      <a:cubicBezTo>
                        <a:pt x="302535" y="369023"/>
                        <a:pt x="407834" y="285323"/>
                        <a:pt x="407834" y="285323"/>
                      </a:cubicBezTo>
                      <a:cubicBezTo>
                        <a:pt x="407834" y="285323"/>
                        <a:pt x="693292" y="563760"/>
                        <a:pt x="948915" y="310230"/>
                      </a:cubicBezTo>
                      <a:cubicBezTo>
                        <a:pt x="990764" y="680805"/>
                        <a:pt x="1983150" y="657653"/>
                        <a:pt x="1922332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" name="Google Shape;57;p3"/>
                <p:cNvSpPr/>
                <p:nvPr/>
              </p:nvSpPr>
              <p:spPr>
                <a:xfrm>
                  <a:off x="6393087" y="802979"/>
                  <a:ext cx="343372" cy="261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372" h="261427" extrusionOk="0">
                      <a:moveTo>
                        <a:pt x="0" y="197843"/>
                      </a:moveTo>
                      <a:lnTo>
                        <a:pt x="331830" y="0"/>
                      </a:lnTo>
                      <a:lnTo>
                        <a:pt x="343372" y="22005"/>
                      </a:lnTo>
                      <a:lnTo>
                        <a:pt x="12555" y="261428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8" name="Google Shape;58;p3"/>
                <p:cNvSpPr/>
                <p:nvPr/>
              </p:nvSpPr>
              <p:spPr>
                <a:xfrm>
                  <a:off x="6115325" y="435509"/>
                  <a:ext cx="256972" cy="214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972" h="214987" extrusionOk="0">
                      <a:moveTo>
                        <a:pt x="219375" y="214988"/>
                      </a:moveTo>
                      <a:lnTo>
                        <a:pt x="0" y="46170"/>
                      </a:lnTo>
                      <a:lnTo>
                        <a:pt x="58522" y="0"/>
                      </a:lnTo>
                      <a:lnTo>
                        <a:pt x="256972" y="13932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9" name="Google Shape;59;p3"/>
                <p:cNvSpPr/>
                <p:nvPr/>
              </p:nvSpPr>
              <p:spPr>
                <a:xfrm>
                  <a:off x="10193559" y="733117"/>
                  <a:ext cx="155250" cy="5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250" h="52380" extrusionOk="0">
                      <a:moveTo>
                        <a:pt x="155250" y="9653"/>
                      </a:moveTo>
                      <a:lnTo>
                        <a:pt x="0" y="0"/>
                      </a:lnTo>
                      <a:lnTo>
                        <a:pt x="0" y="33682"/>
                      </a:lnTo>
                      <a:lnTo>
                        <a:pt x="155250" y="5238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" name="Google Shape;60;p3"/>
                <p:cNvSpPr/>
                <p:nvPr/>
              </p:nvSpPr>
              <p:spPr>
                <a:xfrm>
                  <a:off x="10638924" y="602099"/>
                  <a:ext cx="179414" cy="264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14" h="264194" extrusionOk="0">
                      <a:moveTo>
                        <a:pt x="179415" y="183398"/>
                      </a:moveTo>
                      <a:lnTo>
                        <a:pt x="47790" y="6818"/>
                      </a:lnTo>
                      <a:lnTo>
                        <a:pt x="0" y="0"/>
                      </a:lnTo>
                      <a:lnTo>
                        <a:pt x="179415" y="264195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" name="Google Shape;61;p3"/>
                <p:cNvSpPr/>
                <p:nvPr/>
              </p:nvSpPr>
              <p:spPr>
                <a:xfrm>
                  <a:off x="10818339" y="1096739"/>
                  <a:ext cx="253664" cy="215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664" h="215459" extrusionOk="0">
                      <a:moveTo>
                        <a:pt x="0" y="157140"/>
                      </a:moveTo>
                      <a:cubicBezTo>
                        <a:pt x="11948" y="146678"/>
                        <a:pt x="253665" y="0"/>
                        <a:pt x="253665" y="0"/>
                      </a:cubicBezTo>
                      <a:lnTo>
                        <a:pt x="253665" y="35573"/>
                      </a:lnTo>
                      <a:lnTo>
                        <a:pt x="20925" y="21546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2" name="Google Shape;62;p3"/>
                <p:cNvSpPr/>
                <p:nvPr/>
              </p:nvSpPr>
              <p:spPr>
                <a:xfrm>
                  <a:off x="10266527" y="99562"/>
                  <a:ext cx="965587" cy="209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587" h="2091824" extrusionOk="0">
                      <a:moveTo>
                        <a:pt x="433215" y="2071643"/>
                      </a:moveTo>
                      <a:lnTo>
                        <a:pt x="554917" y="0"/>
                      </a:lnTo>
                      <a:lnTo>
                        <a:pt x="661365" y="0"/>
                      </a:lnTo>
                      <a:lnTo>
                        <a:pt x="547290" y="2055443"/>
                      </a:lnTo>
                      <a:lnTo>
                        <a:pt x="661365" y="2047680"/>
                      </a:lnTo>
                      <a:lnTo>
                        <a:pt x="836055" y="0"/>
                      </a:lnTo>
                      <a:lnTo>
                        <a:pt x="904703" y="0"/>
                      </a:lnTo>
                      <a:lnTo>
                        <a:pt x="965588" y="2091825"/>
                      </a:lnTo>
                      <a:lnTo>
                        <a:pt x="155655" y="2071643"/>
                      </a:lnTo>
                      <a:lnTo>
                        <a:pt x="155655" y="0"/>
                      </a:lnTo>
                      <a:lnTo>
                        <a:pt x="60615" y="0"/>
                      </a:lnTo>
                      <a:lnTo>
                        <a:pt x="0" y="2071643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63" name="Google Shape;63;p3"/>
            <p:cNvGrpSpPr/>
            <p:nvPr/>
          </p:nvGrpSpPr>
          <p:grpSpPr>
            <a:xfrm>
              <a:off x="-267143" y="-788325"/>
              <a:ext cx="9818958" cy="6559694"/>
              <a:chOff x="-267143" y="-788325"/>
              <a:chExt cx="9818958" cy="6559694"/>
            </a:xfrm>
          </p:grpSpPr>
          <p:sp>
            <p:nvSpPr>
              <p:cNvPr id="64" name="Google Shape;64;p3"/>
              <p:cNvSpPr/>
              <p:nvPr/>
            </p:nvSpPr>
            <p:spPr>
              <a:xfrm>
                <a:off x="-12350" y="2393948"/>
                <a:ext cx="9188438" cy="3157882"/>
              </a:xfrm>
              <a:custGeom>
                <a:avLst/>
                <a:gdLst/>
                <a:ahLst/>
                <a:cxnLst/>
                <a:rect l="l" t="t" r="r" b="b"/>
                <a:pathLst>
                  <a:path w="5062500" h="1739880" extrusionOk="0">
                    <a:moveTo>
                      <a:pt x="0" y="0"/>
                    </a:moveTo>
                    <a:lnTo>
                      <a:pt x="5062500" y="1468868"/>
                    </a:lnTo>
                    <a:lnTo>
                      <a:pt x="5062500" y="1739880"/>
                    </a:lnTo>
                    <a:lnTo>
                      <a:pt x="0" y="12485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" name="Google Shape;65;p3"/>
              <p:cNvSpPr/>
              <p:nvPr/>
            </p:nvSpPr>
            <p:spPr>
              <a:xfrm>
                <a:off x="8359514" y="4210319"/>
                <a:ext cx="1192301" cy="921091"/>
              </a:xfrm>
              <a:custGeom>
                <a:avLst/>
                <a:gdLst/>
                <a:ahLst/>
                <a:cxnLst/>
                <a:rect l="l" t="t" r="r" b="b"/>
                <a:pathLst>
                  <a:path w="656915" h="507488" extrusionOk="0">
                    <a:moveTo>
                      <a:pt x="63180" y="175253"/>
                    </a:moveTo>
                    <a:cubicBezTo>
                      <a:pt x="63180" y="175253"/>
                      <a:pt x="152888" y="159593"/>
                      <a:pt x="160380" y="250718"/>
                    </a:cubicBezTo>
                    <a:cubicBezTo>
                      <a:pt x="230918" y="106268"/>
                      <a:pt x="335948" y="165668"/>
                      <a:pt x="335948" y="165668"/>
                    </a:cubicBezTo>
                    <a:cubicBezTo>
                      <a:pt x="335948" y="165668"/>
                      <a:pt x="292073" y="-43042"/>
                      <a:pt x="552218" y="8055"/>
                    </a:cubicBezTo>
                    <a:cubicBezTo>
                      <a:pt x="812430" y="59153"/>
                      <a:pt x="505643" y="507488"/>
                      <a:pt x="505643" y="507488"/>
                    </a:cubicBezTo>
                    <a:lnTo>
                      <a:pt x="0" y="364861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6" name="Google Shape;66;p3"/>
              <p:cNvSpPr/>
              <p:nvPr/>
            </p:nvSpPr>
            <p:spPr>
              <a:xfrm>
                <a:off x="7771048" y="4386310"/>
                <a:ext cx="788873" cy="509471"/>
              </a:xfrm>
              <a:custGeom>
                <a:avLst/>
                <a:gdLst/>
                <a:ahLst/>
                <a:cxnLst/>
                <a:rect l="l" t="t" r="r" b="b"/>
                <a:pathLst>
                  <a:path w="434641" h="280700" extrusionOk="0">
                    <a:moveTo>
                      <a:pt x="0" y="159470"/>
                    </a:moveTo>
                    <a:cubicBezTo>
                      <a:pt x="0" y="159470"/>
                      <a:pt x="18630" y="74150"/>
                      <a:pt x="95783" y="79685"/>
                    </a:cubicBezTo>
                    <a:cubicBezTo>
                      <a:pt x="105435" y="10835"/>
                      <a:pt x="180630" y="16910"/>
                      <a:pt x="189135" y="52415"/>
                    </a:cubicBezTo>
                    <a:cubicBezTo>
                      <a:pt x="227948" y="-9819"/>
                      <a:pt x="436253" y="-42827"/>
                      <a:pt x="434633" y="107225"/>
                    </a:cubicBezTo>
                    <a:cubicBezTo>
                      <a:pt x="433013" y="257278"/>
                      <a:pt x="254070" y="280700"/>
                      <a:pt x="254070" y="280700"/>
                    </a:cubicBezTo>
                    <a:lnTo>
                      <a:pt x="0" y="15953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" name="Google Shape;67;p3"/>
              <p:cNvGrpSpPr/>
              <p:nvPr/>
            </p:nvGrpSpPr>
            <p:grpSpPr>
              <a:xfrm>
                <a:off x="-267143" y="2874296"/>
                <a:ext cx="9440654" cy="2897072"/>
                <a:chOff x="1190104" y="5259216"/>
                <a:chExt cx="5202896" cy="1596623"/>
              </a:xfrm>
            </p:grpSpPr>
            <p:sp>
              <p:nvSpPr>
                <p:cNvPr id="68" name="Google Shape;68;p3"/>
                <p:cNvSpPr/>
                <p:nvPr/>
              </p:nvSpPr>
              <p:spPr>
                <a:xfrm>
                  <a:off x="1330500" y="5268644"/>
                  <a:ext cx="5062500" cy="1587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2500" h="1587195" extrusionOk="0">
                      <a:moveTo>
                        <a:pt x="0" y="0"/>
                      </a:moveTo>
                      <a:lnTo>
                        <a:pt x="5062500" y="1318883"/>
                      </a:lnTo>
                      <a:lnTo>
                        <a:pt x="5062500" y="1587195"/>
                      </a:lnTo>
                      <a:lnTo>
                        <a:pt x="0" y="15871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9" name="Google Shape;69;p3"/>
                <p:cNvSpPr/>
                <p:nvPr/>
              </p:nvSpPr>
              <p:spPr>
                <a:xfrm>
                  <a:off x="4372587" y="6174624"/>
                  <a:ext cx="228042" cy="75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073" h="101284" extrusionOk="0">
                      <a:moveTo>
                        <a:pt x="305019" y="63062"/>
                      </a:moveTo>
                      <a:cubicBezTo>
                        <a:pt x="302792" y="90197"/>
                        <a:pt x="232727" y="106600"/>
                        <a:pt x="148554" y="99715"/>
                      </a:cubicBezTo>
                      <a:cubicBezTo>
                        <a:pt x="64314" y="92830"/>
                        <a:pt x="-2173" y="65357"/>
                        <a:pt x="54" y="38222"/>
                      </a:cubicBezTo>
                      <a:cubicBezTo>
                        <a:pt x="2282" y="11087"/>
                        <a:pt x="72347" y="-5315"/>
                        <a:pt x="156519" y="1570"/>
                      </a:cubicBezTo>
                      <a:cubicBezTo>
                        <a:pt x="240759" y="8387"/>
                        <a:pt x="307247" y="35927"/>
                        <a:pt x="305019" y="6306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0" name="Google Shape;70;p3"/>
                <p:cNvSpPr/>
                <p:nvPr/>
              </p:nvSpPr>
              <p:spPr>
                <a:xfrm>
                  <a:off x="1542224" y="6250335"/>
                  <a:ext cx="139908" cy="4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08" h="46469" extrusionOk="0">
                      <a:moveTo>
                        <a:pt x="139885" y="28939"/>
                      </a:moveTo>
                      <a:cubicBezTo>
                        <a:pt x="138872" y="41358"/>
                        <a:pt x="106742" y="48918"/>
                        <a:pt x="68132" y="45746"/>
                      </a:cubicBezTo>
                      <a:cubicBezTo>
                        <a:pt x="29522" y="42573"/>
                        <a:pt x="-988" y="29951"/>
                        <a:pt x="24" y="17531"/>
                      </a:cubicBezTo>
                      <a:cubicBezTo>
                        <a:pt x="1037" y="5111"/>
                        <a:pt x="33167" y="-2449"/>
                        <a:pt x="71777" y="724"/>
                      </a:cubicBezTo>
                      <a:cubicBezTo>
                        <a:pt x="110387" y="3896"/>
                        <a:pt x="140897" y="16518"/>
                        <a:pt x="139885" y="28939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1" name="Google Shape;71;p3"/>
                <p:cNvSpPr/>
                <p:nvPr/>
              </p:nvSpPr>
              <p:spPr>
                <a:xfrm>
                  <a:off x="3162098" y="6181680"/>
                  <a:ext cx="88722" cy="29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2" h="29435" extrusionOk="0">
                      <a:moveTo>
                        <a:pt x="88709" y="18329"/>
                      </a:moveTo>
                      <a:cubicBezTo>
                        <a:pt x="88101" y="26227"/>
                        <a:pt x="67716" y="30952"/>
                        <a:pt x="43214" y="28994"/>
                      </a:cubicBezTo>
                      <a:cubicBezTo>
                        <a:pt x="18711" y="26969"/>
                        <a:pt x="-594" y="19004"/>
                        <a:pt x="14" y="11107"/>
                      </a:cubicBezTo>
                      <a:cubicBezTo>
                        <a:pt x="689" y="3209"/>
                        <a:pt x="21006" y="-1516"/>
                        <a:pt x="45509" y="442"/>
                      </a:cubicBezTo>
                      <a:cubicBezTo>
                        <a:pt x="70011" y="2467"/>
                        <a:pt x="89316" y="10432"/>
                        <a:pt x="88709" y="18329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2" name="Google Shape;72;p3"/>
                <p:cNvSpPr/>
                <p:nvPr/>
              </p:nvSpPr>
              <p:spPr>
                <a:xfrm>
                  <a:off x="4651996" y="6262556"/>
                  <a:ext cx="139908" cy="4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08" h="46469" extrusionOk="0">
                      <a:moveTo>
                        <a:pt x="139885" y="28938"/>
                      </a:moveTo>
                      <a:cubicBezTo>
                        <a:pt x="138872" y="41359"/>
                        <a:pt x="106742" y="48919"/>
                        <a:pt x="68132" y="45746"/>
                      </a:cubicBezTo>
                      <a:cubicBezTo>
                        <a:pt x="29522" y="42574"/>
                        <a:pt x="-988" y="29951"/>
                        <a:pt x="24" y="17531"/>
                      </a:cubicBezTo>
                      <a:cubicBezTo>
                        <a:pt x="1037" y="5111"/>
                        <a:pt x="33167" y="-2449"/>
                        <a:pt x="71777" y="723"/>
                      </a:cubicBezTo>
                      <a:cubicBezTo>
                        <a:pt x="110387" y="3896"/>
                        <a:pt x="140897" y="16519"/>
                        <a:pt x="139885" y="28938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3" name="Google Shape;73;p3"/>
                <p:cNvSpPr/>
                <p:nvPr/>
              </p:nvSpPr>
              <p:spPr>
                <a:xfrm>
                  <a:off x="1239514" y="5259216"/>
                  <a:ext cx="956204" cy="515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204" h="515902" extrusionOk="0">
                      <a:moveTo>
                        <a:pt x="0" y="368753"/>
                      </a:moveTo>
                      <a:lnTo>
                        <a:pt x="713812" y="515902"/>
                      </a:lnTo>
                      <a:lnTo>
                        <a:pt x="956205" y="404932"/>
                      </a:lnTo>
                      <a:lnTo>
                        <a:pt x="302130" y="70470"/>
                      </a:lnTo>
                      <a:lnTo>
                        <a:pt x="31792" y="0"/>
                      </a:lnTo>
                      <a:lnTo>
                        <a:pt x="0" y="368753"/>
                      </a:ln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4" name="Google Shape;74;p3"/>
                <p:cNvSpPr/>
                <p:nvPr/>
              </p:nvSpPr>
              <p:spPr>
                <a:xfrm>
                  <a:off x="1190104" y="5691621"/>
                  <a:ext cx="2633715" cy="717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3715" h="717255" extrusionOk="0">
                      <a:moveTo>
                        <a:pt x="49410" y="0"/>
                      </a:moveTo>
                      <a:lnTo>
                        <a:pt x="1387193" y="315900"/>
                      </a:lnTo>
                      <a:lnTo>
                        <a:pt x="1108283" y="328185"/>
                      </a:lnTo>
                      <a:lnTo>
                        <a:pt x="2633715" y="717255"/>
                      </a:lnTo>
                      <a:lnTo>
                        <a:pt x="0" y="362408"/>
                      </a:lnTo>
                      <a:lnTo>
                        <a:pt x="49410" y="0"/>
                      </a:ln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5" name="Google Shape;75;p3"/>
              <p:cNvSpPr/>
              <p:nvPr/>
            </p:nvSpPr>
            <p:spPr>
              <a:xfrm>
                <a:off x="8436158" y="1596202"/>
                <a:ext cx="541093" cy="404004"/>
              </a:xfrm>
              <a:custGeom>
                <a:avLst/>
                <a:gdLst/>
                <a:ahLst/>
                <a:cxnLst/>
                <a:rect l="l" t="t" r="r" b="b"/>
                <a:pathLst>
                  <a:path w="286672" h="214042" extrusionOk="0">
                    <a:moveTo>
                      <a:pt x="0" y="169155"/>
                    </a:moveTo>
                    <a:lnTo>
                      <a:pt x="286672" y="0"/>
                    </a:lnTo>
                    <a:lnTo>
                      <a:pt x="23152" y="214043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6" name="Google Shape;76;p3"/>
              <p:cNvSpPr/>
              <p:nvPr/>
            </p:nvSpPr>
            <p:spPr>
              <a:xfrm>
                <a:off x="8267517" y="222505"/>
                <a:ext cx="292396" cy="453693"/>
              </a:xfrm>
              <a:custGeom>
                <a:avLst/>
                <a:gdLst/>
                <a:ahLst/>
                <a:cxnLst/>
                <a:rect l="l" t="t" r="r" b="b"/>
                <a:pathLst>
                  <a:path w="154912" h="240367" extrusionOk="0">
                    <a:moveTo>
                      <a:pt x="16403" y="93420"/>
                    </a:moveTo>
                    <a:lnTo>
                      <a:pt x="154913" y="0"/>
                    </a:lnTo>
                    <a:lnTo>
                      <a:pt x="0" y="240367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" name="Google Shape;77;p3"/>
              <p:cNvSpPr/>
              <p:nvPr/>
            </p:nvSpPr>
            <p:spPr>
              <a:xfrm>
                <a:off x="475677" y="1221339"/>
                <a:ext cx="569805" cy="384444"/>
              </a:xfrm>
              <a:custGeom>
                <a:avLst/>
                <a:gdLst/>
                <a:ahLst/>
                <a:cxnLst/>
                <a:rect l="l" t="t" r="r" b="b"/>
                <a:pathLst>
                  <a:path w="313942" h="211815" extrusionOk="0">
                    <a:moveTo>
                      <a:pt x="0" y="134257"/>
                    </a:moveTo>
                    <a:lnTo>
                      <a:pt x="313942" y="0"/>
                    </a:lnTo>
                    <a:lnTo>
                      <a:pt x="313942" y="29700"/>
                    </a:lnTo>
                    <a:lnTo>
                      <a:pt x="12420" y="211815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" name="Google Shape;78;p3"/>
              <p:cNvSpPr/>
              <p:nvPr/>
            </p:nvSpPr>
            <p:spPr>
              <a:xfrm>
                <a:off x="8131232" y="-177950"/>
                <a:ext cx="635119" cy="5373229"/>
              </a:xfrm>
              <a:custGeom>
                <a:avLst/>
                <a:gdLst/>
                <a:ahLst/>
                <a:cxnLst/>
                <a:rect l="l" t="t" r="r" b="b"/>
                <a:pathLst>
                  <a:path w="336487" h="2846744" extrusionOk="0">
                    <a:moveTo>
                      <a:pt x="58185" y="2805570"/>
                    </a:moveTo>
                    <a:lnTo>
                      <a:pt x="0" y="0"/>
                    </a:lnTo>
                    <a:lnTo>
                      <a:pt x="140467" y="0"/>
                    </a:lnTo>
                    <a:lnTo>
                      <a:pt x="336487" y="2846745"/>
                    </a:lnTo>
                    <a:lnTo>
                      <a:pt x="58185" y="280557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" name="Google Shape;79;p3"/>
              <p:cNvSpPr/>
              <p:nvPr/>
            </p:nvSpPr>
            <p:spPr>
              <a:xfrm>
                <a:off x="8301526" y="-177950"/>
                <a:ext cx="464776" cy="5373229"/>
              </a:xfrm>
              <a:custGeom>
                <a:avLst/>
                <a:gdLst/>
                <a:ahLst/>
                <a:cxnLst/>
                <a:rect l="l" t="t" r="r" b="b"/>
                <a:pathLst>
                  <a:path w="246239" h="2846744" extrusionOk="0">
                    <a:moveTo>
                      <a:pt x="0" y="0"/>
                    </a:moveTo>
                    <a:lnTo>
                      <a:pt x="58050" y="2709383"/>
                    </a:lnTo>
                    <a:lnTo>
                      <a:pt x="246240" y="2846745"/>
                    </a:lnTo>
                    <a:lnTo>
                      <a:pt x="502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0" name="Google Shape;80;p3"/>
              <p:cNvSpPr/>
              <p:nvPr/>
            </p:nvSpPr>
            <p:spPr>
              <a:xfrm>
                <a:off x="46266" y="-123969"/>
                <a:ext cx="667448" cy="3922727"/>
              </a:xfrm>
              <a:custGeom>
                <a:avLst/>
                <a:gdLst/>
                <a:ahLst/>
                <a:cxnLst/>
                <a:rect l="l" t="t" r="r" b="b"/>
                <a:pathLst>
                  <a:path w="367740" h="2161282" extrusionOk="0">
                    <a:moveTo>
                      <a:pt x="197438" y="2161283"/>
                    </a:moveTo>
                    <a:lnTo>
                      <a:pt x="367740" y="0"/>
                    </a:lnTo>
                    <a:lnTo>
                      <a:pt x="285458" y="0"/>
                    </a:lnTo>
                    <a:lnTo>
                      <a:pt x="0" y="2091758"/>
                    </a:lnTo>
                    <a:lnTo>
                      <a:pt x="197438" y="21612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1" name="Google Shape;81;p3"/>
              <p:cNvSpPr/>
              <p:nvPr/>
            </p:nvSpPr>
            <p:spPr>
              <a:xfrm>
                <a:off x="56188" y="222646"/>
                <a:ext cx="532438" cy="3449829"/>
              </a:xfrm>
              <a:custGeom>
                <a:avLst/>
                <a:gdLst/>
                <a:ahLst/>
                <a:cxnLst/>
                <a:rect l="l" t="t" r="r" b="b"/>
                <a:pathLst>
                  <a:path w="293354" h="1900732" extrusionOk="0">
                    <a:moveTo>
                      <a:pt x="129330" y="1900733"/>
                    </a:moveTo>
                    <a:lnTo>
                      <a:pt x="293355" y="0"/>
                    </a:lnTo>
                    <a:lnTo>
                      <a:pt x="248670" y="38475"/>
                    </a:lnTo>
                    <a:lnTo>
                      <a:pt x="0" y="1843830"/>
                    </a:lnTo>
                    <a:lnTo>
                      <a:pt x="129330" y="19007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2" name="Google Shape;82;p3"/>
              <p:cNvSpPr/>
              <p:nvPr/>
            </p:nvSpPr>
            <p:spPr>
              <a:xfrm>
                <a:off x="-100708" y="3374427"/>
                <a:ext cx="689324" cy="472688"/>
              </a:xfrm>
              <a:custGeom>
                <a:avLst/>
                <a:gdLst/>
                <a:ahLst/>
                <a:cxnLst/>
                <a:rect l="l" t="t" r="r" b="b"/>
                <a:pathLst>
                  <a:path w="379793" h="260434" extrusionOk="0">
                    <a:moveTo>
                      <a:pt x="378540" y="254793"/>
                    </a:moveTo>
                    <a:cubicBezTo>
                      <a:pt x="378540" y="254793"/>
                      <a:pt x="221535" y="293336"/>
                      <a:pt x="0" y="168933"/>
                    </a:cubicBezTo>
                    <a:cubicBezTo>
                      <a:pt x="0" y="168933"/>
                      <a:pt x="52583" y="15708"/>
                      <a:pt x="181575" y="1128"/>
                    </a:cubicBezTo>
                    <a:cubicBezTo>
                      <a:pt x="198112" y="-762"/>
                      <a:pt x="215932" y="-357"/>
                      <a:pt x="235035" y="2951"/>
                    </a:cubicBezTo>
                    <a:cubicBezTo>
                      <a:pt x="336015" y="20433"/>
                      <a:pt x="367403" y="107643"/>
                      <a:pt x="376447" y="174603"/>
                    </a:cubicBezTo>
                    <a:cubicBezTo>
                      <a:pt x="382455" y="219220"/>
                      <a:pt x="378540" y="254793"/>
                      <a:pt x="378540" y="25479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" name="Google Shape;83;p3"/>
              <p:cNvSpPr/>
              <p:nvPr/>
            </p:nvSpPr>
            <p:spPr>
              <a:xfrm>
                <a:off x="-100708" y="3376597"/>
                <a:ext cx="689384" cy="470608"/>
              </a:xfrm>
              <a:custGeom>
                <a:avLst/>
                <a:gdLst/>
                <a:ahLst/>
                <a:cxnLst/>
                <a:rect l="l" t="t" r="r" b="b"/>
                <a:pathLst>
                  <a:path w="379826" h="259288" extrusionOk="0">
                    <a:moveTo>
                      <a:pt x="379822" y="226733"/>
                    </a:moveTo>
                    <a:cubicBezTo>
                      <a:pt x="379688" y="243270"/>
                      <a:pt x="378540" y="253665"/>
                      <a:pt x="378540" y="253665"/>
                    </a:cubicBezTo>
                    <a:cubicBezTo>
                      <a:pt x="378540" y="253665"/>
                      <a:pt x="221535" y="292140"/>
                      <a:pt x="0" y="167805"/>
                    </a:cubicBezTo>
                    <a:cubicBezTo>
                      <a:pt x="0" y="167805"/>
                      <a:pt x="20048" y="109350"/>
                      <a:pt x="65745" y="61223"/>
                    </a:cubicBezTo>
                    <a:cubicBezTo>
                      <a:pt x="94028" y="31455"/>
                      <a:pt x="132233" y="5603"/>
                      <a:pt x="181575" y="0"/>
                    </a:cubicBezTo>
                    <a:cubicBezTo>
                      <a:pt x="199935" y="67095"/>
                      <a:pt x="248873" y="169358"/>
                      <a:pt x="376447" y="173475"/>
                    </a:cubicBezTo>
                    <a:cubicBezTo>
                      <a:pt x="379215" y="193995"/>
                      <a:pt x="379890" y="212557"/>
                      <a:pt x="379822" y="226733"/>
                    </a:cubicBezTo>
                    <a:close/>
                  </a:path>
                </a:pathLst>
              </a:custGeom>
              <a:solidFill>
                <a:srgbClr val="1E3639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" name="Google Shape;84;p3"/>
              <p:cNvSpPr/>
              <p:nvPr/>
            </p:nvSpPr>
            <p:spPr>
              <a:xfrm>
                <a:off x="-100708" y="3487684"/>
                <a:ext cx="689377" cy="359488"/>
              </a:xfrm>
              <a:custGeom>
                <a:avLst/>
                <a:gdLst/>
                <a:ahLst/>
                <a:cxnLst/>
                <a:rect l="l" t="t" r="r" b="b"/>
                <a:pathLst>
                  <a:path w="379822" h="198065" extrusionOk="0">
                    <a:moveTo>
                      <a:pt x="379822" y="165510"/>
                    </a:moveTo>
                    <a:cubicBezTo>
                      <a:pt x="379688" y="182048"/>
                      <a:pt x="378540" y="192443"/>
                      <a:pt x="378540" y="192443"/>
                    </a:cubicBezTo>
                    <a:cubicBezTo>
                      <a:pt x="378540" y="192443"/>
                      <a:pt x="221535" y="230918"/>
                      <a:pt x="0" y="106582"/>
                    </a:cubicBezTo>
                    <a:cubicBezTo>
                      <a:pt x="0" y="106582"/>
                      <a:pt x="20048" y="48128"/>
                      <a:pt x="65745" y="0"/>
                    </a:cubicBezTo>
                    <a:cubicBezTo>
                      <a:pt x="90923" y="68378"/>
                      <a:pt x="164903" y="159233"/>
                      <a:pt x="379822" y="165510"/>
                    </a:cubicBezTo>
                    <a:close/>
                  </a:path>
                </a:pathLst>
              </a:custGeom>
              <a:solidFill>
                <a:srgbClr val="1E3639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" name="Google Shape;85;p3"/>
              <p:cNvSpPr/>
              <p:nvPr/>
            </p:nvSpPr>
            <p:spPr>
              <a:xfrm>
                <a:off x="475677" y="-123969"/>
                <a:ext cx="978138" cy="4351766"/>
              </a:xfrm>
              <a:custGeom>
                <a:avLst/>
                <a:gdLst/>
                <a:ahLst/>
                <a:cxnLst/>
                <a:rect l="l" t="t" r="r" b="b"/>
                <a:pathLst>
                  <a:path w="538919" h="2397667" extrusionOk="0">
                    <a:moveTo>
                      <a:pt x="0" y="2306677"/>
                    </a:moveTo>
                    <a:lnTo>
                      <a:pt x="361868" y="0"/>
                    </a:lnTo>
                    <a:lnTo>
                      <a:pt x="538920" y="0"/>
                    </a:lnTo>
                    <a:lnTo>
                      <a:pt x="346883" y="2397668"/>
                    </a:lnTo>
                    <a:lnTo>
                      <a:pt x="0" y="230667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6" name="Google Shape;86;p3"/>
              <p:cNvSpPr/>
              <p:nvPr/>
            </p:nvSpPr>
            <p:spPr>
              <a:xfrm>
                <a:off x="475677" y="-123969"/>
                <a:ext cx="768887" cy="4248610"/>
              </a:xfrm>
              <a:custGeom>
                <a:avLst/>
                <a:gdLst/>
                <a:ahLst/>
                <a:cxnLst/>
                <a:rect l="l" t="t" r="r" b="b"/>
                <a:pathLst>
                  <a:path w="423629" h="2340832" extrusionOk="0">
                    <a:moveTo>
                      <a:pt x="0" y="2306677"/>
                    </a:moveTo>
                    <a:lnTo>
                      <a:pt x="361868" y="0"/>
                    </a:lnTo>
                    <a:lnTo>
                      <a:pt x="423630" y="0"/>
                    </a:lnTo>
                    <a:lnTo>
                      <a:pt x="130275" y="2340832"/>
                    </a:lnTo>
                    <a:lnTo>
                      <a:pt x="0" y="23066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" name="Google Shape;87;p3"/>
              <p:cNvSpPr/>
              <p:nvPr/>
            </p:nvSpPr>
            <p:spPr>
              <a:xfrm>
                <a:off x="1304245" y="-123969"/>
                <a:ext cx="891401" cy="4289039"/>
              </a:xfrm>
              <a:custGeom>
                <a:avLst/>
                <a:gdLst/>
                <a:ahLst/>
                <a:cxnLst/>
                <a:rect l="l" t="t" r="r" b="b"/>
                <a:pathLst>
                  <a:path w="491130" h="2363107" extrusionOk="0">
                    <a:moveTo>
                      <a:pt x="0" y="2319503"/>
                    </a:moveTo>
                    <a:lnTo>
                      <a:pt x="415193" y="0"/>
                    </a:lnTo>
                    <a:lnTo>
                      <a:pt x="491130" y="0"/>
                    </a:lnTo>
                    <a:lnTo>
                      <a:pt x="191633" y="2363108"/>
                    </a:lnTo>
                    <a:lnTo>
                      <a:pt x="0" y="231950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" name="Google Shape;88;p3"/>
              <p:cNvSpPr/>
              <p:nvPr/>
            </p:nvSpPr>
            <p:spPr>
              <a:xfrm>
                <a:off x="1244353" y="-123969"/>
                <a:ext cx="580464" cy="1210914"/>
              </a:xfrm>
              <a:custGeom>
                <a:avLst/>
                <a:gdLst/>
                <a:ahLst/>
                <a:cxnLst/>
                <a:rect l="l" t="t" r="r" b="b"/>
                <a:pathLst>
                  <a:path w="319815" h="667170" extrusionOk="0">
                    <a:moveTo>
                      <a:pt x="0" y="508613"/>
                    </a:moveTo>
                    <a:lnTo>
                      <a:pt x="250763" y="0"/>
                    </a:lnTo>
                    <a:lnTo>
                      <a:pt x="319815" y="0"/>
                    </a:lnTo>
                    <a:lnTo>
                      <a:pt x="41378" y="66717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" name="Google Shape;89;p3"/>
              <p:cNvSpPr/>
              <p:nvPr/>
            </p:nvSpPr>
            <p:spPr>
              <a:xfrm>
                <a:off x="1896920" y="1526433"/>
                <a:ext cx="334091" cy="247475"/>
              </a:xfrm>
              <a:custGeom>
                <a:avLst/>
                <a:gdLst/>
                <a:ahLst/>
                <a:cxnLst/>
                <a:rect l="l" t="t" r="r" b="b"/>
                <a:pathLst>
                  <a:path w="184072" h="136350" extrusionOk="0">
                    <a:moveTo>
                      <a:pt x="0" y="136350"/>
                    </a:moveTo>
                    <a:lnTo>
                      <a:pt x="184072" y="0"/>
                    </a:lnTo>
                    <a:lnTo>
                      <a:pt x="0" y="7776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" name="Google Shape;90;p3"/>
              <p:cNvSpPr/>
              <p:nvPr/>
            </p:nvSpPr>
            <p:spPr>
              <a:xfrm>
                <a:off x="1675479" y="1043010"/>
                <a:ext cx="221503" cy="356755"/>
              </a:xfrm>
              <a:custGeom>
                <a:avLst/>
                <a:gdLst/>
                <a:ahLst/>
                <a:cxnLst/>
                <a:rect l="l" t="t" r="r" b="b"/>
                <a:pathLst>
                  <a:path w="122040" h="196559" extrusionOk="0">
                    <a:moveTo>
                      <a:pt x="122040" y="116640"/>
                    </a:moveTo>
                    <a:lnTo>
                      <a:pt x="0" y="0"/>
                    </a:lnTo>
                    <a:lnTo>
                      <a:pt x="0" y="45495"/>
                    </a:lnTo>
                    <a:lnTo>
                      <a:pt x="82215" y="19656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1" name="Google Shape;91;p3"/>
              <p:cNvSpPr/>
              <p:nvPr/>
            </p:nvSpPr>
            <p:spPr>
              <a:xfrm>
                <a:off x="117427" y="875703"/>
                <a:ext cx="413479" cy="472040"/>
              </a:xfrm>
              <a:custGeom>
                <a:avLst/>
                <a:gdLst/>
                <a:ahLst/>
                <a:cxnLst/>
                <a:rect l="l" t="t" r="r" b="b"/>
                <a:pathLst>
                  <a:path w="227812" h="260077" extrusionOk="0">
                    <a:moveTo>
                      <a:pt x="227813" y="199867"/>
                    </a:moveTo>
                    <a:lnTo>
                      <a:pt x="10732" y="0"/>
                    </a:lnTo>
                    <a:lnTo>
                      <a:pt x="0" y="29835"/>
                    </a:lnTo>
                    <a:lnTo>
                      <a:pt x="216405" y="260078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" name="Google Shape;92;p3"/>
              <p:cNvSpPr/>
              <p:nvPr/>
            </p:nvSpPr>
            <p:spPr>
              <a:xfrm>
                <a:off x="7862734" y="-177950"/>
                <a:ext cx="354187" cy="576896"/>
              </a:xfrm>
              <a:custGeom>
                <a:avLst/>
                <a:gdLst/>
                <a:ahLst/>
                <a:cxnLst/>
                <a:rect l="l" t="t" r="r" b="b"/>
                <a:pathLst>
                  <a:path w="187649" h="305640" extrusionOk="0">
                    <a:moveTo>
                      <a:pt x="187650" y="212220"/>
                    </a:moveTo>
                    <a:lnTo>
                      <a:pt x="57375" y="0"/>
                    </a:lnTo>
                    <a:lnTo>
                      <a:pt x="0" y="0"/>
                    </a:lnTo>
                    <a:lnTo>
                      <a:pt x="187650" y="30564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3" name="Google Shape;93;p3"/>
              <p:cNvSpPr/>
              <p:nvPr/>
            </p:nvSpPr>
            <p:spPr>
              <a:xfrm>
                <a:off x="7577550" y="575832"/>
                <a:ext cx="690159" cy="285900"/>
              </a:xfrm>
              <a:custGeom>
                <a:avLst/>
                <a:gdLst/>
                <a:ahLst/>
                <a:cxnLst/>
                <a:rect l="l" t="t" r="r" b="b"/>
                <a:pathLst>
                  <a:path w="365647" h="151470" extrusionOk="0">
                    <a:moveTo>
                      <a:pt x="365647" y="99023"/>
                    </a:moveTo>
                    <a:lnTo>
                      <a:pt x="15660" y="0"/>
                    </a:lnTo>
                    <a:lnTo>
                      <a:pt x="0" y="24975"/>
                    </a:lnTo>
                    <a:lnTo>
                      <a:pt x="357008" y="15147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4" name="Google Shape;94;p3"/>
              <p:cNvSpPr/>
              <p:nvPr/>
            </p:nvSpPr>
            <p:spPr>
              <a:xfrm>
                <a:off x="1304245" y="1489813"/>
                <a:ext cx="464566" cy="2634875"/>
              </a:xfrm>
              <a:custGeom>
                <a:avLst/>
                <a:gdLst/>
                <a:ahLst/>
                <a:cxnLst/>
                <a:rect l="l" t="t" r="r" b="b"/>
                <a:pathLst>
                  <a:path w="255959" h="1451722" extrusionOk="0">
                    <a:moveTo>
                      <a:pt x="255960" y="0"/>
                    </a:moveTo>
                    <a:lnTo>
                      <a:pt x="0" y="1430123"/>
                    </a:lnTo>
                    <a:lnTo>
                      <a:pt x="126900" y="1451723"/>
                    </a:lnTo>
                    <a:lnTo>
                      <a:pt x="25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5" name="Google Shape;95;p3"/>
              <p:cNvSpPr/>
              <p:nvPr/>
            </p:nvSpPr>
            <p:spPr>
              <a:xfrm>
                <a:off x="1145514" y="2051255"/>
                <a:ext cx="604475" cy="357368"/>
              </a:xfrm>
              <a:custGeom>
                <a:avLst/>
                <a:gdLst/>
                <a:ahLst/>
                <a:cxnLst/>
                <a:rect l="l" t="t" r="r" b="b"/>
                <a:pathLst>
                  <a:path w="333044" h="196897" extrusionOk="0">
                    <a:moveTo>
                      <a:pt x="0" y="120150"/>
                    </a:moveTo>
                    <a:lnTo>
                      <a:pt x="333045" y="0"/>
                    </a:lnTo>
                    <a:lnTo>
                      <a:pt x="333045" y="40567"/>
                    </a:lnTo>
                    <a:lnTo>
                      <a:pt x="25650" y="196897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96" name="Google Shape;96;p3"/>
              <p:cNvGrpSpPr/>
              <p:nvPr/>
            </p:nvGrpSpPr>
            <p:grpSpPr>
              <a:xfrm>
                <a:off x="864424" y="3568266"/>
                <a:ext cx="7212862" cy="1379438"/>
                <a:chOff x="2499262" y="5515689"/>
                <a:chExt cx="3975124" cy="760230"/>
              </a:xfrm>
            </p:grpSpPr>
            <p:sp>
              <p:nvSpPr>
                <p:cNvPr id="97" name="Google Shape;97;p3"/>
                <p:cNvSpPr/>
                <p:nvPr/>
              </p:nvSpPr>
              <p:spPr>
                <a:xfrm>
                  <a:off x="6021644" y="5957676"/>
                  <a:ext cx="452741" cy="318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891" h="414649" extrusionOk="0">
                      <a:moveTo>
                        <a:pt x="588667" y="408540"/>
                      </a:moveTo>
                      <a:cubicBezTo>
                        <a:pt x="588667" y="408540"/>
                        <a:pt x="325688" y="439590"/>
                        <a:pt x="0" y="361695"/>
                      </a:cubicBezTo>
                      <a:cubicBezTo>
                        <a:pt x="0" y="361695"/>
                        <a:pt x="4995" y="333885"/>
                        <a:pt x="18360" y="293722"/>
                      </a:cubicBezTo>
                      <a:cubicBezTo>
                        <a:pt x="52583" y="191257"/>
                        <a:pt x="141548" y="8400"/>
                        <a:pt x="342292" y="232"/>
                      </a:cubicBezTo>
                      <a:cubicBezTo>
                        <a:pt x="450495" y="-4222"/>
                        <a:pt x="511852" y="55920"/>
                        <a:pt x="546345" y="131317"/>
                      </a:cubicBezTo>
                      <a:cubicBezTo>
                        <a:pt x="601155" y="250792"/>
                        <a:pt x="588667" y="408540"/>
                        <a:pt x="588667" y="40854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8" name="Google Shape;98;p3"/>
                <p:cNvSpPr/>
                <p:nvPr/>
              </p:nvSpPr>
              <p:spPr>
                <a:xfrm>
                  <a:off x="6021644" y="6058366"/>
                  <a:ext cx="452741" cy="217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891" h="283332" extrusionOk="0">
                      <a:moveTo>
                        <a:pt x="588667" y="277223"/>
                      </a:moveTo>
                      <a:cubicBezTo>
                        <a:pt x="588667" y="277223"/>
                        <a:pt x="325688" y="308273"/>
                        <a:pt x="0" y="230378"/>
                      </a:cubicBezTo>
                      <a:cubicBezTo>
                        <a:pt x="0" y="230378"/>
                        <a:pt x="4995" y="202568"/>
                        <a:pt x="18360" y="162405"/>
                      </a:cubicBezTo>
                      <a:cubicBezTo>
                        <a:pt x="156735" y="176783"/>
                        <a:pt x="441180" y="181643"/>
                        <a:pt x="546345" y="0"/>
                      </a:cubicBezTo>
                      <a:cubicBezTo>
                        <a:pt x="601155" y="119475"/>
                        <a:pt x="588667" y="277223"/>
                        <a:pt x="588667" y="27722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9" name="Google Shape;99;p3"/>
                <p:cNvSpPr/>
                <p:nvPr/>
              </p:nvSpPr>
              <p:spPr>
                <a:xfrm>
                  <a:off x="6159162" y="6006247"/>
                  <a:ext cx="106203" cy="9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75" h="126899" extrusionOk="0">
                      <a:moveTo>
                        <a:pt x="138375" y="63450"/>
                      </a:moveTo>
                      <a:cubicBezTo>
                        <a:pt x="138375" y="98492"/>
                        <a:pt x="107399" y="126900"/>
                        <a:pt x="69188" y="126900"/>
                      </a:cubicBezTo>
                      <a:cubicBezTo>
                        <a:pt x="30977" y="126900"/>
                        <a:pt x="0" y="98493"/>
                        <a:pt x="0" y="63450"/>
                      </a:cubicBezTo>
                      <a:cubicBezTo>
                        <a:pt x="0" y="28408"/>
                        <a:pt x="30977" y="0"/>
                        <a:pt x="69188" y="0"/>
                      </a:cubicBezTo>
                      <a:cubicBezTo>
                        <a:pt x="107399" y="0"/>
                        <a:pt x="138375" y="28407"/>
                        <a:pt x="138375" y="63450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0" name="Google Shape;100;p3"/>
                <p:cNvSpPr/>
                <p:nvPr/>
              </p:nvSpPr>
              <p:spPr>
                <a:xfrm>
                  <a:off x="6291763" y="6022447"/>
                  <a:ext cx="35954" cy="35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45" h="46845" extrusionOk="0">
                      <a:moveTo>
                        <a:pt x="46845" y="23423"/>
                      </a:moveTo>
                      <a:cubicBezTo>
                        <a:pt x="46845" y="36383"/>
                        <a:pt x="36382" y="46845"/>
                        <a:pt x="23422" y="46845"/>
                      </a:cubicBezTo>
                      <a:cubicBezTo>
                        <a:pt x="10462" y="46845"/>
                        <a:pt x="0" y="36383"/>
                        <a:pt x="0" y="23423"/>
                      </a:cubicBezTo>
                      <a:cubicBezTo>
                        <a:pt x="0" y="10463"/>
                        <a:pt x="10462" y="0"/>
                        <a:pt x="23422" y="0"/>
                      </a:cubicBezTo>
                      <a:cubicBezTo>
                        <a:pt x="36382" y="0"/>
                        <a:pt x="46845" y="10463"/>
                        <a:pt x="46845" y="2342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1" name="Google Shape;101;p3"/>
                <p:cNvSpPr/>
                <p:nvPr/>
              </p:nvSpPr>
              <p:spPr>
                <a:xfrm>
                  <a:off x="2499262" y="5515689"/>
                  <a:ext cx="678315" cy="502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315" h="502677" extrusionOk="0">
                      <a:moveTo>
                        <a:pt x="678240" y="502677"/>
                      </a:moveTo>
                      <a:cubicBezTo>
                        <a:pt x="678240" y="502677"/>
                        <a:pt x="365783" y="467172"/>
                        <a:pt x="0" y="395623"/>
                      </a:cubicBezTo>
                      <a:cubicBezTo>
                        <a:pt x="0" y="395623"/>
                        <a:pt x="11273" y="226940"/>
                        <a:pt x="98077" y="109895"/>
                      </a:cubicBezTo>
                      <a:cubicBezTo>
                        <a:pt x="151740" y="37603"/>
                        <a:pt x="234158" y="-14980"/>
                        <a:pt x="360585" y="3853"/>
                      </a:cubicBezTo>
                      <a:cubicBezTo>
                        <a:pt x="586913" y="37603"/>
                        <a:pt x="652253" y="258260"/>
                        <a:pt x="670883" y="394543"/>
                      </a:cubicBezTo>
                      <a:cubicBezTo>
                        <a:pt x="679590" y="457655"/>
                        <a:pt x="678240" y="502677"/>
                        <a:pt x="678240" y="5026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2" name="Google Shape;102;p3"/>
                <p:cNvSpPr/>
                <p:nvPr/>
              </p:nvSpPr>
              <p:spPr>
                <a:xfrm>
                  <a:off x="2499262" y="5625584"/>
                  <a:ext cx="678315" cy="392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315" h="392782" extrusionOk="0">
                      <a:moveTo>
                        <a:pt x="678240" y="392783"/>
                      </a:moveTo>
                      <a:cubicBezTo>
                        <a:pt x="678240" y="392783"/>
                        <a:pt x="365783" y="357277"/>
                        <a:pt x="0" y="285728"/>
                      </a:cubicBezTo>
                      <a:cubicBezTo>
                        <a:pt x="0" y="285728"/>
                        <a:pt x="11273" y="117045"/>
                        <a:pt x="98077" y="0"/>
                      </a:cubicBezTo>
                      <a:cubicBezTo>
                        <a:pt x="168143" y="77490"/>
                        <a:pt x="364365" y="260618"/>
                        <a:pt x="670883" y="284648"/>
                      </a:cubicBezTo>
                      <a:cubicBezTo>
                        <a:pt x="679590" y="347760"/>
                        <a:pt x="678240" y="392783"/>
                        <a:pt x="678240" y="39278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3" name="Google Shape;103;p3"/>
                <p:cNvSpPr/>
                <p:nvPr/>
              </p:nvSpPr>
              <p:spPr>
                <a:xfrm>
                  <a:off x="2726940" y="5625585"/>
                  <a:ext cx="59264" cy="59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64" h="59264" extrusionOk="0">
                      <a:moveTo>
                        <a:pt x="59265" y="29632"/>
                      </a:moveTo>
                      <a:cubicBezTo>
                        <a:pt x="59265" y="45998"/>
                        <a:pt x="45998" y="59265"/>
                        <a:pt x="29633" y="59265"/>
                      </a:cubicBezTo>
                      <a:cubicBezTo>
                        <a:pt x="13267" y="59265"/>
                        <a:pt x="0" y="45998"/>
                        <a:pt x="0" y="29632"/>
                      </a:cubicBezTo>
                      <a:cubicBezTo>
                        <a:pt x="0" y="13267"/>
                        <a:pt x="13267" y="0"/>
                        <a:pt x="29633" y="0"/>
                      </a:cubicBezTo>
                      <a:cubicBezTo>
                        <a:pt x="45998" y="0"/>
                        <a:pt x="59265" y="13267"/>
                        <a:pt x="59265" y="2963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" name="Google Shape;104;p3"/>
                <p:cNvSpPr/>
                <p:nvPr/>
              </p:nvSpPr>
              <p:spPr>
                <a:xfrm rot="-2700000">
                  <a:off x="2823868" y="5716928"/>
                  <a:ext cx="209501" cy="20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385" h="209385" extrusionOk="0">
                      <a:moveTo>
                        <a:pt x="209385" y="104692"/>
                      </a:moveTo>
                      <a:cubicBezTo>
                        <a:pt x="209385" y="162512"/>
                        <a:pt x="162513" y="209385"/>
                        <a:pt x="104693" y="209385"/>
                      </a:cubicBezTo>
                      <a:cubicBezTo>
                        <a:pt x="46872" y="209385"/>
                        <a:pt x="0" y="162512"/>
                        <a:pt x="0" y="104692"/>
                      </a:cubicBezTo>
                      <a:cubicBezTo>
                        <a:pt x="0" y="46872"/>
                        <a:pt x="46872" y="0"/>
                        <a:pt x="104693" y="0"/>
                      </a:cubicBezTo>
                      <a:cubicBezTo>
                        <a:pt x="162513" y="0"/>
                        <a:pt x="209385" y="46872"/>
                        <a:pt x="209385" y="10469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" name="Google Shape;105;p3"/>
                <p:cNvSpPr/>
                <p:nvPr/>
              </p:nvSpPr>
              <p:spPr>
                <a:xfrm>
                  <a:off x="3294210" y="5892450"/>
                  <a:ext cx="170572" cy="66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72" h="66247" extrusionOk="0">
                      <a:moveTo>
                        <a:pt x="0" y="33914"/>
                      </a:moveTo>
                      <a:lnTo>
                        <a:pt x="170572" y="66247"/>
                      </a:lnTo>
                      <a:cubicBezTo>
                        <a:pt x="170572" y="66247"/>
                        <a:pt x="116707" y="-58088"/>
                        <a:pt x="0" y="339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" name="Google Shape;106;p3"/>
                <p:cNvSpPr/>
                <p:nvPr/>
              </p:nvSpPr>
              <p:spPr>
                <a:xfrm>
                  <a:off x="3294210" y="6025237"/>
                  <a:ext cx="238747" cy="110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47" h="110039" extrusionOk="0">
                      <a:moveTo>
                        <a:pt x="0" y="59010"/>
                      </a:moveTo>
                      <a:lnTo>
                        <a:pt x="238747" y="110040"/>
                      </a:lnTo>
                      <a:cubicBezTo>
                        <a:pt x="238747" y="110040"/>
                        <a:pt x="149310" y="-98873"/>
                        <a:pt x="0" y="5901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7" name="Google Shape;107;p3"/>
                <p:cNvSpPr/>
                <p:nvPr/>
              </p:nvSpPr>
              <p:spPr>
                <a:xfrm>
                  <a:off x="4515352" y="6119605"/>
                  <a:ext cx="121432" cy="43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432" h="43709" extrusionOk="0">
                      <a:moveTo>
                        <a:pt x="121433" y="43710"/>
                      </a:moveTo>
                      <a:lnTo>
                        <a:pt x="0" y="17182"/>
                      </a:lnTo>
                      <a:cubicBezTo>
                        <a:pt x="0" y="17182"/>
                        <a:pt x="90248" y="-35535"/>
                        <a:pt x="121433" y="4371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8" name="Google Shape;108;p3"/>
              <p:cNvSpPr/>
              <p:nvPr/>
            </p:nvSpPr>
            <p:spPr>
              <a:xfrm>
                <a:off x="-75975" y="-788325"/>
                <a:ext cx="2744239" cy="1551385"/>
              </a:xfrm>
              <a:custGeom>
                <a:avLst/>
                <a:gdLst/>
                <a:ahLst/>
                <a:cxnLst/>
                <a:rect l="l" t="t" r="r" b="b"/>
                <a:pathLst>
                  <a:path w="1581694" h="894170" extrusionOk="0">
                    <a:moveTo>
                      <a:pt x="1301726" y="0"/>
                    </a:moveTo>
                    <a:cubicBezTo>
                      <a:pt x="1301726" y="0"/>
                      <a:pt x="1441827" y="120456"/>
                      <a:pt x="1284081" y="271673"/>
                    </a:cubicBezTo>
                    <a:cubicBezTo>
                      <a:pt x="1372835" y="370132"/>
                      <a:pt x="1256614" y="488706"/>
                      <a:pt x="1141627" y="449946"/>
                    </a:cubicBezTo>
                    <a:cubicBezTo>
                      <a:pt x="1226147" y="551993"/>
                      <a:pt x="1208502" y="584930"/>
                      <a:pt x="1208502" y="584930"/>
                    </a:cubicBezTo>
                    <a:cubicBezTo>
                      <a:pt x="1208502" y="584930"/>
                      <a:pt x="1251379" y="475766"/>
                      <a:pt x="1359014" y="534406"/>
                    </a:cubicBezTo>
                    <a:cubicBezTo>
                      <a:pt x="1402126" y="452240"/>
                      <a:pt x="1504525" y="489941"/>
                      <a:pt x="1485586" y="564991"/>
                    </a:cubicBezTo>
                    <a:cubicBezTo>
                      <a:pt x="1621394" y="534406"/>
                      <a:pt x="1621394" y="843428"/>
                      <a:pt x="1433240" y="802198"/>
                    </a:cubicBezTo>
                    <a:cubicBezTo>
                      <a:pt x="1342250" y="955591"/>
                      <a:pt x="1135158" y="905480"/>
                      <a:pt x="1128923" y="737794"/>
                    </a:cubicBezTo>
                    <a:cubicBezTo>
                      <a:pt x="1030288" y="824313"/>
                      <a:pt x="983176" y="708444"/>
                      <a:pt x="983176" y="708444"/>
                    </a:cubicBezTo>
                    <a:cubicBezTo>
                      <a:pt x="983176" y="708444"/>
                      <a:pt x="748322" y="876542"/>
                      <a:pt x="564697" y="708444"/>
                    </a:cubicBezTo>
                    <a:cubicBezTo>
                      <a:pt x="408833" y="766614"/>
                      <a:pt x="0" y="763085"/>
                      <a:pt x="0" y="763085"/>
                    </a:cubicBezTo>
                    <a:lnTo>
                      <a:pt x="0" y="0"/>
                    </a:lnTo>
                    <a:lnTo>
                      <a:pt x="13016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9" name="Google Shape;109;p3"/>
          <p:cNvSpPr txBox="1">
            <a:spLocks noGrp="1"/>
          </p:cNvSpPr>
          <p:nvPr>
            <p:ph type="title"/>
          </p:nvPr>
        </p:nvSpPr>
        <p:spPr>
          <a:xfrm>
            <a:off x="3272950" y="1990900"/>
            <a:ext cx="3780900" cy="841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10" name="Google Shape;110;p3"/>
          <p:cNvSpPr txBox="1">
            <a:spLocks noGrp="1"/>
          </p:cNvSpPr>
          <p:nvPr>
            <p:ph type="title" idx="2" hasCustomPrompt="1"/>
          </p:nvPr>
        </p:nvSpPr>
        <p:spPr>
          <a:xfrm>
            <a:off x="5588075" y="875700"/>
            <a:ext cx="1465800" cy="109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2" name="Google Shape;112;p4"/>
          <p:cNvGrpSpPr/>
          <p:nvPr/>
        </p:nvGrpSpPr>
        <p:grpSpPr>
          <a:xfrm>
            <a:off x="-708365" y="-149424"/>
            <a:ext cx="10361296" cy="6747258"/>
            <a:chOff x="-708365" y="-149424"/>
            <a:chExt cx="10361296" cy="6747258"/>
          </a:xfrm>
        </p:grpSpPr>
        <p:sp>
          <p:nvSpPr>
            <p:cNvPr id="113" name="Google Shape;113;p4"/>
            <p:cNvSpPr/>
            <p:nvPr/>
          </p:nvSpPr>
          <p:spPr>
            <a:xfrm flipH="1">
              <a:off x="7393562" y="4485730"/>
              <a:ext cx="1752730" cy="864005"/>
            </a:xfrm>
            <a:custGeom>
              <a:avLst/>
              <a:gdLst/>
              <a:ahLst/>
              <a:cxnLst/>
              <a:rect l="l" t="t" r="r" b="b"/>
              <a:pathLst>
                <a:path w="943596" h="465144" extrusionOk="0">
                  <a:moveTo>
                    <a:pt x="203" y="361884"/>
                  </a:moveTo>
                  <a:cubicBezTo>
                    <a:pt x="203" y="361884"/>
                    <a:pt x="-21133" y="47717"/>
                    <a:pt x="373324" y="2814"/>
                  </a:cubicBezTo>
                  <a:cubicBezTo>
                    <a:pt x="767779" y="-42088"/>
                    <a:pt x="943597" y="465144"/>
                    <a:pt x="943597" y="46514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4" name="Google Shape;114;p4"/>
            <p:cNvSpPr/>
            <p:nvPr/>
          </p:nvSpPr>
          <p:spPr>
            <a:xfrm flipH="1">
              <a:off x="8254500" y="-149424"/>
              <a:ext cx="464217" cy="5141601"/>
            </a:xfrm>
            <a:custGeom>
              <a:avLst/>
              <a:gdLst/>
              <a:ahLst/>
              <a:cxnLst/>
              <a:rect l="l" t="t" r="r" b="b"/>
              <a:pathLst>
                <a:path w="215664" h="2388665" extrusionOk="0">
                  <a:moveTo>
                    <a:pt x="215665" y="2388666"/>
                  </a:moveTo>
                  <a:lnTo>
                    <a:pt x="63934" y="2340790"/>
                  </a:lnTo>
                  <a:lnTo>
                    <a:pt x="50033" y="1832591"/>
                  </a:lnTo>
                  <a:lnTo>
                    <a:pt x="48248" y="1767468"/>
                  </a:lnTo>
                  <a:lnTo>
                    <a:pt x="40740" y="1490546"/>
                  </a:lnTo>
                  <a:lnTo>
                    <a:pt x="39550" y="1448990"/>
                  </a:lnTo>
                  <a:lnTo>
                    <a:pt x="35090" y="1284398"/>
                  </a:lnTo>
                  <a:lnTo>
                    <a:pt x="32710" y="1196898"/>
                  </a:lnTo>
                  <a:lnTo>
                    <a:pt x="28845" y="1057210"/>
                  </a:lnTo>
                  <a:lnTo>
                    <a:pt x="27060" y="989931"/>
                  </a:lnTo>
                  <a:lnTo>
                    <a:pt x="16579" y="607518"/>
                  </a:lnTo>
                  <a:lnTo>
                    <a:pt x="14943" y="546707"/>
                  </a:lnTo>
                  <a:lnTo>
                    <a:pt x="0" y="0"/>
                  </a:lnTo>
                  <a:lnTo>
                    <a:pt x="42078" y="0"/>
                  </a:lnTo>
                  <a:lnTo>
                    <a:pt x="81404" y="541578"/>
                  </a:lnTo>
                  <a:lnTo>
                    <a:pt x="85567" y="598003"/>
                  </a:lnTo>
                  <a:lnTo>
                    <a:pt x="113074" y="977219"/>
                  </a:lnTo>
                  <a:lnTo>
                    <a:pt x="117683" y="1040037"/>
                  </a:lnTo>
                  <a:lnTo>
                    <a:pt x="129503" y="1203142"/>
                  </a:lnTo>
                  <a:lnTo>
                    <a:pt x="134930" y="1277409"/>
                  </a:lnTo>
                  <a:lnTo>
                    <a:pt x="141472" y="1367883"/>
                  </a:lnTo>
                  <a:lnTo>
                    <a:pt x="147196" y="1446834"/>
                  </a:lnTo>
                  <a:lnTo>
                    <a:pt x="171804" y="1784939"/>
                  </a:lnTo>
                  <a:lnTo>
                    <a:pt x="176339" y="1847980"/>
                  </a:lnTo>
                  <a:lnTo>
                    <a:pt x="215665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5" name="Google Shape;115;p4"/>
            <p:cNvSpPr/>
            <p:nvPr/>
          </p:nvSpPr>
          <p:spPr>
            <a:xfrm flipH="1">
              <a:off x="157871" y="-53050"/>
              <a:ext cx="602768" cy="4890792"/>
            </a:xfrm>
            <a:custGeom>
              <a:avLst/>
              <a:gdLst/>
              <a:ahLst/>
              <a:cxnLst/>
              <a:rect l="l" t="t" r="r" b="b"/>
              <a:pathLst>
                <a:path w="294392" h="2388665" extrusionOk="0">
                  <a:moveTo>
                    <a:pt x="294392" y="2388666"/>
                  </a:moveTo>
                  <a:lnTo>
                    <a:pt x="63933" y="2340790"/>
                  </a:lnTo>
                  <a:lnTo>
                    <a:pt x="49734" y="1821366"/>
                  </a:lnTo>
                  <a:lnTo>
                    <a:pt x="45125" y="1652388"/>
                  </a:lnTo>
                  <a:lnTo>
                    <a:pt x="34271" y="1255404"/>
                  </a:lnTo>
                  <a:lnTo>
                    <a:pt x="30405" y="1113710"/>
                  </a:lnTo>
                  <a:lnTo>
                    <a:pt x="22822" y="835895"/>
                  </a:lnTo>
                  <a:lnTo>
                    <a:pt x="20964" y="767427"/>
                  </a:lnTo>
                  <a:lnTo>
                    <a:pt x="14943" y="548268"/>
                  </a:lnTo>
                  <a:lnTo>
                    <a:pt x="13084" y="477718"/>
                  </a:lnTo>
                  <a:lnTo>
                    <a:pt x="0" y="0"/>
                  </a:lnTo>
                  <a:lnTo>
                    <a:pt x="123258" y="0"/>
                  </a:lnTo>
                  <a:lnTo>
                    <a:pt x="156043" y="457200"/>
                  </a:lnTo>
                  <a:lnTo>
                    <a:pt x="161173" y="529237"/>
                  </a:lnTo>
                  <a:lnTo>
                    <a:pt x="177602" y="758357"/>
                  </a:lnTo>
                  <a:lnTo>
                    <a:pt x="181170" y="807869"/>
                  </a:lnTo>
                  <a:lnTo>
                    <a:pt x="203621" y="1121738"/>
                  </a:lnTo>
                  <a:lnTo>
                    <a:pt x="214104" y="1268117"/>
                  </a:lnTo>
                  <a:lnTo>
                    <a:pt x="241238" y="1647035"/>
                  </a:lnTo>
                  <a:lnTo>
                    <a:pt x="251795" y="1793785"/>
                  </a:lnTo>
                  <a:lnTo>
                    <a:pt x="294392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6" name="Google Shape;116;p4"/>
            <p:cNvSpPr/>
            <p:nvPr/>
          </p:nvSpPr>
          <p:spPr>
            <a:xfrm flipH="1">
              <a:off x="-708365" y="-32622"/>
              <a:ext cx="1059561" cy="4890792"/>
            </a:xfrm>
            <a:custGeom>
              <a:avLst/>
              <a:gdLst/>
              <a:ahLst/>
              <a:cxnLst/>
              <a:rect l="l" t="t" r="r" b="b"/>
              <a:pathLst>
                <a:path w="517490" h="2388665" extrusionOk="0">
                  <a:moveTo>
                    <a:pt x="517491" y="2388666"/>
                  </a:moveTo>
                  <a:lnTo>
                    <a:pt x="212616" y="2340790"/>
                  </a:lnTo>
                  <a:lnTo>
                    <a:pt x="161544" y="1778843"/>
                  </a:lnTo>
                  <a:lnTo>
                    <a:pt x="149352" y="1644062"/>
                  </a:lnTo>
                  <a:lnTo>
                    <a:pt x="115824" y="1275254"/>
                  </a:lnTo>
                  <a:lnTo>
                    <a:pt x="102294" y="1126273"/>
                  </a:lnTo>
                  <a:lnTo>
                    <a:pt x="92480" y="1018181"/>
                  </a:lnTo>
                  <a:lnTo>
                    <a:pt x="86013" y="946590"/>
                  </a:lnTo>
                  <a:lnTo>
                    <a:pt x="47058" y="518086"/>
                  </a:lnTo>
                  <a:lnTo>
                    <a:pt x="40441" y="445157"/>
                  </a:lnTo>
                  <a:lnTo>
                    <a:pt x="28621" y="315357"/>
                  </a:lnTo>
                  <a:lnTo>
                    <a:pt x="27729" y="305320"/>
                  </a:lnTo>
                  <a:lnTo>
                    <a:pt x="0" y="0"/>
                  </a:lnTo>
                  <a:lnTo>
                    <a:pt x="152994" y="0"/>
                  </a:lnTo>
                  <a:lnTo>
                    <a:pt x="185259" y="211650"/>
                  </a:lnTo>
                  <a:lnTo>
                    <a:pt x="195370" y="277888"/>
                  </a:lnTo>
                  <a:lnTo>
                    <a:pt x="217077" y="419806"/>
                  </a:lnTo>
                  <a:lnTo>
                    <a:pt x="228451" y="494445"/>
                  </a:lnTo>
                  <a:lnTo>
                    <a:pt x="294541" y="927559"/>
                  </a:lnTo>
                  <a:lnTo>
                    <a:pt x="306807" y="1008070"/>
                  </a:lnTo>
                  <a:lnTo>
                    <a:pt x="326434" y="1136681"/>
                  </a:lnTo>
                  <a:lnTo>
                    <a:pt x="350074" y="1291757"/>
                  </a:lnTo>
                  <a:lnTo>
                    <a:pt x="402782" y="1637074"/>
                  </a:lnTo>
                  <a:lnTo>
                    <a:pt x="419063" y="1743679"/>
                  </a:lnTo>
                  <a:lnTo>
                    <a:pt x="517491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7" name="Google Shape;117;p4"/>
            <p:cNvSpPr/>
            <p:nvPr/>
          </p:nvSpPr>
          <p:spPr>
            <a:xfrm flipH="1">
              <a:off x="-277180" y="1848180"/>
              <a:ext cx="452076" cy="185549"/>
            </a:xfrm>
            <a:custGeom>
              <a:avLst/>
              <a:gdLst/>
              <a:ahLst/>
              <a:cxnLst/>
              <a:rect l="l" t="t" r="r" b="b"/>
              <a:pathLst>
                <a:path w="220794" h="90622" extrusionOk="0">
                  <a:moveTo>
                    <a:pt x="220795" y="80512"/>
                  </a:moveTo>
                  <a:lnTo>
                    <a:pt x="6468" y="90622"/>
                  </a:lnTo>
                  <a:lnTo>
                    <a:pt x="0" y="19031"/>
                  </a:lnTo>
                  <a:lnTo>
                    <a:pt x="208528" y="0"/>
                  </a:lnTo>
                  <a:lnTo>
                    <a:pt x="220795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8" name="Google Shape;118;p4"/>
            <p:cNvSpPr/>
            <p:nvPr/>
          </p:nvSpPr>
          <p:spPr>
            <a:xfrm flipH="1">
              <a:off x="-48884" y="380772"/>
              <a:ext cx="343243" cy="212338"/>
            </a:xfrm>
            <a:custGeom>
              <a:avLst/>
              <a:gdLst/>
              <a:ahLst/>
              <a:cxnLst/>
              <a:rect l="l" t="t" r="r" b="b"/>
              <a:pathLst>
                <a:path w="167640" h="103706" extrusionOk="0">
                  <a:moveTo>
                    <a:pt x="167640" y="66238"/>
                  </a:moveTo>
                  <a:lnTo>
                    <a:pt x="892" y="103706"/>
                  </a:lnTo>
                  <a:lnTo>
                    <a:pt x="0" y="93670"/>
                  </a:lnTo>
                  <a:lnTo>
                    <a:pt x="157530" y="0"/>
                  </a:lnTo>
                  <a:lnTo>
                    <a:pt x="167640" y="662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19" name="Google Shape;119;p4"/>
            <p:cNvSpPr/>
            <p:nvPr/>
          </p:nvSpPr>
          <p:spPr>
            <a:xfrm flipH="1">
              <a:off x="430610" y="926136"/>
              <a:ext cx="303210" cy="144449"/>
            </a:xfrm>
            <a:custGeom>
              <a:avLst/>
              <a:gdLst/>
              <a:ahLst/>
              <a:cxnLst/>
              <a:rect l="l" t="t" r="r" b="b"/>
              <a:pathLst>
                <a:path w="148088" h="70549" extrusionOk="0">
                  <a:moveTo>
                    <a:pt x="145635" y="17396"/>
                  </a:moveTo>
                  <a:lnTo>
                    <a:pt x="148089" y="51519"/>
                  </a:lnTo>
                  <a:lnTo>
                    <a:pt x="1859" y="70550"/>
                  </a:lnTo>
                  <a:lnTo>
                    <a:pt x="0" y="0"/>
                  </a:lnTo>
                  <a:lnTo>
                    <a:pt x="145635" y="1739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0" name="Google Shape;120;p4"/>
            <p:cNvSpPr/>
            <p:nvPr/>
          </p:nvSpPr>
          <p:spPr>
            <a:xfrm flipH="1">
              <a:off x="-116645" y="807433"/>
              <a:ext cx="384948" cy="201226"/>
            </a:xfrm>
            <a:custGeom>
              <a:avLst/>
              <a:gdLst/>
              <a:ahLst/>
              <a:cxnLst/>
              <a:rect l="l" t="t" r="r" b="b"/>
              <a:pathLst>
                <a:path w="188009" h="98279" extrusionOk="0">
                  <a:moveTo>
                    <a:pt x="188010" y="74639"/>
                  </a:moveTo>
                  <a:lnTo>
                    <a:pt x="6616" y="98279"/>
                  </a:lnTo>
                  <a:lnTo>
                    <a:pt x="0" y="25350"/>
                  </a:lnTo>
                  <a:lnTo>
                    <a:pt x="176635" y="0"/>
                  </a:lnTo>
                  <a:lnTo>
                    <a:pt x="188010" y="746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1" name="Google Shape;121;p4"/>
            <p:cNvSpPr/>
            <p:nvPr/>
          </p:nvSpPr>
          <p:spPr>
            <a:xfrm flipH="1">
              <a:off x="322192" y="2246193"/>
              <a:ext cx="373075" cy="299709"/>
            </a:xfrm>
            <a:custGeom>
              <a:avLst/>
              <a:gdLst/>
              <a:ahLst/>
              <a:cxnLst/>
              <a:rect l="l" t="t" r="r" b="b"/>
              <a:pathLst>
                <a:path w="182210" h="146378" extrusionOk="0">
                  <a:moveTo>
                    <a:pt x="171729" y="0"/>
                  </a:moveTo>
                  <a:lnTo>
                    <a:pt x="182211" y="146378"/>
                  </a:lnTo>
                  <a:lnTo>
                    <a:pt x="2379" y="133666"/>
                  </a:lnTo>
                  <a:lnTo>
                    <a:pt x="0" y="46909"/>
                  </a:lnTo>
                  <a:lnTo>
                    <a:pt x="1717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2" name="Google Shape;122;p4"/>
            <p:cNvSpPr/>
            <p:nvPr/>
          </p:nvSpPr>
          <p:spPr>
            <a:xfrm flipH="1">
              <a:off x="-365803" y="2255489"/>
              <a:ext cx="507328" cy="338828"/>
            </a:xfrm>
            <a:custGeom>
              <a:avLst/>
              <a:gdLst/>
              <a:ahLst/>
              <a:cxnLst/>
              <a:rect l="l" t="t" r="r" b="b"/>
              <a:pathLst>
                <a:path w="247779" h="165484" extrusionOk="0">
                  <a:moveTo>
                    <a:pt x="247780" y="165484"/>
                  </a:moveTo>
                  <a:lnTo>
                    <a:pt x="13530" y="148980"/>
                  </a:lnTo>
                  <a:lnTo>
                    <a:pt x="0" y="0"/>
                  </a:lnTo>
                  <a:lnTo>
                    <a:pt x="224140" y="10408"/>
                  </a:lnTo>
                  <a:lnTo>
                    <a:pt x="247780" y="165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" name="Google Shape;123;p4"/>
            <p:cNvSpPr/>
            <p:nvPr/>
          </p:nvSpPr>
          <p:spPr>
            <a:xfrm flipH="1">
              <a:off x="244990" y="3322903"/>
              <a:ext cx="423155" cy="356941"/>
            </a:xfrm>
            <a:custGeom>
              <a:avLst/>
              <a:gdLst/>
              <a:ahLst/>
              <a:cxnLst/>
              <a:rect l="l" t="t" r="r" b="b"/>
              <a:pathLst>
                <a:path w="206669" h="174330" extrusionOk="0">
                  <a:moveTo>
                    <a:pt x="196113" y="0"/>
                  </a:moveTo>
                  <a:lnTo>
                    <a:pt x="206670" y="146750"/>
                  </a:lnTo>
                  <a:lnTo>
                    <a:pt x="4609" y="174331"/>
                  </a:lnTo>
                  <a:lnTo>
                    <a:pt x="0" y="5353"/>
                  </a:lnTo>
                  <a:lnTo>
                    <a:pt x="1961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" name="Google Shape;124;p4"/>
            <p:cNvSpPr/>
            <p:nvPr/>
          </p:nvSpPr>
          <p:spPr>
            <a:xfrm flipH="1">
              <a:off x="-507165" y="3302483"/>
              <a:ext cx="552233" cy="290272"/>
            </a:xfrm>
            <a:custGeom>
              <a:avLst/>
              <a:gdLst/>
              <a:ahLst/>
              <a:cxnLst/>
              <a:rect l="l" t="t" r="r" b="b"/>
              <a:pathLst>
                <a:path w="269711" h="141769" extrusionOk="0">
                  <a:moveTo>
                    <a:pt x="269711" y="106605"/>
                  </a:moveTo>
                  <a:lnTo>
                    <a:pt x="12192" y="141769"/>
                  </a:lnTo>
                  <a:lnTo>
                    <a:pt x="0" y="6988"/>
                  </a:lnTo>
                  <a:lnTo>
                    <a:pt x="253431" y="0"/>
                  </a:lnTo>
                  <a:lnTo>
                    <a:pt x="269711" y="1066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" name="Google Shape;125;p4"/>
            <p:cNvSpPr/>
            <p:nvPr/>
          </p:nvSpPr>
          <p:spPr>
            <a:xfrm flipH="1">
              <a:off x="389646" y="1501366"/>
              <a:ext cx="328022" cy="158759"/>
            </a:xfrm>
            <a:custGeom>
              <a:avLst/>
              <a:gdLst/>
              <a:ahLst/>
              <a:cxnLst/>
              <a:rect l="l" t="t" r="r" b="b"/>
              <a:pathLst>
                <a:path w="160206" h="77538" extrusionOk="0">
                  <a:moveTo>
                    <a:pt x="160206" y="49511"/>
                  </a:moveTo>
                  <a:lnTo>
                    <a:pt x="1859" y="77538"/>
                  </a:lnTo>
                  <a:lnTo>
                    <a:pt x="0" y="9070"/>
                  </a:lnTo>
                  <a:lnTo>
                    <a:pt x="156638" y="0"/>
                  </a:lnTo>
                  <a:lnTo>
                    <a:pt x="160206" y="495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" name="Google Shape;126;p4"/>
            <p:cNvSpPr/>
            <p:nvPr/>
          </p:nvSpPr>
          <p:spPr>
            <a:xfrm flipH="1">
              <a:off x="8428217" y="2429205"/>
              <a:ext cx="220026" cy="188344"/>
            </a:xfrm>
            <a:custGeom>
              <a:avLst/>
              <a:gdLst/>
              <a:ahLst/>
              <a:cxnLst/>
              <a:rect l="l" t="t" r="r" b="b"/>
              <a:pathLst>
                <a:path w="102219" h="87500" extrusionOk="0">
                  <a:moveTo>
                    <a:pt x="102220" y="80512"/>
                  </a:moveTo>
                  <a:lnTo>
                    <a:pt x="2379" y="87500"/>
                  </a:lnTo>
                  <a:lnTo>
                    <a:pt x="0" y="0"/>
                  </a:lnTo>
                  <a:lnTo>
                    <a:pt x="96793" y="6245"/>
                  </a:lnTo>
                  <a:lnTo>
                    <a:pt x="10222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" name="Google Shape;127;p4"/>
            <p:cNvSpPr/>
            <p:nvPr/>
          </p:nvSpPr>
          <p:spPr>
            <a:xfrm flipH="1">
              <a:off x="8465352" y="1955922"/>
              <a:ext cx="195064" cy="172181"/>
            </a:xfrm>
            <a:custGeom>
              <a:avLst/>
              <a:gdLst/>
              <a:ahLst/>
              <a:cxnLst/>
              <a:rect l="l" t="t" r="r" b="b"/>
              <a:pathLst>
                <a:path w="90622" h="79991" extrusionOk="0">
                  <a:moveTo>
                    <a:pt x="90623" y="62819"/>
                  </a:moveTo>
                  <a:lnTo>
                    <a:pt x="1784" y="79991"/>
                  </a:lnTo>
                  <a:lnTo>
                    <a:pt x="0" y="12712"/>
                  </a:lnTo>
                  <a:lnTo>
                    <a:pt x="86014" y="0"/>
                  </a:lnTo>
                  <a:lnTo>
                    <a:pt x="90623" y="628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 flipH="1">
              <a:off x="8401801" y="2797582"/>
              <a:ext cx="231708" cy="264032"/>
            </a:xfrm>
            <a:custGeom>
              <a:avLst/>
              <a:gdLst/>
              <a:ahLst/>
              <a:cxnLst/>
              <a:rect l="l" t="t" r="r" b="b"/>
              <a:pathLst>
                <a:path w="107646" h="122663" extrusionOk="0">
                  <a:moveTo>
                    <a:pt x="107646" y="78951"/>
                  </a:moveTo>
                  <a:lnTo>
                    <a:pt x="1190" y="122663"/>
                  </a:lnTo>
                  <a:lnTo>
                    <a:pt x="0" y="81107"/>
                  </a:lnTo>
                  <a:lnTo>
                    <a:pt x="101922" y="0"/>
                  </a:lnTo>
                  <a:lnTo>
                    <a:pt x="107646" y="789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9" name="Google Shape;129;p4"/>
            <p:cNvSpPr/>
            <p:nvPr/>
          </p:nvSpPr>
          <p:spPr>
            <a:xfrm flipH="1">
              <a:off x="8339054" y="3658460"/>
              <a:ext cx="275714" cy="173300"/>
            </a:xfrm>
            <a:custGeom>
              <a:avLst/>
              <a:gdLst/>
              <a:ahLst/>
              <a:cxnLst/>
              <a:rect l="l" t="t" r="r" b="b"/>
              <a:pathLst>
                <a:path w="128090" h="80511" extrusionOk="0">
                  <a:moveTo>
                    <a:pt x="128090" y="80512"/>
                  </a:moveTo>
                  <a:lnTo>
                    <a:pt x="1784" y="65123"/>
                  </a:lnTo>
                  <a:lnTo>
                    <a:pt x="0" y="0"/>
                  </a:lnTo>
                  <a:lnTo>
                    <a:pt x="123555" y="17471"/>
                  </a:lnTo>
                  <a:lnTo>
                    <a:pt x="12809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" name="Google Shape;130;p4"/>
            <p:cNvSpPr/>
            <p:nvPr/>
          </p:nvSpPr>
          <p:spPr>
            <a:xfrm flipH="1">
              <a:off x="8611065" y="1970338"/>
              <a:ext cx="689043" cy="373485"/>
            </a:xfrm>
            <a:custGeom>
              <a:avLst/>
              <a:gdLst/>
              <a:ahLst/>
              <a:cxnLst/>
              <a:rect l="l" t="t" r="r" b="b"/>
              <a:pathLst>
                <a:path w="320113" h="173512" extrusionOk="0">
                  <a:moveTo>
                    <a:pt x="320114" y="106234"/>
                  </a:moveTo>
                  <a:lnTo>
                    <a:pt x="0" y="0"/>
                  </a:lnTo>
                  <a:lnTo>
                    <a:pt x="0" y="40070"/>
                  </a:lnTo>
                  <a:lnTo>
                    <a:pt x="318107" y="17351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" name="Google Shape;131;p4"/>
            <p:cNvSpPr/>
            <p:nvPr/>
          </p:nvSpPr>
          <p:spPr>
            <a:xfrm flipH="1">
              <a:off x="8106021" y="1235990"/>
              <a:ext cx="456855" cy="549027"/>
            </a:xfrm>
            <a:custGeom>
              <a:avLst/>
              <a:gdLst/>
              <a:ahLst/>
              <a:cxnLst/>
              <a:rect l="l" t="t" r="r" b="b"/>
              <a:pathLst>
                <a:path w="212244" h="255065" extrusionOk="0">
                  <a:moveTo>
                    <a:pt x="0" y="173810"/>
                  </a:moveTo>
                  <a:lnTo>
                    <a:pt x="193957" y="0"/>
                  </a:lnTo>
                  <a:lnTo>
                    <a:pt x="212244" y="17619"/>
                  </a:lnTo>
                  <a:lnTo>
                    <a:pt x="21038" y="25506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" name="Google Shape;132;p4"/>
            <p:cNvSpPr/>
            <p:nvPr/>
          </p:nvSpPr>
          <p:spPr>
            <a:xfrm flipH="1">
              <a:off x="-607411" y="717682"/>
              <a:ext cx="710534" cy="1032468"/>
            </a:xfrm>
            <a:custGeom>
              <a:avLst/>
              <a:gdLst/>
              <a:ahLst/>
              <a:cxnLst/>
              <a:rect l="l" t="t" r="r" b="b"/>
              <a:pathLst>
                <a:path w="347025" h="504258" extrusionOk="0">
                  <a:moveTo>
                    <a:pt x="0" y="318181"/>
                  </a:moveTo>
                  <a:lnTo>
                    <a:pt x="322121" y="0"/>
                  </a:lnTo>
                  <a:lnTo>
                    <a:pt x="347025" y="7657"/>
                  </a:lnTo>
                  <a:lnTo>
                    <a:pt x="45646" y="50425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3" name="Google Shape;133;p4"/>
            <p:cNvSpPr/>
            <p:nvPr/>
          </p:nvSpPr>
          <p:spPr>
            <a:xfrm flipH="1">
              <a:off x="-667642" y="2752397"/>
              <a:ext cx="389971" cy="408847"/>
            </a:xfrm>
            <a:custGeom>
              <a:avLst/>
              <a:gdLst/>
              <a:ahLst/>
              <a:cxnLst/>
              <a:rect l="l" t="t" r="r" b="b"/>
              <a:pathLst>
                <a:path w="190462" h="199681" extrusionOk="0">
                  <a:moveTo>
                    <a:pt x="0" y="105342"/>
                  </a:moveTo>
                  <a:lnTo>
                    <a:pt x="146081" y="0"/>
                  </a:lnTo>
                  <a:lnTo>
                    <a:pt x="190463" y="50329"/>
                  </a:lnTo>
                  <a:lnTo>
                    <a:pt x="28176" y="1996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4" name="Google Shape;134;p4"/>
            <p:cNvSpPr/>
            <p:nvPr/>
          </p:nvSpPr>
          <p:spPr>
            <a:xfrm flipH="1">
              <a:off x="8755361" y="-28350"/>
              <a:ext cx="419929" cy="5127391"/>
            </a:xfrm>
            <a:custGeom>
              <a:avLst/>
              <a:gdLst/>
              <a:ahLst/>
              <a:cxnLst/>
              <a:rect l="l" t="t" r="r" b="b"/>
              <a:pathLst>
                <a:path w="226072" h="2760372" extrusionOk="0">
                  <a:moveTo>
                    <a:pt x="226073" y="2760373"/>
                  </a:moveTo>
                  <a:lnTo>
                    <a:pt x="0" y="2712497"/>
                  </a:lnTo>
                  <a:lnTo>
                    <a:pt x="15612" y="1909015"/>
                  </a:lnTo>
                  <a:lnTo>
                    <a:pt x="19924" y="1790514"/>
                  </a:lnTo>
                  <a:lnTo>
                    <a:pt x="43416" y="1142405"/>
                  </a:lnTo>
                  <a:lnTo>
                    <a:pt x="47653" y="1023979"/>
                  </a:lnTo>
                  <a:lnTo>
                    <a:pt x="61852" y="633018"/>
                  </a:lnTo>
                  <a:lnTo>
                    <a:pt x="64975" y="546707"/>
                  </a:lnTo>
                  <a:lnTo>
                    <a:pt x="71814" y="357657"/>
                  </a:lnTo>
                  <a:lnTo>
                    <a:pt x="73152" y="320561"/>
                  </a:lnTo>
                  <a:lnTo>
                    <a:pt x="84749" y="0"/>
                  </a:lnTo>
                  <a:lnTo>
                    <a:pt x="126827" y="0"/>
                  </a:lnTo>
                  <a:lnTo>
                    <a:pt x="139762" y="311788"/>
                  </a:lnTo>
                  <a:lnTo>
                    <a:pt x="142810" y="384866"/>
                  </a:lnTo>
                  <a:lnTo>
                    <a:pt x="148906" y="532136"/>
                  </a:lnTo>
                  <a:lnTo>
                    <a:pt x="152920" y="627665"/>
                  </a:lnTo>
                  <a:lnTo>
                    <a:pt x="169350" y="1023979"/>
                  </a:lnTo>
                  <a:lnTo>
                    <a:pt x="173959" y="1133559"/>
                  </a:lnTo>
                  <a:lnTo>
                    <a:pt x="200276" y="1768063"/>
                  </a:lnTo>
                  <a:lnTo>
                    <a:pt x="206149" y="1909015"/>
                  </a:lnTo>
                  <a:lnTo>
                    <a:pt x="226073" y="27603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5" name="Google Shape;135;p4"/>
            <p:cNvSpPr/>
            <p:nvPr/>
          </p:nvSpPr>
          <p:spPr>
            <a:xfrm flipH="1">
              <a:off x="8891167" y="960731"/>
              <a:ext cx="169159" cy="187386"/>
            </a:xfrm>
            <a:custGeom>
              <a:avLst/>
              <a:gdLst/>
              <a:ahLst/>
              <a:cxnLst/>
              <a:rect l="l" t="t" r="r" b="b"/>
              <a:pathLst>
                <a:path w="91068" h="100881" extrusionOk="0">
                  <a:moveTo>
                    <a:pt x="91068" y="95529"/>
                  </a:moveTo>
                  <a:lnTo>
                    <a:pt x="0" y="100881"/>
                  </a:lnTo>
                  <a:lnTo>
                    <a:pt x="3123" y="14571"/>
                  </a:lnTo>
                  <a:lnTo>
                    <a:pt x="87054" y="0"/>
                  </a:lnTo>
                  <a:lnTo>
                    <a:pt x="91068" y="9552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6" name="Google Shape;136;p4"/>
            <p:cNvSpPr/>
            <p:nvPr/>
          </p:nvSpPr>
          <p:spPr>
            <a:xfrm flipH="1">
              <a:off x="8909934" y="551170"/>
              <a:ext cx="131875" cy="135741"/>
            </a:xfrm>
            <a:custGeom>
              <a:avLst/>
              <a:gdLst/>
              <a:ahLst/>
              <a:cxnLst/>
              <a:rect l="l" t="t" r="r" b="b"/>
              <a:pathLst>
                <a:path w="70996" h="73077" extrusionOk="0">
                  <a:moveTo>
                    <a:pt x="70996" y="73078"/>
                  </a:moveTo>
                  <a:lnTo>
                    <a:pt x="0" y="45869"/>
                  </a:lnTo>
                  <a:lnTo>
                    <a:pt x="1338" y="8772"/>
                  </a:lnTo>
                  <a:lnTo>
                    <a:pt x="67948" y="0"/>
                  </a:lnTo>
                  <a:lnTo>
                    <a:pt x="70996" y="730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7" name="Google Shape;137;p4"/>
            <p:cNvSpPr/>
            <p:nvPr/>
          </p:nvSpPr>
          <p:spPr>
            <a:xfrm flipH="1">
              <a:off x="8852111" y="1874920"/>
              <a:ext cx="242484" cy="219974"/>
            </a:xfrm>
            <a:custGeom>
              <a:avLst/>
              <a:gdLst/>
              <a:ahLst/>
              <a:cxnLst/>
              <a:rect l="l" t="t" r="r" b="b"/>
              <a:pathLst>
                <a:path w="130543" h="118425" extrusionOk="0">
                  <a:moveTo>
                    <a:pt x="130544" y="109579"/>
                  </a:moveTo>
                  <a:lnTo>
                    <a:pt x="0" y="118426"/>
                  </a:lnTo>
                  <a:lnTo>
                    <a:pt x="4238" y="0"/>
                  </a:lnTo>
                  <a:lnTo>
                    <a:pt x="125934" y="0"/>
                  </a:lnTo>
                  <a:lnTo>
                    <a:pt x="130544" y="1095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8" name="Google Shape;138;p4"/>
            <p:cNvSpPr/>
            <p:nvPr/>
          </p:nvSpPr>
          <p:spPr>
            <a:xfrm flipH="1">
              <a:off x="8792351" y="3257949"/>
              <a:ext cx="353921" cy="261816"/>
            </a:xfrm>
            <a:custGeom>
              <a:avLst/>
              <a:gdLst/>
              <a:ahLst/>
              <a:cxnLst/>
              <a:rect l="l" t="t" r="r" b="b"/>
              <a:pathLst>
                <a:path w="190536" h="140951" extrusionOk="0">
                  <a:moveTo>
                    <a:pt x="190537" y="140952"/>
                  </a:moveTo>
                  <a:lnTo>
                    <a:pt x="0" y="140952"/>
                  </a:lnTo>
                  <a:lnTo>
                    <a:pt x="4312" y="22451"/>
                  </a:lnTo>
                  <a:lnTo>
                    <a:pt x="184664" y="0"/>
                  </a:lnTo>
                  <a:lnTo>
                    <a:pt x="190537" y="1409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9" name="Google Shape;139;p4"/>
            <p:cNvSpPr/>
            <p:nvPr/>
          </p:nvSpPr>
          <p:spPr>
            <a:xfrm flipH="1">
              <a:off x="8708827" y="1283794"/>
              <a:ext cx="256432" cy="411642"/>
            </a:xfrm>
            <a:custGeom>
              <a:avLst/>
              <a:gdLst/>
              <a:ahLst/>
              <a:cxnLst/>
              <a:rect l="l" t="t" r="r" b="b"/>
              <a:pathLst>
                <a:path w="138052" h="221611" extrusionOk="0">
                  <a:moveTo>
                    <a:pt x="0" y="153218"/>
                  </a:moveTo>
                  <a:lnTo>
                    <a:pt x="113074" y="0"/>
                  </a:lnTo>
                  <a:lnTo>
                    <a:pt x="138052" y="0"/>
                  </a:lnTo>
                  <a:lnTo>
                    <a:pt x="29811" y="22161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0" name="Google Shape;140;p4"/>
            <p:cNvSpPr/>
            <p:nvPr/>
          </p:nvSpPr>
          <p:spPr>
            <a:xfrm flipH="1">
              <a:off x="8461510" y="-28341"/>
              <a:ext cx="503748" cy="394106"/>
            </a:xfrm>
            <a:custGeom>
              <a:avLst/>
              <a:gdLst/>
              <a:ahLst/>
              <a:cxnLst/>
              <a:rect l="l" t="t" r="r" b="b"/>
              <a:pathLst>
                <a:path w="271197" h="212170" extrusionOk="0">
                  <a:moveTo>
                    <a:pt x="0" y="172175"/>
                  </a:moveTo>
                  <a:lnTo>
                    <a:pt x="217003" y="0"/>
                  </a:lnTo>
                  <a:lnTo>
                    <a:pt x="271198" y="0"/>
                  </a:lnTo>
                  <a:lnTo>
                    <a:pt x="25351" y="21217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1" name="Google Shape;141;p4"/>
            <p:cNvSpPr/>
            <p:nvPr/>
          </p:nvSpPr>
          <p:spPr>
            <a:xfrm flipH="1">
              <a:off x="6354057" y="4860289"/>
              <a:ext cx="3298874" cy="1113750"/>
            </a:xfrm>
            <a:custGeom>
              <a:avLst/>
              <a:gdLst/>
              <a:ahLst/>
              <a:cxnLst/>
              <a:rect l="l" t="t" r="r" b="b"/>
              <a:pathLst>
                <a:path w="1775975" h="599596" extrusionOk="0">
                  <a:moveTo>
                    <a:pt x="104152" y="101013"/>
                  </a:moveTo>
                  <a:cubicBezTo>
                    <a:pt x="104152" y="101013"/>
                    <a:pt x="1089028" y="-219770"/>
                    <a:pt x="1678259" y="281960"/>
                  </a:cubicBezTo>
                  <a:cubicBezTo>
                    <a:pt x="2267415" y="783616"/>
                    <a:pt x="0" y="540892"/>
                    <a:pt x="0" y="540892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42" name="Google Shape;142;p4"/>
            <p:cNvSpPr/>
            <p:nvPr/>
          </p:nvSpPr>
          <p:spPr>
            <a:xfrm>
              <a:off x="6396142" y="-41546"/>
              <a:ext cx="2998715" cy="420512"/>
            </a:xfrm>
            <a:custGeom>
              <a:avLst/>
              <a:gdLst/>
              <a:ahLst/>
              <a:cxnLst/>
              <a:rect l="l" t="t" r="r" b="b"/>
              <a:pathLst>
                <a:path w="2998715" h="420512" extrusionOk="0">
                  <a:moveTo>
                    <a:pt x="0" y="0"/>
                  </a:moveTo>
                  <a:cubicBezTo>
                    <a:pt x="0" y="0"/>
                    <a:pt x="97387" y="223024"/>
                    <a:pt x="422111" y="134038"/>
                  </a:cubicBezTo>
                  <a:cubicBezTo>
                    <a:pt x="628186" y="356542"/>
                    <a:pt x="1035800" y="284133"/>
                    <a:pt x="1162032" y="142067"/>
                  </a:cubicBezTo>
                  <a:cubicBezTo>
                    <a:pt x="1247450" y="236778"/>
                    <a:pt x="1418807" y="284430"/>
                    <a:pt x="1539463" y="123927"/>
                  </a:cubicBezTo>
                  <a:cubicBezTo>
                    <a:pt x="1698182" y="444488"/>
                    <a:pt x="2221026" y="478536"/>
                    <a:pt x="2321610" y="301678"/>
                  </a:cubicBezTo>
                  <a:cubicBezTo>
                    <a:pt x="2557495" y="562839"/>
                    <a:pt x="3010309" y="362786"/>
                    <a:pt x="2998489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43" name="Google Shape;143;p4"/>
            <p:cNvGrpSpPr/>
            <p:nvPr/>
          </p:nvGrpSpPr>
          <p:grpSpPr>
            <a:xfrm flipH="1">
              <a:off x="-75812" y="-26334"/>
              <a:ext cx="3061554" cy="471330"/>
              <a:chOff x="7915367" y="177685"/>
              <a:chExt cx="2653683" cy="408573"/>
            </a:xfrm>
          </p:grpSpPr>
          <p:sp>
            <p:nvSpPr>
              <p:cNvPr id="144" name="Google Shape;144;p4"/>
              <p:cNvSpPr/>
              <p:nvPr/>
            </p:nvSpPr>
            <p:spPr>
              <a:xfrm>
                <a:off x="7915367" y="177685"/>
                <a:ext cx="1201295" cy="408573"/>
              </a:xfrm>
              <a:custGeom>
                <a:avLst/>
                <a:gdLst/>
                <a:ahLst/>
                <a:cxnLst/>
                <a:rect l="l" t="t" r="r" b="b"/>
                <a:pathLst>
                  <a:path w="1201295" h="408573" extrusionOk="0">
                    <a:moveTo>
                      <a:pt x="355" y="0"/>
                    </a:moveTo>
                    <a:cubicBezTo>
                      <a:pt x="355" y="0"/>
                      <a:pt x="-17702" y="190859"/>
                      <a:pt x="203625" y="230619"/>
                    </a:cubicBezTo>
                    <a:cubicBezTo>
                      <a:pt x="243032" y="452299"/>
                      <a:pt x="658864" y="458063"/>
                      <a:pt x="735502" y="296729"/>
                    </a:cubicBezTo>
                    <a:cubicBezTo>
                      <a:pt x="847371" y="299729"/>
                      <a:pt x="985649" y="250911"/>
                      <a:pt x="1019174" y="184390"/>
                    </a:cubicBezTo>
                    <a:cubicBezTo>
                      <a:pt x="1099694" y="217562"/>
                      <a:pt x="1280319" y="163863"/>
                      <a:pt x="1162510" y="0"/>
                    </a:cubicBezTo>
                    <a:lnTo>
                      <a:pt x="2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5" name="Google Shape;145;p4"/>
              <p:cNvSpPr/>
              <p:nvPr/>
            </p:nvSpPr>
            <p:spPr>
              <a:xfrm>
                <a:off x="8934541" y="177685"/>
                <a:ext cx="1634509" cy="380955"/>
              </a:xfrm>
              <a:custGeom>
                <a:avLst/>
                <a:gdLst/>
                <a:ahLst/>
                <a:cxnLst/>
                <a:rect l="l" t="t" r="r" b="b"/>
                <a:pathLst>
                  <a:path w="1634509" h="380955" extrusionOk="0">
                    <a:moveTo>
                      <a:pt x="129749" y="118927"/>
                    </a:moveTo>
                    <a:cubicBezTo>
                      <a:pt x="129749" y="118927"/>
                      <a:pt x="86166" y="255969"/>
                      <a:pt x="236325" y="243088"/>
                    </a:cubicBezTo>
                    <a:cubicBezTo>
                      <a:pt x="268321" y="440535"/>
                      <a:pt x="624866" y="402069"/>
                      <a:pt x="704739" y="271673"/>
                    </a:cubicBezTo>
                    <a:cubicBezTo>
                      <a:pt x="822960" y="400599"/>
                      <a:pt x="977295" y="266556"/>
                      <a:pt x="980706" y="192212"/>
                    </a:cubicBezTo>
                    <a:cubicBezTo>
                      <a:pt x="1048580" y="375955"/>
                      <a:pt x="1375247" y="357898"/>
                      <a:pt x="1402655" y="229090"/>
                    </a:cubicBezTo>
                    <a:cubicBezTo>
                      <a:pt x="1441827" y="393600"/>
                      <a:pt x="1634510" y="380719"/>
                      <a:pt x="1634510" y="380719"/>
                    </a:cubicBezTo>
                    <a:lnTo>
                      <a:pt x="1634510" y="0"/>
                    </a:lnTo>
                    <a:lnTo>
                      <a:pt x="0" y="0"/>
                    </a:lnTo>
                    <a:lnTo>
                      <a:pt x="129691" y="1189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46" name="Google Shape;146;p4"/>
            <p:cNvGrpSpPr/>
            <p:nvPr/>
          </p:nvGrpSpPr>
          <p:grpSpPr>
            <a:xfrm flipH="1">
              <a:off x="-297565" y="4472604"/>
              <a:ext cx="9561054" cy="2125231"/>
              <a:chOff x="309409" y="2851292"/>
              <a:chExt cx="5575609" cy="1239346"/>
            </a:xfrm>
          </p:grpSpPr>
          <p:sp>
            <p:nvSpPr>
              <p:cNvPr id="147" name="Google Shape;147;p4"/>
              <p:cNvSpPr/>
              <p:nvPr/>
            </p:nvSpPr>
            <p:spPr>
              <a:xfrm>
                <a:off x="309409" y="2851292"/>
                <a:ext cx="5575609" cy="1239346"/>
              </a:xfrm>
              <a:custGeom>
                <a:avLst/>
                <a:gdLst/>
                <a:ahLst/>
                <a:cxnLst/>
                <a:rect l="l" t="t" r="r" b="b"/>
                <a:pathLst>
                  <a:path w="5575609" h="1239346" extrusionOk="0">
                    <a:moveTo>
                      <a:pt x="0" y="1239346"/>
                    </a:moveTo>
                    <a:lnTo>
                      <a:pt x="0" y="107126"/>
                    </a:lnTo>
                    <a:lnTo>
                      <a:pt x="5575610" y="0"/>
                    </a:lnTo>
                    <a:lnTo>
                      <a:pt x="5575610" y="1239346"/>
                    </a:lnTo>
                    <a:lnTo>
                      <a:pt x="0" y="12393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8" name="Google Shape;148;p4"/>
              <p:cNvSpPr/>
              <p:nvPr/>
            </p:nvSpPr>
            <p:spPr>
              <a:xfrm>
                <a:off x="3540139" y="2933445"/>
                <a:ext cx="633540" cy="132167"/>
              </a:xfrm>
              <a:custGeom>
                <a:avLst/>
                <a:gdLst/>
                <a:ahLst/>
                <a:cxnLst/>
                <a:rect l="l" t="t" r="r" b="b"/>
                <a:pathLst>
                  <a:path w="633540" h="132167" extrusionOk="0">
                    <a:moveTo>
                      <a:pt x="633539" y="61772"/>
                    </a:moveTo>
                    <a:cubicBezTo>
                      <a:pt x="634060" y="98199"/>
                      <a:pt x="492662" y="129646"/>
                      <a:pt x="317662" y="132025"/>
                    </a:cubicBezTo>
                    <a:cubicBezTo>
                      <a:pt x="142737" y="134404"/>
                      <a:pt x="522" y="106823"/>
                      <a:pt x="1" y="70396"/>
                    </a:cubicBezTo>
                    <a:cubicBezTo>
                      <a:pt x="-519" y="33969"/>
                      <a:pt x="140878" y="2522"/>
                      <a:pt x="315878" y="143"/>
                    </a:cubicBezTo>
                    <a:cubicBezTo>
                      <a:pt x="490803" y="-2236"/>
                      <a:pt x="633019" y="25345"/>
                      <a:pt x="633539" y="6177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49" name="Google Shape;149;p4"/>
              <p:cNvSpPr/>
              <p:nvPr/>
            </p:nvSpPr>
            <p:spPr>
              <a:xfrm>
                <a:off x="1105754" y="3021358"/>
                <a:ext cx="614433" cy="174459"/>
              </a:xfrm>
              <a:custGeom>
                <a:avLst/>
                <a:gdLst/>
                <a:ahLst/>
                <a:cxnLst/>
                <a:rect l="l" t="t" r="r" b="b"/>
                <a:pathLst>
                  <a:path w="614433" h="174459" extrusionOk="0">
                    <a:moveTo>
                      <a:pt x="614433" y="89460"/>
                    </a:moveTo>
                    <a:cubicBezTo>
                      <a:pt x="614061" y="137633"/>
                      <a:pt x="476232" y="175622"/>
                      <a:pt x="306585" y="174432"/>
                    </a:cubicBezTo>
                    <a:cubicBezTo>
                      <a:pt x="136938" y="173243"/>
                      <a:pt x="-371" y="133173"/>
                      <a:pt x="1" y="84999"/>
                    </a:cubicBezTo>
                    <a:cubicBezTo>
                      <a:pt x="372" y="36826"/>
                      <a:pt x="138202" y="-1162"/>
                      <a:pt x="307849" y="27"/>
                    </a:cubicBezTo>
                    <a:cubicBezTo>
                      <a:pt x="477496" y="1216"/>
                      <a:pt x="614805" y="41287"/>
                      <a:pt x="614433" y="894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50" name="Google Shape;150;p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51" name="Google Shape;151;p4"/>
          <p:cNvSpPr txBox="1">
            <a:spLocks noGrp="1"/>
          </p:cNvSpPr>
          <p:nvPr>
            <p:ph type="body" idx="1"/>
          </p:nvPr>
        </p:nvSpPr>
        <p:spPr>
          <a:xfrm>
            <a:off x="1003125" y="1152475"/>
            <a:ext cx="7137900" cy="8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ustat SemiBold"/>
              <a:buChar char="●"/>
              <a:defRPr sz="1200">
                <a:solidFill>
                  <a:srgbClr val="434343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●"/>
              <a:defRPr>
                <a:solidFill>
                  <a:srgbClr val="434343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○"/>
              <a:defRPr>
                <a:solidFill>
                  <a:srgbClr val="434343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5325B"/>
              </a:buClr>
              <a:buSzPts val="1400"/>
              <a:buFont typeface="Darker Grotesque SemiBold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3" name="Google Shape;153;p5"/>
          <p:cNvGrpSpPr/>
          <p:nvPr/>
        </p:nvGrpSpPr>
        <p:grpSpPr>
          <a:xfrm>
            <a:off x="-686021" y="-788325"/>
            <a:ext cx="11221771" cy="7624710"/>
            <a:chOff x="-686021" y="-788325"/>
            <a:chExt cx="11221771" cy="7624710"/>
          </a:xfrm>
        </p:grpSpPr>
        <p:grpSp>
          <p:nvGrpSpPr>
            <p:cNvPr id="154" name="Google Shape;154;p5"/>
            <p:cNvGrpSpPr/>
            <p:nvPr/>
          </p:nvGrpSpPr>
          <p:grpSpPr>
            <a:xfrm>
              <a:off x="-686021" y="-406558"/>
              <a:ext cx="11221771" cy="7242943"/>
              <a:chOff x="5766079" y="-86020"/>
              <a:chExt cx="5466035" cy="3527980"/>
            </a:xfrm>
          </p:grpSpPr>
          <p:sp>
            <p:nvSpPr>
              <p:cNvPr id="155" name="Google Shape;155;p5"/>
              <p:cNvSpPr/>
              <p:nvPr/>
            </p:nvSpPr>
            <p:spPr>
              <a:xfrm>
                <a:off x="5798527" y="1403055"/>
                <a:ext cx="5062500" cy="2038905"/>
              </a:xfrm>
              <a:custGeom>
                <a:avLst/>
                <a:gdLst/>
                <a:ahLst/>
                <a:cxnLst/>
                <a:rect l="l" t="t" r="r" b="b"/>
                <a:pathLst>
                  <a:path w="5062500" h="2038905" extrusionOk="0">
                    <a:moveTo>
                      <a:pt x="0" y="67"/>
                    </a:moveTo>
                    <a:cubicBezTo>
                      <a:pt x="0" y="67"/>
                      <a:pt x="3267338" y="1061303"/>
                      <a:pt x="5062501" y="504427"/>
                    </a:cubicBezTo>
                    <a:cubicBezTo>
                      <a:pt x="5062501" y="1202377"/>
                      <a:pt x="5062501" y="2038905"/>
                      <a:pt x="5062501" y="2038905"/>
                    </a:cubicBezTo>
                    <a:lnTo>
                      <a:pt x="0" y="1646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6" name="Google Shape;156;p5"/>
              <p:cNvSpPr/>
              <p:nvPr/>
            </p:nvSpPr>
            <p:spPr>
              <a:xfrm>
                <a:off x="9056684" y="2393860"/>
                <a:ext cx="249885" cy="60954"/>
              </a:xfrm>
              <a:custGeom>
                <a:avLst/>
                <a:gdLst/>
                <a:ahLst/>
                <a:cxnLst/>
                <a:rect l="l" t="t" r="r" b="b"/>
                <a:pathLst>
                  <a:path w="249885" h="60954" extrusionOk="0">
                    <a:moveTo>
                      <a:pt x="0" y="28714"/>
                    </a:moveTo>
                    <a:cubicBezTo>
                      <a:pt x="0" y="28714"/>
                      <a:pt x="62843" y="-5981"/>
                      <a:pt x="146677" y="904"/>
                    </a:cubicBezTo>
                    <a:cubicBezTo>
                      <a:pt x="230445" y="7789"/>
                      <a:pt x="249885" y="52677"/>
                      <a:pt x="249885" y="52677"/>
                    </a:cubicBezTo>
                    <a:cubicBezTo>
                      <a:pt x="249885" y="52677"/>
                      <a:pt x="158693" y="82579"/>
                      <a:pt x="68" y="2871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7" name="Google Shape;157;p5"/>
              <p:cNvSpPr/>
              <p:nvPr/>
            </p:nvSpPr>
            <p:spPr>
              <a:xfrm>
                <a:off x="7529565" y="1932711"/>
                <a:ext cx="118529" cy="77978"/>
              </a:xfrm>
              <a:custGeom>
                <a:avLst/>
                <a:gdLst/>
                <a:ahLst/>
                <a:cxnLst/>
                <a:rect l="l" t="t" r="r" b="b"/>
                <a:pathLst>
                  <a:path w="118529" h="77978" extrusionOk="0">
                    <a:moveTo>
                      <a:pt x="0" y="47941"/>
                    </a:moveTo>
                    <a:cubicBezTo>
                      <a:pt x="0" y="47941"/>
                      <a:pt x="-203" y="-4304"/>
                      <a:pt x="52313" y="286"/>
                    </a:cubicBezTo>
                    <a:cubicBezTo>
                      <a:pt x="104827" y="4876"/>
                      <a:pt x="118530" y="77978"/>
                      <a:pt x="118530" y="77978"/>
                    </a:cubicBezTo>
                    <a:cubicBezTo>
                      <a:pt x="118530" y="77978"/>
                      <a:pt x="52785" y="72713"/>
                      <a:pt x="0" y="479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8" name="Google Shape;158;p5"/>
              <p:cNvSpPr/>
              <p:nvPr/>
            </p:nvSpPr>
            <p:spPr>
              <a:xfrm>
                <a:off x="7646888" y="2028007"/>
                <a:ext cx="217274" cy="120922"/>
              </a:xfrm>
              <a:custGeom>
                <a:avLst/>
                <a:gdLst/>
                <a:ahLst/>
                <a:cxnLst/>
                <a:rect l="l" t="t" r="r" b="b"/>
                <a:pathLst>
                  <a:path w="217274" h="120922" extrusionOk="0">
                    <a:moveTo>
                      <a:pt x="869" y="78330"/>
                    </a:moveTo>
                    <a:cubicBezTo>
                      <a:pt x="869" y="78330"/>
                      <a:pt x="-14926" y="-6788"/>
                      <a:pt x="88147" y="435"/>
                    </a:cubicBezTo>
                    <a:cubicBezTo>
                      <a:pt x="191219" y="7657"/>
                      <a:pt x="217274" y="120922"/>
                      <a:pt x="217274" y="120922"/>
                    </a:cubicBezTo>
                    <a:cubicBezTo>
                      <a:pt x="217274" y="120922"/>
                      <a:pt x="72419" y="106815"/>
                      <a:pt x="869" y="783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59" name="Google Shape;159;p5"/>
              <p:cNvSpPr/>
              <p:nvPr/>
            </p:nvSpPr>
            <p:spPr>
              <a:xfrm>
                <a:off x="8440072" y="2171205"/>
                <a:ext cx="2420955" cy="339997"/>
              </a:xfrm>
              <a:custGeom>
                <a:avLst/>
                <a:gdLst/>
                <a:ahLst/>
                <a:cxnLst/>
                <a:rect l="l" t="t" r="r" b="b"/>
                <a:pathLst>
                  <a:path w="2420955" h="339997" extrusionOk="0">
                    <a:moveTo>
                      <a:pt x="0" y="0"/>
                    </a:moveTo>
                    <a:lnTo>
                      <a:pt x="2420955" y="229298"/>
                    </a:lnTo>
                    <a:lnTo>
                      <a:pt x="2420955" y="3399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60" name="Google Shape;160;p5"/>
              <p:cNvGrpSpPr/>
              <p:nvPr/>
            </p:nvGrpSpPr>
            <p:grpSpPr>
              <a:xfrm>
                <a:off x="5766079" y="-86020"/>
                <a:ext cx="5466035" cy="2277406"/>
                <a:chOff x="5766079" y="-86020"/>
                <a:chExt cx="5466035" cy="2277406"/>
              </a:xfrm>
            </p:grpSpPr>
            <p:sp>
              <p:nvSpPr>
                <p:cNvPr id="161" name="Google Shape;161;p5"/>
                <p:cNvSpPr/>
                <p:nvPr/>
              </p:nvSpPr>
              <p:spPr>
                <a:xfrm>
                  <a:off x="5766079" y="99494"/>
                  <a:ext cx="1521500" cy="424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500" h="424507" extrusionOk="0">
                      <a:moveTo>
                        <a:pt x="0" y="331020"/>
                      </a:moveTo>
                      <a:cubicBezTo>
                        <a:pt x="0" y="331020"/>
                        <a:pt x="311310" y="498353"/>
                        <a:pt x="509963" y="331020"/>
                      </a:cubicBezTo>
                      <a:cubicBezTo>
                        <a:pt x="609795" y="526163"/>
                        <a:pt x="931028" y="390690"/>
                        <a:pt x="911048" y="155453"/>
                      </a:cubicBezTo>
                      <a:cubicBezTo>
                        <a:pt x="1035585" y="338580"/>
                        <a:pt x="1542240" y="277425"/>
                        <a:pt x="1520843" y="0"/>
                      </a:cubicBezTo>
                      <a:lnTo>
                        <a:pt x="87683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2" name="Google Shape;162;p5"/>
                <p:cNvSpPr/>
                <p:nvPr/>
              </p:nvSpPr>
              <p:spPr>
                <a:xfrm>
                  <a:off x="6561972" y="99562"/>
                  <a:ext cx="306247" cy="1819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247" h="1819192" extrusionOk="0">
                      <a:moveTo>
                        <a:pt x="306247" y="1819193"/>
                      </a:moveTo>
                      <a:lnTo>
                        <a:pt x="266490" y="0"/>
                      </a:lnTo>
                      <a:lnTo>
                        <a:pt x="197370" y="0"/>
                      </a:lnTo>
                      <a:lnTo>
                        <a:pt x="0" y="1751355"/>
                      </a:lnTo>
                      <a:lnTo>
                        <a:pt x="306247" y="1819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3" name="Google Shape;163;p5"/>
                <p:cNvSpPr/>
                <p:nvPr/>
              </p:nvSpPr>
              <p:spPr>
                <a:xfrm>
                  <a:off x="6160887" y="99562"/>
                  <a:ext cx="347692" cy="1730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692" h="1730497" extrusionOk="0">
                      <a:moveTo>
                        <a:pt x="0" y="1650712"/>
                      </a:moveTo>
                      <a:lnTo>
                        <a:pt x="217890" y="0"/>
                      </a:lnTo>
                      <a:lnTo>
                        <a:pt x="347692" y="0"/>
                      </a:lnTo>
                      <a:lnTo>
                        <a:pt x="197370" y="1730498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4" name="Google Shape;164;p5"/>
                <p:cNvSpPr/>
                <p:nvPr/>
              </p:nvSpPr>
              <p:spPr>
                <a:xfrm>
                  <a:off x="9810024" y="1605239"/>
                  <a:ext cx="612157" cy="565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157" h="565965" extrusionOk="0">
                      <a:moveTo>
                        <a:pt x="0" y="542003"/>
                      </a:moveTo>
                      <a:cubicBezTo>
                        <a:pt x="0" y="542003"/>
                        <a:pt x="17955" y="341056"/>
                        <a:pt x="144518" y="313516"/>
                      </a:cubicBezTo>
                      <a:cubicBezTo>
                        <a:pt x="83700" y="201803"/>
                        <a:pt x="341482" y="-135697"/>
                        <a:pt x="558563" y="59648"/>
                      </a:cubicBezTo>
                      <a:cubicBezTo>
                        <a:pt x="608378" y="376696"/>
                        <a:pt x="612157" y="565966"/>
                        <a:pt x="612157" y="565966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5" name="Google Shape;165;p5"/>
                <p:cNvSpPr/>
                <p:nvPr/>
              </p:nvSpPr>
              <p:spPr>
                <a:xfrm>
                  <a:off x="9060253" y="-86020"/>
                  <a:ext cx="1925016" cy="550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5016" h="550966" extrusionOk="0">
                      <a:moveTo>
                        <a:pt x="0" y="0"/>
                      </a:moveTo>
                      <a:cubicBezTo>
                        <a:pt x="0" y="0"/>
                        <a:pt x="21128" y="204053"/>
                        <a:pt x="272092" y="229500"/>
                      </a:cubicBezTo>
                      <a:cubicBezTo>
                        <a:pt x="302535" y="369023"/>
                        <a:pt x="407834" y="285323"/>
                        <a:pt x="407834" y="285323"/>
                      </a:cubicBezTo>
                      <a:cubicBezTo>
                        <a:pt x="407834" y="285323"/>
                        <a:pt x="693292" y="563760"/>
                        <a:pt x="948915" y="310230"/>
                      </a:cubicBezTo>
                      <a:cubicBezTo>
                        <a:pt x="990764" y="680805"/>
                        <a:pt x="1983150" y="657653"/>
                        <a:pt x="1922332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6" name="Google Shape;166;p5"/>
                <p:cNvSpPr/>
                <p:nvPr/>
              </p:nvSpPr>
              <p:spPr>
                <a:xfrm>
                  <a:off x="6393087" y="802979"/>
                  <a:ext cx="343372" cy="261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372" h="261427" extrusionOk="0">
                      <a:moveTo>
                        <a:pt x="0" y="197843"/>
                      </a:moveTo>
                      <a:lnTo>
                        <a:pt x="331830" y="0"/>
                      </a:lnTo>
                      <a:lnTo>
                        <a:pt x="343372" y="22005"/>
                      </a:lnTo>
                      <a:lnTo>
                        <a:pt x="12555" y="261428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7" name="Google Shape;167;p5"/>
                <p:cNvSpPr/>
                <p:nvPr/>
              </p:nvSpPr>
              <p:spPr>
                <a:xfrm>
                  <a:off x="6115325" y="435509"/>
                  <a:ext cx="256972" cy="214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972" h="214987" extrusionOk="0">
                      <a:moveTo>
                        <a:pt x="219375" y="214988"/>
                      </a:moveTo>
                      <a:lnTo>
                        <a:pt x="0" y="46170"/>
                      </a:lnTo>
                      <a:lnTo>
                        <a:pt x="58522" y="0"/>
                      </a:lnTo>
                      <a:lnTo>
                        <a:pt x="256972" y="13932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8" name="Google Shape;168;p5"/>
                <p:cNvSpPr/>
                <p:nvPr/>
              </p:nvSpPr>
              <p:spPr>
                <a:xfrm>
                  <a:off x="10193559" y="733117"/>
                  <a:ext cx="155250" cy="5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250" h="52380" extrusionOk="0">
                      <a:moveTo>
                        <a:pt x="155250" y="9653"/>
                      </a:moveTo>
                      <a:lnTo>
                        <a:pt x="0" y="0"/>
                      </a:lnTo>
                      <a:lnTo>
                        <a:pt x="0" y="33682"/>
                      </a:lnTo>
                      <a:lnTo>
                        <a:pt x="155250" y="5238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69" name="Google Shape;169;p5"/>
                <p:cNvSpPr/>
                <p:nvPr/>
              </p:nvSpPr>
              <p:spPr>
                <a:xfrm>
                  <a:off x="10638924" y="602099"/>
                  <a:ext cx="179414" cy="264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14" h="264194" extrusionOk="0">
                      <a:moveTo>
                        <a:pt x="179415" y="183398"/>
                      </a:moveTo>
                      <a:lnTo>
                        <a:pt x="47790" y="6818"/>
                      </a:lnTo>
                      <a:lnTo>
                        <a:pt x="0" y="0"/>
                      </a:lnTo>
                      <a:lnTo>
                        <a:pt x="179415" y="264195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0" name="Google Shape;170;p5"/>
                <p:cNvSpPr/>
                <p:nvPr/>
              </p:nvSpPr>
              <p:spPr>
                <a:xfrm>
                  <a:off x="10818339" y="1096739"/>
                  <a:ext cx="253664" cy="215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664" h="215459" extrusionOk="0">
                      <a:moveTo>
                        <a:pt x="0" y="157140"/>
                      </a:moveTo>
                      <a:cubicBezTo>
                        <a:pt x="11948" y="146678"/>
                        <a:pt x="253665" y="0"/>
                        <a:pt x="253665" y="0"/>
                      </a:cubicBezTo>
                      <a:lnTo>
                        <a:pt x="253665" y="35573"/>
                      </a:lnTo>
                      <a:lnTo>
                        <a:pt x="20925" y="21546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1" name="Google Shape;171;p5"/>
                <p:cNvSpPr/>
                <p:nvPr/>
              </p:nvSpPr>
              <p:spPr>
                <a:xfrm>
                  <a:off x="10266527" y="99562"/>
                  <a:ext cx="965587" cy="209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587" h="2091824" extrusionOk="0">
                      <a:moveTo>
                        <a:pt x="433215" y="2071643"/>
                      </a:moveTo>
                      <a:lnTo>
                        <a:pt x="554917" y="0"/>
                      </a:lnTo>
                      <a:lnTo>
                        <a:pt x="661365" y="0"/>
                      </a:lnTo>
                      <a:lnTo>
                        <a:pt x="547290" y="2055443"/>
                      </a:lnTo>
                      <a:lnTo>
                        <a:pt x="661365" y="2047680"/>
                      </a:lnTo>
                      <a:lnTo>
                        <a:pt x="836055" y="0"/>
                      </a:lnTo>
                      <a:lnTo>
                        <a:pt x="904703" y="0"/>
                      </a:lnTo>
                      <a:lnTo>
                        <a:pt x="965588" y="2091825"/>
                      </a:lnTo>
                      <a:lnTo>
                        <a:pt x="155655" y="2071643"/>
                      </a:lnTo>
                      <a:lnTo>
                        <a:pt x="155655" y="0"/>
                      </a:lnTo>
                      <a:lnTo>
                        <a:pt x="60615" y="0"/>
                      </a:lnTo>
                      <a:lnTo>
                        <a:pt x="0" y="2071643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72" name="Google Shape;172;p5"/>
            <p:cNvGrpSpPr/>
            <p:nvPr/>
          </p:nvGrpSpPr>
          <p:grpSpPr>
            <a:xfrm>
              <a:off x="-267143" y="-788325"/>
              <a:ext cx="9818958" cy="6559694"/>
              <a:chOff x="-267143" y="-788325"/>
              <a:chExt cx="9818958" cy="6559694"/>
            </a:xfrm>
          </p:grpSpPr>
          <p:sp>
            <p:nvSpPr>
              <p:cNvPr id="173" name="Google Shape;173;p5"/>
              <p:cNvSpPr/>
              <p:nvPr/>
            </p:nvSpPr>
            <p:spPr>
              <a:xfrm>
                <a:off x="-12350" y="2393948"/>
                <a:ext cx="9188438" cy="3157882"/>
              </a:xfrm>
              <a:custGeom>
                <a:avLst/>
                <a:gdLst/>
                <a:ahLst/>
                <a:cxnLst/>
                <a:rect l="l" t="t" r="r" b="b"/>
                <a:pathLst>
                  <a:path w="5062500" h="1739880" extrusionOk="0">
                    <a:moveTo>
                      <a:pt x="0" y="0"/>
                    </a:moveTo>
                    <a:lnTo>
                      <a:pt x="5062500" y="1468868"/>
                    </a:lnTo>
                    <a:lnTo>
                      <a:pt x="5062500" y="1739880"/>
                    </a:lnTo>
                    <a:lnTo>
                      <a:pt x="0" y="12485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4" name="Google Shape;174;p5"/>
              <p:cNvSpPr/>
              <p:nvPr/>
            </p:nvSpPr>
            <p:spPr>
              <a:xfrm>
                <a:off x="8359514" y="4210319"/>
                <a:ext cx="1192301" cy="921091"/>
              </a:xfrm>
              <a:custGeom>
                <a:avLst/>
                <a:gdLst/>
                <a:ahLst/>
                <a:cxnLst/>
                <a:rect l="l" t="t" r="r" b="b"/>
                <a:pathLst>
                  <a:path w="656915" h="507488" extrusionOk="0">
                    <a:moveTo>
                      <a:pt x="63180" y="175253"/>
                    </a:moveTo>
                    <a:cubicBezTo>
                      <a:pt x="63180" y="175253"/>
                      <a:pt x="152888" y="159593"/>
                      <a:pt x="160380" y="250718"/>
                    </a:cubicBezTo>
                    <a:cubicBezTo>
                      <a:pt x="230918" y="106268"/>
                      <a:pt x="335948" y="165668"/>
                      <a:pt x="335948" y="165668"/>
                    </a:cubicBezTo>
                    <a:cubicBezTo>
                      <a:pt x="335948" y="165668"/>
                      <a:pt x="292073" y="-43042"/>
                      <a:pt x="552218" y="8055"/>
                    </a:cubicBezTo>
                    <a:cubicBezTo>
                      <a:pt x="812430" y="59153"/>
                      <a:pt x="505643" y="507488"/>
                      <a:pt x="505643" y="507488"/>
                    </a:cubicBezTo>
                    <a:lnTo>
                      <a:pt x="0" y="364861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75" name="Google Shape;175;p5"/>
              <p:cNvSpPr/>
              <p:nvPr/>
            </p:nvSpPr>
            <p:spPr>
              <a:xfrm>
                <a:off x="7771048" y="4386310"/>
                <a:ext cx="788873" cy="509471"/>
              </a:xfrm>
              <a:custGeom>
                <a:avLst/>
                <a:gdLst/>
                <a:ahLst/>
                <a:cxnLst/>
                <a:rect l="l" t="t" r="r" b="b"/>
                <a:pathLst>
                  <a:path w="434641" h="280700" extrusionOk="0">
                    <a:moveTo>
                      <a:pt x="0" y="159470"/>
                    </a:moveTo>
                    <a:cubicBezTo>
                      <a:pt x="0" y="159470"/>
                      <a:pt x="18630" y="74150"/>
                      <a:pt x="95783" y="79685"/>
                    </a:cubicBezTo>
                    <a:cubicBezTo>
                      <a:pt x="105435" y="10835"/>
                      <a:pt x="180630" y="16910"/>
                      <a:pt x="189135" y="52415"/>
                    </a:cubicBezTo>
                    <a:cubicBezTo>
                      <a:pt x="227948" y="-9819"/>
                      <a:pt x="436253" y="-42827"/>
                      <a:pt x="434633" y="107225"/>
                    </a:cubicBezTo>
                    <a:cubicBezTo>
                      <a:pt x="433013" y="257278"/>
                      <a:pt x="254070" y="280700"/>
                      <a:pt x="254070" y="280700"/>
                    </a:cubicBezTo>
                    <a:lnTo>
                      <a:pt x="0" y="15953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76" name="Google Shape;176;p5"/>
              <p:cNvGrpSpPr/>
              <p:nvPr/>
            </p:nvGrpSpPr>
            <p:grpSpPr>
              <a:xfrm>
                <a:off x="-267143" y="2874296"/>
                <a:ext cx="9440654" cy="2897072"/>
                <a:chOff x="1190104" y="5259216"/>
                <a:chExt cx="5202896" cy="1596623"/>
              </a:xfrm>
            </p:grpSpPr>
            <p:sp>
              <p:nvSpPr>
                <p:cNvPr id="177" name="Google Shape;177;p5"/>
                <p:cNvSpPr/>
                <p:nvPr/>
              </p:nvSpPr>
              <p:spPr>
                <a:xfrm>
                  <a:off x="1330500" y="5268644"/>
                  <a:ext cx="5062500" cy="1587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2500" h="1587195" extrusionOk="0">
                      <a:moveTo>
                        <a:pt x="0" y="0"/>
                      </a:moveTo>
                      <a:lnTo>
                        <a:pt x="5062500" y="1318883"/>
                      </a:lnTo>
                      <a:lnTo>
                        <a:pt x="5062500" y="1587195"/>
                      </a:lnTo>
                      <a:lnTo>
                        <a:pt x="0" y="15871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8" name="Google Shape;178;p5"/>
                <p:cNvSpPr/>
                <p:nvPr/>
              </p:nvSpPr>
              <p:spPr>
                <a:xfrm>
                  <a:off x="4372587" y="6174624"/>
                  <a:ext cx="228042" cy="75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073" h="101284" extrusionOk="0">
                      <a:moveTo>
                        <a:pt x="305019" y="63062"/>
                      </a:moveTo>
                      <a:cubicBezTo>
                        <a:pt x="302792" y="90197"/>
                        <a:pt x="232727" y="106600"/>
                        <a:pt x="148554" y="99715"/>
                      </a:cubicBezTo>
                      <a:cubicBezTo>
                        <a:pt x="64314" y="92830"/>
                        <a:pt x="-2173" y="65357"/>
                        <a:pt x="54" y="38222"/>
                      </a:cubicBezTo>
                      <a:cubicBezTo>
                        <a:pt x="2282" y="11087"/>
                        <a:pt x="72347" y="-5315"/>
                        <a:pt x="156519" y="1570"/>
                      </a:cubicBezTo>
                      <a:cubicBezTo>
                        <a:pt x="240759" y="8387"/>
                        <a:pt x="307247" y="35927"/>
                        <a:pt x="305019" y="6306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79" name="Google Shape;179;p5"/>
                <p:cNvSpPr/>
                <p:nvPr/>
              </p:nvSpPr>
              <p:spPr>
                <a:xfrm>
                  <a:off x="1542224" y="6250335"/>
                  <a:ext cx="139908" cy="4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08" h="46469" extrusionOk="0">
                      <a:moveTo>
                        <a:pt x="139885" y="28939"/>
                      </a:moveTo>
                      <a:cubicBezTo>
                        <a:pt x="138872" y="41358"/>
                        <a:pt x="106742" y="48918"/>
                        <a:pt x="68132" y="45746"/>
                      </a:cubicBezTo>
                      <a:cubicBezTo>
                        <a:pt x="29522" y="42573"/>
                        <a:pt x="-988" y="29951"/>
                        <a:pt x="24" y="17531"/>
                      </a:cubicBezTo>
                      <a:cubicBezTo>
                        <a:pt x="1037" y="5111"/>
                        <a:pt x="33167" y="-2449"/>
                        <a:pt x="71777" y="724"/>
                      </a:cubicBezTo>
                      <a:cubicBezTo>
                        <a:pt x="110387" y="3896"/>
                        <a:pt x="140897" y="16518"/>
                        <a:pt x="139885" y="28939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0" name="Google Shape;180;p5"/>
                <p:cNvSpPr/>
                <p:nvPr/>
              </p:nvSpPr>
              <p:spPr>
                <a:xfrm>
                  <a:off x="3162098" y="6181680"/>
                  <a:ext cx="88722" cy="29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2" h="29435" extrusionOk="0">
                      <a:moveTo>
                        <a:pt x="88709" y="18329"/>
                      </a:moveTo>
                      <a:cubicBezTo>
                        <a:pt x="88101" y="26227"/>
                        <a:pt x="67716" y="30952"/>
                        <a:pt x="43214" y="28994"/>
                      </a:cubicBezTo>
                      <a:cubicBezTo>
                        <a:pt x="18711" y="26969"/>
                        <a:pt x="-594" y="19004"/>
                        <a:pt x="14" y="11107"/>
                      </a:cubicBezTo>
                      <a:cubicBezTo>
                        <a:pt x="689" y="3209"/>
                        <a:pt x="21006" y="-1516"/>
                        <a:pt x="45509" y="442"/>
                      </a:cubicBezTo>
                      <a:cubicBezTo>
                        <a:pt x="70011" y="2467"/>
                        <a:pt x="89316" y="10432"/>
                        <a:pt x="88709" y="18329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1" name="Google Shape;181;p5"/>
                <p:cNvSpPr/>
                <p:nvPr/>
              </p:nvSpPr>
              <p:spPr>
                <a:xfrm>
                  <a:off x="4651996" y="6262556"/>
                  <a:ext cx="139908" cy="4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08" h="46469" extrusionOk="0">
                      <a:moveTo>
                        <a:pt x="139885" y="28938"/>
                      </a:moveTo>
                      <a:cubicBezTo>
                        <a:pt x="138872" y="41359"/>
                        <a:pt x="106742" y="48919"/>
                        <a:pt x="68132" y="45746"/>
                      </a:cubicBezTo>
                      <a:cubicBezTo>
                        <a:pt x="29522" y="42574"/>
                        <a:pt x="-988" y="29951"/>
                        <a:pt x="24" y="17531"/>
                      </a:cubicBezTo>
                      <a:cubicBezTo>
                        <a:pt x="1037" y="5111"/>
                        <a:pt x="33167" y="-2449"/>
                        <a:pt x="71777" y="723"/>
                      </a:cubicBezTo>
                      <a:cubicBezTo>
                        <a:pt x="110387" y="3896"/>
                        <a:pt x="140897" y="16519"/>
                        <a:pt x="139885" y="28938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2" name="Google Shape;182;p5"/>
                <p:cNvSpPr/>
                <p:nvPr/>
              </p:nvSpPr>
              <p:spPr>
                <a:xfrm>
                  <a:off x="1239514" y="5259216"/>
                  <a:ext cx="956204" cy="515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204" h="515902" extrusionOk="0">
                      <a:moveTo>
                        <a:pt x="0" y="368753"/>
                      </a:moveTo>
                      <a:lnTo>
                        <a:pt x="713812" y="515902"/>
                      </a:lnTo>
                      <a:lnTo>
                        <a:pt x="956205" y="404932"/>
                      </a:lnTo>
                      <a:lnTo>
                        <a:pt x="302130" y="70470"/>
                      </a:lnTo>
                      <a:lnTo>
                        <a:pt x="31792" y="0"/>
                      </a:lnTo>
                      <a:lnTo>
                        <a:pt x="0" y="368753"/>
                      </a:ln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83" name="Google Shape;183;p5"/>
                <p:cNvSpPr/>
                <p:nvPr/>
              </p:nvSpPr>
              <p:spPr>
                <a:xfrm>
                  <a:off x="1190104" y="5691621"/>
                  <a:ext cx="2633715" cy="717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3715" h="717255" extrusionOk="0">
                      <a:moveTo>
                        <a:pt x="49410" y="0"/>
                      </a:moveTo>
                      <a:lnTo>
                        <a:pt x="1387193" y="315900"/>
                      </a:lnTo>
                      <a:lnTo>
                        <a:pt x="1108283" y="328185"/>
                      </a:lnTo>
                      <a:lnTo>
                        <a:pt x="2633715" y="717255"/>
                      </a:lnTo>
                      <a:lnTo>
                        <a:pt x="0" y="362408"/>
                      </a:lnTo>
                      <a:lnTo>
                        <a:pt x="49410" y="0"/>
                      </a:ln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84" name="Google Shape;184;p5"/>
              <p:cNvSpPr/>
              <p:nvPr/>
            </p:nvSpPr>
            <p:spPr>
              <a:xfrm>
                <a:off x="8436158" y="1596202"/>
                <a:ext cx="541093" cy="404004"/>
              </a:xfrm>
              <a:custGeom>
                <a:avLst/>
                <a:gdLst/>
                <a:ahLst/>
                <a:cxnLst/>
                <a:rect l="l" t="t" r="r" b="b"/>
                <a:pathLst>
                  <a:path w="286672" h="214042" extrusionOk="0">
                    <a:moveTo>
                      <a:pt x="0" y="169155"/>
                    </a:moveTo>
                    <a:lnTo>
                      <a:pt x="286672" y="0"/>
                    </a:lnTo>
                    <a:lnTo>
                      <a:pt x="23152" y="214043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5" name="Google Shape;185;p5"/>
              <p:cNvSpPr/>
              <p:nvPr/>
            </p:nvSpPr>
            <p:spPr>
              <a:xfrm>
                <a:off x="8267517" y="222505"/>
                <a:ext cx="292396" cy="453693"/>
              </a:xfrm>
              <a:custGeom>
                <a:avLst/>
                <a:gdLst/>
                <a:ahLst/>
                <a:cxnLst/>
                <a:rect l="l" t="t" r="r" b="b"/>
                <a:pathLst>
                  <a:path w="154912" h="240367" extrusionOk="0">
                    <a:moveTo>
                      <a:pt x="16403" y="93420"/>
                    </a:moveTo>
                    <a:lnTo>
                      <a:pt x="154913" y="0"/>
                    </a:lnTo>
                    <a:lnTo>
                      <a:pt x="0" y="240367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6" name="Google Shape;186;p5"/>
              <p:cNvSpPr/>
              <p:nvPr/>
            </p:nvSpPr>
            <p:spPr>
              <a:xfrm>
                <a:off x="475677" y="1221339"/>
                <a:ext cx="569805" cy="384444"/>
              </a:xfrm>
              <a:custGeom>
                <a:avLst/>
                <a:gdLst/>
                <a:ahLst/>
                <a:cxnLst/>
                <a:rect l="l" t="t" r="r" b="b"/>
                <a:pathLst>
                  <a:path w="313942" h="211815" extrusionOk="0">
                    <a:moveTo>
                      <a:pt x="0" y="134257"/>
                    </a:moveTo>
                    <a:lnTo>
                      <a:pt x="313942" y="0"/>
                    </a:lnTo>
                    <a:lnTo>
                      <a:pt x="313942" y="29700"/>
                    </a:lnTo>
                    <a:lnTo>
                      <a:pt x="12420" y="211815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7" name="Google Shape;187;p5"/>
              <p:cNvSpPr/>
              <p:nvPr/>
            </p:nvSpPr>
            <p:spPr>
              <a:xfrm>
                <a:off x="8131232" y="-177950"/>
                <a:ext cx="635119" cy="5373229"/>
              </a:xfrm>
              <a:custGeom>
                <a:avLst/>
                <a:gdLst/>
                <a:ahLst/>
                <a:cxnLst/>
                <a:rect l="l" t="t" r="r" b="b"/>
                <a:pathLst>
                  <a:path w="336487" h="2846744" extrusionOk="0">
                    <a:moveTo>
                      <a:pt x="58185" y="2805570"/>
                    </a:moveTo>
                    <a:lnTo>
                      <a:pt x="0" y="0"/>
                    </a:lnTo>
                    <a:lnTo>
                      <a:pt x="140467" y="0"/>
                    </a:lnTo>
                    <a:lnTo>
                      <a:pt x="336487" y="2846745"/>
                    </a:lnTo>
                    <a:lnTo>
                      <a:pt x="58185" y="280557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8" name="Google Shape;188;p5"/>
              <p:cNvSpPr/>
              <p:nvPr/>
            </p:nvSpPr>
            <p:spPr>
              <a:xfrm>
                <a:off x="8301526" y="-177950"/>
                <a:ext cx="464776" cy="5373229"/>
              </a:xfrm>
              <a:custGeom>
                <a:avLst/>
                <a:gdLst/>
                <a:ahLst/>
                <a:cxnLst/>
                <a:rect l="l" t="t" r="r" b="b"/>
                <a:pathLst>
                  <a:path w="246239" h="2846744" extrusionOk="0">
                    <a:moveTo>
                      <a:pt x="0" y="0"/>
                    </a:moveTo>
                    <a:lnTo>
                      <a:pt x="58050" y="2709383"/>
                    </a:lnTo>
                    <a:lnTo>
                      <a:pt x="246240" y="2846745"/>
                    </a:lnTo>
                    <a:lnTo>
                      <a:pt x="502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89" name="Google Shape;189;p5"/>
              <p:cNvSpPr/>
              <p:nvPr/>
            </p:nvSpPr>
            <p:spPr>
              <a:xfrm>
                <a:off x="46266" y="-123969"/>
                <a:ext cx="667448" cy="3922727"/>
              </a:xfrm>
              <a:custGeom>
                <a:avLst/>
                <a:gdLst/>
                <a:ahLst/>
                <a:cxnLst/>
                <a:rect l="l" t="t" r="r" b="b"/>
                <a:pathLst>
                  <a:path w="367740" h="2161282" extrusionOk="0">
                    <a:moveTo>
                      <a:pt x="197438" y="2161283"/>
                    </a:moveTo>
                    <a:lnTo>
                      <a:pt x="367740" y="0"/>
                    </a:lnTo>
                    <a:lnTo>
                      <a:pt x="285458" y="0"/>
                    </a:lnTo>
                    <a:lnTo>
                      <a:pt x="0" y="2091758"/>
                    </a:lnTo>
                    <a:lnTo>
                      <a:pt x="197438" y="21612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0" name="Google Shape;190;p5"/>
              <p:cNvSpPr/>
              <p:nvPr/>
            </p:nvSpPr>
            <p:spPr>
              <a:xfrm>
                <a:off x="56188" y="222646"/>
                <a:ext cx="532438" cy="3449829"/>
              </a:xfrm>
              <a:custGeom>
                <a:avLst/>
                <a:gdLst/>
                <a:ahLst/>
                <a:cxnLst/>
                <a:rect l="l" t="t" r="r" b="b"/>
                <a:pathLst>
                  <a:path w="293354" h="1900732" extrusionOk="0">
                    <a:moveTo>
                      <a:pt x="129330" y="1900733"/>
                    </a:moveTo>
                    <a:lnTo>
                      <a:pt x="293355" y="0"/>
                    </a:lnTo>
                    <a:lnTo>
                      <a:pt x="248670" y="38475"/>
                    </a:lnTo>
                    <a:lnTo>
                      <a:pt x="0" y="1843830"/>
                    </a:lnTo>
                    <a:lnTo>
                      <a:pt x="129330" y="19007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1" name="Google Shape;191;p5"/>
              <p:cNvSpPr/>
              <p:nvPr/>
            </p:nvSpPr>
            <p:spPr>
              <a:xfrm>
                <a:off x="-100708" y="3374427"/>
                <a:ext cx="689324" cy="472688"/>
              </a:xfrm>
              <a:custGeom>
                <a:avLst/>
                <a:gdLst/>
                <a:ahLst/>
                <a:cxnLst/>
                <a:rect l="l" t="t" r="r" b="b"/>
                <a:pathLst>
                  <a:path w="379793" h="260434" extrusionOk="0">
                    <a:moveTo>
                      <a:pt x="378540" y="254793"/>
                    </a:moveTo>
                    <a:cubicBezTo>
                      <a:pt x="378540" y="254793"/>
                      <a:pt x="221535" y="293336"/>
                      <a:pt x="0" y="168933"/>
                    </a:cubicBezTo>
                    <a:cubicBezTo>
                      <a:pt x="0" y="168933"/>
                      <a:pt x="52583" y="15708"/>
                      <a:pt x="181575" y="1128"/>
                    </a:cubicBezTo>
                    <a:cubicBezTo>
                      <a:pt x="198112" y="-762"/>
                      <a:pt x="215932" y="-357"/>
                      <a:pt x="235035" y="2951"/>
                    </a:cubicBezTo>
                    <a:cubicBezTo>
                      <a:pt x="336015" y="20433"/>
                      <a:pt x="367403" y="107643"/>
                      <a:pt x="376447" y="174603"/>
                    </a:cubicBezTo>
                    <a:cubicBezTo>
                      <a:pt x="382455" y="219220"/>
                      <a:pt x="378540" y="254793"/>
                      <a:pt x="378540" y="25479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2" name="Google Shape;192;p5"/>
              <p:cNvSpPr/>
              <p:nvPr/>
            </p:nvSpPr>
            <p:spPr>
              <a:xfrm>
                <a:off x="-100708" y="3376597"/>
                <a:ext cx="689384" cy="470608"/>
              </a:xfrm>
              <a:custGeom>
                <a:avLst/>
                <a:gdLst/>
                <a:ahLst/>
                <a:cxnLst/>
                <a:rect l="l" t="t" r="r" b="b"/>
                <a:pathLst>
                  <a:path w="379826" h="259288" extrusionOk="0">
                    <a:moveTo>
                      <a:pt x="379822" y="226733"/>
                    </a:moveTo>
                    <a:cubicBezTo>
                      <a:pt x="379688" y="243270"/>
                      <a:pt x="378540" y="253665"/>
                      <a:pt x="378540" y="253665"/>
                    </a:cubicBezTo>
                    <a:cubicBezTo>
                      <a:pt x="378540" y="253665"/>
                      <a:pt x="221535" y="292140"/>
                      <a:pt x="0" y="167805"/>
                    </a:cubicBezTo>
                    <a:cubicBezTo>
                      <a:pt x="0" y="167805"/>
                      <a:pt x="20048" y="109350"/>
                      <a:pt x="65745" y="61223"/>
                    </a:cubicBezTo>
                    <a:cubicBezTo>
                      <a:pt x="94028" y="31455"/>
                      <a:pt x="132233" y="5603"/>
                      <a:pt x="181575" y="0"/>
                    </a:cubicBezTo>
                    <a:cubicBezTo>
                      <a:pt x="199935" y="67095"/>
                      <a:pt x="248873" y="169358"/>
                      <a:pt x="376447" y="173475"/>
                    </a:cubicBezTo>
                    <a:cubicBezTo>
                      <a:pt x="379215" y="193995"/>
                      <a:pt x="379890" y="212557"/>
                      <a:pt x="379822" y="226733"/>
                    </a:cubicBezTo>
                    <a:close/>
                  </a:path>
                </a:pathLst>
              </a:custGeom>
              <a:solidFill>
                <a:srgbClr val="1E3639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3" name="Google Shape;193;p5"/>
              <p:cNvSpPr/>
              <p:nvPr/>
            </p:nvSpPr>
            <p:spPr>
              <a:xfrm>
                <a:off x="-100708" y="3487684"/>
                <a:ext cx="689377" cy="359488"/>
              </a:xfrm>
              <a:custGeom>
                <a:avLst/>
                <a:gdLst/>
                <a:ahLst/>
                <a:cxnLst/>
                <a:rect l="l" t="t" r="r" b="b"/>
                <a:pathLst>
                  <a:path w="379822" h="198065" extrusionOk="0">
                    <a:moveTo>
                      <a:pt x="379822" y="165510"/>
                    </a:moveTo>
                    <a:cubicBezTo>
                      <a:pt x="379688" y="182048"/>
                      <a:pt x="378540" y="192443"/>
                      <a:pt x="378540" y="192443"/>
                    </a:cubicBezTo>
                    <a:cubicBezTo>
                      <a:pt x="378540" y="192443"/>
                      <a:pt x="221535" y="230918"/>
                      <a:pt x="0" y="106582"/>
                    </a:cubicBezTo>
                    <a:cubicBezTo>
                      <a:pt x="0" y="106582"/>
                      <a:pt x="20048" y="48128"/>
                      <a:pt x="65745" y="0"/>
                    </a:cubicBezTo>
                    <a:cubicBezTo>
                      <a:pt x="90923" y="68378"/>
                      <a:pt x="164903" y="159233"/>
                      <a:pt x="379822" y="165510"/>
                    </a:cubicBezTo>
                    <a:close/>
                  </a:path>
                </a:pathLst>
              </a:custGeom>
              <a:solidFill>
                <a:srgbClr val="1E3639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4" name="Google Shape;194;p5"/>
              <p:cNvSpPr/>
              <p:nvPr/>
            </p:nvSpPr>
            <p:spPr>
              <a:xfrm>
                <a:off x="475677" y="-123969"/>
                <a:ext cx="978138" cy="4351766"/>
              </a:xfrm>
              <a:custGeom>
                <a:avLst/>
                <a:gdLst/>
                <a:ahLst/>
                <a:cxnLst/>
                <a:rect l="l" t="t" r="r" b="b"/>
                <a:pathLst>
                  <a:path w="538919" h="2397667" extrusionOk="0">
                    <a:moveTo>
                      <a:pt x="0" y="2306677"/>
                    </a:moveTo>
                    <a:lnTo>
                      <a:pt x="361868" y="0"/>
                    </a:lnTo>
                    <a:lnTo>
                      <a:pt x="538920" y="0"/>
                    </a:lnTo>
                    <a:lnTo>
                      <a:pt x="346883" y="2397668"/>
                    </a:lnTo>
                    <a:lnTo>
                      <a:pt x="0" y="230667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5" name="Google Shape;195;p5"/>
              <p:cNvSpPr/>
              <p:nvPr/>
            </p:nvSpPr>
            <p:spPr>
              <a:xfrm>
                <a:off x="475677" y="-123969"/>
                <a:ext cx="768887" cy="4248610"/>
              </a:xfrm>
              <a:custGeom>
                <a:avLst/>
                <a:gdLst/>
                <a:ahLst/>
                <a:cxnLst/>
                <a:rect l="l" t="t" r="r" b="b"/>
                <a:pathLst>
                  <a:path w="423629" h="2340832" extrusionOk="0">
                    <a:moveTo>
                      <a:pt x="0" y="2306677"/>
                    </a:moveTo>
                    <a:lnTo>
                      <a:pt x="361868" y="0"/>
                    </a:lnTo>
                    <a:lnTo>
                      <a:pt x="423630" y="0"/>
                    </a:lnTo>
                    <a:lnTo>
                      <a:pt x="130275" y="2340832"/>
                    </a:lnTo>
                    <a:lnTo>
                      <a:pt x="0" y="23066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6" name="Google Shape;196;p5"/>
              <p:cNvSpPr/>
              <p:nvPr/>
            </p:nvSpPr>
            <p:spPr>
              <a:xfrm>
                <a:off x="1304245" y="-123969"/>
                <a:ext cx="891401" cy="4289039"/>
              </a:xfrm>
              <a:custGeom>
                <a:avLst/>
                <a:gdLst/>
                <a:ahLst/>
                <a:cxnLst/>
                <a:rect l="l" t="t" r="r" b="b"/>
                <a:pathLst>
                  <a:path w="491130" h="2363107" extrusionOk="0">
                    <a:moveTo>
                      <a:pt x="0" y="2319503"/>
                    </a:moveTo>
                    <a:lnTo>
                      <a:pt x="415193" y="0"/>
                    </a:lnTo>
                    <a:lnTo>
                      <a:pt x="491130" y="0"/>
                    </a:lnTo>
                    <a:lnTo>
                      <a:pt x="191633" y="2363108"/>
                    </a:lnTo>
                    <a:lnTo>
                      <a:pt x="0" y="231950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7" name="Google Shape;197;p5"/>
              <p:cNvSpPr/>
              <p:nvPr/>
            </p:nvSpPr>
            <p:spPr>
              <a:xfrm>
                <a:off x="1244353" y="-123969"/>
                <a:ext cx="580464" cy="1210914"/>
              </a:xfrm>
              <a:custGeom>
                <a:avLst/>
                <a:gdLst/>
                <a:ahLst/>
                <a:cxnLst/>
                <a:rect l="l" t="t" r="r" b="b"/>
                <a:pathLst>
                  <a:path w="319815" h="667170" extrusionOk="0">
                    <a:moveTo>
                      <a:pt x="0" y="508613"/>
                    </a:moveTo>
                    <a:lnTo>
                      <a:pt x="250763" y="0"/>
                    </a:lnTo>
                    <a:lnTo>
                      <a:pt x="319815" y="0"/>
                    </a:lnTo>
                    <a:lnTo>
                      <a:pt x="41378" y="66717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8" name="Google Shape;198;p5"/>
              <p:cNvSpPr/>
              <p:nvPr/>
            </p:nvSpPr>
            <p:spPr>
              <a:xfrm>
                <a:off x="1896920" y="1526433"/>
                <a:ext cx="334091" cy="247475"/>
              </a:xfrm>
              <a:custGeom>
                <a:avLst/>
                <a:gdLst/>
                <a:ahLst/>
                <a:cxnLst/>
                <a:rect l="l" t="t" r="r" b="b"/>
                <a:pathLst>
                  <a:path w="184072" h="136350" extrusionOk="0">
                    <a:moveTo>
                      <a:pt x="0" y="136350"/>
                    </a:moveTo>
                    <a:lnTo>
                      <a:pt x="184072" y="0"/>
                    </a:lnTo>
                    <a:lnTo>
                      <a:pt x="0" y="7776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99" name="Google Shape;199;p5"/>
              <p:cNvSpPr/>
              <p:nvPr/>
            </p:nvSpPr>
            <p:spPr>
              <a:xfrm>
                <a:off x="1675479" y="1043010"/>
                <a:ext cx="221503" cy="356755"/>
              </a:xfrm>
              <a:custGeom>
                <a:avLst/>
                <a:gdLst/>
                <a:ahLst/>
                <a:cxnLst/>
                <a:rect l="l" t="t" r="r" b="b"/>
                <a:pathLst>
                  <a:path w="122040" h="196559" extrusionOk="0">
                    <a:moveTo>
                      <a:pt x="122040" y="116640"/>
                    </a:moveTo>
                    <a:lnTo>
                      <a:pt x="0" y="0"/>
                    </a:lnTo>
                    <a:lnTo>
                      <a:pt x="0" y="45495"/>
                    </a:lnTo>
                    <a:lnTo>
                      <a:pt x="82215" y="19656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0" name="Google Shape;200;p5"/>
              <p:cNvSpPr/>
              <p:nvPr/>
            </p:nvSpPr>
            <p:spPr>
              <a:xfrm>
                <a:off x="117427" y="875703"/>
                <a:ext cx="413479" cy="472040"/>
              </a:xfrm>
              <a:custGeom>
                <a:avLst/>
                <a:gdLst/>
                <a:ahLst/>
                <a:cxnLst/>
                <a:rect l="l" t="t" r="r" b="b"/>
                <a:pathLst>
                  <a:path w="227812" h="260077" extrusionOk="0">
                    <a:moveTo>
                      <a:pt x="227813" y="199867"/>
                    </a:moveTo>
                    <a:lnTo>
                      <a:pt x="10732" y="0"/>
                    </a:lnTo>
                    <a:lnTo>
                      <a:pt x="0" y="29835"/>
                    </a:lnTo>
                    <a:lnTo>
                      <a:pt x="216405" y="260078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1" name="Google Shape;201;p5"/>
              <p:cNvSpPr/>
              <p:nvPr/>
            </p:nvSpPr>
            <p:spPr>
              <a:xfrm>
                <a:off x="7862734" y="-177950"/>
                <a:ext cx="354187" cy="576896"/>
              </a:xfrm>
              <a:custGeom>
                <a:avLst/>
                <a:gdLst/>
                <a:ahLst/>
                <a:cxnLst/>
                <a:rect l="l" t="t" r="r" b="b"/>
                <a:pathLst>
                  <a:path w="187649" h="305640" extrusionOk="0">
                    <a:moveTo>
                      <a:pt x="187650" y="212220"/>
                    </a:moveTo>
                    <a:lnTo>
                      <a:pt x="57375" y="0"/>
                    </a:lnTo>
                    <a:lnTo>
                      <a:pt x="0" y="0"/>
                    </a:lnTo>
                    <a:lnTo>
                      <a:pt x="187650" y="30564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2" name="Google Shape;202;p5"/>
              <p:cNvSpPr/>
              <p:nvPr/>
            </p:nvSpPr>
            <p:spPr>
              <a:xfrm>
                <a:off x="7577550" y="575832"/>
                <a:ext cx="690159" cy="285900"/>
              </a:xfrm>
              <a:custGeom>
                <a:avLst/>
                <a:gdLst/>
                <a:ahLst/>
                <a:cxnLst/>
                <a:rect l="l" t="t" r="r" b="b"/>
                <a:pathLst>
                  <a:path w="365647" h="151470" extrusionOk="0">
                    <a:moveTo>
                      <a:pt x="365647" y="99023"/>
                    </a:moveTo>
                    <a:lnTo>
                      <a:pt x="15660" y="0"/>
                    </a:lnTo>
                    <a:lnTo>
                      <a:pt x="0" y="24975"/>
                    </a:lnTo>
                    <a:lnTo>
                      <a:pt x="357008" y="15147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3" name="Google Shape;203;p5"/>
              <p:cNvSpPr/>
              <p:nvPr/>
            </p:nvSpPr>
            <p:spPr>
              <a:xfrm>
                <a:off x="1304245" y="1489813"/>
                <a:ext cx="464566" cy="2634875"/>
              </a:xfrm>
              <a:custGeom>
                <a:avLst/>
                <a:gdLst/>
                <a:ahLst/>
                <a:cxnLst/>
                <a:rect l="l" t="t" r="r" b="b"/>
                <a:pathLst>
                  <a:path w="255959" h="1451722" extrusionOk="0">
                    <a:moveTo>
                      <a:pt x="255960" y="0"/>
                    </a:moveTo>
                    <a:lnTo>
                      <a:pt x="0" y="1430123"/>
                    </a:lnTo>
                    <a:lnTo>
                      <a:pt x="126900" y="1451723"/>
                    </a:lnTo>
                    <a:lnTo>
                      <a:pt x="25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04" name="Google Shape;204;p5"/>
              <p:cNvSpPr/>
              <p:nvPr/>
            </p:nvSpPr>
            <p:spPr>
              <a:xfrm>
                <a:off x="1145514" y="2051255"/>
                <a:ext cx="604475" cy="357368"/>
              </a:xfrm>
              <a:custGeom>
                <a:avLst/>
                <a:gdLst/>
                <a:ahLst/>
                <a:cxnLst/>
                <a:rect l="l" t="t" r="r" b="b"/>
                <a:pathLst>
                  <a:path w="333044" h="196897" extrusionOk="0">
                    <a:moveTo>
                      <a:pt x="0" y="120150"/>
                    </a:moveTo>
                    <a:lnTo>
                      <a:pt x="333045" y="0"/>
                    </a:lnTo>
                    <a:lnTo>
                      <a:pt x="333045" y="40567"/>
                    </a:lnTo>
                    <a:lnTo>
                      <a:pt x="25650" y="196897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205" name="Google Shape;205;p5"/>
              <p:cNvGrpSpPr/>
              <p:nvPr/>
            </p:nvGrpSpPr>
            <p:grpSpPr>
              <a:xfrm>
                <a:off x="864424" y="3568266"/>
                <a:ext cx="7212862" cy="1379438"/>
                <a:chOff x="2499262" y="5515689"/>
                <a:chExt cx="3975124" cy="760230"/>
              </a:xfrm>
            </p:grpSpPr>
            <p:sp>
              <p:nvSpPr>
                <p:cNvPr id="206" name="Google Shape;206;p5"/>
                <p:cNvSpPr/>
                <p:nvPr/>
              </p:nvSpPr>
              <p:spPr>
                <a:xfrm>
                  <a:off x="6021644" y="5957676"/>
                  <a:ext cx="452741" cy="318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891" h="414649" extrusionOk="0">
                      <a:moveTo>
                        <a:pt x="588667" y="408540"/>
                      </a:moveTo>
                      <a:cubicBezTo>
                        <a:pt x="588667" y="408540"/>
                        <a:pt x="325688" y="439590"/>
                        <a:pt x="0" y="361695"/>
                      </a:cubicBezTo>
                      <a:cubicBezTo>
                        <a:pt x="0" y="361695"/>
                        <a:pt x="4995" y="333885"/>
                        <a:pt x="18360" y="293722"/>
                      </a:cubicBezTo>
                      <a:cubicBezTo>
                        <a:pt x="52583" y="191257"/>
                        <a:pt x="141548" y="8400"/>
                        <a:pt x="342292" y="232"/>
                      </a:cubicBezTo>
                      <a:cubicBezTo>
                        <a:pt x="450495" y="-4222"/>
                        <a:pt x="511852" y="55920"/>
                        <a:pt x="546345" y="131317"/>
                      </a:cubicBezTo>
                      <a:cubicBezTo>
                        <a:pt x="601155" y="250792"/>
                        <a:pt x="588667" y="408540"/>
                        <a:pt x="588667" y="40854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7" name="Google Shape;207;p5"/>
                <p:cNvSpPr/>
                <p:nvPr/>
              </p:nvSpPr>
              <p:spPr>
                <a:xfrm>
                  <a:off x="6021644" y="6058366"/>
                  <a:ext cx="452741" cy="217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891" h="283332" extrusionOk="0">
                      <a:moveTo>
                        <a:pt x="588667" y="277223"/>
                      </a:moveTo>
                      <a:cubicBezTo>
                        <a:pt x="588667" y="277223"/>
                        <a:pt x="325688" y="308273"/>
                        <a:pt x="0" y="230378"/>
                      </a:cubicBezTo>
                      <a:cubicBezTo>
                        <a:pt x="0" y="230378"/>
                        <a:pt x="4995" y="202568"/>
                        <a:pt x="18360" y="162405"/>
                      </a:cubicBezTo>
                      <a:cubicBezTo>
                        <a:pt x="156735" y="176783"/>
                        <a:pt x="441180" y="181643"/>
                        <a:pt x="546345" y="0"/>
                      </a:cubicBezTo>
                      <a:cubicBezTo>
                        <a:pt x="601155" y="119475"/>
                        <a:pt x="588667" y="277223"/>
                        <a:pt x="588667" y="27722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8" name="Google Shape;208;p5"/>
                <p:cNvSpPr/>
                <p:nvPr/>
              </p:nvSpPr>
              <p:spPr>
                <a:xfrm>
                  <a:off x="6159162" y="6006247"/>
                  <a:ext cx="106203" cy="9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75" h="126899" extrusionOk="0">
                      <a:moveTo>
                        <a:pt x="138375" y="63450"/>
                      </a:moveTo>
                      <a:cubicBezTo>
                        <a:pt x="138375" y="98492"/>
                        <a:pt x="107399" y="126900"/>
                        <a:pt x="69188" y="126900"/>
                      </a:cubicBezTo>
                      <a:cubicBezTo>
                        <a:pt x="30977" y="126900"/>
                        <a:pt x="0" y="98493"/>
                        <a:pt x="0" y="63450"/>
                      </a:cubicBezTo>
                      <a:cubicBezTo>
                        <a:pt x="0" y="28408"/>
                        <a:pt x="30977" y="0"/>
                        <a:pt x="69188" y="0"/>
                      </a:cubicBezTo>
                      <a:cubicBezTo>
                        <a:pt x="107399" y="0"/>
                        <a:pt x="138375" y="28407"/>
                        <a:pt x="138375" y="63450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09" name="Google Shape;209;p5"/>
                <p:cNvSpPr/>
                <p:nvPr/>
              </p:nvSpPr>
              <p:spPr>
                <a:xfrm>
                  <a:off x="6291763" y="6022447"/>
                  <a:ext cx="35954" cy="35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45" h="46845" extrusionOk="0">
                      <a:moveTo>
                        <a:pt x="46845" y="23423"/>
                      </a:moveTo>
                      <a:cubicBezTo>
                        <a:pt x="46845" y="36383"/>
                        <a:pt x="36382" y="46845"/>
                        <a:pt x="23422" y="46845"/>
                      </a:cubicBezTo>
                      <a:cubicBezTo>
                        <a:pt x="10462" y="46845"/>
                        <a:pt x="0" y="36383"/>
                        <a:pt x="0" y="23423"/>
                      </a:cubicBezTo>
                      <a:cubicBezTo>
                        <a:pt x="0" y="10463"/>
                        <a:pt x="10462" y="0"/>
                        <a:pt x="23422" y="0"/>
                      </a:cubicBezTo>
                      <a:cubicBezTo>
                        <a:pt x="36382" y="0"/>
                        <a:pt x="46845" y="10463"/>
                        <a:pt x="46845" y="2342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0" name="Google Shape;210;p5"/>
                <p:cNvSpPr/>
                <p:nvPr/>
              </p:nvSpPr>
              <p:spPr>
                <a:xfrm>
                  <a:off x="2499262" y="5515689"/>
                  <a:ext cx="678315" cy="502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315" h="502677" extrusionOk="0">
                      <a:moveTo>
                        <a:pt x="678240" y="502677"/>
                      </a:moveTo>
                      <a:cubicBezTo>
                        <a:pt x="678240" y="502677"/>
                        <a:pt x="365783" y="467172"/>
                        <a:pt x="0" y="395623"/>
                      </a:cubicBezTo>
                      <a:cubicBezTo>
                        <a:pt x="0" y="395623"/>
                        <a:pt x="11273" y="226940"/>
                        <a:pt x="98077" y="109895"/>
                      </a:cubicBezTo>
                      <a:cubicBezTo>
                        <a:pt x="151740" y="37603"/>
                        <a:pt x="234158" y="-14980"/>
                        <a:pt x="360585" y="3853"/>
                      </a:cubicBezTo>
                      <a:cubicBezTo>
                        <a:pt x="586913" y="37603"/>
                        <a:pt x="652253" y="258260"/>
                        <a:pt x="670883" y="394543"/>
                      </a:cubicBezTo>
                      <a:cubicBezTo>
                        <a:pt x="679590" y="457655"/>
                        <a:pt x="678240" y="502677"/>
                        <a:pt x="678240" y="5026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1" name="Google Shape;211;p5"/>
                <p:cNvSpPr/>
                <p:nvPr/>
              </p:nvSpPr>
              <p:spPr>
                <a:xfrm>
                  <a:off x="2499262" y="5625584"/>
                  <a:ext cx="678315" cy="392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315" h="392782" extrusionOk="0">
                      <a:moveTo>
                        <a:pt x="678240" y="392783"/>
                      </a:moveTo>
                      <a:cubicBezTo>
                        <a:pt x="678240" y="392783"/>
                        <a:pt x="365783" y="357277"/>
                        <a:pt x="0" y="285728"/>
                      </a:cubicBezTo>
                      <a:cubicBezTo>
                        <a:pt x="0" y="285728"/>
                        <a:pt x="11273" y="117045"/>
                        <a:pt x="98077" y="0"/>
                      </a:cubicBezTo>
                      <a:cubicBezTo>
                        <a:pt x="168143" y="77490"/>
                        <a:pt x="364365" y="260618"/>
                        <a:pt x="670883" y="284648"/>
                      </a:cubicBezTo>
                      <a:cubicBezTo>
                        <a:pt x="679590" y="347760"/>
                        <a:pt x="678240" y="392783"/>
                        <a:pt x="678240" y="39278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2" name="Google Shape;212;p5"/>
                <p:cNvSpPr/>
                <p:nvPr/>
              </p:nvSpPr>
              <p:spPr>
                <a:xfrm>
                  <a:off x="2726940" y="5625585"/>
                  <a:ext cx="59264" cy="59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64" h="59264" extrusionOk="0">
                      <a:moveTo>
                        <a:pt x="59265" y="29632"/>
                      </a:moveTo>
                      <a:cubicBezTo>
                        <a:pt x="59265" y="45998"/>
                        <a:pt x="45998" y="59265"/>
                        <a:pt x="29633" y="59265"/>
                      </a:cubicBezTo>
                      <a:cubicBezTo>
                        <a:pt x="13267" y="59265"/>
                        <a:pt x="0" y="45998"/>
                        <a:pt x="0" y="29632"/>
                      </a:cubicBezTo>
                      <a:cubicBezTo>
                        <a:pt x="0" y="13267"/>
                        <a:pt x="13267" y="0"/>
                        <a:pt x="29633" y="0"/>
                      </a:cubicBezTo>
                      <a:cubicBezTo>
                        <a:pt x="45998" y="0"/>
                        <a:pt x="59265" y="13267"/>
                        <a:pt x="59265" y="2963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3" name="Google Shape;213;p5"/>
                <p:cNvSpPr/>
                <p:nvPr/>
              </p:nvSpPr>
              <p:spPr>
                <a:xfrm rot="-2700000">
                  <a:off x="2823868" y="5716928"/>
                  <a:ext cx="209501" cy="20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385" h="209385" extrusionOk="0">
                      <a:moveTo>
                        <a:pt x="209385" y="104692"/>
                      </a:moveTo>
                      <a:cubicBezTo>
                        <a:pt x="209385" y="162512"/>
                        <a:pt x="162513" y="209385"/>
                        <a:pt x="104693" y="209385"/>
                      </a:cubicBezTo>
                      <a:cubicBezTo>
                        <a:pt x="46872" y="209385"/>
                        <a:pt x="0" y="162512"/>
                        <a:pt x="0" y="104692"/>
                      </a:cubicBezTo>
                      <a:cubicBezTo>
                        <a:pt x="0" y="46872"/>
                        <a:pt x="46872" y="0"/>
                        <a:pt x="104693" y="0"/>
                      </a:cubicBezTo>
                      <a:cubicBezTo>
                        <a:pt x="162513" y="0"/>
                        <a:pt x="209385" y="46872"/>
                        <a:pt x="209385" y="10469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4" name="Google Shape;214;p5"/>
                <p:cNvSpPr/>
                <p:nvPr/>
              </p:nvSpPr>
              <p:spPr>
                <a:xfrm>
                  <a:off x="3294210" y="5892450"/>
                  <a:ext cx="170572" cy="66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72" h="66247" extrusionOk="0">
                      <a:moveTo>
                        <a:pt x="0" y="33914"/>
                      </a:moveTo>
                      <a:lnTo>
                        <a:pt x="170572" y="66247"/>
                      </a:lnTo>
                      <a:cubicBezTo>
                        <a:pt x="170572" y="66247"/>
                        <a:pt x="116707" y="-58088"/>
                        <a:pt x="0" y="339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5" name="Google Shape;215;p5"/>
                <p:cNvSpPr/>
                <p:nvPr/>
              </p:nvSpPr>
              <p:spPr>
                <a:xfrm>
                  <a:off x="3294210" y="6025237"/>
                  <a:ext cx="238747" cy="110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47" h="110039" extrusionOk="0">
                      <a:moveTo>
                        <a:pt x="0" y="59010"/>
                      </a:moveTo>
                      <a:lnTo>
                        <a:pt x="238747" y="110040"/>
                      </a:lnTo>
                      <a:cubicBezTo>
                        <a:pt x="238747" y="110040"/>
                        <a:pt x="149310" y="-98873"/>
                        <a:pt x="0" y="5901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216" name="Google Shape;216;p5"/>
                <p:cNvSpPr/>
                <p:nvPr/>
              </p:nvSpPr>
              <p:spPr>
                <a:xfrm>
                  <a:off x="4515352" y="6119605"/>
                  <a:ext cx="121432" cy="43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432" h="43709" extrusionOk="0">
                      <a:moveTo>
                        <a:pt x="121433" y="43710"/>
                      </a:moveTo>
                      <a:lnTo>
                        <a:pt x="0" y="17182"/>
                      </a:lnTo>
                      <a:cubicBezTo>
                        <a:pt x="0" y="17182"/>
                        <a:pt x="90248" y="-35535"/>
                        <a:pt x="121433" y="4371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217" name="Google Shape;217;p5"/>
              <p:cNvSpPr/>
              <p:nvPr/>
            </p:nvSpPr>
            <p:spPr>
              <a:xfrm>
                <a:off x="-75975" y="-788325"/>
                <a:ext cx="2744239" cy="1551385"/>
              </a:xfrm>
              <a:custGeom>
                <a:avLst/>
                <a:gdLst/>
                <a:ahLst/>
                <a:cxnLst/>
                <a:rect l="l" t="t" r="r" b="b"/>
                <a:pathLst>
                  <a:path w="1581694" h="894170" extrusionOk="0">
                    <a:moveTo>
                      <a:pt x="1301726" y="0"/>
                    </a:moveTo>
                    <a:cubicBezTo>
                      <a:pt x="1301726" y="0"/>
                      <a:pt x="1441827" y="120456"/>
                      <a:pt x="1284081" y="271673"/>
                    </a:cubicBezTo>
                    <a:cubicBezTo>
                      <a:pt x="1372835" y="370132"/>
                      <a:pt x="1256614" y="488706"/>
                      <a:pt x="1141627" y="449946"/>
                    </a:cubicBezTo>
                    <a:cubicBezTo>
                      <a:pt x="1226147" y="551993"/>
                      <a:pt x="1208502" y="584930"/>
                      <a:pt x="1208502" y="584930"/>
                    </a:cubicBezTo>
                    <a:cubicBezTo>
                      <a:pt x="1208502" y="584930"/>
                      <a:pt x="1251379" y="475766"/>
                      <a:pt x="1359014" y="534406"/>
                    </a:cubicBezTo>
                    <a:cubicBezTo>
                      <a:pt x="1402126" y="452240"/>
                      <a:pt x="1504525" y="489941"/>
                      <a:pt x="1485586" y="564991"/>
                    </a:cubicBezTo>
                    <a:cubicBezTo>
                      <a:pt x="1621394" y="534406"/>
                      <a:pt x="1621394" y="843428"/>
                      <a:pt x="1433240" y="802198"/>
                    </a:cubicBezTo>
                    <a:cubicBezTo>
                      <a:pt x="1342250" y="955591"/>
                      <a:pt x="1135158" y="905480"/>
                      <a:pt x="1128923" y="737794"/>
                    </a:cubicBezTo>
                    <a:cubicBezTo>
                      <a:pt x="1030288" y="824313"/>
                      <a:pt x="983176" y="708444"/>
                      <a:pt x="983176" y="708444"/>
                    </a:cubicBezTo>
                    <a:cubicBezTo>
                      <a:pt x="983176" y="708444"/>
                      <a:pt x="748322" y="876542"/>
                      <a:pt x="564697" y="708444"/>
                    </a:cubicBezTo>
                    <a:cubicBezTo>
                      <a:pt x="408833" y="766614"/>
                      <a:pt x="0" y="763085"/>
                      <a:pt x="0" y="763085"/>
                    </a:cubicBezTo>
                    <a:lnTo>
                      <a:pt x="0" y="0"/>
                    </a:lnTo>
                    <a:lnTo>
                      <a:pt x="13016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18" name="Google Shape;218;p5"/>
          <p:cNvSpPr txBox="1">
            <a:spLocks noGrp="1"/>
          </p:cNvSpPr>
          <p:nvPr>
            <p:ph type="subTitle" idx="1"/>
          </p:nvPr>
        </p:nvSpPr>
        <p:spPr>
          <a:xfrm>
            <a:off x="4162300" y="1313424"/>
            <a:ext cx="29076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9" name="Google Shape;219;p5"/>
          <p:cNvSpPr txBox="1">
            <a:spLocks noGrp="1"/>
          </p:cNvSpPr>
          <p:nvPr>
            <p:ph type="subTitle" idx="2"/>
          </p:nvPr>
        </p:nvSpPr>
        <p:spPr>
          <a:xfrm>
            <a:off x="4162300" y="3021624"/>
            <a:ext cx="2907600" cy="1167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0" name="Google Shape;220;p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2" name="Google Shape;222;p6"/>
          <p:cNvGrpSpPr/>
          <p:nvPr/>
        </p:nvGrpSpPr>
        <p:grpSpPr>
          <a:xfrm>
            <a:off x="-708365" y="-149424"/>
            <a:ext cx="10361296" cy="6747258"/>
            <a:chOff x="-708365" y="-149424"/>
            <a:chExt cx="10361296" cy="6747258"/>
          </a:xfrm>
        </p:grpSpPr>
        <p:sp>
          <p:nvSpPr>
            <p:cNvPr id="223" name="Google Shape;223;p6"/>
            <p:cNvSpPr/>
            <p:nvPr/>
          </p:nvSpPr>
          <p:spPr>
            <a:xfrm flipH="1">
              <a:off x="7393562" y="4485730"/>
              <a:ext cx="1752730" cy="864005"/>
            </a:xfrm>
            <a:custGeom>
              <a:avLst/>
              <a:gdLst/>
              <a:ahLst/>
              <a:cxnLst/>
              <a:rect l="l" t="t" r="r" b="b"/>
              <a:pathLst>
                <a:path w="943596" h="465144" extrusionOk="0">
                  <a:moveTo>
                    <a:pt x="203" y="361884"/>
                  </a:moveTo>
                  <a:cubicBezTo>
                    <a:pt x="203" y="361884"/>
                    <a:pt x="-21133" y="47717"/>
                    <a:pt x="373324" y="2814"/>
                  </a:cubicBezTo>
                  <a:cubicBezTo>
                    <a:pt x="767779" y="-42088"/>
                    <a:pt x="943597" y="465144"/>
                    <a:pt x="943597" y="46514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4" name="Google Shape;224;p6"/>
            <p:cNvSpPr/>
            <p:nvPr/>
          </p:nvSpPr>
          <p:spPr>
            <a:xfrm flipH="1">
              <a:off x="8254500" y="-149424"/>
              <a:ext cx="464217" cy="5141601"/>
            </a:xfrm>
            <a:custGeom>
              <a:avLst/>
              <a:gdLst/>
              <a:ahLst/>
              <a:cxnLst/>
              <a:rect l="l" t="t" r="r" b="b"/>
              <a:pathLst>
                <a:path w="215664" h="2388665" extrusionOk="0">
                  <a:moveTo>
                    <a:pt x="215665" y="2388666"/>
                  </a:moveTo>
                  <a:lnTo>
                    <a:pt x="63934" y="2340790"/>
                  </a:lnTo>
                  <a:lnTo>
                    <a:pt x="50033" y="1832591"/>
                  </a:lnTo>
                  <a:lnTo>
                    <a:pt x="48248" y="1767468"/>
                  </a:lnTo>
                  <a:lnTo>
                    <a:pt x="40740" y="1490546"/>
                  </a:lnTo>
                  <a:lnTo>
                    <a:pt x="39550" y="1448990"/>
                  </a:lnTo>
                  <a:lnTo>
                    <a:pt x="35090" y="1284398"/>
                  </a:lnTo>
                  <a:lnTo>
                    <a:pt x="32710" y="1196898"/>
                  </a:lnTo>
                  <a:lnTo>
                    <a:pt x="28845" y="1057210"/>
                  </a:lnTo>
                  <a:lnTo>
                    <a:pt x="27060" y="989931"/>
                  </a:lnTo>
                  <a:lnTo>
                    <a:pt x="16579" y="607518"/>
                  </a:lnTo>
                  <a:lnTo>
                    <a:pt x="14943" y="546707"/>
                  </a:lnTo>
                  <a:lnTo>
                    <a:pt x="0" y="0"/>
                  </a:lnTo>
                  <a:lnTo>
                    <a:pt x="42078" y="0"/>
                  </a:lnTo>
                  <a:lnTo>
                    <a:pt x="81404" y="541578"/>
                  </a:lnTo>
                  <a:lnTo>
                    <a:pt x="85567" y="598003"/>
                  </a:lnTo>
                  <a:lnTo>
                    <a:pt x="113074" y="977219"/>
                  </a:lnTo>
                  <a:lnTo>
                    <a:pt x="117683" y="1040037"/>
                  </a:lnTo>
                  <a:lnTo>
                    <a:pt x="129503" y="1203142"/>
                  </a:lnTo>
                  <a:lnTo>
                    <a:pt x="134930" y="1277409"/>
                  </a:lnTo>
                  <a:lnTo>
                    <a:pt x="141472" y="1367883"/>
                  </a:lnTo>
                  <a:lnTo>
                    <a:pt x="147196" y="1446834"/>
                  </a:lnTo>
                  <a:lnTo>
                    <a:pt x="171804" y="1784939"/>
                  </a:lnTo>
                  <a:lnTo>
                    <a:pt x="176339" y="1847980"/>
                  </a:lnTo>
                  <a:lnTo>
                    <a:pt x="215665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5" name="Google Shape;225;p6"/>
            <p:cNvSpPr/>
            <p:nvPr/>
          </p:nvSpPr>
          <p:spPr>
            <a:xfrm flipH="1">
              <a:off x="157871" y="-53050"/>
              <a:ext cx="602768" cy="4890792"/>
            </a:xfrm>
            <a:custGeom>
              <a:avLst/>
              <a:gdLst/>
              <a:ahLst/>
              <a:cxnLst/>
              <a:rect l="l" t="t" r="r" b="b"/>
              <a:pathLst>
                <a:path w="294392" h="2388665" extrusionOk="0">
                  <a:moveTo>
                    <a:pt x="294392" y="2388666"/>
                  </a:moveTo>
                  <a:lnTo>
                    <a:pt x="63933" y="2340790"/>
                  </a:lnTo>
                  <a:lnTo>
                    <a:pt x="49734" y="1821366"/>
                  </a:lnTo>
                  <a:lnTo>
                    <a:pt x="45125" y="1652388"/>
                  </a:lnTo>
                  <a:lnTo>
                    <a:pt x="34271" y="1255404"/>
                  </a:lnTo>
                  <a:lnTo>
                    <a:pt x="30405" y="1113710"/>
                  </a:lnTo>
                  <a:lnTo>
                    <a:pt x="22822" y="835895"/>
                  </a:lnTo>
                  <a:lnTo>
                    <a:pt x="20964" y="767427"/>
                  </a:lnTo>
                  <a:lnTo>
                    <a:pt x="14943" y="548268"/>
                  </a:lnTo>
                  <a:lnTo>
                    <a:pt x="13084" y="477718"/>
                  </a:lnTo>
                  <a:lnTo>
                    <a:pt x="0" y="0"/>
                  </a:lnTo>
                  <a:lnTo>
                    <a:pt x="123258" y="0"/>
                  </a:lnTo>
                  <a:lnTo>
                    <a:pt x="156043" y="457200"/>
                  </a:lnTo>
                  <a:lnTo>
                    <a:pt x="161173" y="529237"/>
                  </a:lnTo>
                  <a:lnTo>
                    <a:pt x="177602" y="758357"/>
                  </a:lnTo>
                  <a:lnTo>
                    <a:pt x="181170" y="807869"/>
                  </a:lnTo>
                  <a:lnTo>
                    <a:pt x="203621" y="1121738"/>
                  </a:lnTo>
                  <a:lnTo>
                    <a:pt x="214104" y="1268117"/>
                  </a:lnTo>
                  <a:lnTo>
                    <a:pt x="241238" y="1647035"/>
                  </a:lnTo>
                  <a:lnTo>
                    <a:pt x="251795" y="1793785"/>
                  </a:lnTo>
                  <a:lnTo>
                    <a:pt x="294392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6" name="Google Shape;226;p6"/>
            <p:cNvSpPr/>
            <p:nvPr/>
          </p:nvSpPr>
          <p:spPr>
            <a:xfrm flipH="1">
              <a:off x="-708365" y="-32622"/>
              <a:ext cx="1059561" cy="4890792"/>
            </a:xfrm>
            <a:custGeom>
              <a:avLst/>
              <a:gdLst/>
              <a:ahLst/>
              <a:cxnLst/>
              <a:rect l="l" t="t" r="r" b="b"/>
              <a:pathLst>
                <a:path w="517490" h="2388665" extrusionOk="0">
                  <a:moveTo>
                    <a:pt x="517491" y="2388666"/>
                  </a:moveTo>
                  <a:lnTo>
                    <a:pt x="212616" y="2340790"/>
                  </a:lnTo>
                  <a:lnTo>
                    <a:pt x="161544" y="1778843"/>
                  </a:lnTo>
                  <a:lnTo>
                    <a:pt x="149352" y="1644062"/>
                  </a:lnTo>
                  <a:lnTo>
                    <a:pt x="115824" y="1275254"/>
                  </a:lnTo>
                  <a:lnTo>
                    <a:pt x="102294" y="1126273"/>
                  </a:lnTo>
                  <a:lnTo>
                    <a:pt x="92480" y="1018181"/>
                  </a:lnTo>
                  <a:lnTo>
                    <a:pt x="86013" y="946590"/>
                  </a:lnTo>
                  <a:lnTo>
                    <a:pt x="47058" y="518086"/>
                  </a:lnTo>
                  <a:lnTo>
                    <a:pt x="40441" y="445157"/>
                  </a:lnTo>
                  <a:lnTo>
                    <a:pt x="28621" y="315357"/>
                  </a:lnTo>
                  <a:lnTo>
                    <a:pt x="27729" y="305320"/>
                  </a:lnTo>
                  <a:lnTo>
                    <a:pt x="0" y="0"/>
                  </a:lnTo>
                  <a:lnTo>
                    <a:pt x="152994" y="0"/>
                  </a:lnTo>
                  <a:lnTo>
                    <a:pt x="185259" y="211650"/>
                  </a:lnTo>
                  <a:lnTo>
                    <a:pt x="195370" y="277888"/>
                  </a:lnTo>
                  <a:lnTo>
                    <a:pt x="217077" y="419806"/>
                  </a:lnTo>
                  <a:lnTo>
                    <a:pt x="228451" y="494445"/>
                  </a:lnTo>
                  <a:lnTo>
                    <a:pt x="294541" y="927559"/>
                  </a:lnTo>
                  <a:lnTo>
                    <a:pt x="306807" y="1008070"/>
                  </a:lnTo>
                  <a:lnTo>
                    <a:pt x="326434" y="1136681"/>
                  </a:lnTo>
                  <a:lnTo>
                    <a:pt x="350074" y="1291757"/>
                  </a:lnTo>
                  <a:lnTo>
                    <a:pt x="402782" y="1637074"/>
                  </a:lnTo>
                  <a:lnTo>
                    <a:pt x="419063" y="1743679"/>
                  </a:lnTo>
                  <a:lnTo>
                    <a:pt x="517491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7" name="Google Shape;227;p6"/>
            <p:cNvSpPr/>
            <p:nvPr/>
          </p:nvSpPr>
          <p:spPr>
            <a:xfrm flipH="1">
              <a:off x="-277180" y="1848180"/>
              <a:ext cx="452076" cy="185549"/>
            </a:xfrm>
            <a:custGeom>
              <a:avLst/>
              <a:gdLst/>
              <a:ahLst/>
              <a:cxnLst/>
              <a:rect l="l" t="t" r="r" b="b"/>
              <a:pathLst>
                <a:path w="220794" h="90622" extrusionOk="0">
                  <a:moveTo>
                    <a:pt x="220795" y="80512"/>
                  </a:moveTo>
                  <a:lnTo>
                    <a:pt x="6468" y="90622"/>
                  </a:lnTo>
                  <a:lnTo>
                    <a:pt x="0" y="19031"/>
                  </a:lnTo>
                  <a:lnTo>
                    <a:pt x="208528" y="0"/>
                  </a:lnTo>
                  <a:lnTo>
                    <a:pt x="220795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8" name="Google Shape;228;p6"/>
            <p:cNvSpPr/>
            <p:nvPr/>
          </p:nvSpPr>
          <p:spPr>
            <a:xfrm flipH="1">
              <a:off x="-48884" y="380772"/>
              <a:ext cx="343243" cy="212338"/>
            </a:xfrm>
            <a:custGeom>
              <a:avLst/>
              <a:gdLst/>
              <a:ahLst/>
              <a:cxnLst/>
              <a:rect l="l" t="t" r="r" b="b"/>
              <a:pathLst>
                <a:path w="167640" h="103706" extrusionOk="0">
                  <a:moveTo>
                    <a:pt x="167640" y="66238"/>
                  </a:moveTo>
                  <a:lnTo>
                    <a:pt x="892" y="103706"/>
                  </a:lnTo>
                  <a:lnTo>
                    <a:pt x="0" y="93670"/>
                  </a:lnTo>
                  <a:lnTo>
                    <a:pt x="157530" y="0"/>
                  </a:lnTo>
                  <a:lnTo>
                    <a:pt x="167640" y="662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29" name="Google Shape;229;p6"/>
            <p:cNvSpPr/>
            <p:nvPr/>
          </p:nvSpPr>
          <p:spPr>
            <a:xfrm flipH="1">
              <a:off x="430610" y="926136"/>
              <a:ext cx="303210" cy="144449"/>
            </a:xfrm>
            <a:custGeom>
              <a:avLst/>
              <a:gdLst/>
              <a:ahLst/>
              <a:cxnLst/>
              <a:rect l="l" t="t" r="r" b="b"/>
              <a:pathLst>
                <a:path w="148088" h="70549" extrusionOk="0">
                  <a:moveTo>
                    <a:pt x="145635" y="17396"/>
                  </a:moveTo>
                  <a:lnTo>
                    <a:pt x="148089" y="51519"/>
                  </a:lnTo>
                  <a:lnTo>
                    <a:pt x="1859" y="70550"/>
                  </a:lnTo>
                  <a:lnTo>
                    <a:pt x="0" y="0"/>
                  </a:lnTo>
                  <a:lnTo>
                    <a:pt x="145635" y="1739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0" name="Google Shape;230;p6"/>
            <p:cNvSpPr/>
            <p:nvPr/>
          </p:nvSpPr>
          <p:spPr>
            <a:xfrm flipH="1">
              <a:off x="-116645" y="807433"/>
              <a:ext cx="384948" cy="201226"/>
            </a:xfrm>
            <a:custGeom>
              <a:avLst/>
              <a:gdLst/>
              <a:ahLst/>
              <a:cxnLst/>
              <a:rect l="l" t="t" r="r" b="b"/>
              <a:pathLst>
                <a:path w="188009" h="98279" extrusionOk="0">
                  <a:moveTo>
                    <a:pt x="188010" y="74639"/>
                  </a:moveTo>
                  <a:lnTo>
                    <a:pt x="6616" y="98279"/>
                  </a:lnTo>
                  <a:lnTo>
                    <a:pt x="0" y="25350"/>
                  </a:lnTo>
                  <a:lnTo>
                    <a:pt x="176635" y="0"/>
                  </a:lnTo>
                  <a:lnTo>
                    <a:pt x="188010" y="746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1" name="Google Shape;231;p6"/>
            <p:cNvSpPr/>
            <p:nvPr/>
          </p:nvSpPr>
          <p:spPr>
            <a:xfrm flipH="1">
              <a:off x="322192" y="2246193"/>
              <a:ext cx="373075" cy="299709"/>
            </a:xfrm>
            <a:custGeom>
              <a:avLst/>
              <a:gdLst/>
              <a:ahLst/>
              <a:cxnLst/>
              <a:rect l="l" t="t" r="r" b="b"/>
              <a:pathLst>
                <a:path w="182210" h="146378" extrusionOk="0">
                  <a:moveTo>
                    <a:pt x="171729" y="0"/>
                  </a:moveTo>
                  <a:lnTo>
                    <a:pt x="182211" y="146378"/>
                  </a:lnTo>
                  <a:lnTo>
                    <a:pt x="2379" y="133666"/>
                  </a:lnTo>
                  <a:lnTo>
                    <a:pt x="0" y="46909"/>
                  </a:lnTo>
                  <a:lnTo>
                    <a:pt x="1717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2" name="Google Shape;232;p6"/>
            <p:cNvSpPr/>
            <p:nvPr/>
          </p:nvSpPr>
          <p:spPr>
            <a:xfrm flipH="1">
              <a:off x="-365803" y="2255489"/>
              <a:ext cx="507328" cy="338828"/>
            </a:xfrm>
            <a:custGeom>
              <a:avLst/>
              <a:gdLst/>
              <a:ahLst/>
              <a:cxnLst/>
              <a:rect l="l" t="t" r="r" b="b"/>
              <a:pathLst>
                <a:path w="247779" h="165484" extrusionOk="0">
                  <a:moveTo>
                    <a:pt x="247780" y="165484"/>
                  </a:moveTo>
                  <a:lnTo>
                    <a:pt x="13530" y="148980"/>
                  </a:lnTo>
                  <a:lnTo>
                    <a:pt x="0" y="0"/>
                  </a:lnTo>
                  <a:lnTo>
                    <a:pt x="224140" y="10408"/>
                  </a:lnTo>
                  <a:lnTo>
                    <a:pt x="247780" y="165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3" name="Google Shape;233;p6"/>
            <p:cNvSpPr/>
            <p:nvPr/>
          </p:nvSpPr>
          <p:spPr>
            <a:xfrm flipH="1">
              <a:off x="244990" y="3322903"/>
              <a:ext cx="423155" cy="356941"/>
            </a:xfrm>
            <a:custGeom>
              <a:avLst/>
              <a:gdLst/>
              <a:ahLst/>
              <a:cxnLst/>
              <a:rect l="l" t="t" r="r" b="b"/>
              <a:pathLst>
                <a:path w="206669" h="174330" extrusionOk="0">
                  <a:moveTo>
                    <a:pt x="196113" y="0"/>
                  </a:moveTo>
                  <a:lnTo>
                    <a:pt x="206670" y="146750"/>
                  </a:lnTo>
                  <a:lnTo>
                    <a:pt x="4609" y="174331"/>
                  </a:lnTo>
                  <a:lnTo>
                    <a:pt x="0" y="5353"/>
                  </a:lnTo>
                  <a:lnTo>
                    <a:pt x="1961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4" name="Google Shape;234;p6"/>
            <p:cNvSpPr/>
            <p:nvPr/>
          </p:nvSpPr>
          <p:spPr>
            <a:xfrm flipH="1">
              <a:off x="-507165" y="3302483"/>
              <a:ext cx="552233" cy="290272"/>
            </a:xfrm>
            <a:custGeom>
              <a:avLst/>
              <a:gdLst/>
              <a:ahLst/>
              <a:cxnLst/>
              <a:rect l="l" t="t" r="r" b="b"/>
              <a:pathLst>
                <a:path w="269711" h="141769" extrusionOk="0">
                  <a:moveTo>
                    <a:pt x="269711" y="106605"/>
                  </a:moveTo>
                  <a:lnTo>
                    <a:pt x="12192" y="141769"/>
                  </a:lnTo>
                  <a:lnTo>
                    <a:pt x="0" y="6988"/>
                  </a:lnTo>
                  <a:lnTo>
                    <a:pt x="253431" y="0"/>
                  </a:lnTo>
                  <a:lnTo>
                    <a:pt x="269711" y="1066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5" name="Google Shape;235;p6"/>
            <p:cNvSpPr/>
            <p:nvPr/>
          </p:nvSpPr>
          <p:spPr>
            <a:xfrm flipH="1">
              <a:off x="389646" y="1501366"/>
              <a:ext cx="328022" cy="158759"/>
            </a:xfrm>
            <a:custGeom>
              <a:avLst/>
              <a:gdLst/>
              <a:ahLst/>
              <a:cxnLst/>
              <a:rect l="l" t="t" r="r" b="b"/>
              <a:pathLst>
                <a:path w="160206" h="77538" extrusionOk="0">
                  <a:moveTo>
                    <a:pt x="160206" y="49511"/>
                  </a:moveTo>
                  <a:lnTo>
                    <a:pt x="1859" y="77538"/>
                  </a:lnTo>
                  <a:lnTo>
                    <a:pt x="0" y="9070"/>
                  </a:lnTo>
                  <a:lnTo>
                    <a:pt x="156638" y="0"/>
                  </a:lnTo>
                  <a:lnTo>
                    <a:pt x="160206" y="495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6" name="Google Shape;236;p6"/>
            <p:cNvSpPr/>
            <p:nvPr/>
          </p:nvSpPr>
          <p:spPr>
            <a:xfrm flipH="1">
              <a:off x="8428217" y="2429205"/>
              <a:ext cx="220026" cy="188344"/>
            </a:xfrm>
            <a:custGeom>
              <a:avLst/>
              <a:gdLst/>
              <a:ahLst/>
              <a:cxnLst/>
              <a:rect l="l" t="t" r="r" b="b"/>
              <a:pathLst>
                <a:path w="102219" h="87500" extrusionOk="0">
                  <a:moveTo>
                    <a:pt x="102220" y="80512"/>
                  </a:moveTo>
                  <a:lnTo>
                    <a:pt x="2379" y="87500"/>
                  </a:lnTo>
                  <a:lnTo>
                    <a:pt x="0" y="0"/>
                  </a:lnTo>
                  <a:lnTo>
                    <a:pt x="96793" y="6245"/>
                  </a:lnTo>
                  <a:lnTo>
                    <a:pt x="10222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7" name="Google Shape;237;p6"/>
            <p:cNvSpPr/>
            <p:nvPr/>
          </p:nvSpPr>
          <p:spPr>
            <a:xfrm flipH="1">
              <a:off x="8465352" y="1955922"/>
              <a:ext cx="195064" cy="172181"/>
            </a:xfrm>
            <a:custGeom>
              <a:avLst/>
              <a:gdLst/>
              <a:ahLst/>
              <a:cxnLst/>
              <a:rect l="l" t="t" r="r" b="b"/>
              <a:pathLst>
                <a:path w="90622" h="79991" extrusionOk="0">
                  <a:moveTo>
                    <a:pt x="90623" y="62819"/>
                  </a:moveTo>
                  <a:lnTo>
                    <a:pt x="1784" y="79991"/>
                  </a:lnTo>
                  <a:lnTo>
                    <a:pt x="0" y="12712"/>
                  </a:lnTo>
                  <a:lnTo>
                    <a:pt x="86014" y="0"/>
                  </a:lnTo>
                  <a:lnTo>
                    <a:pt x="90623" y="628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8" name="Google Shape;238;p6"/>
            <p:cNvSpPr/>
            <p:nvPr/>
          </p:nvSpPr>
          <p:spPr>
            <a:xfrm flipH="1">
              <a:off x="8401801" y="2797582"/>
              <a:ext cx="231708" cy="264032"/>
            </a:xfrm>
            <a:custGeom>
              <a:avLst/>
              <a:gdLst/>
              <a:ahLst/>
              <a:cxnLst/>
              <a:rect l="l" t="t" r="r" b="b"/>
              <a:pathLst>
                <a:path w="107646" h="122663" extrusionOk="0">
                  <a:moveTo>
                    <a:pt x="107646" y="78951"/>
                  </a:moveTo>
                  <a:lnTo>
                    <a:pt x="1190" y="122663"/>
                  </a:lnTo>
                  <a:lnTo>
                    <a:pt x="0" y="81107"/>
                  </a:lnTo>
                  <a:lnTo>
                    <a:pt x="101922" y="0"/>
                  </a:lnTo>
                  <a:lnTo>
                    <a:pt x="107646" y="789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39" name="Google Shape;239;p6"/>
            <p:cNvSpPr/>
            <p:nvPr/>
          </p:nvSpPr>
          <p:spPr>
            <a:xfrm flipH="1">
              <a:off x="8339054" y="3658460"/>
              <a:ext cx="275714" cy="173300"/>
            </a:xfrm>
            <a:custGeom>
              <a:avLst/>
              <a:gdLst/>
              <a:ahLst/>
              <a:cxnLst/>
              <a:rect l="l" t="t" r="r" b="b"/>
              <a:pathLst>
                <a:path w="128090" h="80511" extrusionOk="0">
                  <a:moveTo>
                    <a:pt x="128090" y="80512"/>
                  </a:moveTo>
                  <a:lnTo>
                    <a:pt x="1784" y="65123"/>
                  </a:lnTo>
                  <a:lnTo>
                    <a:pt x="0" y="0"/>
                  </a:lnTo>
                  <a:lnTo>
                    <a:pt x="123555" y="17471"/>
                  </a:lnTo>
                  <a:lnTo>
                    <a:pt x="12809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0" name="Google Shape;240;p6"/>
            <p:cNvSpPr/>
            <p:nvPr/>
          </p:nvSpPr>
          <p:spPr>
            <a:xfrm flipH="1">
              <a:off x="8611065" y="1970338"/>
              <a:ext cx="689043" cy="373485"/>
            </a:xfrm>
            <a:custGeom>
              <a:avLst/>
              <a:gdLst/>
              <a:ahLst/>
              <a:cxnLst/>
              <a:rect l="l" t="t" r="r" b="b"/>
              <a:pathLst>
                <a:path w="320113" h="173512" extrusionOk="0">
                  <a:moveTo>
                    <a:pt x="320114" y="106234"/>
                  </a:moveTo>
                  <a:lnTo>
                    <a:pt x="0" y="0"/>
                  </a:lnTo>
                  <a:lnTo>
                    <a:pt x="0" y="40070"/>
                  </a:lnTo>
                  <a:lnTo>
                    <a:pt x="318107" y="17351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1" name="Google Shape;241;p6"/>
            <p:cNvSpPr/>
            <p:nvPr/>
          </p:nvSpPr>
          <p:spPr>
            <a:xfrm flipH="1">
              <a:off x="8106021" y="1235990"/>
              <a:ext cx="456855" cy="549027"/>
            </a:xfrm>
            <a:custGeom>
              <a:avLst/>
              <a:gdLst/>
              <a:ahLst/>
              <a:cxnLst/>
              <a:rect l="l" t="t" r="r" b="b"/>
              <a:pathLst>
                <a:path w="212244" h="255065" extrusionOk="0">
                  <a:moveTo>
                    <a:pt x="0" y="173810"/>
                  </a:moveTo>
                  <a:lnTo>
                    <a:pt x="193957" y="0"/>
                  </a:lnTo>
                  <a:lnTo>
                    <a:pt x="212244" y="17619"/>
                  </a:lnTo>
                  <a:lnTo>
                    <a:pt x="21038" y="25506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2" name="Google Shape;242;p6"/>
            <p:cNvSpPr/>
            <p:nvPr/>
          </p:nvSpPr>
          <p:spPr>
            <a:xfrm flipH="1">
              <a:off x="-607411" y="717682"/>
              <a:ext cx="710534" cy="1032468"/>
            </a:xfrm>
            <a:custGeom>
              <a:avLst/>
              <a:gdLst/>
              <a:ahLst/>
              <a:cxnLst/>
              <a:rect l="l" t="t" r="r" b="b"/>
              <a:pathLst>
                <a:path w="347025" h="504258" extrusionOk="0">
                  <a:moveTo>
                    <a:pt x="0" y="318181"/>
                  </a:moveTo>
                  <a:lnTo>
                    <a:pt x="322121" y="0"/>
                  </a:lnTo>
                  <a:lnTo>
                    <a:pt x="347025" y="7657"/>
                  </a:lnTo>
                  <a:lnTo>
                    <a:pt x="45646" y="50425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3" name="Google Shape;243;p6"/>
            <p:cNvSpPr/>
            <p:nvPr/>
          </p:nvSpPr>
          <p:spPr>
            <a:xfrm flipH="1">
              <a:off x="-667642" y="2752397"/>
              <a:ext cx="389971" cy="408847"/>
            </a:xfrm>
            <a:custGeom>
              <a:avLst/>
              <a:gdLst/>
              <a:ahLst/>
              <a:cxnLst/>
              <a:rect l="l" t="t" r="r" b="b"/>
              <a:pathLst>
                <a:path w="190462" h="199681" extrusionOk="0">
                  <a:moveTo>
                    <a:pt x="0" y="105342"/>
                  </a:moveTo>
                  <a:lnTo>
                    <a:pt x="146081" y="0"/>
                  </a:lnTo>
                  <a:lnTo>
                    <a:pt x="190463" y="50329"/>
                  </a:lnTo>
                  <a:lnTo>
                    <a:pt x="28176" y="1996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4" name="Google Shape;244;p6"/>
            <p:cNvSpPr/>
            <p:nvPr/>
          </p:nvSpPr>
          <p:spPr>
            <a:xfrm flipH="1">
              <a:off x="8755361" y="-28350"/>
              <a:ext cx="419929" cy="5127391"/>
            </a:xfrm>
            <a:custGeom>
              <a:avLst/>
              <a:gdLst/>
              <a:ahLst/>
              <a:cxnLst/>
              <a:rect l="l" t="t" r="r" b="b"/>
              <a:pathLst>
                <a:path w="226072" h="2760372" extrusionOk="0">
                  <a:moveTo>
                    <a:pt x="226073" y="2760373"/>
                  </a:moveTo>
                  <a:lnTo>
                    <a:pt x="0" y="2712497"/>
                  </a:lnTo>
                  <a:lnTo>
                    <a:pt x="15612" y="1909015"/>
                  </a:lnTo>
                  <a:lnTo>
                    <a:pt x="19924" y="1790514"/>
                  </a:lnTo>
                  <a:lnTo>
                    <a:pt x="43416" y="1142405"/>
                  </a:lnTo>
                  <a:lnTo>
                    <a:pt x="47653" y="1023979"/>
                  </a:lnTo>
                  <a:lnTo>
                    <a:pt x="61852" y="633018"/>
                  </a:lnTo>
                  <a:lnTo>
                    <a:pt x="64975" y="546707"/>
                  </a:lnTo>
                  <a:lnTo>
                    <a:pt x="71814" y="357657"/>
                  </a:lnTo>
                  <a:lnTo>
                    <a:pt x="73152" y="320561"/>
                  </a:lnTo>
                  <a:lnTo>
                    <a:pt x="84749" y="0"/>
                  </a:lnTo>
                  <a:lnTo>
                    <a:pt x="126827" y="0"/>
                  </a:lnTo>
                  <a:lnTo>
                    <a:pt x="139762" y="311788"/>
                  </a:lnTo>
                  <a:lnTo>
                    <a:pt x="142810" y="384866"/>
                  </a:lnTo>
                  <a:lnTo>
                    <a:pt x="148906" y="532136"/>
                  </a:lnTo>
                  <a:lnTo>
                    <a:pt x="152920" y="627665"/>
                  </a:lnTo>
                  <a:lnTo>
                    <a:pt x="169350" y="1023979"/>
                  </a:lnTo>
                  <a:lnTo>
                    <a:pt x="173959" y="1133559"/>
                  </a:lnTo>
                  <a:lnTo>
                    <a:pt x="200276" y="1768063"/>
                  </a:lnTo>
                  <a:lnTo>
                    <a:pt x="206149" y="1909015"/>
                  </a:lnTo>
                  <a:lnTo>
                    <a:pt x="226073" y="27603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5" name="Google Shape;245;p6"/>
            <p:cNvSpPr/>
            <p:nvPr/>
          </p:nvSpPr>
          <p:spPr>
            <a:xfrm flipH="1">
              <a:off x="8891167" y="960731"/>
              <a:ext cx="169159" cy="187386"/>
            </a:xfrm>
            <a:custGeom>
              <a:avLst/>
              <a:gdLst/>
              <a:ahLst/>
              <a:cxnLst/>
              <a:rect l="l" t="t" r="r" b="b"/>
              <a:pathLst>
                <a:path w="91068" h="100881" extrusionOk="0">
                  <a:moveTo>
                    <a:pt x="91068" y="95529"/>
                  </a:moveTo>
                  <a:lnTo>
                    <a:pt x="0" y="100881"/>
                  </a:lnTo>
                  <a:lnTo>
                    <a:pt x="3123" y="14571"/>
                  </a:lnTo>
                  <a:lnTo>
                    <a:pt x="87054" y="0"/>
                  </a:lnTo>
                  <a:lnTo>
                    <a:pt x="91068" y="9552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6" name="Google Shape;246;p6"/>
            <p:cNvSpPr/>
            <p:nvPr/>
          </p:nvSpPr>
          <p:spPr>
            <a:xfrm flipH="1">
              <a:off x="8909934" y="551170"/>
              <a:ext cx="131875" cy="135741"/>
            </a:xfrm>
            <a:custGeom>
              <a:avLst/>
              <a:gdLst/>
              <a:ahLst/>
              <a:cxnLst/>
              <a:rect l="l" t="t" r="r" b="b"/>
              <a:pathLst>
                <a:path w="70996" h="73077" extrusionOk="0">
                  <a:moveTo>
                    <a:pt x="70996" y="73078"/>
                  </a:moveTo>
                  <a:lnTo>
                    <a:pt x="0" y="45869"/>
                  </a:lnTo>
                  <a:lnTo>
                    <a:pt x="1338" y="8772"/>
                  </a:lnTo>
                  <a:lnTo>
                    <a:pt x="67948" y="0"/>
                  </a:lnTo>
                  <a:lnTo>
                    <a:pt x="70996" y="730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7" name="Google Shape;247;p6"/>
            <p:cNvSpPr/>
            <p:nvPr/>
          </p:nvSpPr>
          <p:spPr>
            <a:xfrm flipH="1">
              <a:off x="8852111" y="1874920"/>
              <a:ext cx="242484" cy="219974"/>
            </a:xfrm>
            <a:custGeom>
              <a:avLst/>
              <a:gdLst/>
              <a:ahLst/>
              <a:cxnLst/>
              <a:rect l="l" t="t" r="r" b="b"/>
              <a:pathLst>
                <a:path w="130543" h="118425" extrusionOk="0">
                  <a:moveTo>
                    <a:pt x="130544" y="109579"/>
                  </a:moveTo>
                  <a:lnTo>
                    <a:pt x="0" y="118426"/>
                  </a:lnTo>
                  <a:lnTo>
                    <a:pt x="4238" y="0"/>
                  </a:lnTo>
                  <a:lnTo>
                    <a:pt x="125934" y="0"/>
                  </a:lnTo>
                  <a:lnTo>
                    <a:pt x="130544" y="1095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8" name="Google Shape;248;p6"/>
            <p:cNvSpPr/>
            <p:nvPr/>
          </p:nvSpPr>
          <p:spPr>
            <a:xfrm flipH="1">
              <a:off x="8792351" y="3257949"/>
              <a:ext cx="353921" cy="261816"/>
            </a:xfrm>
            <a:custGeom>
              <a:avLst/>
              <a:gdLst/>
              <a:ahLst/>
              <a:cxnLst/>
              <a:rect l="l" t="t" r="r" b="b"/>
              <a:pathLst>
                <a:path w="190536" h="140951" extrusionOk="0">
                  <a:moveTo>
                    <a:pt x="190537" y="140952"/>
                  </a:moveTo>
                  <a:lnTo>
                    <a:pt x="0" y="140952"/>
                  </a:lnTo>
                  <a:lnTo>
                    <a:pt x="4312" y="22451"/>
                  </a:lnTo>
                  <a:lnTo>
                    <a:pt x="184664" y="0"/>
                  </a:lnTo>
                  <a:lnTo>
                    <a:pt x="190537" y="1409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49" name="Google Shape;249;p6"/>
            <p:cNvSpPr/>
            <p:nvPr/>
          </p:nvSpPr>
          <p:spPr>
            <a:xfrm flipH="1">
              <a:off x="8708827" y="1283794"/>
              <a:ext cx="256432" cy="411642"/>
            </a:xfrm>
            <a:custGeom>
              <a:avLst/>
              <a:gdLst/>
              <a:ahLst/>
              <a:cxnLst/>
              <a:rect l="l" t="t" r="r" b="b"/>
              <a:pathLst>
                <a:path w="138052" h="221611" extrusionOk="0">
                  <a:moveTo>
                    <a:pt x="0" y="153218"/>
                  </a:moveTo>
                  <a:lnTo>
                    <a:pt x="113074" y="0"/>
                  </a:lnTo>
                  <a:lnTo>
                    <a:pt x="138052" y="0"/>
                  </a:lnTo>
                  <a:lnTo>
                    <a:pt x="29811" y="22161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0" name="Google Shape;250;p6"/>
            <p:cNvSpPr/>
            <p:nvPr/>
          </p:nvSpPr>
          <p:spPr>
            <a:xfrm flipH="1">
              <a:off x="8461510" y="-28341"/>
              <a:ext cx="503748" cy="394106"/>
            </a:xfrm>
            <a:custGeom>
              <a:avLst/>
              <a:gdLst/>
              <a:ahLst/>
              <a:cxnLst/>
              <a:rect l="l" t="t" r="r" b="b"/>
              <a:pathLst>
                <a:path w="271197" h="212170" extrusionOk="0">
                  <a:moveTo>
                    <a:pt x="0" y="172175"/>
                  </a:moveTo>
                  <a:lnTo>
                    <a:pt x="217003" y="0"/>
                  </a:lnTo>
                  <a:lnTo>
                    <a:pt x="271198" y="0"/>
                  </a:lnTo>
                  <a:lnTo>
                    <a:pt x="25351" y="21217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1" name="Google Shape;251;p6"/>
            <p:cNvSpPr/>
            <p:nvPr/>
          </p:nvSpPr>
          <p:spPr>
            <a:xfrm flipH="1">
              <a:off x="6354057" y="4860289"/>
              <a:ext cx="3298874" cy="1113750"/>
            </a:xfrm>
            <a:custGeom>
              <a:avLst/>
              <a:gdLst/>
              <a:ahLst/>
              <a:cxnLst/>
              <a:rect l="l" t="t" r="r" b="b"/>
              <a:pathLst>
                <a:path w="1775975" h="599596" extrusionOk="0">
                  <a:moveTo>
                    <a:pt x="104152" y="101013"/>
                  </a:moveTo>
                  <a:cubicBezTo>
                    <a:pt x="104152" y="101013"/>
                    <a:pt x="1089028" y="-219770"/>
                    <a:pt x="1678259" y="281960"/>
                  </a:cubicBezTo>
                  <a:cubicBezTo>
                    <a:pt x="2267415" y="783616"/>
                    <a:pt x="0" y="540892"/>
                    <a:pt x="0" y="540892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2" name="Google Shape;252;p6"/>
            <p:cNvSpPr/>
            <p:nvPr/>
          </p:nvSpPr>
          <p:spPr>
            <a:xfrm>
              <a:off x="6396142" y="-41546"/>
              <a:ext cx="2998715" cy="420512"/>
            </a:xfrm>
            <a:custGeom>
              <a:avLst/>
              <a:gdLst/>
              <a:ahLst/>
              <a:cxnLst/>
              <a:rect l="l" t="t" r="r" b="b"/>
              <a:pathLst>
                <a:path w="2998715" h="420512" extrusionOk="0">
                  <a:moveTo>
                    <a:pt x="0" y="0"/>
                  </a:moveTo>
                  <a:cubicBezTo>
                    <a:pt x="0" y="0"/>
                    <a:pt x="97387" y="223024"/>
                    <a:pt x="422111" y="134038"/>
                  </a:cubicBezTo>
                  <a:cubicBezTo>
                    <a:pt x="628186" y="356542"/>
                    <a:pt x="1035800" y="284133"/>
                    <a:pt x="1162032" y="142067"/>
                  </a:cubicBezTo>
                  <a:cubicBezTo>
                    <a:pt x="1247450" y="236778"/>
                    <a:pt x="1418807" y="284430"/>
                    <a:pt x="1539463" y="123927"/>
                  </a:cubicBezTo>
                  <a:cubicBezTo>
                    <a:pt x="1698182" y="444488"/>
                    <a:pt x="2221026" y="478536"/>
                    <a:pt x="2321610" y="301678"/>
                  </a:cubicBezTo>
                  <a:cubicBezTo>
                    <a:pt x="2557495" y="562839"/>
                    <a:pt x="3010309" y="362786"/>
                    <a:pt x="2998489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53" name="Google Shape;253;p6"/>
            <p:cNvGrpSpPr/>
            <p:nvPr/>
          </p:nvGrpSpPr>
          <p:grpSpPr>
            <a:xfrm flipH="1">
              <a:off x="-75812" y="-26334"/>
              <a:ext cx="3061554" cy="471330"/>
              <a:chOff x="7915367" y="177685"/>
              <a:chExt cx="2653683" cy="408573"/>
            </a:xfrm>
          </p:grpSpPr>
          <p:sp>
            <p:nvSpPr>
              <p:cNvPr id="254" name="Google Shape;254;p6"/>
              <p:cNvSpPr/>
              <p:nvPr/>
            </p:nvSpPr>
            <p:spPr>
              <a:xfrm>
                <a:off x="7915367" y="177685"/>
                <a:ext cx="1201295" cy="408573"/>
              </a:xfrm>
              <a:custGeom>
                <a:avLst/>
                <a:gdLst/>
                <a:ahLst/>
                <a:cxnLst/>
                <a:rect l="l" t="t" r="r" b="b"/>
                <a:pathLst>
                  <a:path w="1201295" h="408573" extrusionOk="0">
                    <a:moveTo>
                      <a:pt x="355" y="0"/>
                    </a:moveTo>
                    <a:cubicBezTo>
                      <a:pt x="355" y="0"/>
                      <a:pt x="-17702" y="190859"/>
                      <a:pt x="203625" y="230619"/>
                    </a:cubicBezTo>
                    <a:cubicBezTo>
                      <a:pt x="243032" y="452299"/>
                      <a:pt x="658864" y="458063"/>
                      <a:pt x="735502" y="296729"/>
                    </a:cubicBezTo>
                    <a:cubicBezTo>
                      <a:pt x="847371" y="299729"/>
                      <a:pt x="985649" y="250911"/>
                      <a:pt x="1019174" y="184390"/>
                    </a:cubicBezTo>
                    <a:cubicBezTo>
                      <a:pt x="1099694" y="217562"/>
                      <a:pt x="1280319" y="163863"/>
                      <a:pt x="1162510" y="0"/>
                    </a:cubicBezTo>
                    <a:lnTo>
                      <a:pt x="2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5" name="Google Shape;255;p6"/>
              <p:cNvSpPr/>
              <p:nvPr/>
            </p:nvSpPr>
            <p:spPr>
              <a:xfrm>
                <a:off x="8934541" y="177685"/>
                <a:ext cx="1634509" cy="380955"/>
              </a:xfrm>
              <a:custGeom>
                <a:avLst/>
                <a:gdLst/>
                <a:ahLst/>
                <a:cxnLst/>
                <a:rect l="l" t="t" r="r" b="b"/>
                <a:pathLst>
                  <a:path w="1634509" h="380955" extrusionOk="0">
                    <a:moveTo>
                      <a:pt x="129749" y="118927"/>
                    </a:moveTo>
                    <a:cubicBezTo>
                      <a:pt x="129749" y="118927"/>
                      <a:pt x="86166" y="255969"/>
                      <a:pt x="236325" y="243088"/>
                    </a:cubicBezTo>
                    <a:cubicBezTo>
                      <a:pt x="268321" y="440535"/>
                      <a:pt x="624866" y="402069"/>
                      <a:pt x="704739" y="271673"/>
                    </a:cubicBezTo>
                    <a:cubicBezTo>
                      <a:pt x="822960" y="400599"/>
                      <a:pt x="977295" y="266556"/>
                      <a:pt x="980706" y="192212"/>
                    </a:cubicBezTo>
                    <a:cubicBezTo>
                      <a:pt x="1048580" y="375955"/>
                      <a:pt x="1375247" y="357898"/>
                      <a:pt x="1402655" y="229090"/>
                    </a:cubicBezTo>
                    <a:cubicBezTo>
                      <a:pt x="1441827" y="393600"/>
                      <a:pt x="1634510" y="380719"/>
                      <a:pt x="1634510" y="380719"/>
                    </a:cubicBezTo>
                    <a:lnTo>
                      <a:pt x="1634510" y="0"/>
                    </a:lnTo>
                    <a:lnTo>
                      <a:pt x="0" y="0"/>
                    </a:lnTo>
                    <a:lnTo>
                      <a:pt x="129691" y="1189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56" name="Google Shape;256;p6"/>
            <p:cNvGrpSpPr/>
            <p:nvPr/>
          </p:nvGrpSpPr>
          <p:grpSpPr>
            <a:xfrm flipH="1">
              <a:off x="-297565" y="4472604"/>
              <a:ext cx="9561054" cy="2125231"/>
              <a:chOff x="309409" y="2851292"/>
              <a:chExt cx="5575609" cy="1239346"/>
            </a:xfrm>
          </p:grpSpPr>
          <p:sp>
            <p:nvSpPr>
              <p:cNvPr id="257" name="Google Shape;257;p6"/>
              <p:cNvSpPr/>
              <p:nvPr/>
            </p:nvSpPr>
            <p:spPr>
              <a:xfrm>
                <a:off x="309409" y="2851292"/>
                <a:ext cx="5575609" cy="1239346"/>
              </a:xfrm>
              <a:custGeom>
                <a:avLst/>
                <a:gdLst/>
                <a:ahLst/>
                <a:cxnLst/>
                <a:rect l="l" t="t" r="r" b="b"/>
                <a:pathLst>
                  <a:path w="5575609" h="1239346" extrusionOk="0">
                    <a:moveTo>
                      <a:pt x="0" y="1239346"/>
                    </a:moveTo>
                    <a:lnTo>
                      <a:pt x="0" y="107126"/>
                    </a:lnTo>
                    <a:lnTo>
                      <a:pt x="5575610" y="0"/>
                    </a:lnTo>
                    <a:lnTo>
                      <a:pt x="5575610" y="1239346"/>
                    </a:lnTo>
                    <a:lnTo>
                      <a:pt x="0" y="12393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8" name="Google Shape;258;p6"/>
              <p:cNvSpPr/>
              <p:nvPr/>
            </p:nvSpPr>
            <p:spPr>
              <a:xfrm>
                <a:off x="3540139" y="2933445"/>
                <a:ext cx="633540" cy="132167"/>
              </a:xfrm>
              <a:custGeom>
                <a:avLst/>
                <a:gdLst/>
                <a:ahLst/>
                <a:cxnLst/>
                <a:rect l="l" t="t" r="r" b="b"/>
                <a:pathLst>
                  <a:path w="633540" h="132167" extrusionOk="0">
                    <a:moveTo>
                      <a:pt x="633539" y="61772"/>
                    </a:moveTo>
                    <a:cubicBezTo>
                      <a:pt x="634060" y="98199"/>
                      <a:pt x="492662" y="129646"/>
                      <a:pt x="317662" y="132025"/>
                    </a:cubicBezTo>
                    <a:cubicBezTo>
                      <a:pt x="142737" y="134404"/>
                      <a:pt x="522" y="106823"/>
                      <a:pt x="1" y="70396"/>
                    </a:cubicBezTo>
                    <a:cubicBezTo>
                      <a:pt x="-519" y="33969"/>
                      <a:pt x="140878" y="2522"/>
                      <a:pt x="315878" y="143"/>
                    </a:cubicBezTo>
                    <a:cubicBezTo>
                      <a:pt x="490803" y="-2236"/>
                      <a:pt x="633019" y="25345"/>
                      <a:pt x="633539" y="6177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59" name="Google Shape;259;p6"/>
              <p:cNvSpPr/>
              <p:nvPr/>
            </p:nvSpPr>
            <p:spPr>
              <a:xfrm>
                <a:off x="1105754" y="3021358"/>
                <a:ext cx="614433" cy="174459"/>
              </a:xfrm>
              <a:custGeom>
                <a:avLst/>
                <a:gdLst/>
                <a:ahLst/>
                <a:cxnLst/>
                <a:rect l="l" t="t" r="r" b="b"/>
                <a:pathLst>
                  <a:path w="614433" h="174459" extrusionOk="0">
                    <a:moveTo>
                      <a:pt x="614433" y="89460"/>
                    </a:moveTo>
                    <a:cubicBezTo>
                      <a:pt x="614061" y="137633"/>
                      <a:pt x="476232" y="175622"/>
                      <a:pt x="306585" y="174432"/>
                    </a:cubicBezTo>
                    <a:cubicBezTo>
                      <a:pt x="136938" y="173243"/>
                      <a:pt x="-371" y="133173"/>
                      <a:pt x="1" y="84999"/>
                    </a:cubicBezTo>
                    <a:cubicBezTo>
                      <a:pt x="372" y="36826"/>
                      <a:pt x="138202" y="-1162"/>
                      <a:pt x="307849" y="27"/>
                    </a:cubicBezTo>
                    <a:cubicBezTo>
                      <a:pt x="477496" y="1216"/>
                      <a:pt x="614805" y="41287"/>
                      <a:pt x="614433" y="894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260" name="Google Shape;260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2" name="Google Shape;262;p7"/>
          <p:cNvGrpSpPr/>
          <p:nvPr/>
        </p:nvGrpSpPr>
        <p:grpSpPr>
          <a:xfrm>
            <a:off x="-621418" y="-149424"/>
            <a:ext cx="10356696" cy="6747258"/>
            <a:chOff x="-621418" y="-149424"/>
            <a:chExt cx="10356696" cy="6747258"/>
          </a:xfrm>
        </p:grpSpPr>
        <p:sp>
          <p:nvSpPr>
            <p:cNvPr id="263" name="Google Shape;263;p7"/>
            <p:cNvSpPr/>
            <p:nvPr/>
          </p:nvSpPr>
          <p:spPr>
            <a:xfrm>
              <a:off x="74642" y="4485730"/>
              <a:ext cx="1752730" cy="864005"/>
            </a:xfrm>
            <a:custGeom>
              <a:avLst/>
              <a:gdLst/>
              <a:ahLst/>
              <a:cxnLst/>
              <a:rect l="l" t="t" r="r" b="b"/>
              <a:pathLst>
                <a:path w="943596" h="465144" extrusionOk="0">
                  <a:moveTo>
                    <a:pt x="203" y="361884"/>
                  </a:moveTo>
                  <a:cubicBezTo>
                    <a:pt x="203" y="361884"/>
                    <a:pt x="-21133" y="47717"/>
                    <a:pt x="373324" y="2814"/>
                  </a:cubicBezTo>
                  <a:cubicBezTo>
                    <a:pt x="767779" y="-42088"/>
                    <a:pt x="943597" y="465144"/>
                    <a:pt x="943597" y="46514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4" name="Google Shape;264;p7"/>
            <p:cNvSpPr/>
            <p:nvPr/>
          </p:nvSpPr>
          <p:spPr>
            <a:xfrm>
              <a:off x="502217" y="-149424"/>
              <a:ext cx="464217" cy="5141601"/>
            </a:xfrm>
            <a:custGeom>
              <a:avLst/>
              <a:gdLst/>
              <a:ahLst/>
              <a:cxnLst/>
              <a:rect l="l" t="t" r="r" b="b"/>
              <a:pathLst>
                <a:path w="215664" h="2388665" extrusionOk="0">
                  <a:moveTo>
                    <a:pt x="215665" y="2388666"/>
                  </a:moveTo>
                  <a:lnTo>
                    <a:pt x="63934" y="2340790"/>
                  </a:lnTo>
                  <a:lnTo>
                    <a:pt x="50033" y="1832591"/>
                  </a:lnTo>
                  <a:lnTo>
                    <a:pt x="48248" y="1767468"/>
                  </a:lnTo>
                  <a:lnTo>
                    <a:pt x="40740" y="1490546"/>
                  </a:lnTo>
                  <a:lnTo>
                    <a:pt x="39550" y="1448990"/>
                  </a:lnTo>
                  <a:lnTo>
                    <a:pt x="35090" y="1284398"/>
                  </a:lnTo>
                  <a:lnTo>
                    <a:pt x="32710" y="1196898"/>
                  </a:lnTo>
                  <a:lnTo>
                    <a:pt x="28845" y="1057210"/>
                  </a:lnTo>
                  <a:lnTo>
                    <a:pt x="27060" y="989931"/>
                  </a:lnTo>
                  <a:lnTo>
                    <a:pt x="16579" y="607518"/>
                  </a:lnTo>
                  <a:lnTo>
                    <a:pt x="14943" y="546707"/>
                  </a:lnTo>
                  <a:lnTo>
                    <a:pt x="0" y="0"/>
                  </a:lnTo>
                  <a:lnTo>
                    <a:pt x="42078" y="0"/>
                  </a:lnTo>
                  <a:lnTo>
                    <a:pt x="81404" y="541578"/>
                  </a:lnTo>
                  <a:lnTo>
                    <a:pt x="85567" y="598003"/>
                  </a:lnTo>
                  <a:lnTo>
                    <a:pt x="113074" y="977219"/>
                  </a:lnTo>
                  <a:lnTo>
                    <a:pt x="117683" y="1040037"/>
                  </a:lnTo>
                  <a:lnTo>
                    <a:pt x="129503" y="1203142"/>
                  </a:lnTo>
                  <a:lnTo>
                    <a:pt x="134930" y="1277409"/>
                  </a:lnTo>
                  <a:lnTo>
                    <a:pt x="141472" y="1367883"/>
                  </a:lnTo>
                  <a:lnTo>
                    <a:pt x="147196" y="1446834"/>
                  </a:lnTo>
                  <a:lnTo>
                    <a:pt x="171804" y="1784939"/>
                  </a:lnTo>
                  <a:lnTo>
                    <a:pt x="176339" y="1847980"/>
                  </a:lnTo>
                  <a:lnTo>
                    <a:pt x="215665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5" name="Google Shape;265;p7"/>
            <p:cNvSpPr/>
            <p:nvPr/>
          </p:nvSpPr>
          <p:spPr>
            <a:xfrm>
              <a:off x="8368622" y="-53049"/>
              <a:ext cx="546833" cy="4436945"/>
            </a:xfrm>
            <a:custGeom>
              <a:avLst/>
              <a:gdLst/>
              <a:ahLst/>
              <a:cxnLst/>
              <a:rect l="l" t="t" r="r" b="b"/>
              <a:pathLst>
                <a:path w="294392" h="2388665" extrusionOk="0">
                  <a:moveTo>
                    <a:pt x="294392" y="2388666"/>
                  </a:moveTo>
                  <a:lnTo>
                    <a:pt x="63933" y="2340790"/>
                  </a:lnTo>
                  <a:lnTo>
                    <a:pt x="49734" y="1821366"/>
                  </a:lnTo>
                  <a:lnTo>
                    <a:pt x="45125" y="1652388"/>
                  </a:lnTo>
                  <a:lnTo>
                    <a:pt x="34271" y="1255404"/>
                  </a:lnTo>
                  <a:lnTo>
                    <a:pt x="30405" y="1113710"/>
                  </a:lnTo>
                  <a:lnTo>
                    <a:pt x="22822" y="835895"/>
                  </a:lnTo>
                  <a:lnTo>
                    <a:pt x="20964" y="767427"/>
                  </a:lnTo>
                  <a:lnTo>
                    <a:pt x="14943" y="548268"/>
                  </a:lnTo>
                  <a:lnTo>
                    <a:pt x="13084" y="477718"/>
                  </a:lnTo>
                  <a:lnTo>
                    <a:pt x="0" y="0"/>
                  </a:lnTo>
                  <a:lnTo>
                    <a:pt x="123258" y="0"/>
                  </a:lnTo>
                  <a:lnTo>
                    <a:pt x="156043" y="457200"/>
                  </a:lnTo>
                  <a:lnTo>
                    <a:pt x="161173" y="529237"/>
                  </a:lnTo>
                  <a:lnTo>
                    <a:pt x="177602" y="758357"/>
                  </a:lnTo>
                  <a:lnTo>
                    <a:pt x="181170" y="807869"/>
                  </a:lnTo>
                  <a:lnTo>
                    <a:pt x="203621" y="1121738"/>
                  </a:lnTo>
                  <a:lnTo>
                    <a:pt x="214104" y="1268117"/>
                  </a:lnTo>
                  <a:lnTo>
                    <a:pt x="241238" y="1647035"/>
                  </a:lnTo>
                  <a:lnTo>
                    <a:pt x="251795" y="1793785"/>
                  </a:lnTo>
                  <a:lnTo>
                    <a:pt x="294392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6" name="Google Shape;266;p7"/>
            <p:cNvSpPr/>
            <p:nvPr/>
          </p:nvSpPr>
          <p:spPr>
            <a:xfrm>
              <a:off x="8739909" y="-34525"/>
              <a:ext cx="961238" cy="4436945"/>
            </a:xfrm>
            <a:custGeom>
              <a:avLst/>
              <a:gdLst/>
              <a:ahLst/>
              <a:cxnLst/>
              <a:rect l="l" t="t" r="r" b="b"/>
              <a:pathLst>
                <a:path w="517490" h="2388665" extrusionOk="0">
                  <a:moveTo>
                    <a:pt x="517491" y="2388666"/>
                  </a:moveTo>
                  <a:lnTo>
                    <a:pt x="212616" y="2340790"/>
                  </a:lnTo>
                  <a:lnTo>
                    <a:pt x="161544" y="1778843"/>
                  </a:lnTo>
                  <a:lnTo>
                    <a:pt x="149352" y="1644062"/>
                  </a:lnTo>
                  <a:lnTo>
                    <a:pt x="115824" y="1275254"/>
                  </a:lnTo>
                  <a:lnTo>
                    <a:pt x="102294" y="1126273"/>
                  </a:lnTo>
                  <a:lnTo>
                    <a:pt x="92480" y="1018181"/>
                  </a:lnTo>
                  <a:lnTo>
                    <a:pt x="86013" y="946590"/>
                  </a:lnTo>
                  <a:lnTo>
                    <a:pt x="47058" y="518086"/>
                  </a:lnTo>
                  <a:lnTo>
                    <a:pt x="40441" y="445157"/>
                  </a:lnTo>
                  <a:lnTo>
                    <a:pt x="28621" y="315357"/>
                  </a:lnTo>
                  <a:lnTo>
                    <a:pt x="27729" y="305320"/>
                  </a:lnTo>
                  <a:lnTo>
                    <a:pt x="0" y="0"/>
                  </a:lnTo>
                  <a:lnTo>
                    <a:pt x="152994" y="0"/>
                  </a:lnTo>
                  <a:lnTo>
                    <a:pt x="185259" y="211650"/>
                  </a:lnTo>
                  <a:lnTo>
                    <a:pt x="195370" y="277888"/>
                  </a:lnTo>
                  <a:lnTo>
                    <a:pt x="217077" y="419806"/>
                  </a:lnTo>
                  <a:lnTo>
                    <a:pt x="228451" y="494445"/>
                  </a:lnTo>
                  <a:lnTo>
                    <a:pt x="294541" y="927559"/>
                  </a:lnTo>
                  <a:lnTo>
                    <a:pt x="306807" y="1008070"/>
                  </a:lnTo>
                  <a:lnTo>
                    <a:pt x="326434" y="1136681"/>
                  </a:lnTo>
                  <a:lnTo>
                    <a:pt x="350074" y="1291757"/>
                  </a:lnTo>
                  <a:lnTo>
                    <a:pt x="402782" y="1637074"/>
                  </a:lnTo>
                  <a:lnTo>
                    <a:pt x="419063" y="1743679"/>
                  </a:lnTo>
                  <a:lnTo>
                    <a:pt x="517491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7" name="Google Shape;267;p7"/>
            <p:cNvSpPr/>
            <p:nvPr/>
          </p:nvSpPr>
          <p:spPr>
            <a:xfrm>
              <a:off x="-621418" y="4283983"/>
              <a:ext cx="10356696" cy="2028464"/>
            </a:xfrm>
            <a:custGeom>
              <a:avLst/>
              <a:gdLst/>
              <a:ahLst/>
              <a:cxnLst/>
              <a:rect l="l" t="t" r="r" b="b"/>
              <a:pathLst>
                <a:path w="5575610" h="1092040" extrusionOk="0">
                  <a:moveTo>
                    <a:pt x="0" y="783820"/>
                  </a:moveTo>
                  <a:lnTo>
                    <a:pt x="0" y="335393"/>
                  </a:lnTo>
                  <a:cubicBezTo>
                    <a:pt x="0" y="335393"/>
                    <a:pt x="3675814" y="-105749"/>
                    <a:pt x="5575610" y="23828"/>
                  </a:cubicBezTo>
                  <a:cubicBezTo>
                    <a:pt x="5575610" y="672606"/>
                    <a:pt x="5575610" y="1092040"/>
                    <a:pt x="5575610" y="1092040"/>
                  </a:cubicBezTo>
                  <a:lnTo>
                    <a:pt x="0" y="78382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8" name="Google Shape;268;p7"/>
            <p:cNvSpPr/>
            <p:nvPr/>
          </p:nvSpPr>
          <p:spPr>
            <a:xfrm>
              <a:off x="8899779" y="1671003"/>
              <a:ext cx="410125" cy="168330"/>
            </a:xfrm>
            <a:custGeom>
              <a:avLst/>
              <a:gdLst/>
              <a:ahLst/>
              <a:cxnLst/>
              <a:rect l="l" t="t" r="r" b="b"/>
              <a:pathLst>
                <a:path w="220794" h="90622" extrusionOk="0">
                  <a:moveTo>
                    <a:pt x="220795" y="80512"/>
                  </a:moveTo>
                  <a:lnTo>
                    <a:pt x="6468" y="90622"/>
                  </a:lnTo>
                  <a:lnTo>
                    <a:pt x="0" y="19031"/>
                  </a:lnTo>
                  <a:lnTo>
                    <a:pt x="208528" y="0"/>
                  </a:lnTo>
                  <a:lnTo>
                    <a:pt x="220795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9" name="Google Shape;269;p7"/>
            <p:cNvSpPr/>
            <p:nvPr/>
          </p:nvSpPr>
          <p:spPr>
            <a:xfrm>
              <a:off x="8791448" y="340345"/>
              <a:ext cx="311391" cy="192634"/>
            </a:xfrm>
            <a:custGeom>
              <a:avLst/>
              <a:gdLst/>
              <a:ahLst/>
              <a:cxnLst/>
              <a:rect l="l" t="t" r="r" b="b"/>
              <a:pathLst>
                <a:path w="167640" h="103706" extrusionOk="0">
                  <a:moveTo>
                    <a:pt x="167640" y="66238"/>
                  </a:moveTo>
                  <a:lnTo>
                    <a:pt x="892" y="103706"/>
                  </a:lnTo>
                  <a:lnTo>
                    <a:pt x="0" y="93670"/>
                  </a:lnTo>
                  <a:lnTo>
                    <a:pt x="157530" y="0"/>
                  </a:lnTo>
                  <a:lnTo>
                    <a:pt x="167640" y="662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0" name="Google Shape;270;p7"/>
            <p:cNvSpPr/>
            <p:nvPr/>
          </p:nvSpPr>
          <p:spPr>
            <a:xfrm>
              <a:off x="8392941" y="834886"/>
              <a:ext cx="275073" cy="131045"/>
            </a:xfrm>
            <a:custGeom>
              <a:avLst/>
              <a:gdLst/>
              <a:ahLst/>
              <a:cxnLst/>
              <a:rect l="l" t="t" r="r" b="b"/>
              <a:pathLst>
                <a:path w="148088" h="70549" extrusionOk="0">
                  <a:moveTo>
                    <a:pt x="145635" y="17396"/>
                  </a:moveTo>
                  <a:lnTo>
                    <a:pt x="148089" y="51519"/>
                  </a:lnTo>
                  <a:lnTo>
                    <a:pt x="1859" y="70550"/>
                  </a:lnTo>
                  <a:lnTo>
                    <a:pt x="0" y="0"/>
                  </a:lnTo>
                  <a:lnTo>
                    <a:pt x="145635" y="1739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1" name="Google Shape;271;p7"/>
            <p:cNvSpPr/>
            <p:nvPr/>
          </p:nvSpPr>
          <p:spPr>
            <a:xfrm>
              <a:off x="8815076" y="727245"/>
              <a:ext cx="349227" cy="182553"/>
            </a:xfrm>
            <a:custGeom>
              <a:avLst/>
              <a:gdLst/>
              <a:ahLst/>
              <a:cxnLst/>
              <a:rect l="l" t="t" r="r" b="b"/>
              <a:pathLst>
                <a:path w="188009" h="98279" extrusionOk="0">
                  <a:moveTo>
                    <a:pt x="188010" y="74639"/>
                  </a:moveTo>
                  <a:lnTo>
                    <a:pt x="6616" y="98279"/>
                  </a:lnTo>
                  <a:lnTo>
                    <a:pt x="0" y="25350"/>
                  </a:lnTo>
                  <a:lnTo>
                    <a:pt x="176635" y="0"/>
                  </a:lnTo>
                  <a:lnTo>
                    <a:pt x="188010" y="746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2" name="Google Shape;272;p7"/>
            <p:cNvSpPr/>
            <p:nvPr/>
          </p:nvSpPr>
          <p:spPr>
            <a:xfrm>
              <a:off x="8427902" y="2031926"/>
              <a:ext cx="338455" cy="271897"/>
            </a:xfrm>
            <a:custGeom>
              <a:avLst/>
              <a:gdLst/>
              <a:ahLst/>
              <a:cxnLst/>
              <a:rect l="l" t="t" r="r" b="b"/>
              <a:pathLst>
                <a:path w="182210" h="146378" extrusionOk="0">
                  <a:moveTo>
                    <a:pt x="171729" y="0"/>
                  </a:moveTo>
                  <a:lnTo>
                    <a:pt x="182211" y="146378"/>
                  </a:lnTo>
                  <a:lnTo>
                    <a:pt x="2379" y="133666"/>
                  </a:lnTo>
                  <a:lnTo>
                    <a:pt x="0" y="46909"/>
                  </a:lnTo>
                  <a:lnTo>
                    <a:pt x="1717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3" name="Google Shape;273;p7"/>
            <p:cNvSpPr/>
            <p:nvPr/>
          </p:nvSpPr>
          <p:spPr>
            <a:xfrm>
              <a:off x="8930041" y="2040355"/>
              <a:ext cx="460249" cy="307387"/>
            </a:xfrm>
            <a:custGeom>
              <a:avLst/>
              <a:gdLst/>
              <a:ahLst/>
              <a:cxnLst/>
              <a:rect l="l" t="t" r="r" b="b"/>
              <a:pathLst>
                <a:path w="247779" h="165484" extrusionOk="0">
                  <a:moveTo>
                    <a:pt x="247780" y="165484"/>
                  </a:moveTo>
                  <a:lnTo>
                    <a:pt x="13530" y="148980"/>
                  </a:lnTo>
                  <a:lnTo>
                    <a:pt x="0" y="0"/>
                  </a:lnTo>
                  <a:lnTo>
                    <a:pt x="224140" y="10408"/>
                  </a:lnTo>
                  <a:lnTo>
                    <a:pt x="247780" y="165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4" name="Google Shape;274;p7"/>
            <p:cNvSpPr/>
            <p:nvPr/>
          </p:nvSpPr>
          <p:spPr>
            <a:xfrm>
              <a:off x="8452496" y="3008295"/>
              <a:ext cx="383888" cy="323818"/>
            </a:xfrm>
            <a:custGeom>
              <a:avLst/>
              <a:gdLst/>
              <a:ahLst/>
              <a:cxnLst/>
              <a:rect l="l" t="t" r="r" b="b"/>
              <a:pathLst>
                <a:path w="206669" h="174330" extrusionOk="0">
                  <a:moveTo>
                    <a:pt x="196113" y="0"/>
                  </a:moveTo>
                  <a:lnTo>
                    <a:pt x="206670" y="146750"/>
                  </a:lnTo>
                  <a:lnTo>
                    <a:pt x="4609" y="174331"/>
                  </a:lnTo>
                  <a:lnTo>
                    <a:pt x="0" y="5353"/>
                  </a:lnTo>
                  <a:lnTo>
                    <a:pt x="1961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5" name="Google Shape;275;p7"/>
            <p:cNvSpPr/>
            <p:nvPr/>
          </p:nvSpPr>
          <p:spPr>
            <a:xfrm>
              <a:off x="9017507" y="2989779"/>
              <a:ext cx="500988" cy="263336"/>
            </a:xfrm>
            <a:custGeom>
              <a:avLst/>
              <a:gdLst/>
              <a:ahLst/>
              <a:cxnLst/>
              <a:rect l="l" t="t" r="r" b="b"/>
              <a:pathLst>
                <a:path w="269711" h="141769" extrusionOk="0">
                  <a:moveTo>
                    <a:pt x="269711" y="106605"/>
                  </a:moveTo>
                  <a:lnTo>
                    <a:pt x="12192" y="141769"/>
                  </a:lnTo>
                  <a:lnTo>
                    <a:pt x="0" y="6988"/>
                  </a:lnTo>
                  <a:lnTo>
                    <a:pt x="253431" y="0"/>
                  </a:lnTo>
                  <a:lnTo>
                    <a:pt x="269711" y="1066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6" name="Google Shape;276;p7"/>
            <p:cNvSpPr/>
            <p:nvPr/>
          </p:nvSpPr>
          <p:spPr>
            <a:xfrm>
              <a:off x="8407588" y="1356510"/>
              <a:ext cx="297583" cy="144027"/>
            </a:xfrm>
            <a:custGeom>
              <a:avLst/>
              <a:gdLst/>
              <a:ahLst/>
              <a:cxnLst/>
              <a:rect l="l" t="t" r="r" b="b"/>
              <a:pathLst>
                <a:path w="160206" h="77538" extrusionOk="0">
                  <a:moveTo>
                    <a:pt x="160206" y="49511"/>
                  </a:moveTo>
                  <a:lnTo>
                    <a:pt x="1859" y="77538"/>
                  </a:lnTo>
                  <a:lnTo>
                    <a:pt x="0" y="9070"/>
                  </a:lnTo>
                  <a:lnTo>
                    <a:pt x="156638" y="0"/>
                  </a:lnTo>
                  <a:lnTo>
                    <a:pt x="160206" y="495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7" name="Google Shape;277;p7"/>
            <p:cNvSpPr/>
            <p:nvPr/>
          </p:nvSpPr>
          <p:spPr>
            <a:xfrm>
              <a:off x="572690" y="2429205"/>
              <a:ext cx="220026" cy="188344"/>
            </a:xfrm>
            <a:custGeom>
              <a:avLst/>
              <a:gdLst/>
              <a:ahLst/>
              <a:cxnLst/>
              <a:rect l="l" t="t" r="r" b="b"/>
              <a:pathLst>
                <a:path w="102219" h="87500" extrusionOk="0">
                  <a:moveTo>
                    <a:pt x="102220" y="80512"/>
                  </a:moveTo>
                  <a:lnTo>
                    <a:pt x="2379" y="87500"/>
                  </a:lnTo>
                  <a:lnTo>
                    <a:pt x="0" y="0"/>
                  </a:lnTo>
                  <a:lnTo>
                    <a:pt x="96793" y="6245"/>
                  </a:lnTo>
                  <a:lnTo>
                    <a:pt x="10222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8" name="Google Shape;278;p7"/>
            <p:cNvSpPr/>
            <p:nvPr/>
          </p:nvSpPr>
          <p:spPr>
            <a:xfrm>
              <a:off x="560518" y="1955922"/>
              <a:ext cx="195064" cy="172181"/>
            </a:xfrm>
            <a:custGeom>
              <a:avLst/>
              <a:gdLst/>
              <a:ahLst/>
              <a:cxnLst/>
              <a:rect l="l" t="t" r="r" b="b"/>
              <a:pathLst>
                <a:path w="90622" h="79991" extrusionOk="0">
                  <a:moveTo>
                    <a:pt x="90623" y="62819"/>
                  </a:moveTo>
                  <a:lnTo>
                    <a:pt x="1784" y="79991"/>
                  </a:lnTo>
                  <a:lnTo>
                    <a:pt x="0" y="12712"/>
                  </a:lnTo>
                  <a:lnTo>
                    <a:pt x="86014" y="0"/>
                  </a:lnTo>
                  <a:lnTo>
                    <a:pt x="90623" y="628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79" name="Google Shape;279;p7"/>
            <p:cNvSpPr/>
            <p:nvPr/>
          </p:nvSpPr>
          <p:spPr>
            <a:xfrm>
              <a:off x="587424" y="2797582"/>
              <a:ext cx="231708" cy="264032"/>
            </a:xfrm>
            <a:custGeom>
              <a:avLst/>
              <a:gdLst/>
              <a:ahLst/>
              <a:cxnLst/>
              <a:rect l="l" t="t" r="r" b="b"/>
              <a:pathLst>
                <a:path w="107646" h="122663" extrusionOk="0">
                  <a:moveTo>
                    <a:pt x="107646" y="78951"/>
                  </a:moveTo>
                  <a:lnTo>
                    <a:pt x="1190" y="122663"/>
                  </a:lnTo>
                  <a:lnTo>
                    <a:pt x="0" y="81107"/>
                  </a:lnTo>
                  <a:lnTo>
                    <a:pt x="101922" y="0"/>
                  </a:lnTo>
                  <a:lnTo>
                    <a:pt x="107646" y="789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0" name="Google Shape;280;p7"/>
            <p:cNvSpPr/>
            <p:nvPr/>
          </p:nvSpPr>
          <p:spPr>
            <a:xfrm>
              <a:off x="606166" y="3658460"/>
              <a:ext cx="275714" cy="173300"/>
            </a:xfrm>
            <a:custGeom>
              <a:avLst/>
              <a:gdLst/>
              <a:ahLst/>
              <a:cxnLst/>
              <a:rect l="l" t="t" r="r" b="b"/>
              <a:pathLst>
                <a:path w="128090" h="80511" extrusionOk="0">
                  <a:moveTo>
                    <a:pt x="128090" y="80512"/>
                  </a:moveTo>
                  <a:lnTo>
                    <a:pt x="1784" y="65123"/>
                  </a:lnTo>
                  <a:lnTo>
                    <a:pt x="0" y="0"/>
                  </a:lnTo>
                  <a:lnTo>
                    <a:pt x="123555" y="17471"/>
                  </a:lnTo>
                  <a:lnTo>
                    <a:pt x="12809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1" name="Google Shape;281;p7"/>
            <p:cNvSpPr/>
            <p:nvPr/>
          </p:nvSpPr>
          <p:spPr>
            <a:xfrm>
              <a:off x="-79175" y="1970338"/>
              <a:ext cx="689043" cy="373485"/>
            </a:xfrm>
            <a:custGeom>
              <a:avLst/>
              <a:gdLst/>
              <a:ahLst/>
              <a:cxnLst/>
              <a:rect l="l" t="t" r="r" b="b"/>
              <a:pathLst>
                <a:path w="320113" h="173512" extrusionOk="0">
                  <a:moveTo>
                    <a:pt x="320114" y="106234"/>
                  </a:moveTo>
                  <a:lnTo>
                    <a:pt x="0" y="0"/>
                  </a:lnTo>
                  <a:lnTo>
                    <a:pt x="0" y="40070"/>
                  </a:lnTo>
                  <a:lnTo>
                    <a:pt x="318107" y="17351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2" name="Google Shape;282;p7"/>
            <p:cNvSpPr/>
            <p:nvPr/>
          </p:nvSpPr>
          <p:spPr>
            <a:xfrm>
              <a:off x="658057" y="1235990"/>
              <a:ext cx="456855" cy="549027"/>
            </a:xfrm>
            <a:custGeom>
              <a:avLst/>
              <a:gdLst/>
              <a:ahLst/>
              <a:cxnLst/>
              <a:rect l="l" t="t" r="r" b="b"/>
              <a:pathLst>
                <a:path w="212244" h="255065" extrusionOk="0">
                  <a:moveTo>
                    <a:pt x="0" y="173810"/>
                  </a:moveTo>
                  <a:lnTo>
                    <a:pt x="193957" y="0"/>
                  </a:lnTo>
                  <a:lnTo>
                    <a:pt x="212244" y="17619"/>
                  </a:lnTo>
                  <a:lnTo>
                    <a:pt x="21038" y="25506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3" name="Google Shape;283;p7"/>
            <p:cNvSpPr/>
            <p:nvPr/>
          </p:nvSpPr>
          <p:spPr>
            <a:xfrm>
              <a:off x="8964863" y="645858"/>
              <a:ext cx="644599" cy="936659"/>
            </a:xfrm>
            <a:custGeom>
              <a:avLst/>
              <a:gdLst/>
              <a:ahLst/>
              <a:cxnLst/>
              <a:rect l="l" t="t" r="r" b="b"/>
              <a:pathLst>
                <a:path w="347025" h="504258" extrusionOk="0">
                  <a:moveTo>
                    <a:pt x="0" y="318181"/>
                  </a:moveTo>
                  <a:lnTo>
                    <a:pt x="322121" y="0"/>
                  </a:lnTo>
                  <a:lnTo>
                    <a:pt x="347025" y="7657"/>
                  </a:lnTo>
                  <a:lnTo>
                    <a:pt x="45646" y="50425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4" name="Google Shape;284;p7"/>
            <p:cNvSpPr/>
            <p:nvPr/>
          </p:nvSpPr>
          <p:spPr>
            <a:xfrm>
              <a:off x="9310171" y="2490956"/>
              <a:ext cx="353783" cy="370907"/>
            </a:xfrm>
            <a:custGeom>
              <a:avLst/>
              <a:gdLst/>
              <a:ahLst/>
              <a:cxnLst/>
              <a:rect l="l" t="t" r="r" b="b"/>
              <a:pathLst>
                <a:path w="190462" h="199681" extrusionOk="0">
                  <a:moveTo>
                    <a:pt x="0" y="105342"/>
                  </a:moveTo>
                  <a:lnTo>
                    <a:pt x="146081" y="0"/>
                  </a:lnTo>
                  <a:lnTo>
                    <a:pt x="190463" y="50329"/>
                  </a:lnTo>
                  <a:lnTo>
                    <a:pt x="28176" y="1996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5" name="Google Shape;285;p7"/>
            <p:cNvSpPr/>
            <p:nvPr/>
          </p:nvSpPr>
          <p:spPr>
            <a:xfrm>
              <a:off x="45643" y="-28350"/>
              <a:ext cx="419929" cy="5127391"/>
            </a:xfrm>
            <a:custGeom>
              <a:avLst/>
              <a:gdLst/>
              <a:ahLst/>
              <a:cxnLst/>
              <a:rect l="l" t="t" r="r" b="b"/>
              <a:pathLst>
                <a:path w="226072" h="2760372" extrusionOk="0">
                  <a:moveTo>
                    <a:pt x="226073" y="2760373"/>
                  </a:moveTo>
                  <a:lnTo>
                    <a:pt x="0" y="2712497"/>
                  </a:lnTo>
                  <a:lnTo>
                    <a:pt x="15612" y="1909015"/>
                  </a:lnTo>
                  <a:lnTo>
                    <a:pt x="19924" y="1790514"/>
                  </a:lnTo>
                  <a:lnTo>
                    <a:pt x="43416" y="1142405"/>
                  </a:lnTo>
                  <a:lnTo>
                    <a:pt x="47653" y="1023979"/>
                  </a:lnTo>
                  <a:lnTo>
                    <a:pt x="61852" y="633018"/>
                  </a:lnTo>
                  <a:lnTo>
                    <a:pt x="64975" y="546707"/>
                  </a:lnTo>
                  <a:lnTo>
                    <a:pt x="71814" y="357657"/>
                  </a:lnTo>
                  <a:lnTo>
                    <a:pt x="73152" y="320561"/>
                  </a:lnTo>
                  <a:lnTo>
                    <a:pt x="84749" y="0"/>
                  </a:lnTo>
                  <a:lnTo>
                    <a:pt x="126827" y="0"/>
                  </a:lnTo>
                  <a:lnTo>
                    <a:pt x="139762" y="311788"/>
                  </a:lnTo>
                  <a:lnTo>
                    <a:pt x="142810" y="384866"/>
                  </a:lnTo>
                  <a:lnTo>
                    <a:pt x="148906" y="532136"/>
                  </a:lnTo>
                  <a:lnTo>
                    <a:pt x="152920" y="627665"/>
                  </a:lnTo>
                  <a:lnTo>
                    <a:pt x="169350" y="1023979"/>
                  </a:lnTo>
                  <a:lnTo>
                    <a:pt x="173959" y="1133559"/>
                  </a:lnTo>
                  <a:lnTo>
                    <a:pt x="200276" y="1768063"/>
                  </a:lnTo>
                  <a:lnTo>
                    <a:pt x="206149" y="1909015"/>
                  </a:lnTo>
                  <a:lnTo>
                    <a:pt x="226073" y="27603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6" name="Google Shape;286;p7"/>
            <p:cNvSpPr/>
            <p:nvPr/>
          </p:nvSpPr>
          <p:spPr>
            <a:xfrm>
              <a:off x="160607" y="960731"/>
              <a:ext cx="169159" cy="187386"/>
            </a:xfrm>
            <a:custGeom>
              <a:avLst/>
              <a:gdLst/>
              <a:ahLst/>
              <a:cxnLst/>
              <a:rect l="l" t="t" r="r" b="b"/>
              <a:pathLst>
                <a:path w="91068" h="100881" extrusionOk="0">
                  <a:moveTo>
                    <a:pt x="91068" y="95529"/>
                  </a:moveTo>
                  <a:lnTo>
                    <a:pt x="0" y="100881"/>
                  </a:lnTo>
                  <a:lnTo>
                    <a:pt x="3123" y="14571"/>
                  </a:lnTo>
                  <a:lnTo>
                    <a:pt x="87054" y="0"/>
                  </a:lnTo>
                  <a:lnTo>
                    <a:pt x="91068" y="9552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7" name="Google Shape;287;p7"/>
            <p:cNvSpPr/>
            <p:nvPr/>
          </p:nvSpPr>
          <p:spPr>
            <a:xfrm>
              <a:off x="179124" y="551170"/>
              <a:ext cx="131875" cy="135741"/>
            </a:xfrm>
            <a:custGeom>
              <a:avLst/>
              <a:gdLst/>
              <a:ahLst/>
              <a:cxnLst/>
              <a:rect l="l" t="t" r="r" b="b"/>
              <a:pathLst>
                <a:path w="70996" h="73077" extrusionOk="0">
                  <a:moveTo>
                    <a:pt x="70996" y="73078"/>
                  </a:moveTo>
                  <a:lnTo>
                    <a:pt x="0" y="45869"/>
                  </a:lnTo>
                  <a:lnTo>
                    <a:pt x="1338" y="8772"/>
                  </a:lnTo>
                  <a:lnTo>
                    <a:pt x="67948" y="0"/>
                  </a:lnTo>
                  <a:lnTo>
                    <a:pt x="70996" y="730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8" name="Google Shape;288;p7"/>
            <p:cNvSpPr/>
            <p:nvPr/>
          </p:nvSpPr>
          <p:spPr>
            <a:xfrm>
              <a:off x="126339" y="1874920"/>
              <a:ext cx="242484" cy="219974"/>
            </a:xfrm>
            <a:custGeom>
              <a:avLst/>
              <a:gdLst/>
              <a:ahLst/>
              <a:cxnLst/>
              <a:rect l="l" t="t" r="r" b="b"/>
              <a:pathLst>
                <a:path w="130543" h="118425" extrusionOk="0">
                  <a:moveTo>
                    <a:pt x="130544" y="109579"/>
                  </a:moveTo>
                  <a:lnTo>
                    <a:pt x="0" y="118426"/>
                  </a:lnTo>
                  <a:lnTo>
                    <a:pt x="4238" y="0"/>
                  </a:lnTo>
                  <a:lnTo>
                    <a:pt x="125934" y="0"/>
                  </a:lnTo>
                  <a:lnTo>
                    <a:pt x="130544" y="1095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89" name="Google Shape;289;p7"/>
            <p:cNvSpPr/>
            <p:nvPr/>
          </p:nvSpPr>
          <p:spPr>
            <a:xfrm>
              <a:off x="74661" y="3257949"/>
              <a:ext cx="353921" cy="261816"/>
            </a:xfrm>
            <a:custGeom>
              <a:avLst/>
              <a:gdLst/>
              <a:ahLst/>
              <a:cxnLst/>
              <a:rect l="l" t="t" r="r" b="b"/>
              <a:pathLst>
                <a:path w="190536" h="140951" extrusionOk="0">
                  <a:moveTo>
                    <a:pt x="190537" y="140952"/>
                  </a:moveTo>
                  <a:lnTo>
                    <a:pt x="0" y="140952"/>
                  </a:lnTo>
                  <a:lnTo>
                    <a:pt x="4312" y="22451"/>
                  </a:lnTo>
                  <a:lnTo>
                    <a:pt x="184664" y="0"/>
                  </a:lnTo>
                  <a:lnTo>
                    <a:pt x="190537" y="1409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0" name="Google Shape;290;p7"/>
            <p:cNvSpPr/>
            <p:nvPr/>
          </p:nvSpPr>
          <p:spPr>
            <a:xfrm>
              <a:off x="255674" y="1283794"/>
              <a:ext cx="256432" cy="411642"/>
            </a:xfrm>
            <a:custGeom>
              <a:avLst/>
              <a:gdLst/>
              <a:ahLst/>
              <a:cxnLst/>
              <a:rect l="l" t="t" r="r" b="b"/>
              <a:pathLst>
                <a:path w="138052" h="221611" extrusionOk="0">
                  <a:moveTo>
                    <a:pt x="0" y="153218"/>
                  </a:moveTo>
                  <a:lnTo>
                    <a:pt x="113074" y="0"/>
                  </a:lnTo>
                  <a:lnTo>
                    <a:pt x="138052" y="0"/>
                  </a:lnTo>
                  <a:lnTo>
                    <a:pt x="29811" y="22161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1" name="Google Shape;291;p7"/>
            <p:cNvSpPr/>
            <p:nvPr/>
          </p:nvSpPr>
          <p:spPr>
            <a:xfrm>
              <a:off x="255674" y="-28341"/>
              <a:ext cx="503748" cy="394106"/>
            </a:xfrm>
            <a:custGeom>
              <a:avLst/>
              <a:gdLst/>
              <a:ahLst/>
              <a:cxnLst/>
              <a:rect l="l" t="t" r="r" b="b"/>
              <a:pathLst>
                <a:path w="271197" h="212170" extrusionOk="0">
                  <a:moveTo>
                    <a:pt x="0" y="172175"/>
                  </a:moveTo>
                  <a:lnTo>
                    <a:pt x="217003" y="0"/>
                  </a:lnTo>
                  <a:lnTo>
                    <a:pt x="271198" y="0"/>
                  </a:lnTo>
                  <a:lnTo>
                    <a:pt x="25351" y="21217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2" name="Google Shape;292;p7"/>
            <p:cNvSpPr/>
            <p:nvPr/>
          </p:nvSpPr>
          <p:spPr>
            <a:xfrm>
              <a:off x="-431998" y="4860289"/>
              <a:ext cx="3298874" cy="1113750"/>
            </a:xfrm>
            <a:custGeom>
              <a:avLst/>
              <a:gdLst/>
              <a:ahLst/>
              <a:cxnLst/>
              <a:rect l="l" t="t" r="r" b="b"/>
              <a:pathLst>
                <a:path w="1775975" h="599596" extrusionOk="0">
                  <a:moveTo>
                    <a:pt x="104152" y="101013"/>
                  </a:moveTo>
                  <a:cubicBezTo>
                    <a:pt x="104152" y="101013"/>
                    <a:pt x="1089028" y="-219770"/>
                    <a:pt x="1678259" y="281960"/>
                  </a:cubicBezTo>
                  <a:cubicBezTo>
                    <a:pt x="2267415" y="783616"/>
                    <a:pt x="0" y="540892"/>
                    <a:pt x="0" y="540892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93" name="Google Shape;293;p7"/>
            <p:cNvSpPr/>
            <p:nvPr/>
          </p:nvSpPr>
          <p:spPr>
            <a:xfrm flipH="1">
              <a:off x="-173924" y="-41546"/>
              <a:ext cx="2998715" cy="420512"/>
            </a:xfrm>
            <a:custGeom>
              <a:avLst/>
              <a:gdLst/>
              <a:ahLst/>
              <a:cxnLst/>
              <a:rect l="l" t="t" r="r" b="b"/>
              <a:pathLst>
                <a:path w="2998715" h="420512" extrusionOk="0">
                  <a:moveTo>
                    <a:pt x="0" y="0"/>
                  </a:moveTo>
                  <a:cubicBezTo>
                    <a:pt x="0" y="0"/>
                    <a:pt x="97387" y="223024"/>
                    <a:pt x="422111" y="134038"/>
                  </a:cubicBezTo>
                  <a:cubicBezTo>
                    <a:pt x="628186" y="356542"/>
                    <a:pt x="1035800" y="284133"/>
                    <a:pt x="1162032" y="142067"/>
                  </a:cubicBezTo>
                  <a:cubicBezTo>
                    <a:pt x="1247450" y="236778"/>
                    <a:pt x="1418807" y="284430"/>
                    <a:pt x="1539463" y="123927"/>
                  </a:cubicBezTo>
                  <a:cubicBezTo>
                    <a:pt x="1698182" y="444488"/>
                    <a:pt x="2221026" y="478536"/>
                    <a:pt x="2321610" y="301678"/>
                  </a:cubicBezTo>
                  <a:cubicBezTo>
                    <a:pt x="2557495" y="562839"/>
                    <a:pt x="3010309" y="362786"/>
                    <a:pt x="2998489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294" name="Google Shape;294;p7"/>
            <p:cNvGrpSpPr/>
            <p:nvPr/>
          </p:nvGrpSpPr>
          <p:grpSpPr>
            <a:xfrm>
              <a:off x="6082791" y="-26334"/>
              <a:ext cx="3061554" cy="471330"/>
              <a:chOff x="7915367" y="177685"/>
              <a:chExt cx="2653683" cy="408573"/>
            </a:xfrm>
          </p:grpSpPr>
          <p:sp>
            <p:nvSpPr>
              <p:cNvPr id="295" name="Google Shape;295;p7"/>
              <p:cNvSpPr/>
              <p:nvPr/>
            </p:nvSpPr>
            <p:spPr>
              <a:xfrm>
                <a:off x="7915367" y="177685"/>
                <a:ext cx="1201295" cy="408573"/>
              </a:xfrm>
              <a:custGeom>
                <a:avLst/>
                <a:gdLst/>
                <a:ahLst/>
                <a:cxnLst/>
                <a:rect l="l" t="t" r="r" b="b"/>
                <a:pathLst>
                  <a:path w="1201295" h="408573" extrusionOk="0">
                    <a:moveTo>
                      <a:pt x="355" y="0"/>
                    </a:moveTo>
                    <a:cubicBezTo>
                      <a:pt x="355" y="0"/>
                      <a:pt x="-17702" y="190859"/>
                      <a:pt x="203625" y="230619"/>
                    </a:cubicBezTo>
                    <a:cubicBezTo>
                      <a:pt x="243032" y="452299"/>
                      <a:pt x="658864" y="458063"/>
                      <a:pt x="735502" y="296729"/>
                    </a:cubicBezTo>
                    <a:cubicBezTo>
                      <a:pt x="847371" y="299729"/>
                      <a:pt x="985649" y="250911"/>
                      <a:pt x="1019174" y="184390"/>
                    </a:cubicBezTo>
                    <a:cubicBezTo>
                      <a:pt x="1099694" y="217562"/>
                      <a:pt x="1280319" y="163863"/>
                      <a:pt x="1162510" y="0"/>
                    </a:cubicBezTo>
                    <a:lnTo>
                      <a:pt x="2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6" name="Google Shape;296;p7"/>
              <p:cNvSpPr/>
              <p:nvPr/>
            </p:nvSpPr>
            <p:spPr>
              <a:xfrm>
                <a:off x="8934541" y="177685"/>
                <a:ext cx="1634509" cy="380955"/>
              </a:xfrm>
              <a:custGeom>
                <a:avLst/>
                <a:gdLst/>
                <a:ahLst/>
                <a:cxnLst/>
                <a:rect l="l" t="t" r="r" b="b"/>
                <a:pathLst>
                  <a:path w="1634509" h="380955" extrusionOk="0">
                    <a:moveTo>
                      <a:pt x="129749" y="118927"/>
                    </a:moveTo>
                    <a:cubicBezTo>
                      <a:pt x="129749" y="118927"/>
                      <a:pt x="86166" y="255969"/>
                      <a:pt x="236325" y="243088"/>
                    </a:cubicBezTo>
                    <a:cubicBezTo>
                      <a:pt x="268321" y="440535"/>
                      <a:pt x="624866" y="402069"/>
                      <a:pt x="704739" y="271673"/>
                    </a:cubicBezTo>
                    <a:cubicBezTo>
                      <a:pt x="822960" y="400599"/>
                      <a:pt x="977295" y="266556"/>
                      <a:pt x="980706" y="192212"/>
                    </a:cubicBezTo>
                    <a:cubicBezTo>
                      <a:pt x="1048580" y="375955"/>
                      <a:pt x="1375247" y="357898"/>
                      <a:pt x="1402655" y="229090"/>
                    </a:cubicBezTo>
                    <a:cubicBezTo>
                      <a:pt x="1441827" y="393600"/>
                      <a:pt x="1634510" y="380719"/>
                      <a:pt x="1634510" y="380719"/>
                    </a:cubicBezTo>
                    <a:lnTo>
                      <a:pt x="1634510" y="0"/>
                    </a:lnTo>
                    <a:lnTo>
                      <a:pt x="0" y="0"/>
                    </a:lnTo>
                    <a:lnTo>
                      <a:pt x="129691" y="1189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297" name="Google Shape;297;p7"/>
            <p:cNvGrpSpPr/>
            <p:nvPr/>
          </p:nvGrpSpPr>
          <p:grpSpPr>
            <a:xfrm>
              <a:off x="-42556" y="4472604"/>
              <a:ext cx="9561054" cy="2125231"/>
              <a:chOff x="309409" y="2851292"/>
              <a:chExt cx="5575609" cy="1239346"/>
            </a:xfrm>
          </p:grpSpPr>
          <p:sp>
            <p:nvSpPr>
              <p:cNvPr id="298" name="Google Shape;298;p7"/>
              <p:cNvSpPr/>
              <p:nvPr/>
            </p:nvSpPr>
            <p:spPr>
              <a:xfrm>
                <a:off x="309409" y="2851292"/>
                <a:ext cx="5575609" cy="1239346"/>
              </a:xfrm>
              <a:custGeom>
                <a:avLst/>
                <a:gdLst/>
                <a:ahLst/>
                <a:cxnLst/>
                <a:rect l="l" t="t" r="r" b="b"/>
                <a:pathLst>
                  <a:path w="5575609" h="1239346" extrusionOk="0">
                    <a:moveTo>
                      <a:pt x="0" y="1239346"/>
                    </a:moveTo>
                    <a:lnTo>
                      <a:pt x="0" y="107126"/>
                    </a:lnTo>
                    <a:lnTo>
                      <a:pt x="5575610" y="0"/>
                    </a:lnTo>
                    <a:lnTo>
                      <a:pt x="5575610" y="1239346"/>
                    </a:lnTo>
                    <a:lnTo>
                      <a:pt x="0" y="12393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299" name="Google Shape;299;p7"/>
              <p:cNvSpPr/>
              <p:nvPr/>
            </p:nvSpPr>
            <p:spPr>
              <a:xfrm>
                <a:off x="3540139" y="2933445"/>
                <a:ext cx="633540" cy="132167"/>
              </a:xfrm>
              <a:custGeom>
                <a:avLst/>
                <a:gdLst/>
                <a:ahLst/>
                <a:cxnLst/>
                <a:rect l="l" t="t" r="r" b="b"/>
                <a:pathLst>
                  <a:path w="633540" h="132167" extrusionOk="0">
                    <a:moveTo>
                      <a:pt x="633539" y="61772"/>
                    </a:moveTo>
                    <a:cubicBezTo>
                      <a:pt x="634060" y="98199"/>
                      <a:pt x="492662" y="129646"/>
                      <a:pt x="317662" y="132025"/>
                    </a:cubicBezTo>
                    <a:cubicBezTo>
                      <a:pt x="142737" y="134404"/>
                      <a:pt x="522" y="106823"/>
                      <a:pt x="1" y="70396"/>
                    </a:cubicBezTo>
                    <a:cubicBezTo>
                      <a:pt x="-519" y="33969"/>
                      <a:pt x="140878" y="2522"/>
                      <a:pt x="315878" y="143"/>
                    </a:cubicBezTo>
                    <a:cubicBezTo>
                      <a:pt x="490803" y="-2236"/>
                      <a:pt x="633019" y="25345"/>
                      <a:pt x="633539" y="6177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0" name="Google Shape;300;p7"/>
              <p:cNvSpPr/>
              <p:nvPr/>
            </p:nvSpPr>
            <p:spPr>
              <a:xfrm>
                <a:off x="1105754" y="3021358"/>
                <a:ext cx="614433" cy="174459"/>
              </a:xfrm>
              <a:custGeom>
                <a:avLst/>
                <a:gdLst/>
                <a:ahLst/>
                <a:cxnLst/>
                <a:rect l="l" t="t" r="r" b="b"/>
                <a:pathLst>
                  <a:path w="614433" h="174459" extrusionOk="0">
                    <a:moveTo>
                      <a:pt x="614433" y="89460"/>
                    </a:moveTo>
                    <a:cubicBezTo>
                      <a:pt x="614061" y="137633"/>
                      <a:pt x="476232" y="175622"/>
                      <a:pt x="306585" y="174432"/>
                    </a:cubicBezTo>
                    <a:cubicBezTo>
                      <a:pt x="136938" y="173243"/>
                      <a:pt x="-371" y="133173"/>
                      <a:pt x="1" y="84999"/>
                    </a:cubicBezTo>
                    <a:cubicBezTo>
                      <a:pt x="372" y="36826"/>
                      <a:pt x="138202" y="-1162"/>
                      <a:pt x="307849" y="27"/>
                    </a:cubicBezTo>
                    <a:cubicBezTo>
                      <a:pt x="477496" y="1216"/>
                      <a:pt x="614805" y="41287"/>
                      <a:pt x="614433" y="894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01" name="Google Shape;301;p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302" name="Google Shape;302;p7"/>
          <p:cNvSpPr txBox="1">
            <a:spLocks noGrp="1"/>
          </p:cNvSpPr>
          <p:nvPr>
            <p:ph type="body" idx="1"/>
          </p:nvPr>
        </p:nvSpPr>
        <p:spPr>
          <a:xfrm>
            <a:off x="1460950" y="1754975"/>
            <a:ext cx="3089700" cy="253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03" name="Google Shape;303;p7"/>
          <p:cNvSpPr>
            <a:spLocks noGrp="1"/>
          </p:cNvSpPr>
          <p:nvPr>
            <p:ph type="pic" idx="2"/>
          </p:nvPr>
        </p:nvSpPr>
        <p:spPr>
          <a:xfrm>
            <a:off x="4976975" y="1374425"/>
            <a:ext cx="3232800" cy="29130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oogle Shape;305;p8"/>
          <p:cNvGrpSpPr/>
          <p:nvPr/>
        </p:nvGrpSpPr>
        <p:grpSpPr>
          <a:xfrm>
            <a:off x="-1219421" y="-788325"/>
            <a:ext cx="11221771" cy="7624710"/>
            <a:chOff x="-1219421" y="-788325"/>
            <a:chExt cx="11221771" cy="7624710"/>
          </a:xfrm>
        </p:grpSpPr>
        <p:grpSp>
          <p:nvGrpSpPr>
            <p:cNvPr id="306" name="Google Shape;306;p8"/>
            <p:cNvGrpSpPr/>
            <p:nvPr/>
          </p:nvGrpSpPr>
          <p:grpSpPr>
            <a:xfrm flipH="1">
              <a:off x="-1219421" y="-406558"/>
              <a:ext cx="11221771" cy="7242943"/>
              <a:chOff x="5766079" y="-86020"/>
              <a:chExt cx="5466035" cy="3527980"/>
            </a:xfrm>
          </p:grpSpPr>
          <p:sp>
            <p:nvSpPr>
              <p:cNvPr id="307" name="Google Shape;307;p8"/>
              <p:cNvSpPr/>
              <p:nvPr/>
            </p:nvSpPr>
            <p:spPr>
              <a:xfrm>
                <a:off x="5798527" y="1403055"/>
                <a:ext cx="5062500" cy="2038905"/>
              </a:xfrm>
              <a:custGeom>
                <a:avLst/>
                <a:gdLst/>
                <a:ahLst/>
                <a:cxnLst/>
                <a:rect l="l" t="t" r="r" b="b"/>
                <a:pathLst>
                  <a:path w="5062500" h="2038905" extrusionOk="0">
                    <a:moveTo>
                      <a:pt x="0" y="67"/>
                    </a:moveTo>
                    <a:cubicBezTo>
                      <a:pt x="0" y="67"/>
                      <a:pt x="3267338" y="1061303"/>
                      <a:pt x="5062501" y="504427"/>
                    </a:cubicBezTo>
                    <a:cubicBezTo>
                      <a:pt x="5062501" y="1202377"/>
                      <a:pt x="5062501" y="2038905"/>
                      <a:pt x="5062501" y="2038905"/>
                    </a:cubicBezTo>
                    <a:lnTo>
                      <a:pt x="0" y="1646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8" name="Google Shape;308;p8"/>
              <p:cNvSpPr/>
              <p:nvPr/>
            </p:nvSpPr>
            <p:spPr>
              <a:xfrm>
                <a:off x="9056684" y="2393860"/>
                <a:ext cx="249885" cy="60954"/>
              </a:xfrm>
              <a:custGeom>
                <a:avLst/>
                <a:gdLst/>
                <a:ahLst/>
                <a:cxnLst/>
                <a:rect l="l" t="t" r="r" b="b"/>
                <a:pathLst>
                  <a:path w="249885" h="60954" extrusionOk="0">
                    <a:moveTo>
                      <a:pt x="0" y="28714"/>
                    </a:moveTo>
                    <a:cubicBezTo>
                      <a:pt x="0" y="28714"/>
                      <a:pt x="62843" y="-5981"/>
                      <a:pt x="146677" y="904"/>
                    </a:cubicBezTo>
                    <a:cubicBezTo>
                      <a:pt x="230445" y="7789"/>
                      <a:pt x="249885" y="52677"/>
                      <a:pt x="249885" y="52677"/>
                    </a:cubicBezTo>
                    <a:cubicBezTo>
                      <a:pt x="249885" y="52677"/>
                      <a:pt x="158693" y="82579"/>
                      <a:pt x="68" y="2871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09" name="Google Shape;309;p8"/>
              <p:cNvSpPr/>
              <p:nvPr/>
            </p:nvSpPr>
            <p:spPr>
              <a:xfrm>
                <a:off x="7529565" y="1932711"/>
                <a:ext cx="118529" cy="77978"/>
              </a:xfrm>
              <a:custGeom>
                <a:avLst/>
                <a:gdLst/>
                <a:ahLst/>
                <a:cxnLst/>
                <a:rect l="l" t="t" r="r" b="b"/>
                <a:pathLst>
                  <a:path w="118529" h="77978" extrusionOk="0">
                    <a:moveTo>
                      <a:pt x="0" y="47941"/>
                    </a:moveTo>
                    <a:cubicBezTo>
                      <a:pt x="0" y="47941"/>
                      <a:pt x="-203" y="-4304"/>
                      <a:pt x="52313" y="286"/>
                    </a:cubicBezTo>
                    <a:cubicBezTo>
                      <a:pt x="104827" y="4876"/>
                      <a:pt x="118530" y="77978"/>
                      <a:pt x="118530" y="77978"/>
                    </a:cubicBezTo>
                    <a:cubicBezTo>
                      <a:pt x="118530" y="77978"/>
                      <a:pt x="52785" y="72713"/>
                      <a:pt x="0" y="479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0" name="Google Shape;310;p8"/>
              <p:cNvSpPr/>
              <p:nvPr/>
            </p:nvSpPr>
            <p:spPr>
              <a:xfrm>
                <a:off x="7646888" y="2028007"/>
                <a:ext cx="217274" cy="120922"/>
              </a:xfrm>
              <a:custGeom>
                <a:avLst/>
                <a:gdLst/>
                <a:ahLst/>
                <a:cxnLst/>
                <a:rect l="l" t="t" r="r" b="b"/>
                <a:pathLst>
                  <a:path w="217274" h="120922" extrusionOk="0">
                    <a:moveTo>
                      <a:pt x="869" y="78330"/>
                    </a:moveTo>
                    <a:cubicBezTo>
                      <a:pt x="869" y="78330"/>
                      <a:pt x="-14926" y="-6788"/>
                      <a:pt x="88147" y="435"/>
                    </a:cubicBezTo>
                    <a:cubicBezTo>
                      <a:pt x="191219" y="7657"/>
                      <a:pt x="217274" y="120922"/>
                      <a:pt x="217274" y="120922"/>
                    </a:cubicBezTo>
                    <a:cubicBezTo>
                      <a:pt x="217274" y="120922"/>
                      <a:pt x="72419" y="106815"/>
                      <a:pt x="869" y="783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11" name="Google Shape;311;p8"/>
              <p:cNvSpPr/>
              <p:nvPr/>
            </p:nvSpPr>
            <p:spPr>
              <a:xfrm>
                <a:off x="8440072" y="2171205"/>
                <a:ext cx="2420955" cy="339997"/>
              </a:xfrm>
              <a:custGeom>
                <a:avLst/>
                <a:gdLst/>
                <a:ahLst/>
                <a:cxnLst/>
                <a:rect l="l" t="t" r="r" b="b"/>
                <a:pathLst>
                  <a:path w="2420955" h="339997" extrusionOk="0">
                    <a:moveTo>
                      <a:pt x="0" y="0"/>
                    </a:moveTo>
                    <a:lnTo>
                      <a:pt x="2420955" y="229298"/>
                    </a:lnTo>
                    <a:lnTo>
                      <a:pt x="2420955" y="3399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12" name="Google Shape;312;p8"/>
              <p:cNvGrpSpPr/>
              <p:nvPr/>
            </p:nvGrpSpPr>
            <p:grpSpPr>
              <a:xfrm>
                <a:off x="5766079" y="-86020"/>
                <a:ext cx="5466035" cy="2277406"/>
                <a:chOff x="5766079" y="-86020"/>
                <a:chExt cx="5466035" cy="2277406"/>
              </a:xfrm>
            </p:grpSpPr>
            <p:sp>
              <p:nvSpPr>
                <p:cNvPr id="313" name="Google Shape;313;p8"/>
                <p:cNvSpPr/>
                <p:nvPr/>
              </p:nvSpPr>
              <p:spPr>
                <a:xfrm>
                  <a:off x="5766079" y="99494"/>
                  <a:ext cx="1521500" cy="424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500" h="424507" extrusionOk="0">
                      <a:moveTo>
                        <a:pt x="0" y="331020"/>
                      </a:moveTo>
                      <a:cubicBezTo>
                        <a:pt x="0" y="331020"/>
                        <a:pt x="311310" y="498353"/>
                        <a:pt x="509963" y="331020"/>
                      </a:cubicBezTo>
                      <a:cubicBezTo>
                        <a:pt x="609795" y="526163"/>
                        <a:pt x="931028" y="390690"/>
                        <a:pt x="911048" y="155453"/>
                      </a:cubicBezTo>
                      <a:cubicBezTo>
                        <a:pt x="1035585" y="338580"/>
                        <a:pt x="1542240" y="277425"/>
                        <a:pt x="1520843" y="0"/>
                      </a:cubicBezTo>
                      <a:lnTo>
                        <a:pt x="87683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4" name="Google Shape;314;p8"/>
                <p:cNvSpPr/>
                <p:nvPr/>
              </p:nvSpPr>
              <p:spPr>
                <a:xfrm>
                  <a:off x="6561972" y="99562"/>
                  <a:ext cx="306247" cy="1819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247" h="1819192" extrusionOk="0">
                      <a:moveTo>
                        <a:pt x="306247" y="1819193"/>
                      </a:moveTo>
                      <a:lnTo>
                        <a:pt x="266490" y="0"/>
                      </a:lnTo>
                      <a:lnTo>
                        <a:pt x="197370" y="0"/>
                      </a:lnTo>
                      <a:lnTo>
                        <a:pt x="0" y="1751355"/>
                      </a:lnTo>
                      <a:lnTo>
                        <a:pt x="306247" y="1819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5" name="Google Shape;315;p8"/>
                <p:cNvSpPr/>
                <p:nvPr/>
              </p:nvSpPr>
              <p:spPr>
                <a:xfrm>
                  <a:off x="6160887" y="99562"/>
                  <a:ext cx="347692" cy="1730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692" h="1730497" extrusionOk="0">
                      <a:moveTo>
                        <a:pt x="0" y="1650712"/>
                      </a:moveTo>
                      <a:lnTo>
                        <a:pt x="217890" y="0"/>
                      </a:lnTo>
                      <a:lnTo>
                        <a:pt x="347692" y="0"/>
                      </a:lnTo>
                      <a:lnTo>
                        <a:pt x="197370" y="1730498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6" name="Google Shape;316;p8"/>
                <p:cNvSpPr/>
                <p:nvPr/>
              </p:nvSpPr>
              <p:spPr>
                <a:xfrm>
                  <a:off x="9810024" y="1605239"/>
                  <a:ext cx="612157" cy="565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157" h="565965" extrusionOk="0">
                      <a:moveTo>
                        <a:pt x="0" y="542003"/>
                      </a:moveTo>
                      <a:cubicBezTo>
                        <a:pt x="0" y="542003"/>
                        <a:pt x="17955" y="341056"/>
                        <a:pt x="144518" y="313516"/>
                      </a:cubicBezTo>
                      <a:cubicBezTo>
                        <a:pt x="83700" y="201803"/>
                        <a:pt x="341482" y="-135697"/>
                        <a:pt x="558563" y="59648"/>
                      </a:cubicBezTo>
                      <a:cubicBezTo>
                        <a:pt x="608378" y="376696"/>
                        <a:pt x="612157" y="565966"/>
                        <a:pt x="612157" y="565966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7" name="Google Shape;317;p8"/>
                <p:cNvSpPr/>
                <p:nvPr/>
              </p:nvSpPr>
              <p:spPr>
                <a:xfrm>
                  <a:off x="9060253" y="-86020"/>
                  <a:ext cx="1925016" cy="550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5016" h="550966" extrusionOk="0">
                      <a:moveTo>
                        <a:pt x="0" y="0"/>
                      </a:moveTo>
                      <a:cubicBezTo>
                        <a:pt x="0" y="0"/>
                        <a:pt x="21128" y="204053"/>
                        <a:pt x="272092" y="229500"/>
                      </a:cubicBezTo>
                      <a:cubicBezTo>
                        <a:pt x="302535" y="369023"/>
                        <a:pt x="407834" y="285323"/>
                        <a:pt x="407834" y="285323"/>
                      </a:cubicBezTo>
                      <a:cubicBezTo>
                        <a:pt x="407834" y="285323"/>
                        <a:pt x="693292" y="563760"/>
                        <a:pt x="948915" y="310230"/>
                      </a:cubicBezTo>
                      <a:cubicBezTo>
                        <a:pt x="990764" y="680805"/>
                        <a:pt x="1983150" y="657653"/>
                        <a:pt x="1922332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8" name="Google Shape;318;p8"/>
                <p:cNvSpPr/>
                <p:nvPr/>
              </p:nvSpPr>
              <p:spPr>
                <a:xfrm>
                  <a:off x="6393087" y="802979"/>
                  <a:ext cx="343372" cy="261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372" h="261427" extrusionOk="0">
                      <a:moveTo>
                        <a:pt x="0" y="197843"/>
                      </a:moveTo>
                      <a:lnTo>
                        <a:pt x="331830" y="0"/>
                      </a:lnTo>
                      <a:lnTo>
                        <a:pt x="343372" y="22005"/>
                      </a:lnTo>
                      <a:lnTo>
                        <a:pt x="12555" y="261428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19" name="Google Shape;319;p8"/>
                <p:cNvSpPr/>
                <p:nvPr/>
              </p:nvSpPr>
              <p:spPr>
                <a:xfrm>
                  <a:off x="6115325" y="435509"/>
                  <a:ext cx="256972" cy="214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972" h="214987" extrusionOk="0">
                      <a:moveTo>
                        <a:pt x="219375" y="214988"/>
                      </a:moveTo>
                      <a:lnTo>
                        <a:pt x="0" y="46170"/>
                      </a:lnTo>
                      <a:lnTo>
                        <a:pt x="58522" y="0"/>
                      </a:lnTo>
                      <a:lnTo>
                        <a:pt x="256972" y="13932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0" name="Google Shape;320;p8"/>
                <p:cNvSpPr/>
                <p:nvPr/>
              </p:nvSpPr>
              <p:spPr>
                <a:xfrm>
                  <a:off x="10193559" y="733117"/>
                  <a:ext cx="155250" cy="5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250" h="52380" extrusionOk="0">
                      <a:moveTo>
                        <a:pt x="155250" y="9653"/>
                      </a:moveTo>
                      <a:lnTo>
                        <a:pt x="0" y="0"/>
                      </a:lnTo>
                      <a:lnTo>
                        <a:pt x="0" y="33682"/>
                      </a:lnTo>
                      <a:lnTo>
                        <a:pt x="155250" y="5238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1" name="Google Shape;321;p8"/>
                <p:cNvSpPr/>
                <p:nvPr/>
              </p:nvSpPr>
              <p:spPr>
                <a:xfrm>
                  <a:off x="10638924" y="602099"/>
                  <a:ext cx="179414" cy="264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14" h="264194" extrusionOk="0">
                      <a:moveTo>
                        <a:pt x="179415" y="183398"/>
                      </a:moveTo>
                      <a:lnTo>
                        <a:pt x="47790" y="6818"/>
                      </a:lnTo>
                      <a:lnTo>
                        <a:pt x="0" y="0"/>
                      </a:lnTo>
                      <a:lnTo>
                        <a:pt x="179415" y="264195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2" name="Google Shape;322;p8"/>
                <p:cNvSpPr/>
                <p:nvPr/>
              </p:nvSpPr>
              <p:spPr>
                <a:xfrm>
                  <a:off x="10818339" y="1096739"/>
                  <a:ext cx="253664" cy="215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664" h="215459" extrusionOk="0">
                      <a:moveTo>
                        <a:pt x="0" y="157140"/>
                      </a:moveTo>
                      <a:cubicBezTo>
                        <a:pt x="11948" y="146678"/>
                        <a:pt x="253665" y="0"/>
                        <a:pt x="253665" y="0"/>
                      </a:cubicBezTo>
                      <a:lnTo>
                        <a:pt x="253665" y="35573"/>
                      </a:lnTo>
                      <a:lnTo>
                        <a:pt x="20925" y="21546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23" name="Google Shape;323;p8"/>
                <p:cNvSpPr/>
                <p:nvPr/>
              </p:nvSpPr>
              <p:spPr>
                <a:xfrm>
                  <a:off x="10266527" y="99562"/>
                  <a:ext cx="965587" cy="209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587" h="2091824" extrusionOk="0">
                      <a:moveTo>
                        <a:pt x="433215" y="2071643"/>
                      </a:moveTo>
                      <a:lnTo>
                        <a:pt x="554917" y="0"/>
                      </a:lnTo>
                      <a:lnTo>
                        <a:pt x="661365" y="0"/>
                      </a:lnTo>
                      <a:lnTo>
                        <a:pt x="547290" y="2055443"/>
                      </a:lnTo>
                      <a:lnTo>
                        <a:pt x="661365" y="2047680"/>
                      </a:lnTo>
                      <a:lnTo>
                        <a:pt x="836055" y="0"/>
                      </a:lnTo>
                      <a:lnTo>
                        <a:pt x="904703" y="0"/>
                      </a:lnTo>
                      <a:lnTo>
                        <a:pt x="965588" y="2091825"/>
                      </a:lnTo>
                      <a:lnTo>
                        <a:pt x="155655" y="2071643"/>
                      </a:lnTo>
                      <a:lnTo>
                        <a:pt x="155655" y="0"/>
                      </a:lnTo>
                      <a:lnTo>
                        <a:pt x="60615" y="0"/>
                      </a:lnTo>
                      <a:lnTo>
                        <a:pt x="0" y="2071643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324" name="Google Shape;324;p8"/>
            <p:cNvGrpSpPr/>
            <p:nvPr/>
          </p:nvGrpSpPr>
          <p:grpSpPr>
            <a:xfrm flipH="1">
              <a:off x="-235485" y="-788325"/>
              <a:ext cx="9818958" cy="6559694"/>
              <a:chOff x="-267143" y="-788325"/>
              <a:chExt cx="9818958" cy="6559694"/>
            </a:xfrm>
          </p:grpSpPr>
          <p:sp>
            <p:nvSpPr>
              <p:cNvPr id="325" name="Google Shape;325;p8"/>
              <p:cNvSpPr/>
              <p:nvPr/>
            </p:nvSpPr>
            <p:spPr>
              <a:xfrm>
                <a:off x="-12350" y="2470148"/>
                <a:ext cx="9188438" cy="3157882"/>
              </a:xfrm>
              <a:custGeom>
                <a:avLst/>
                <a:gdLst/>
                <a:ahLst/>
                <a:cxnLst/>
                <a:rect l="l" t="t" r="r" b="b"/>
                <a:pathLst>
                  <a:path w="5062500" h="1739880" extrusionOk="0">
                    <a:moveTo>
                      <a:pt x="0" y="0"/>
                    </a:moveTo>
                    <a:lnTo>
                      <a:pt x="5062500" y="1468868"/>
                    </a:lnTo>
                    <a:lnTo>
                      <a:pt x="5062500" y="1739880"/>
                    </a:lnTo>
                    <a:lnTo>
                      <a:pt x="0" y="12485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6" name="Google Shape;326;p8"/>
              <p:cNvSpPr/>
              <p:nvPr/>
            </p:nvSpPr>
            <p:spPr>
              <a:xfrm>
                <a:off x="8359514" y="4210319"/>
                <a:ext cx="1192301" cy="921091"/>
              </a:xfrm>
              <a:custGeom>
                <a:avLst/>
                <a:gdLst/>
                <a:ahLst/>
                <a:cxnLst/>
                <a:rect l="l" t="t" r="r" b="b"/>
                <a:pathLst>
                  <a:path w="656915" h="507488" extrusionOk="0">
                    <a:moveTo>
                      <a:pt x="63180" y="175253"/>
                    </a:moveTo>
                    <a:cubicBezTo>
                      <a:pt x="63180" y="175253"/>
                      <a:pt x="152888" y="159593"/>
                      <a:pt x="160380" y="250718"/>
                    </a:cubicBezTo>
                    <a:cubicBezTo>
                      <a:pt x="230918" y="106268"/>
                      <a:pt x="335948" y="165668"/>
                      <a:pt x="335948" y="165668"/>
                    </a:cubicBezTo>
                    <a:cubicBezTo>
                      <a:pt x="335948" y="165668"/>
                      <a:pt x="292073" y="-43042"/>
                      <a:pt x="552218" y="8055"/>
                    </a:cubicBezTo>
                    <a:cubicBezTo>
                      <a:pt x="812430" y="59153"/>
                      <a:pt x="505643" y="507488"/>
                      <a:pt x="505643" y="507488"/>
                    </a:cubicBezTo>
                    <a:lnTo>
                      <a:pt x="0" y="364861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27" name="Google Shape;327;p8"/>
              <p:cNvSpPr/>
              <p:nvPr/>
            </p:nvSpPr>
            <p:spPr>
              <a:xfrm>
                <a:off x="7771048" y="4386310"/>
                <a:ext cx="788873" cy="509471"/>
              </a:xfrm>
              <a:custGeom>
                <a:avLst/>
                <a:gdLst/>
                <a:ahLst/>
                <a:cxnLst/>
                <a:rect l="l" t="t" r="r" b="b"/>
                <a:pathLst>
                  <a:path w="434641" h="280700" extrusionOk="0">
                    <a:moveTo>
                      <a:pt x="0" y="159470"/>
                    </a:moveTo>
                    <a:cubicBezTo>
                      <a:pt x="0" y="159470"/>
                      <a:pt x="18630" y="74150"/>
                      <a:pt x="95783" y="79685"/>
                    </a:cubicBezTo>
                    <a:cubicBezTo>
                      <a:pt x="105435" y="10835"/>
                      <a:pt x="180630" y="16910"/>
                      <a:pt x="189135" y="52415"/>
                    </a:cubicBezTo>
                    <a:cubicBezTo>
                      <a:pt x="227948" y="-9819"/>
                      <a:pt x="436253" y="-42827"/>
                      <a:pt x="434633" y="107225"/>
                    </a:cubicBezTo>
                    <a:cubicBezTo>
                      <a:pt x="433013" y="257278"/>
                      <a:pt x="254070" y="280700"/>
                      <a:pt x="254070" y="280700"/>
                    </a:cubicBezTo>
                    <a:lnTo>
                      <a:pt x="0" y="15953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28" name="Google Shape;328;p8"/>
              <p:cNvGrpSpPr/>
              <p:nvPr/>
            </p:nvGrpSpPr>
            <p:grpSpPr>
              <a:xfrm>
                <a:off x="-267143" y="2874296"/>
                <a:ext cx="9440654" cy="2897072"/>
                <a:chOff x="1190104" y="5259216"/>
                <a:chExt cx="5202896" cy="1596623"/>
              </a:xfrm>
            </p:grpSpPr>
            <p:sp>
              <p:nvSpPr>
                <p:cNvPr id="329" name="Google Shape;329;p8"/>
                <p:cNvSpPr/>
                <p:nvPr/>
              </p:nvSpPr>
              <p:spPr>
                <a:xfrm>
                  <a:off x="1330500" y="5268644"/>
                  <a:ext cx="5062500" cy="1587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2500" h="1587195" extrusionOk="0">
                      <a:moveTo>
                        <a:pt x="0" y="0"/>
                      </a:moveTo>
                      <a:lnTo>
                        <a:pt x="5062500" y="1318883"/>
                      </a:lnTo>
                      <a:lnTo>
                        <a:pt x="5062500" y="1587195"/>
                      </a:lnTo>
                      <a:lnTo>
                        <a:pt x="0" y="15871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0" name="Google Shape;330;p8"/>
                <p:cNvSpPr/>
                <p:nvPr/>
              </p:nvSpPr>
              <p:spPr>
                <a:xfrm>
                  <a:off x="4372587" y="6174624"/>
                  <a:ext cx="228042" cy="75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073" h="101284" extrusionOk="0">
                      <a:moveTo>
                        <a:pt x="305019" y="63062"/>
                      </a:moveTo>
                      <a:cubicBezTo>
                        <a:pt x="302792" y="90197"/>
                        <a:pt x="232727" y="106600"/>
                        <a:pt x="148554" y="99715"/>
                      </a:cubicBezTo>
                      <a:cubicBezTo>
                        <a:pt x="64314" y="92830"/>
                        <a:pt x="-2173" y="65357"/>
                        <a:pt x="54" y="38222"/>
                      </a:cubicBezTo>
                      <a:cubicBezTo>
                        <a:pt x="2282" y="11087"/>
                        <a:pt x="72347" y="-5315"/>
                        <a:pt x="156519" y="1570"/>
                      </a:cubicBezTo>
                      <a:cubicBezTo>
                        <a:pt x="240759" y="8387"/>
                        <a:pt x="307247" y="35927"/>
                        <a:pt x="305019" y="6306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1" name="Google Shape;331;p8"/>
                <p:cNvSpPr/>
                <p:nvPr/>
              </p:nvSpPr>
              <p:spPr>
                <a:xfrm>
                  <a:off x="1542224" y="6250335"/>
                  <a:ext cx="139908" cy="4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08" h="46469" extrusionOk="0">
                      <a:moveTo>
                        <a:pt x="139885" y="28939"/>
                      </a:moveTo>
                      <a:cubicBezTo>
                        <a:pt x="138872" y="41358"/>
                        <a:pt x="106742" y="48918"/>
                        <a:pt x="68132" y="45746"/>
                      </a:cubicBezTo>
                      <a:cubicBezTo>
                        <a:pt x="29522" y="42573"/>
                        <a:pt x="-988" y="29951"/>
                        <a:pt x="24" y="17531"/>
                      </a:cubicBezTo>
                      <a:cubicBezTo>
                        <a:pt x="1037" y="5111"/>
                        <a:pt x="33167" y="-2449"/>
                        <a:pt x="71777" y="724"/>
                      </a:cubicBezTo>
                      <a:cubicBezTo>
                        <a:pt x="110387" y="3896"/>
                        <a:pt x="140897" y="16518"/>
                        <a:pt x="139885" y="28939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2" name="Google Shape;332;p8"/>
                <p:cNvSpPr/>
                <p:nvPr/>
              </p:nvSpPr>
              <p:spPr>
                <a:xfrm>
                  <a:off x="3162098" y="6181680"/>
                  <a:ext cx="88722" cy="29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2" h="29435" extrusionOk="0">
                      <a:moveTo>
                        <a:pt x="88709" y="18329"/>
                      </a:moveTo>
                      <a:cubicBezTo>
                        <a:pt x="88101" y="26227"/>
                        <a:pt x="67716" y="30952"/>
                        <a:pt x="43214" y="28994"/>
                      </a:cubicBezTo>
                      <a:cubicBezTo>
                        <a:pt x="18711" y="26969"/>
                        <a:pt x="-594" y="19004"/>
                        <a:pt x="14" y="11107"/>
                      </a:cubicBezTo>
                      <a:cubicBezTo>
                        <a:pt x="689" y="3209"/>
                        <a:pt x="21006" y="-1516"/>
                        <a:pt x="45509" y="442"/>
                      </a:cubicBezTo>
                      <a:cubicBezTo>
                        <a:pt x="70011" y="2467"/>
                        <a:pt x="89316" y="10432"/>
                        <a:pt x="88709" y="18329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3" name="Google Shape;333;p8"/>
                <p:cNvSpPr/>
                <p:nvPr/>
              </p:nvSpPr>
              <p:spPr>
                <a:xfrm>
                  <a:off x="4651996" y="6262556"/>
                  <a:ext cx="139908" cy="4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08" h="46469" extrusionOk="0">
                      <a:moveTo>
                        <a:pt x="139885" y="28938"/>
                      </a:moveTo>
                      <a:cubicBezTo>
                        <a:pt x="138872" y="41359"/>
                        <a:pt x="106742" y="48919"/>
                        <a:pt x="68132" y="45746"/>
                      </a:cubicBezTo>
                      <a:cubicBezTo>
                        <a:pt x="29522" y="42574"/>
                        <a:pt x="-988" y="29951"/>
                        <a:pt x="24" y="17531"/>
                      </a:cubicBezTo>
                      <a:cubicBezTo>
                        <a:pt x="1037" y="5111"/>
                        <a:pt x="33167" y="-2449"/>
                        <a:pt x="71777" y="723"/>
                      </a:cubicBezTo>
                      <a:cubicBezTo>
                        <a:pt x="110387" y="3896"/>
                        <a:pt x="140897" y="16519"/>
                        <a:pt x="139885" y="28938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4" name="Google Shape;334;p8"/>
                <p:cNvSpPr/>
                <p:nvPr/>
              </p:nvSpPr>
              <p:spPr>
                <a:xfrm>
                  <a:off x="1239514" y="5259216"/>
                  <a:ext cx="956204" cy="515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204" h="515902" extrusionOk="0">
                      <a:moveTo>
                        <a:pt x="0" y="368753"/>
                      </a:moveTo>
                      <a:lnTo>
                        <a:pt x="713812" y="515902"/>
                      </a:lnTo>
                      <a:lnTo>
                        <a:pt x="956205" y="404932"/>
                      </a:lnTo>
                      <a:lnTo>
                        <a:pt x="302130" y="70470"/>
                      </a:lnTo>
                      <a:lnTo>
                        <a:pt x="31792" y="0"/>
                      </a:lnTo>
                      <a:lnTo>
                        <a:pt x="0" y="368753"/>
                      </a:ln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35" name="Google Shape;335;p8"/>
                <p:cNvSpPr/>
                <p:nvPr/>
              </p:nvSpPr>
              <p:spPr>
                <a:xfrm>
                  <a:off x="1190104" y="5691621"/>
                  <a:ext cx="2633715" cy="717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3715" h="717255" extrusionOk="0">
                      <a:moveTo>
                        <a:pt x="49410" y="0"/>
                      </a:moveTo>
                      <a:lnTo>
                        <a:pt x="1387193" y="315900"/>
                      </a:lnTo>
                      <a:lnTo>
                        <a:pt x="1108283" y="328185"/>
                      </a:lnTo>
                      <a:lnTo>
                        <a:pt x="2633715" y="717255"/>
                      </a:lnTo>
                      <a:lnTo>
                        <a:pt x="0" y="362408"/>
                      </a:lnTo>
                      <a:lnTo>
                        <a:pt x="49410" y="0"/>
                      </a:ln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36" name="Google Shape;336;p8"/>
              <p:cNvSpPr/>
              <p:nvPr/>
            </p:nvSpPr>
            <p:spPr>
              <a:xfrm>
                <a:off x="8436158" y="1596202"/>
                <a:ext cx="541093" cy="404004"/>
              </a:xfrm>
              <a:custGeom>
                <a:avLst/>
                <a:gdLst/>
                <a:ahLst/>
                <a:cxnLst/>
                <a:rect l="l" t="t" r="r" b="b"/>
                <a:pathLst>
                  <a:path w="286672" h="214042" extrusionOk="0">
                    <a:moveTo>
                      <a:pt x="0" y="169155"/>
                    </a:moveTo>
                    <a:lnTo>
                      <a:pt x="286672" y="0"/>
                    </a:lnTo>
                    <a:lnTo>
                      <a:pt x="23152" y="214043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7" name="Google Shape;337;p8"/>
              <p:cNvSpPr/>
              <p:nvPr/>
            </p:nvSpPr>
            <p:spPr>
              <a:xfrm>
                <a:off x="8267517" y="222505"/>
                <a:ext cx="292396" cy="453693"/>
              </a:xfrm>
              <a:custGeom>
                <a:avLst/>
                <a:gdLst/>
                <a:ahLst/>
                <a:cxnLst/>
                <a:rect l="l" t="t" r="r" b="b"/>
                <a:pathLst>
                  <a:path w="154912" h="240367" extrusionOk="0">
                    <a:moveTo>
                      <a:pt x="16403" y="93420"/>
                    </a:moveTo>
                    <a:lnTo>
                      <a:pt x="154913" y="0"/>
                    </a:lnTo>
                    <a:lnTo>
                      <a:pt x="0" y="240367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8" name="Google Shape;338;p8"/>
              <p:cNvSpPr/>
              <p:nvPr/>
            </p:nvSpPr>
            <p:spPr>
              <a:xfrm>
                <a:off x="475677" y="1221339"/>
                <a:ext cx="569805" cy="384444"/>
              </a:xfrm>
              <a:custGeom>
                <a:avLst/>
                <a:gdLst/>
                <a:ahLst/>
                <a:cxnLst/>
                <a:rect l="l" t="t" r="r" b="b"/>
                <a:pathLst>
                  <a:path w="313942" h="211815" extrusionOk="0">
                    <a:moveTo>
                      <a:pt x="0" y="134257"/>
                    </a:moveTo>
                    <a:lnTo>
                      <a:pt x="313942" y="0"/>
                    </a:lnTo>
                    <a:lnTo>
                      <a:pt x="313942" y="29700"/>
                    </a:lnTo>
                    <a:lnTo>
                      <a:pt x="12420" y="211815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39" name="Google Shape;339;p8"/>
              <p:cNvSpPr/>
              <p:nvPr/>
            </p:nvSpPr>
            <p:spPr>
              <a:xfrm>
                <a:off x="8131232" y="-177950"/>
                <a:ext cx="635119" cy="5373229"/>
              </a:xfrm>
              <a:custGeom>
                <a:avLst/>
                <a:gdLst/>
                <a:ahLst/>
                <a:cxnLst/>
                <a:rect l="l" t="t" r="r" b="b"/>
                <a:pathLst>
                  <a:path w="336487" h="2846744" extrusionOk="0">
                    <a:moveTo>
                      <a:pt x="58185" y="2805570"/>
                    </a:moveTo>
                    <a:lnTo>
                      <a:pt x="0" y="0"/>
                    </a:lnTo>
                    <a:lnTo>
                      <a:pt x="140467" y="0"/>
                    </a:lnTo>
                    <a:lnTo>
                      <a:pt x="336487" y="2846745"/>
                    </a:lnTo>
                    <a:lnTo>
                      <a:pt x="58185" y="280557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0" name="Google Shape;340;p8"/>
              <p:cNvSpPr/>
              <p:nvPr/>
            </p:nvSpPr>
            <p:spPr>
              <a:xfrm>
                <a:off x="8301526" y="-177950"/>
                <a:ext cx="464776" cy="5373229"/>
              </a:xfrm>
              <a:custGeom>
                <a:avLst/>
                <a:gdLst/>
                <a:ahLst/>
                <a:cxnLst/>
                <a:rect l="l" t="t" r="r" b="b"/>
                <a:pathLst>
                  <a:path w="246239" h="2846744" extrusionOk="0">
                    <a:moveTo>
                      <a:pt x="0" y="0"/>
                    </a:moveTo>
                    <a:lnTo>
                      <a:pt x="58050" y="2709383"/>
                    </a:lnTo>
                    <a:lnTo>
                      <a:pt x="246240" y="2846745"/>
                    </a:lnTo>
                    <a:lnTo>
                      <a:pt x="502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1" name="Google Shape;341;p8"/>
              <p:cNvSpPr/>
              <p:nvPr/>
            </p:nvSpPr>
            <p:spPr>
              <a:xfrm>
                <a:off x="46266" y="-123969"/>
                <a:ext cx="667448" cy="3922727"/>
              </a:xfrm>
              <a:custGeom>
                <a:avLst/>
                <a:gdLst/>
                <a:ahLst/>
                <a:cxnLst/>
                <a:rect l="l" t="t" r="r" b="b"/>
                <a:pathLst>
                  <a:path w="367740" h="2161282" extrusionOk="0">
                    <a:moveTo>
                      <a:pt x="197438" y="2161283"/>
                    </a:moveTo>
                    <a:lnTo>
                      <a:pt x="367740" y="0"/>
                    </a:lnTo>
                    <a:lnTo>
                      <a:pt x="285458" y="0"/>
                    </a:lnTo>
                    <a:lnTo>
                      <a:pt x="0" y="2091758"/>
                    </a:lnTo>
                    <a:lnTo>
                      <a:pt x="197438" y="21612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2" name="Google Shape;342;p8"/>
              <p:cNvSpPr/>
              <p:nvPr/>
            </p:nvSpPr>
            <p:spPr>
              <a:xfrm>
                <a:off x="56188" y="222646"/>
                <a:ext cx="532438" cy="3449829"/>
              </a:xfrm>
              <a:custGeom>
                <a:avLst/>
                <a:gdLst/>
                <a:ahLst/>
                <a:cxnLst/>
                <a:rect l="l" t="t" r="r" b="b"/>
                <a:pathLst>
                  <a:path w="293354" h="1900732" extrusionOk="0">
                    <a:moveTo>
                      <a:pt x="129330" y="1900733"/>
                    </a:moveTo>
                    <a:lnTo>
                      <a:pt x="293355" y="0"/>
                    </a:lnTo>
                    <a:lnTo>
                      <a:pt x="248670" y="38475"/>
                    </a:lnTo>
                    <a:lnTo>
                      <a:pt x="0" y="1843830"/>
                    </a:lnTo>
                    <a:lnTo>
                      <a:pt x="129330" y="19007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3" name="Google Shape;343;p8"/>
              <p:cNvSpPr/>
              <p:nvPr/>
            </p:nvSpPr>
            <p:spPr>
              <a:xfrm>
                <a:off x="-100708" y="3374427"/>
                <a:ext cx="689324" cy="472688"/>
              </a:xfrm>
              <a:custGeom>
                <a:avLst/>
                <a:gdLst/>
                <a:ahLst/>
                <a:cxnLst/>
                <a:rect l="l" t="t" r="r" b="b"/>
                <a:pathLst>
                  <a:path w="379793" h="260434" extrusionOk="0">
                    <a:moveTo>
                      <a:pt x="378540" y="254793"/>
                    </a:moveTo>
                    <a:cubicBezTo>
                      <a:pt x="378540" y="254793"/>
                      <a:pt x="221535" y="293336"/>
                      <a:pt x="0" y="168933"/>
                    </a:cubicBezTo>
                    <a:cubicBezTo>
                      <a:pt x="0" y="168933"/>
                      <a:pt x="52583" y="15708"/>
                      <a:pt x="181575" y="1128"/>
                    </a:cubicBezTo>
                    <a:cubicBezTo>
                      <a:pt x="198112" y="-762"/>
                      <a:pt x="215932" y="-357"/>
                      <a:pt x="235035" y="2951"/>
                    </a:cubicBezTo>
                    <a:cubicBezTo>
                      <a:pt x="336015" y="20433"/>
                      <a:pt x="367403" y="107643"/>
                      <a:pt x="376447" y="174603"/>
                    </a:cubicBezTo>
                    <a:cubicBezTo>
                      <a:pt x="382455" y="219220"/>
                      <a:pt x="378540" y="254793"/>
                      <a:pt x="378540" y="25479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4" name="Google Shape;344;p8"/>
              <p:cNvSpPr/>
              <p:nvPr/>
            </p:nvSpPr>
            <p:spPr>
              <a:xfrm>
                <a:off x="-100708" y="3376597"/>
                <a:ext cx="689384" cy="470608"/>
              </a:xfrm>
              <a:custGeom>
                <a:avLst/>
                <a:gdLst/>
                <a:ahLst/>
                <a:cxnLst/>
                <a:rect l="l" t="t" r="r" b="b"/>
                <a:pathLst>
                  <a:path w="379826" h="259288" extrusionOk="0">
                    <a:moveTo>
                      <a:pt x="379822" y="226733"/>
                    </a:moveTo>
                    <a:cubicBezTo>
                      <a:pt x="379688" y="243270"/>
                      <a:pt x="378540" y="253665"/>
                      <a:pt x="378540" y="253665"/>
                    </a:cubicBezTo>
                    <a:cubicBezTo>
                      <a:pt x="378540" y="253665"/>
                      <a:pt x="221535" y="292140"/>
                      <a:pt x="0" y="167805"/>
                    </a:cubicBezTo>
                    <a:cubicBezTo>
                      <a:pt x="0" y="167805"/>
                      <a:pt x="20048" y="109350"/>
                      <a:pt x="65745" y="61223"/>
                    </a:cubicBezTo>
                    <a:cubicBezTo>
                      <a:pt x="94028" y="31455"/>
                      <a:pt x="132233" y="5603"/>
                      <a:pt x="181575" y="0"/>
                    </a:cubicBezTo>
                    <a:cubicBezTo>
                      <a:pt x="199935" y="67095"/>
                      <a:pt x="248873" y="169358"/>
                      <a:pt x="376447" y="173475"/>
                    </a:cubicBezTo>
                    <a:cubicBezTo>
                      <a:pt x="379215" y="193995"/>
                      <a:pt x="379890" y="212557"/>
                      <a:pt x="379822" y="226733"/>
                    </a:cubicBezTo>
                    <a:close/>
                  </a:path>
                </a:pathLst>
              </a:custGeom>
              <a:solidFill>
                <a:srgbClr val="1E3639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5" name="Google Shape;345;p8"/>
              <p:cNvSpPr/>
              <p:nvPr/>
            </p:nvSpPr>
            <p:spPr>
              <a:xfrm>
                <a:off x="-100708" y="3487684"/>
                <a:ext cx="689377" cy="359488"/>
              </a:xfrm>
              <a:custGeom>
                <a:avLst/>
                <a:gdLst/>
                <a:ahLst/>
                <a:cxnLst/>
                <a:rect l="l" t="t" r="r" b="b"/>
                <a:pathLst>
                  <a:path w="379822" h="198065" extrusionOk="0">
                    <a:moveTo>
                      <a:pt x="379822" y="165510"/>
                    </a:moveTo>
                    <a:cubicBezTo>
                      <a:pt x="379688" y="182048"/>
                      <a:pt x="378540" y="192443"/>
                      <a:pt x="378540" y="192443"/>
                    </a:cubicBezTo>
                    <a:cubicBezTo>
                      <a:pt x="378540" y="192443"/>
                      <a:pt x="221535" y="230918"/>
                      <a:pt x="0" y="106582"/>
                    </a:cubicBezTo>
                    <a:cubicBezTo>
                      <a:pt x="0" y="106582"/>
                      <a:pt x="20048" y="48128"/>
                      <a:pt x="65745" y="0"/>
                    </a:cubicBezTo>
                    <a:cubicBezTo>
                      <a:pt x="90923" y="68378"/>
                      <a:pt x="164903" y="159233"/>
                      <a:pt x="379822" y="165510"/>
                    </a:cubicBezTo>
                    <a:close/>
                  </a:path>
                </a:pathLst>
              </a:custGeom>
              <a:solidFill>
                <a:srgbClr val="1E3639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6" name="Google Shape;346;p8"/>
              <p:cNvSpPr/>
              <p:nvPr/>
            </p:nvSpPr>
            <p:spPr>
              <a:xfrm>
                <a:off x="475677" y="-123969"/>
                <a:ext cx="978138" cy="4351766"/>
              </a:xfrm>
              <a:custGeom>
                <a:avLst/>
                <a:gdLst/>
                <a:ahLst/>
                <a:cxnLst/>
                <a:rect l="l" t="t" r="r" b="b"/>
                <a:pathLst>
                  <a:path w="538919" h="2397667" extrusionOk="0">
                    <a:moveTo>
                      <a:pt x="0" y="2306677"/>
                    </a:moveTo>
                    <a:lnTo>
                      <a:pt x="361868" y="0"/>
                    </a:lnTo>
                    <a:lnTo>
                      <a:pt x="538920" y="0"/>
                    </a:lnTo>
                    <a:lnTo>
                      <a:pt x="346883" y="2397668"/>
                    </a:lnTo>
                    <a:lnTo>
                      <a:pt x="0" y="230667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7" name="Google Shape;347;p8"/>
              <p:cNvSpPr/>
              <p:nvPr/>
            </p:nvSpPr>
            <p:spPr>
              <a:xfrm>
                <a:off x="475677" y="-123969"/>
                <a:ext cx="768887" cy="4248610"/>
              </a:xfrm>
              <a:custGeom>
                <a:avLst/>
                <a:gdLst/>
                <a:ahLst/>
                <a:cxnLst/>
                <a:rect l="l" t="t" r="r" b="b"/>
                <a:pathLst>
                  <a:path w="423629" h="2340832" extrusionOk="0">
                    <a:moveTo>
                      <a:pt x="0" y="2306677"/>
                    </a:moveTo>
                    <a:lnTo>
                      <a:pt x="361868" y="0"/>
                    </a:lnTo>
                    <a:lnTo>
                      <a:pt x="423630" y="0"/>
                    </a:lnTo>
                    <a:lnTo>
                      <a:pt x="130275" y="2340832"/>
                    </a:lnTo>
                    <a:lnTo>
                      <a:pt x="0" y="23066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8" name="Google Shape;348;p8"/>
              <p:cNvSpPr/>
              <p:nvPr/>
            </p:nvSpPr>
            <p:spPr>
              <a:xfrm>
                <a:off x="1304245" y="-123969"/>
                <a:ext cx="891401" cy="4289039"/>
              </a:xfrm>
              <a:custGeom>
                <a:avLst/>
                <a:gdLst/>
                <a:ahLst/>
                <a:cxnLst/>
                <a:rect l="l" t="t" r="r" b="b"/>
                <a:pathLst>
                  <a:path w="491130" h="2363107" extrusionOk="0">
                    <a:moveTo>
                      <a:pt x="0" y="2319503"/>
                    </a:moveTo>
                    <a:lnTo>
                      <a:pt x="415193" y="0"/>
                    </a:lnTo>
                    <a:lnTo>
                      <a:pt x="491130" y="0"/>
                    </a:lnTo>
                    <a:lnTo>
                      <a:pt x="191633" y="2363108"/>
                    </a:lnTo>
                    <a:lnTo>
                      <a:pt x="0" y="231950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49" name="Google Shape;349;p8"/>
              <p:cNvSpPr/>
              <p:nvPr/>
            </p:nvSpPr>
            <p:spPr>
              <a:xfrm>
                <a:off x="1244353" y="-123969"/>
                <a:ext cx="580464" cy="1210914"/>
              </a:xfrm>
              <a:custGeom>
                <a:avLst/>
                <a:gdLst/>
                <a:ahLst/>
                <a:cxnLst/>
                <a:rect l="l" t="t" r="r" b="b"/>
                <a:pathLst>
                  <a:path w="319815" h="667170" extrusionOk="0">
                    <a:moveTo>
                      <a:pt x="0" y="508613"/>
                    </a:moveTo>
                    <a:lnTo>
                      <a:pt x="250763" y="0"/>
                    </a:lnTo>
                    <a:lnTo>
                      <a:pt x="319815" y="0"/>
                    </a:lnTo>
                    <a:lnTo>
                      <a:pt x="41378" y="66717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0" name="Google Shape;350;p8"/>
              <p:cNvSpPr/>
              <p:nvPr/>
            </p:nvSpPr>
            <p:spPr>
              <a:xfrm>
                <a:off x="1896920" y="1526433"/>
                <a:ext cx="334091" cy="247475"/>
              </a:xfrm>
              <a:custGeom>
                <a:avLst/>
                <a:gdLst/>
                <a:ahLst/>
                <a:cxnLst/>
                <a:rect l="l" t="t" r="r" b="b"/>
                <a:pathLst>
                  <a:path w="184072" h="136350" extrusionOk="0">
                    <a:moveTo>
                      <a:pt x="0" y="136350"/>
                    </a:moveTo>
                    <a:lnTo>
                      <a:pt x="184072" y="0"/>
                    </a:lnTo>
                    <a:lnTo>
                      <a:pt x="0" y="7776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1" name="Google Shape;351;p8"/>
              <p:cNvSpPr/>
              <p:nvPr/>
            </p:nvSpPr>
            <p:spPr>
              <a:xfrm>
                <a:off x="1675479" y="1043010"/>
                <a:ext cx="221503" cy="356755"/>
              </a:xfrm>
              <a:custGeom>
                <a:avLst/>
                <a:gdLst/>
                <a:ahLst/>
                <a:cxnLst/>
                <a:rect l="l" t="t" r="r" b="b"/>
                <a:pathLst>
                  <a:path w="122040" h="196559" extrusionOk="0">
                    <a:moveTo>
                      <a:pt x="122040" y="116640"/>
                    </a:moveTo>
                    <a:lnTo>
                      <a:pt x="0" y="0"/>
                    </a:lnTo>
                    <a:lnTo>
                      <a:pt x="0" y="45495"/>
                    </a:lnTo>
                    <a:lnTo>
                      <a:pt x="82215" y="19656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2" name="Google Shape;352;p8"/>
              <p:cNvSpPr/>
              <p:nvPr/>
            </p:nvSpPr>
            <p:spPr>
              <a:xfrm>
                <a:off x="117427" y="875703"/>
                <a:ext cx="413479" cy="472040"/>
              </a:xfrm>
              <a:custGeom>
                <a:avLst/>
                <a:gdLst/>
                <a:ahLst/>
                <a:cxnLst/>
                <a:rect l="l" t="t" r="r" b="b"/>
                <a:pathLst>
                  <a:path w="227812" h="260077" extrusionOk="0">
                    <a:moveTo>
                      <a:pt x="227813" y="199867"/>
                    </a:moveTo>
                    <a:lnTo>
                      <a:pt x="10732" y="0"/>
                    </a:lnTo>
                    <a:lnTo>
                      <a:pt x="0" y="29835"/>
                    </a:lnTo>
                    <a:lnTo>
                      <a:pt x="216405" y="260078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3" name="Google Shape;353;p8"/>
              <p:cNvSpPr/>
              <p:nvPr/>
            </p:nvSpPr>
            <p:spPr>
              <a:xfrm>
                <a:off x="7862734" y="-177950"/>
                <a:ext cx="354187" cy="576896"/>
              </a:xfrm>
              <a:custGeom>
                <a:avLst/>
                <a:gdLst/>
                <a:ahLst/>
                <a:cxnLst/>
                <a:rect l="l" t="t" r="r" b="b"/>
                <a:pathLst>
                  <a:path w="187649" h="305640" extrusionOk="0">
                    <a:moveTo>
                      <a:pt x="187650" y="212220"/>
                    </a:moveTo>
                    <a:lnTo>
                      <a:pt x="57375" y="0"/>
                    </a:lnTo>
                    <a:lnTo>
                      <a:pt x="0" y="0"/>
                    </a:lnTo>
                    <a:lnTo>
                      <a:pt x="187650" y="30564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4" name="Google Shape;354;p8"/>
              <p:cNvSpPr/>
              <p:nvPr/>
            </p:nvSpPr>
            <p:spPr>
              <a:xfrm>
                <a:off x="7577550" y="575832"/>
                <a:ext cx="690159" cy="285900"/>
              </a:xfrm>
              <a:custGeom>
                <a:avLst/>
                <a:gdLst/>
                <a:ahLst/>
                <a:cxnLst/>
                <a:rect l="l" t="t" r="r" b="b"/>
                <a:pathLst>
                  <a:path w="365647" h="151470" extrusionOk="0">
                    <a:moveTo>
                      <a:pt x="365647" y="99023"/>
                    </a:moveTo>
                    <a:lnTo>
                      <a:pt x="15660" y="0"/>
                    </a:lnTo>
                    <a:lnTo>
                      <a:pt x="0" y="24975"/>
                    </a:lnTo>
                    <a:lnTo>
                      <a:pt x="357008" y="15147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5" name="Google Shape;355;p8"/>
              <p:cNvSpPr/>
              <p:nvPr/>
            </p:nvSpPr>
            <p:spPr>
              <a:xfrm>
                <a:off x="1304245" y="1489813"/>
                <a:ext cx="464566" cy="2634875"/>
              </a:xfrm>
              <a:custGeom>
                <a:avLst/>
                <a:gdLst/>
                <a:ahLst/>
                <a:cxnLst/>
                <a:rect l="l" t="t" r="r" b="b"/>
                <a:pathLst>
                  <a:path w="255959" h="1451722" extrusionOk="0">
                    <a:moveTo>
                      <a:pt x="255960" y="0"/>
                    </a:moveTo>
                    <a:lnTo>
                      <a:pt x="0" y="1430123"/>
                    </a:lnTo>
                    <a:lnTo>
                      <a:pt x="126900" y="1451723"/>
                    </a:lnTo>
                    <a:lnTo>
                      <a:pt x="25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356" name="Google Shape;356;p8"/>
              <p:cNvSpPr/>
              <p:nvPr/>
            </p:nvSpPr>
            <p:spPr>
              <a:xfrm>
                <a:off x="1145514" y="2051255"/>
                <a:ext cx="604475" cy="357368"/>
              </a:xfrm>
              <a:custGeom>
                <a:avLst/>
                <a:gdLst/>
                <a:ahLst/>
                <a:cxnLst/>
                <a:rect l="l" t="t" r="r" b="b"/>
                <a:pathLst>
                  <a:path w="333044" h="196897" extrusionOk="0">
                    <a:moveTo>
                      <a:pt x="0" y="120150"/>
                    </a:moveTo>
                    <a:lnTo>
                      <a:pt x="333045" y="0"/>
                    </a:lnTo>
                    <a:lnTo>
                      <a:pt x="333045" y="40567"/>
                    </a:lnTo>
                    <a:lnTo>
                      <a:pt x="25650" y="196897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357" name="Google Shape;357;p8"/>
              <p:cNvGrpSpPr/>
              <p:nvPr/>
            </p:nvGrpSpPr>
            <p:grpSpPr>
              <a:xfrm>
                <a:off x="864424" y="3568266"/>
                <a:ext cx="7212862" cy="1379438"/>
                <a:chOff x="2499262" y="5515689"/>
                <a:chExt cx="3975124" cy="760230"/>
              </a:xfrm>
            </p:grpSpPr>
            <p:sp>
              <p:nvSpPr>
                <p:cNvPr id="358" name="Google Shape;358;p8"/>
                <p:cNvSpPr/>
                <p:nvPr/>
              </p:nvSpPr>
              <p:spPr>
                <a:xfrm>
                  <a:off x="6021644" y="5957676"/>
                  <a:ext cx="452741" cy="318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891" h="414649" extrusionOk="0">
                      <a:moveTo>
                        <a:pt x="588667" y="408540"/>
                      </a:moveTo>
                      <a:cubicBezTo>
                        <a:pt x="588667" y="408540"/>
                        <a:pt x="325688" y="439590"/>
                        <a:pt x="0" y="361695"/>
                      </a:cubicBezTo>
                      <a:cubicBezTo>
                        <a:pt x="0" y="361695"/>
                        <a:pt x="4995" y="333885"/>
                        <a:pt x="18360" y="293722"/>
                      </a:cubicBezTo>
                      <a:cubicBezTo>
                        <a:pt x="52583" y="191257"/>
                        <a:pt x="141548" y="8400"/>
                        <a:pt x="342292" y="232"/>
                      </a:cubicBezTo>
                      <a:cubicBezTo>
                        <a:pt x="450495" y="-4222"/>
                        <a:pt x="511852" y="55920"/>
                        <a:pt x="546345" y="131317"/>
                      </a:cubicBezTo>
                      <a:cubicBezTo>
                        <a:pt x="601155" y="250792"/>
                        <a:pt x="588667" y="408540"/>
                        <a:pt x="588667" y="40854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59" name="Google Shape;359;p8"/>
                <p:cNvSpPr/>
                <p:nvPr/>
              </p:nvSpPr>
              <p:spPr>
                <a:xfrm>
                  <a:off x="6021644" y="6058366"/>
                  <a:ext cx="452741" cy="217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891" h="283332" extrusionOk="0">
                      <a:moveTo>
                        <a:pt x="588667" y="277223"/>
                      </a:moveTo>
                      <a:cubicBezTo>
                        <a:pt x="588667" y="277223"/>
                        <a:pt x="325688" y="308273"/>
                        <a:pt x="0" y="230378"/>
                      </a:cubicBezTo>
                      <a:cubicBezTo>
                        <a:pt x="0" y="230378"/>
                        <a:pt x="4995" y="202568"/>
                        <a:pt x="18360" y="162405"/>
                      </a:cubicBezTo>
                      <a:cubicBezTo>
                        <a:pt x="156735" y="176783"/>
                        <a:pt x="441180" y="181643"/>
                        <a:pt x="546345" y="0"/>
                      </a:cubicBezTo>
                      <a:cubicBezTo>
                        <a:pt x="601155" y="119475"/>
                        <a:pt x="588667" y="277223"/>
                        <a:pt x="588667" y="27722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0" name="Google Shape;360;p8"/>
                <p:cNvSpPr/>
                <p:nvPr/>
              </p:nvSpPr>
              <p:spPr>
                <a:xfrm>
                  <a:off x="6159162" y="6006247"/>
                  <a:ext cx="106203" cy="9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75" h="126899" extrusionOk="0">
                      <a:moveTo>
                        <a:pt x="138375" y="63450"/>
                      </a:moveTo>
                      <a:cubicBezTo>
                        <a:pt x="138375" y="98492"/>
                        <a:pt x="107399" y="126900"/>
                        <a:pt x="69188" y="126900"/>
                      </a:cubicBezTo>
                      <a:cubicBezTo>
                        <a:pt x="30977" y="126900"/>
                        <a:pt x="0" y="98493"/>
                        <a:pt x="0" y="63450"/>
                      </a:cubicBezTo>
                      <a:cubicBezTo>
                        <a:pt x="0" y="28408"/>
                        <a:pt x="30977" y="0"/>
                        <a:pt x="69188" y="0"/>
                      </a:cubicBezTo>
                      <a:cubicBezTo>
                        <a:pt x="107399" y="0"/>
                        <a:pt x="138375" y="28407"/>
                        <a:pt x="138375" y="63450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1" name="Google Shape;361;p8"/>
                <p:cNvSpPr/>
                <p:nvPr/>
              </p:nvSpPr>
              <p:spPr>
                <a:xfrm>
                  <a:off x="6291763" y="6022447"/>
                  <a:ext cx="35954" cy="35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45" h="46845" extrusionOk="0">
                      <a:moveTo>
                        <a:pt x="46845" y="23423"/>
                      </a:moveTo>
                      <a:cubicBezTo>
                        <a:pt x="46845" y="36383"/>
                        <a:pt x="36382" y="46845"/>
                        <a:pt x="23422" y="46845"/>
                      </a:cubicBezTo>
                      <a:cubicBezTo>
                        <a:pt x="10462" y="46845"/>
                        <a:pt x="0" y="36383"/>
                        <a:pt x="0" y="23423"/>
                      </a:cubicBezTo>
                      <a:cubicBezTo>
                        <a:pt x="0" y="10463"/>
                        <a:pt x="10462" y="0"/>
                        <a:pt x="23422" y="0"/>
                      </a:cubicBezTo>
                      <a:cubicBezTo>
                        <a:pt x="36382" y="0"/>
                        <a:pt x="46845" y="10463"/>
                        <a:pt x="46845" y="2342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2" name="Google Shape;362;p8"/>
                <p:cNvSpPr/>
                <p:nvPr/>
              </p:nvSpPr>
              <p:spPr>
                <a:xfrm>
                  <a:off x="2499262" y="5515689"/>
                  <a:ext cx="678315" cy="502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315" h="502677" extrusionOk="0">
                      <a:moveTo>
                        <a:pt x="678240" y="502677"/>
                      </a:moveTo>
                      <a:cubicBezTo>
                        <a:pt x="678240" y="502677"/>
                        <a:pt x="365783" y="467172"/>
                        <a:pt x="0" y="395623"/>
                      </a:cubicBezTo>
                      <a:cubicBezTo>
                        <a:pt x="0" y="395623"/>
                        <a:pt x="11273" y="226940"/>
                        <a:pt x="98077" y="109895"/>
                      </a:cubicBezTo>
                      <a:cubicBezTo>
                        <a:pt x="151740" y="37603"/>
                        <a:pt x="234158" y="-14980"/>
                        <a:pt x="360585" y="3853"/>
                      </a:cubicBezTo>
                      <a:cubicBezTo>
                        <a:pt x="586913" y="37603"/>
                        <a:pt x="652253" y="258260"/>
                        <a:pt x="670883" y="394543"/>
                      </a:cubicBezTo>
                      <a:cubicBezTo>
                        <a:pt x="679590" y="457655"/>
                        <a:pt x="678240" y="502677"/>
                        <a:pt x="678240" y="5026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3" name="Google Shape;363;p8"/>
                <p:cNvSpPr/>
                <p:nvPr/>
              </p:nvSpPr>
              <p:spPr>
                <a:xfrm>
                  <a:off x="2499262" y="5625584"/>
                  <a:ext cx="678315" cy="392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315" h="392782" extrusionOk="0">
                      <a:moveTo>
                        <a:pt x="678240" y="392783"/>
                      </a:moveTo>
                      <a:cubicBezTo>
                        <a:pt x="678240" y="392783"/>
                        <a:pt x="365783" y="357277"/>
                        <a:pt x="0" y="285728"/>
                      </a:cubicBezTo>
                      <a:cubicBezTo>
                        <a:pt x="0" y="285728"/>
                        <a:pt x="11273" y="117045"/>
                        <a:pt x="98077" y="0"/>
                      </a:cubicBezTo>
                      <a:cubicBezTo>
                        <a:pt x="168143" y="77490"/>
                        <a:pt x="364365" y="260618"/>
                        <a:pt x="670883" y="284648"/>
                      </a:cubicBezTo>
                      <a:cubicBezTo>
                        <a:pt x="679590" y="347760"/>
                        <a:pt x="678240" y="392783"/>
                        <a:pt x="678240" y="39278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4" name="Google Shape;364;p8"/>
                <p:cNvSpPr/>
                <p:nvPr/>
              </p:nvSpPr>
              <p:spPr>
                <a:xfrm>
                  <a:off x="2726940" y="5625585"/>
                  <a:ext cx="59264" cy="59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64" h="59264" extrusionOk="0">
                      <a:moveTo>
                        <a:pt x="59265" y="29632"/>
                      </a:moveTo>
                      <a:cubicBezTo>
                        <a:pt x="59265" y="45998"/>
                        <a:pt x="45998" y="59265"/>
                        <a:pt x="29633" y="59265"/>
                      </a:cubicBezTo>
                      <a:cubicBezTo>
                        <a:pt x="13267" y="59265"/>
                        <a:pt x="0" y="45998"/>
                        <a:pt x="0" y="29632"/>
                      </a:cubicBezTo>
                      <a:cubicBezTo>
                        <a:pt x="0" y="13267"/>
                        <a:pt x="13267" y="0"/>
                        <a:pt x="29633" y="0"/>
                      </a:cubicBezTo>
                      <a:cubicBezTo>
                        <a:pt x="45998" y="0"/>
                        <a:pt x="59265" y="13267"/>
                        <a:pt x="59265" y="2963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5" name="Google Shape;365;p8"/>
                <p:cNvSpPr/>
                <p:nvPr/>
              </p:nvSpPr>
              <p:spPr>
                <a:xfrm rot="-2700000">
                  <a:off x="2823868" y="5716928"/>
                  <a:ext cx="209501" cy="20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385" h="209385" extrusionOk="0">
                      <a:moveTo>
                        <a:pt x="209385" y="104692"/>
                      </a:moveTo>
                      <a:cubicBezTo>
                        <a:pt x="209385" y="162512"/>
                        <a:pt x="162513" y="209385"/>
                        <a:pt x="104693" y="209385"/>
                      </a:cubicBezTo>
                      <a:cubicBezTo>
                        <a:pt x="46872" y="209385"/>
                        <a:pt x="0" y="162512"/>
                        <a:pt x="0" y="104692"/>
                      </a:cubicBezTo>
                      <a:cubicBezTo>
                        <a:pt x="0" y="46872"/>
                        <a:pt x="46872" y="0"/>
                        <a:pt x="104693" y="0"/>
                      </a:cubicBezTo>
                      <a:cubicBezTo>
                        <a:pt x="162513" y="0"/>
                        <a:pt x="209385" y="46872"/>
                        <a:pt x="209385" y="10469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6" name="Google Shape;366;p8"/>
                <p:cNvSpPr/>
                <p:nvPr/>
              </p:nvSpPr>
              <p:spPr>
                <a:xfrm>
                  <a:off x="3294210" y="5892450"/>
                  <a:ext cx="170572" cy="66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72" h="66247" extrusionOk="0">
                      <a:moveTo>
                        <a:pt x="0" y="33914"/>
                      </a:moveTo>
                      <a:lnTo>
                        <a:pt x="170572" y="66247"/>
                      </a:lnTo>
                      <a:cubicBezTo>
                        <a:pt x="170572" y="66247"/>
                        <a:pt x="116707" y="-58088"/>
                        <a:pt x="0" y="339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7" name="Google Shape;367;p8"/>
                <p:cNvSpPr/>
                <p:nvPr/>
              </p:nvSpPr>
              <p:spPr>
                <a:xfrm>
                  <a:off x="3294210" y="6025237"/>
                  <a:ext cx="238747" cy="110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47" h="110039" extrusionOk="0">
                      <a:moveTo>
                        <a:pt x="0" y="59010"/>
                      </a:moveTo>
                      <a:lnTo>
                        <a:pt x="238747" y="110040"/>
                      </a:lnTo>
                      <a:cubicBezTo>
                        <a:pt x="238747" y="110040"/>
                        <a:pt x="149310" y="-98873"/>
                        <a:pt x="0" y="5901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368" name="Google Shape;368;p8"/>
                <p:cNvSpPr/>
                <p:nvPr/>
              </p:nvSpPr>
              <p:spPr>
                <a:xfrm>
                  <a:off x="4515352" y="6119605"/>
                  <a:ext cx="121432" cy="43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432" h="43709" extrusionOk="0">
                      <a:moveTo>
                        <a:pt x="121433" y="43710"/>
                      </a:moveTo>
                      <a:lnTo>
                        <a:pt x="0" y="17182"/>
                      </a:lnTo>
                      <a:cubicBezTo>
                        <a:pt x="0" y="17182"/>
                        <a:pt x="90248" y="-35535"/>
                        <a:pt x="121433" y="4371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369" name="Google Shape;369;p8"/>
              <p:cNvSpPr/>
              <p:nvPr/>
            </p:nvSpPr>
            <p:spPr>
              <a:xfrm>
                <a:off x="-75975" y="-788325"/>
                <a:ext cx="2744239" cy="1551385"/>
              </a:xfrm>
              <a:custGeom>
                <a:avLst/>
                <a:gdLst/>
                <a:ahLst/>
                <a:cxnLst/>
                <a:rect l="l" t="t" r="r" b="b"/>
                <a:pathLst>
                  <a:path w="1581694" h="894170" extrusionOk="0">
                    <a:moveTo>
                      <a:pt x="1301726" y="0"/>
                    </a:moveTo>
                    <a:cubicBezTo>
                      <a:pt x="1301726" y="0"/>
                      <a:pt x="1441827" y="120456"/>
                      <a:pt x="1284081" y="271673"/>
                    </a:cubicBezTo>
                    <a:cubicBezTo>
                      <a:pt x="1372835" y="370132"/>
                      <a:pt x="1256614" y="488706"/>
                      <a:pt x="1141627" y="449946"/>
                    </a:cubicBezTo>
                    <a:cubicBezTo>
                      <a:pt x="1226147" y="551993"/>
                      <a:pt x="1208502" y="584930"/>
                      <a:pt x="1208502" y="584930"/>
                    </a:cubicBezTo>
                    <a:cubicBezTo>
                      <a:pt x="1208502" y="584930"/>
                      <a:pt x="1251379" y="475766"/>
                      <a:pt x="1359014" y="534406"/>
                    </a:cubicBezTo>
                    <a:cubicBezTo>
                      <a:pt x="1402126" y="452240"/>
                      <a:pt x="1504525" y="489941"/>
                      <a:pt x="1485586" y="564991"/>
                    </a:cubicBezTo>
                    <a:cubicBezTo>
                      <a:pt x="1621394" y="534406"/>
                      <a:pt x="1621394" y="843428"/>
                      <a:pt x="1433240" y="802198"/>
                    </a:cubicBezTo>
                    <a:cubicBezTo>
                      <a:pt x="1342250" y="955591"/>
                      <a:pt x="1135158" y="905480"/>
                      <a:pt x="1128923" y="737794"/>
                    </a:cubicBezTo>
                    <a:cubicBezTo>
                      <a:pt x="1030288" y="824313"/>
                      <a:pt x="983176" y="708444"/>
                      <a:pt x="983176" y="708444"/>
                    </a:cubicBezTo>
                    <a:cubicBezTo>
                      <a:pt x="983176" y="708444"/>
                      <a:pt x="748322" y="876542"/>
                      <a:pt x="564697" y="708444"/>
                    </a:cubicBezTo>
                    <a:cubicBezTo>
                      <a:pt x="408833" y="766614"/>
                      <a:pt x="0" y="763085"/>
                      <a:pt x="0" y="763085"/>
                    </a:cubicBezTo>
                    <a:lnTo>
                      <a:pt x="0" y="0"/>
                    </a:lnTo>
                    <a:lnTo>
                      <a:pt x="13016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370" name="Google Shape;370;p8"/>
          <p:cNvSpPr txBox="1">
            <a:spLocks noGrp="1"/>
          </p:cNvSpPr>
          <p:nvPr>
            <p:ph type="title"/>
          </p:nvPr>
        </p:nvSpPr>
        <p:spPr>
          <a:xfrm>
            <a:off x="1388100" y="1307100"/>
            <a:ext cx="6367800" cy="2529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72" name="Google Shape;372;p9"/>
          <p:cNvGrpSpPr/>
          <p:nvPr/>
        </p:nvGrpSpPr>
        <p:grpSpPr>
          <a:xfrm>
            <a:off x="-621418" y="-149424"/>
            <a:ext cx="10356696" cy="6747258"/>
            <a:chOff x="-621418" y="-149424"/>
            <a:chExt cx="10356696" cy="6747258"/>
          </a:xfrm>
        </p:grpSpPr>
        <p:sp>
          <p:nvSpPr>
            <p:cNvPr id="373" name="Google Shape;373;p9"/>
            <p:cNvSpPr/>
            <p:nvPr/>
          </p:nvSpPr>
          <p:spPr>
            <a:xfrm>
              <a:off x="74642" y="4485730"/>
              <a:ext cx="1752730" cy="864005"/>
            </a:xfrm>
            <a:custGeom>
              <a:avLst/>
              <a:gdLst/>
              <a:ahLst/>
              <a:cxnLst/>
              <a:rect l="l" t="t" r="r" b="b"/>
              <a:pathLst>
                <a:path w="943596" h="465144" extrusionOk="0">
                  <a:moveTo>
                    <a:pt x="203" y="361884"/>
                  </a:moveTo>
                  <a:cubicBezTo>
                    <a:pt x="203" y="361884"/>
                    <a:pt x="-21133" y="47717"/>
                    <a:pt x="373324" y="2814"/>
                  </a:cubicBezTo>
                  <a:cubicBezTo>
                    <a:pt x="767779" y="-42088"/>
                    <a:pt x="943597" y="465144"/>
                    <a:pt x="943597" y="46514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4" name="Google Shape;374;p9"/>
            <p:cNvSpPr/>
            <p:nvPr/>
          </p:nvSpPr>
          <p:spPr>
            <a:xfrm>
              <a:off x="502217" y="-149424"/>
              <a:ext cx="464217" cy="5141601"/>
            </a:xfrm>
            <a:custGeom>
              <a:avLst/>
              <a:gdLst/>
              <a:ahLst/>
              <a:cxnLst/>
              <a:rect l="l" t="t" r="r" b="b"/>
              <a:pathLst>
                <a:path w="215664" h="2388665" extrusionOk="0">
                  <a:moveTo>
                    <a:pt x="215665" y="2388666"/>
                  </a:moveTo>
                  <a:lnTo>
                    <a:pt x="63934" y="2340790"/>
                  </a:lnTo>
                  <a:lnTo>
                    <a:pt x="50033" y="1832591"/>
                  </a:lnTo>
                  <a:lnTo>
                    <a:pt x="48248" y="1767468"/>
                  </a:lnTo>
                  <a:lnTo>
                    <a:pt x="40740" y="1490546"/>
                  </a:lnTo>
                  <a:lnTo>
                    <a:pt x="39550" y="1448990"/>
                  </a:lnTo>
                  <a:lnTo>
                    <a:pt x="35090" y="1284398"/>
                  </a:lnTo>
                  <a:lnTo>
                    <a:pt x="32710" y="1196898"/>
                  </a:lnTo>
                  <a:lnTo>
                    <a:pt x="28845" y="1057210"/>
                  </a:lnTo>
                  <a:lnTo>
                    <a:pt x="27060" y="989931"/>
                  </a:lnTo>
                  <a:lnTo>
                    <a:pt x="16579" y="607518"/>
                  </a:lnTo>
                  <a:lnTo>
                    <a:pt x="14943" y="546707"/>
                  </a:lnTo>
                  <a:lnTo>
                    <a:pt x="0" y="0"/>
                  </a:lnTo>
                  <a:lnTo>
                    <a:pt x="42078" y="0"/>
                  </a:lnTo>
                  <a:lnTo>
                    <a:pt x="81404" y="541578"/>
                  </a:lnTo>
                  <a:lnTo>
                    <a:pt x="85567" y="598003"/>
                  </a:lnTo>
                  <a:lnTo>
                    <a:pt x="113074" y="977219"/>
                  </a:lnTo>
                  <a:lnTo>
                    <a:pt x="117683" y="1040037"/>
                  </a:lnTo>
                  <a:lnTo>
                    <a:pt x="129503" y="1203142"/>
                  </a:lnTo>
                  <a:lnTo>
                    <a:pt x="134930" y="1277409"/>
                  </a:lnTo>
                  <a:lnTo>
                    <a:pt x="141472" y="1367883"/>
                  </a:lnTo>
                  <a:lnTo>
                    <a:pt x="147196" y="1446834"/>
                  </a:lnTo>
                  <a:lnTo>
                    <a:pt x="171804" y="1784939"/>
                  </a:lnTo>
                  <a:lnTo>
                    <a:pt x="176339" y="1847980"/>
                  </a:lnTo>
                  <a:lnTo>
                    <a:pt x="215665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5" name="Google Shape;375;p9"/>
            <p:cNvSpPr/>
            <p:nvPr/>
          </p:nvSpPr>
          <p:spPr>
            <a:xfrm>
              <a:off x="8368622" y="-53049"/>
              <a:ext cx="546833" cy="4436945"/>
            </a:xfrm>
            <a:custGeom>
              <a:avLst/>
              <a:gdLst/>
              <a:ahLst/>
              <a:cxnLst/>
              <a:rect l="l" t="t" r="r" b="b"/>
              <a:pathLst>
                <a:path w="294392" h="2388665" extrusionOk="0">
                  <a:moveTo>
                    <a:pt x="294392" y="2388666"/>
                  </a:moveTo>
                  <a:lnTo>
                    <a:pt x="63933" y="2340790"/>
                  </a:lnTo>
                  <a:lnTo>
                    <a:pt x="49734" y="1821366"/>
                  </a:lnTo>
                  <a:lnTo>
                    <a:pt x="45125" y="1652388"/>
                  </a:lnTo>
                  <a:lnTo>
                    <a:pt x="34271" y="1255404"/>
                  </a:lnTo>
                  <a:lnTo>
                    <a:pt x="30405" y="1113710"/>
                  </a:lnTo>
                  <a:lnTo>
                    <a:pt x="22822" y="835895"/>
                  </a:lnTo>
                  <a:lnTo>
                    <a:pt x="20964" y="767427"/>
                  </a:lnTo>
                  <a:lnTo>
                    <a:pt x="14943" y="548268"/>
                  </a:lnTo>
                  <a:lnTo>
                    <a:pt x="13084" y="477718"/>
                  </a:lnTo>
                  <a:lnTo>
                    <a:pt x="0" y="0"/>
                  </a:lnTo>
                  <a:lnTo>
                    <a:pt x="123258" y="0"/>
                  </a:lnTo>
                  <a:lnTo>
                    <a:pt x="156043" y="457200"/>
                  </a:lnTo>
                  <a:lnTo>
                    <a:pt x="161173" y="529237"/>
                  </a:lnTo>
                  <a:lnTo>
                    <a:pt x="177602" y="758357"/>
                  </a:lnTo>
                  <a:lnTo>
                    <a:pt x="181170" y="807869"/>
                  </a:lnTo>
                  <a:lnTo>
                    <a:pt x="203621" y="1121738"/>
                  </a:lnTo>
                  <a:lnTo>
                    <a:pt x="214104" y="1268117"/>
                  </a:lnTo>
                  <a:lnTo>
                    <a:pt x="241238" y="1647035"/>
                  </a:lnTo>
                  <a:lnTo>
                    <a:pt x="251795" y="1793785"/>
                  </a:lnTo>
                  <a:lnTo>
                    <a:pt x="294392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6" name="Google Shape;376;p9"/>
            <p:cNvSpPr/>
            <p:nvPr/>
          </p:nvSpPr>
          <p:spPr>
            <a:xfrm>
              <a:off x="8739909" y="-34525"/>
              <a:ext cx="961238" cy="4436945"/>
            </a:xfrm>
            <a:custGeom>
              <a:avLst/>
              <a:gdLst/>
              <a:ahLst/>
              <a:cxnLst/>
              <a:rect l="l" t="t" r="r" b="b"/>
              <a:pathLst>
                <a:path w="517490" h="2388665" extrusionOk="0">
                  <a:moveTo>
                    <a:pt x="517491" y="2388666"/>
                  </a:moveTo>
                  <a:lnTo>
                    <a:pt x="212616" y="2340790"/>
                  </a:lnTo>
                  <a:lnTo>
                    <a:pt x="161544" y="1778843"/>
                  </a:lnTo>
                  <a:lnTo>
                    <a:pt x="149352" y="1644062"/>
                  </a:lnTo>
                  <a:lnTo>
                    <a:pt x="115824" y="1275254"/>
                  </a:lnTo>
                  <a:lnTo>
                    <a:pt x="102294" y="1126273"/>
                  </a:lnTo>
                  <a:lnTo>
                    <a:pt x="92480" y="1018181"/>
                  </a:lnTo>
                  <a:lnTo>
                    <a:pt x="86013" y="946590"/>
                  </a:lnTo>
                  <a:lnTo>
                    <a:pt x="47058" y="518086"/>
                  </a:lnTo>
                  <a:lnTo>
                    <a:pt x="40441" y="445157"/>
                  </a:lnTo>
                  <a:lnTo>
                    <a:pt x="28621" y="315357"/>
                  </a:lnTo>
                  <a:lnTo>
                    <a:pt x="27729" y="305320"/>
                  </a:lnTo>
                  <a:lnTo>
                    <a:pt x="0" y="0"/>
                  </a:lnTo>
                  <a:lnTo>
                    <a:pt x="152994" y="0"/>
                  </a:lnTo>
                  <a:lnTo>
                    <a:pt x="185259" y="211650"/>
                  </a:lnTo>
                  <a:lnTo>
                    <a:pt x="195370" y="277888"/>
                  </a:lnTo>
                  <a:lnTo>
                    <a:pt x="217077" y="419806"/>
                  </a:lnTo>
                  <a:lnTo>
                    <a:pt x="228451" y="494445"/>
                  </a:lnTo>
                  <a:lnTo>
                    <a:pt x="294541" y="927559"/>
                  </a:lnTo>
                  <a:lnTo>
                    <a:pt x="306807" y="1008070"/>
                  </a:lnTo>
                  <a:lnTo>
                    <a:pt x="326434" y="1136681"/>
                  </a:lnTo>
                  <a:lnTo>
                    <a:pt x="350074" y="1291757"/>
                  </a:lnTo>
                  <a:lnTo>
                    <a:pt x="402782" y="1637074"/>
                  </a:lnTo>
                  <a:lnTo>
                    <a:pt x="419063" y="1743679"/>
                  </a:lnTo>
                  <a:lnTo>
                    <a:pt x="517491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7" name="Google Shape;377;p9"/>
            <p:cNvSpPr/>
            <p:nvPr/>
          </p:nvSpPr>
          <p:spPr>
            <a:xfrm>
              <a:off x="-621418" y="4283983"/>
              <a:ext cx="10356696" cy="2028464"/>
            </a:xfrm>
            <a:custGeom>
              <a:avLst/>
              <a:gdLst/>
              <a:ahLst/>
              <a:cxnLst/>
              <a:rect l="l" t="t" r="r" b="b"/>
              <a:pathLst>
                <a:path w="5575610" h="1092040" extrusionOk="0">
                  <a:moveTo>
                    <a:pt x="0" y="783820"/>
                  </a:moveTo>
                  <a:lnTo>
                    <a:pt x="0" y="335393"/>
                  </a:lnTo>
                  <a:cubicBezTo>
                    <a:pt x="0" y="335393"/>
                    <a:pt x="3675814" y="-105749"/>
                    <a:pt x="5575610" y="23828"/>
                  </a:cubicBezTo>
                  <a:cubicBezTo>
                    <a:pt x="5575610" y="672606"/>
                    <a:pt x="5575610" y="1092040"/>
                    <a:pt x="5575610" y="1092040"/>
                  </a:cubicBezTo>
                  <a:lnTo>
                    <a:pt x="0" y="78382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8" name="Google Shape;378;p9"/>
            <p:cNvSpPr/>
            <p:nvPr/>
          </p:nvSpPr>
          <p:spPr>
            <a:xfrm>
              <a:off x="8899779" y="1671003"/>
              <a:ext cx="410125" cy="168330"/>
            </a:xfrm>
            <a:custGeom>
              <a:avLst/>
              <a:gdLst/>
              <a:ahLst/>
              <a:cxnLst/>
              <a:rect l="l" t="t" r="r" b="b"/>
              <a:pathLst>
                <a:path w="220794" h="90622" extrusionOk="0">
                  <a:moveTo>
                    <a:pt x="220795" y="80512"/>
                  </a:moveTo>
                  <a:lnTo>
                    <a:pt x="6468" y="90622"/>
                  </a:lnTo>
                  <a:lnTo>
                    <a:pt x="0" y="19031"/>
                  </a:lnTo>
                  <a:lnTo>
                    <a:pt x="208528" y="0"/>
                  </a:lnTo>
                  <a:lnTo>
                    <a:pt x="220795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79" name="Google Shape;379;p9"/>
            <p:cNvSpPr/>
            <p:nvPr/>
          </p:nvSpPr>
          <p:spPr>
            <a:xfrm>
              <a:off x="8791448" y="340345"/>
              <a:ext cx="311391" cy="192634"/>
            </a:xfrm>
            <a:custGeom>
              <a:avLst/>
              <a:gdLst/>
              <a:ahLst/>
              <a:cxnLst/>
              <a:rect l="l" t="t" r="r" b="b"/>
              <a:pathLst>
                <a:path w="167640" h="103706" extrusionOk="0">
                  <a:moveTo>
                    <a:pt x="167640" y="66238"/>
                  </a:moveTo>
                  <a:lnTo>
                    <a:pt x="892" y="103706"/>
                  </a:lnTo>
                  <a:lnTo>
                    <a:pt x="0" y="93670"/>
                  </a:lnTo>
                  <a:lnTo>
                    <a:pt x="157530" y="0"/>
                  </a:lnTo>
                  <a:lnTo>
                    <a:pt x="167640" y="662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0" name="Google Shape;380;p9"/>
            <p:cNvSpPr/>
            <p:nvPr/>
          </p:nvSpPr>
          <p:spPr>
            <a:xfrm>
              <a:off x="8392941" y="834886"/>
              <a:ext cx="275073" cy="131045"/>
            </a:xfrm>
            <a:custGeom>
              <a:avLst/>
              <a:gdLst/>
              <a:ahLst/>
              <a:cxnLst/>
              <a:rect l="l" t="t" r="r" b="b"/>
              <a:pathLst>
                <a:path w="148088" h="70549" extrusionOk="0">
                  <a:moveTo>
                    <a:pt x="145635" y="17396"/>
                  </a:moveTo>
                  <a:lnTo>
                    <a:pt x="148089" y="51519"/>
                  </a:lnTo>
                  <a:lnTo>
                    <a:pt x="1859" y="70550"/>
                  </a:lnTo>
                  <a:lnTo>
                    <a:pt x="0" y="0"/>
                  </a:lnTo>
                  <a:lnTo>
                    <a:pt x="145635" y="1739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1" name="Google Shape;381;p9"/>
            <p:cNvSpPr/>
            <p:nvPr/>
          </p:nvSpPr>
          <p:spPr>
            <a:xfrm>
              <a:off x="8815076" y="727245"/>
              <a:ext cx="349227" cy="182553"/>
            </a:xfrm>
            <a:custGeom>
              <a:avLst/>
              <a:gdLst/>
              <a:ahLst/>
              <a:cxnLst/>
              <a:rect l="l" t="t" r="r" b="b"/>
              <a:pathLst>
                <a:path w="188009" h="98279" extrusionOk="0">
                  <a:moveTo>
                    <a:pt x="188010" y="74639"/>
                  </a:moveTo>
                  <a:lnTo>
                    <a:pt x="6616" y="98279"/>
                  </a:lnTo>
                  <a:lnTo>
                    <a:pt x="0" y="25350"/>
                  </a:lnTo>
                  <a:lnTo>
                    <a:pt x="176635" y="0"/>
                  </a:lnTo>
                  <a:lnTo>
                    <a:pt x="188010" y="746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2" name="Google Shape;382;p9"/>
            <p:cNvSpPr/>
            <p:nvPr/>
          </p:nvSpPr>
          <p:spPr>
            <a:xfrm>
              <a:off x="8427902" y="2031926"/>
              <a:ext cx="338455" cy="271897"/>
            </a:xfrm>
            <a:custGeom>
              <a:avLst/>
              <a:gdLst/>
              <a:ahLst/>
              <a:cxnLst/>
              <a:rect l="l" t="t" r="r" b="b"/>
              <a:pathLst>
                <a:path w="182210" h="146378" extrusionOk="0">
                  <a:moveTo>
                    <a:pt x="171729" y="0"/>
                  </a:moveTo>
                  <a:lnTo>
                    <a:pt x="182211" y="146378"/>
                  </a:lnTo>
                  <a:lnTo>
                    <a:pt x="2379" y="133666"/>
                  </a:lnTo>
                  <a:lnTo>
                    <a:pt x="0" y="46909"/>
                  </a:lnTo>
                  <a:lnTo>
                    <a:pt x="1717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3" name="Google Shape;383;p9"/>
            <p:cNvSpPr/>
            <p:nvPr/>
          </p:nvSpPr>
          <p:spPr>
            <a:xfrm>
              <a:off x="8930041" y="2040355"/>
              <a:ext cx="460249" cy="307387"/>
            </a:xfrm>
            <a:custGeom>
              <a:avLst/>
              <a:gdLst/>
              <a:ahLst/>
              <a:cxnLst/>
              <a:rect l="l" t="t" r="r" b="b"/>
              <a:pathLst>
                <a:path w="247779" h="165484" extrusionOk="0">
                  <a:moveTo>
                    <a:pt x="247780" y="165484"/>
                  </a:moveTo>
                  <a:lnTo>
                    <a:pt x="13530" y="148980"/>
                  </a:lnTo>
                  <a:lnTo>
                    <a:pt x="0" y="0"/>
                  </a:lnTo>
                  <a:lnTo>
                    <a:pt x="224140" y="10408"/>
                  </a:lnTo>
                  <a:lnTo>
                    <a:pt x="247780" y="165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4" name="Google Shape;384;p9"/>
            <p:cNvSpPr/>
            <p:nvPr/>
          </p:nvSpPr>
          <p:spPr>
            <a:xfrm>
              <a:off x="8452496" y="3008295"/>
              <a:ext cx="383888" cy="323818"/>
            </a:xfrm>
            <a:custGeom>
              <a:avLst/>
              <a:gdLst/>
              <a:ahLst/>
              <a:cxnLst/>
              <a:rect l="l" t="t" r="r" b="b"/>
              <a:pathLst>
                <a:path w="206669" h="174330" extrusionOk="0">
                  <a:moveTo>
                    <a:pt x="196113" y="0"/>
                  </a:moveTo>
                  <a:lnTo>
                    <a:pt x="206670" y="146750"/>
                  </a:lnTo>
                  <a:lnTo>
                    <a:pt x="4609" y="174331"/>
                  </a:lnTo>
                  <a:lnTo>
                    <a:pt x="0" y="5353"/>
                  </a:lnTo>
                  <a:lnTo>
                    <a:pt x="1961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5" name="Google Shape;385;p9"/>
            <p:cNvSpPr/>
            <p:nvPr/>
          </p:nvSpPr>
          <p:spPr>
            <a:xfrm>
              <a:off x="9017507" y="2989779"/>
              <a:ext cx="500988" cy="263336"/>
            </a:xfrm>
            <a:custGeom>
              <a:avLst/>
              <a:gdLst/>
              <a:ahLst/>
              <a:cxnLst/>
              <a:rect l="l" t="t" r="r" b="b"/>
              <a:pathLst>
                <a:path w="269711" h="141769" extrusionOk="0">
                  <a:moveTo>
                    <a:pt x="269711" y="106605"/>
                  </a:moveTo>
                  <a:lnTo>
                    <a:pt x="12192" y="141769"/>
                  </a:lnTo>
                  <a:lnTo>
                    <a:pt x="0" y="6988"/>
                  </a:lnTo>
                  <a:lnTo>
                    <a:pt x="253431" y="0"/>
                  </a:lnTo>
                  <a:lnTo>
                    <a:pt x="269711" y="1066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6" name="Google Shape;386;p9"/>
            <p:cNvSpPr/>
            <p:nvPr/>
          </p:nvSpPr>
          <p:spPr>
            <a:xfrm>
              <a:off x="8407588" y="1356510"/>
              <a:ext cx="297583" cy="144027"/>
            </a:xfrm>
            <a:custGeom>
              <a:avLst/>
              <a:gdLst/>
              <a:ahLst/>
              <a:cxnLst/>
              <a:rect l="l" t="t" r="r" b="b"/>
              <a:pathLst>
                <a:path w="160206" h="77538" extrusionOk="0">
                  <a:moveTo>
                    <a:pt x="160206" y="49511"/>
                  </a:moveTo>
                  <a:lnTo>
                    <a:pt x="1859" y="77538"/>
                  </a:lnTo>
                  <a:lnTo>
                    <a:pt x="0" y="9070"/>
                  </a:lnTo>
                  <a:lnTo>
                    <a:pt x="156638" y="0"/>
                  </a:lnTo>
                  <a:lnTo>
                    <a:pt x="160206" y="495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7" name="Google Shape;387;p9"/>
            <p:cNvSpPr/>
            <p:nvPr/>
          </p:nvSpPr>
          <p:spPr>
            <a:xfrm>
              <a:off x="572690" y="2429205"/>
              <a:ext cx="220026" cy="188344"/>
            </a:xfrm>
            <a:custGeom>
              <a:avLst/>
              <a:gdLst/>
              <a:ahLst/>
              <a:cxnLst/>
              <a:rect l="l" t="t" r="r" b="b"/>
              <a:pathLst>
                <a:path w="102219" h="87500" extrusionOk="0">
                  <a:moveTo>
                    <a:pt x="102220" y="80512"/>
                  </a:moveTo>
                  <a:lnTo>
                    <a:pt x="2379" y="87500"/>
                  </a:lnTo>
                  <a:lnTo>
                    <a:pt x="0" y="0"/>
                  </a:lnTo>
                  <a:lnTo>
                    <a:pt x="96793" y="6245"/>
                  </a:lnTo>
                  <a:lnTo>
                    <a:pt x="10222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8" name="Google Shape;388;p9"/>
            <p:cNvSpPr/>
            <p:nvPr/>
          </p:nvSpPr>
          <p:spPr>
            <a:xfrm>
              <a:off x="560518" y="1955922"/>
              <a:ext cx="195064" cy="172181"/>
            </a:xfrm>
            <a:custGeom>
              <a:avLst/>
              <a:gdLst/>
              <a:ahLst/>
              <a:cxnLst/>
              <a:rect l="l" t="t" r="r" b="b"/>
              <a:pathLst>
                <a:path w="90622" h="79991" extrusionOk="0">
                  <a:moveTo>
                    <a:pt x="90623" y="62819"/>
                  </a:moveTo>
                  <a:lnTo>
                    <a:pt x="1784" y="79991"/>
                  </a:lnTo>
                  <a:lnTo>
                    <a:pt x="0" y="12712"/>
                  </a:lnTo>
                  <a:lnTo>
                    <a:pt x="86014" y="0"/>
                  </a:lnTo>
                  <a:lnTo>
                    <a:pt x="90623" y="628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89" name="Google Shape;389;p9"/>
            <p:cNvSpPr/>
            <p:nvPr/>
          </p:nvSpPr>
          <p:spPr>
            <a:xfrm>
              <a:off x="587424" y="2797582"/>
              <a:ext cx="231708" cy="264032"/>
            </a:xfrm>
            <a:custGeom>
              <a:avLst/>
              <a:gdLst/>
              <a:ahLst/>
              <a:cxnLst/>
              <a:rect l="l" t="t" r="r" b="b"/>
              <a:pathLst>
                <a:path w="107646" h="122663" extrusionOk="0">
                  <a:moveTo>
                    <a:pt x="107646" y="78951"/>
                  </a:moveTo>
                  <a:lnTo>
                    <a:pt x="1190" y="122663"/>
                  </a:lnTo>
                  <a:lnTo>
                    <a:pt x="0" y="81107"/>
                  </a:lnTo>
                  <a:lnTo>
                    <a:pt x="101922" y="0"/>
                  </a:lnTo>
                  <a:lnTo>
                    <a:pt x="107646" y="789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0" name="Google Shape;390;p9"/>
            <p:cNvSpPr/>
            <p:nvPr/>
          </p:nvSpPr>
          <p:spPr>
            <a:xfrm>
              <a:off x="606166" y="3658460"/>
              <a:ext cx="275714" cy="173300"/>
            </a:xfrm>
            <a:custGeom>
              <a:avLst/>
              <a:gdLst/>
              <a:ahLst/>
              <a:cxnLst/>
              <a:rect l="l" t="t" r="r" b="b"/>
              <a:pathLst>
                <a:path w="128090" h="80511" extrusionOk="0">
                  <a:moveTo>
                    <a:pt x="128090" y="80512"/>
                  </a:moveTo>
                  <a:lnTo>
                    <a:pt x="1784" y="65123"/>
                  </a:lnTo>
                  <a:lnTo>
                    <a:pt x="0" y="0"/>
                  </a:lnTo>
                  <a:lnTo>
                    <a:pt x="123555" y="17471"/>
                  </a:lnTo>
                  <a:lnTo>
                    <a:pt x="12809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1" name="Google Shape;391;p9"/>
            <p:cNvSpPr/>
            <p:nvPr/>
          </p:nvSpPr>
          <p:spPr>
            <a:xfrm>
              <a:off x="-79175" y="1970338"/>
              <a:ext cx="689043" cy="373485"/>
            </a:xfrm>
            <a:custGeom>
              <a:avLst/>
              <a:gdLst/>
              <a:ahLst/>
              <a:cxnLst/>
              <a:rect l="l" t="t" r="r" b="b"/>
              <a:pathLst>
                <a:path w="320113" h="173512" extrusionOk="0">
                  <a:moveTo>
                    <a:pt x="320114" y="106234"/>
                  </a:moveTo>
                  <a:lnTo>
                    <a:pt x="0" y="0"/>
                  </a:lnTo>
                  <a:lnTo>
                    <a:pt x="0" y="40070"/>
                  </a:lnTo>
                  <a:lnTo>
                    <a:pt x="318107" y="17351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2" name="Google Shape;392;p9"/>
            <p:cNvSpPr/>
            <p:nvPr/>
          </p:nvSpPr>
          <p:spPr>
            <a:xfrm>
              <a:off x="658057" y="1235990"/>
              <a:ext cx="456855" cy="549027"/>
            </a:xfrm>
            <a:custGeom>
              <a:avLst/>
              <a:gdLst/>
              <a:ahLst/>
              <a:cxnLst/>
              <a:rect l="l" t="t" r="r" b="b"/>
              <a:pathLst>
                <a:path w="212244" h="255065" extrusionOk="0">
                  <a:moveTo>
                    <a:pt x="0" y="173810"/>
                  </a:moveTo>
                  <a:lnTo>
                    <a:pt x="193957" y="0"/>
                  </a:lnTo>
                  <a:lnTo>
                    <a:pt x="212244" y="17619"/>
                  </a:lnTo>
                  <a:lnTo>
                    <a:pt x="21038" y="25506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3" name="Google Shape;393;p9"/>
            <p:cNvSpPr/>
            <p:nvPr/>
          </p:nvSpPr>
          <p:spPr>
            <a:xfrm>
              <a:off x="8964863" y="645858"/>
              <a:ext cx="644599" cy="936659"/>
            </a:xfrm>
            <a:custGeom>
              <a:avLst/>
              <a:gdLst/>
              <a:ahLst/>
              <a:cxnLst/>
              <a:rect l="l" t="t" r="r" b="b"/>
              <a:pathLst>
                <a:path w="347025" h="504258" extrusionOk="0">
                  <a:moveTo>
                    <a:pt x="0" y="318181"/>
                  </a:moveTo>
                  <a:lnTo>
                    <a:pt x="322121" y="0"/>
                  </a:lnTo>
                  <a:lnTo>
                    <a:pt x="347025" y="7657"/>
                  </a:lnTo>
                  <a:lnTo>
                    <a:pt x="45646" y="50425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4" name="Google Shape;394;p9"/>
            <p:cNvSpPr/>
            <p:nvPr/>
          </p:nvSpPr>
          <p:spPr>
            <a:xfrm>
              <a:off x="9310171" y="2490956"/>
              <a:ext cx="353783" cy="370907"/>
            </a:xfrm>
            <a:custGeom>
              <a:avLst/>
              <a:gdLst/>
              <a:ahLst/>
              <a:cxnLst/>
              <a:rect l="l" t="t" r="r" b="b"/>
              <a:pathLst>
                <a:path w="190462" h="199681" extrusionOk="0">
                  <a:moveTo>
                    <a:pt x="0" y="105342"/>
                  </a:moveTo>
                  <a:lnTo>
                    <a:pt x="146081" y="0"/>
                  </a:lnTo>
                  <a:lnTo>
                    <a:pt x="190463" y="50329"/>
                  </a:lnTo>
                  <a:lnTo>
                    <a:pt x="28176" y="1996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5" name="Google Shape;395;p9"/>
            <p:cNvSpPr/>
            <p:nvPr/>
          </p:nvSpPr>
          <p:spPr>
            <a:xfrm>
              <a:off x="45643" y="-28350"/>
              <a:ext cx="419929" cy="5127391"/>
            </a:xfrm>
            <a:custGeom>
              <a:avLst/>
              <a:gdLst/>
              <a:ahLst/>
              <a:cxnLst/>
              <a:rect l="l" t="t" r="r" b="b"/>
              <a:pathLst>
                <a:path w="226072" h="2760372" extrusionOk="0">
                  <a:moveTo>
                    <a:pt x="226073" y="2760373"/>
                  </a:moveTo>
                  <a:lnTo>
                    <a:pt x="0" y="2712497"/>
                  </a:lnTo>
                  <a:lnTo>
                    <a:pt x="15612" y="1909015"/>
                  </a:lnTo>
                  <a:lnTo>
                    <a:pt x="19924" y="1790514"/>
                  </a:lnTo>
                  <a:lnTo>
                    <a:pt x="43416" y="1142405"/>
                  </a:lnTo>
                  <a:lnTo>
                    <a:pt x="47653" y="1023979"/>
                  </a:lnTo>
                  <a:lnTo>
                    <a:pt x="61852" y="633018"/>
                  </a:lnTo>
                  <a:lnTo>
                    <a:pt x="64975" y="546707"/>
                  </a:lnTo>
                  <a:lnTo>
                    <a:pt x="71814" y="357657"/>
                  </a:lnTo>
                  <a:lnTo>
                    <a:pt x="73152" y="320561"/>
                  </a:lnTo>
                  <a:lnTo>
                    <a:pt x="84749" y="0"/>
                  </a:lnTo>
                  <a:lnTo>
                    <a:pt x="126827" y="0"/>
                  </a:lnTo>
                  <a:lnTo>
                    <a:pt x="139762" y="311788"/>
                  </a:lnTo>
                  <a:lnTo>
                    <a:pt x="142810" y="384866"/>
                  </a:lnTo>
                  <a:lnTo>
                    <a:pt x="148906" y="532136"/>
                  </a:lnTo>
                  <a:lnTo>
                    <a:pt x="152920" y="627665"/>
                  </a:lnTo>
                  <a:lnTo>
                    <a:pt x="169350" y="1023979"/>
                  </a:lnTo>
                  <a:lnTo>
                    <a:pt x="173959" y="1133559"/>
                  </a:lnTo>
                  <a:lnTo>
                    <a:pt x="200276" y="1768063"/>
                  </a:lnTo>
                  <a:lnTo>
                    <a:pt x="206149" y="1909015"/>
                  </a:lnTo>
                  <a:lnTo>
                    <a:pt x="226073" y="27603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6" name="Google Shape;396;p9"/>
            <p:cNvSpPr/>
            <p:nvPr/>
          </p:nvSpPr>
          <p:spPr>
            <a:xfrm>
              <a:off x="160607" y="960731"/>
              <a:ext cx="169159" cy="187386"/>
            </a:xfrm>
            <a:custGeom>
              <a:avLst/>
              <a:gdLst/>
              <a:ahLst/>
              <a:cxnLst/>
              <a:rect l="l" t="t" r="r" b="b"/>
              <a:pathLst>
                <a:path w="91068" h="100881" extrusionOk="0">
                  <a:moveTo>
                    <a:pt x="91068" y="95529"/>
                  </a:moveTo>
                  <a:lnTo>
                    <a:pt x="0" y="100881"/>
                  </a:lnTo>
                  <a:lnTo>
                    <a:pt x="3123" y="14571"/>
                  </a:lnTo>
                  <a:lnTo>
                    <a:pt x="87054" y="0"/>
                  </a:lnTo>
                  <a:lnTo>
                    <a:pt x="91068" y="9552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7" name="Google Shape;397;p9"/>
            <p:cNvSpPr/>
            <p:nvPr/>
          </p:nvSpPr>
          <p:spPr>
            <a:xfrm>
              <a:off x="179124" y="551170"/>
              <a:ext cx="131875" cy="135741"/>
            </a:xfrm>
            <a:custGeom>
              <a:avLst/>
              <a:gdLst/>
              <a:ahLst/>
              <a:cxnLst/>
              <a:rect l="l" t="t" r="r" b="b"/>
              <a:pathLst>
                <a:path w="70996" h="73077" extrusionOk="0">
                  <a:moveTo>
                    <a:pt x="70996" y="73078"/>
                  </a:moveTo>
                  <a:lnTo>
                    <a:pt x="0" y="45869"/>
                  </a:lnTo>
                  <a:lnTo>
                    <a:pt x="1338" y="8772"/>
                  </a:lnTo>
                  <a:lnTo>
                    <a:pt x="67948" y="0"/>
                  </a:lnTo>
                  <a:lnTo>
                    <a:pt x="70996" y="730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8" name="Google Shape;398;p9"/>
            <p:cNvSpPr/>
            <p:nvPr/>
          </p:nvSpPr>
          <p:spPr>
            <a:xfrm>
              <a:off x="126339" y="1874920"/>
              <a:ext cx="242484" cy="219974"/>
            </a:xfrm>
            <a:custGeom>
              <a:avLst/>
              <a:gdLst/>
              <a:ahLst/>
              <a:cxnLst/>
              <a:rect l="l" t="t" r="r" b="b"/>
              <a:pathLst>
                <a:path w="130543" h="118425" extrusionOk="0">
                  <a:moveTo>
                    <a:pt x="130544" y="109579"/>
                  </a:moveTo>
                  <a:lnTo>
                    <a:pt x="0" y="118426"/>
                  </a:lnTo>
                  <a:lnTo>
                    <a:pt x="4238" y="0"/>
                  </a:lnTo>
                  <a:lnTo>
                    <a:pt x="125934" y="0"/>
                  </a:lnTo>
                  <a:lnTo>
                    <a:pt x="130544" y="1095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399" name="Google Shape;399;p9"/>
            <p:cNvSpPr/>
            <p:nvPr/>
          </p:nvSpPr>
          <p:spPr>
            <a:xfrm>
              <a:off x="74661" y="3257949"/>
              <a:ext cx="353921" cy="261816"/>
            </a:xfrm>
            <a:custGeom>
              <a:avLst/>
              <a:gdLst/>
              <a:ahLst/>
              <a:cxnLst/>
              <a:rect l="l" t="t" r="r" b="b"/>
              <a:pathLst>
                <a:path w="190536" h="140951" extrusionOk="0">
                  <a:moveTo>
                    <a:pt x="190537" y="140952"/>
                  </a:moveTo>
                  <a:lnTo>
                    <a:pt x="0" y="140952"/>
                  </a:lnTo>
                  <a:lnTo>
                    <a:pt x="4312" y="22451"/>
                  </a:lnTo>
                  <a:lnTo>
                    <a:pt x="184664" y="0"/>
                  </a:lnTo>
                  <a:lnTo>
                    <a:pt x="190537" y="1409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0" name="Google Shape;400;p9"/>
            <p:cNvSpPr/>
            <p:nvPr/>
          </p:nvSpPr>
          <p:spPr>
            <a:xfrm>
              <a:off x="255674" y="1283794"/>
              <a:ext cx="256432" cy="411642"/>
            </a:xfrm>
            <a:custGeom>
              <a:avLst/>
              <a:gdLst/>
              <a:ahLst/>
              <a:cxnLst/>
              <a:rect l="l" t="t" r="r" b="b"/>
              <a:pathLst>
                <a:path w="138052" h="221611" extrusionOk="0">
                  <a:moveTo>
                    <a:pt x="0" y="153218"/>
                  </a:moveTo>
                  <a:lnTo>
                    <a:pt x="113074" y="0"/>
                  </a:lnTo>
                  <a:lnTo>
                    <a:pt x="138052" y="0"/>
                  </a:lnTo>
                  <a:lnTo>
                    <a:pt x="29811" y="22161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1" name="Google Shape;401;p9"/>
            <p:cNvSpPr/>
            <p:nvPr/>
          </p:nvSpPr>
          <p:spPr>
            <a:xfrm>
              <a:off x="255674" y="-28341"/>
              <a:ext cx="503748" cy="394106"/>
            </a:xfrm>
            <a:custGeom>
              <a:avLst/>
              <a:gdLst/>
              <a:ahLst/>
              <a:cxnLst/>
              <a:rect l="l" t="t" r="r" b="b"/>
              <a:pathLst>
                <a:path w="271197" h="212170" extrusionOk="0">
                  <a:moveTo>
                    <a:pt x="0" y="172175"/>
                  </a:moveTo>
                  <a:lnTo>
                    <a:pt x="217003" y="0"/>
                  </a:lnTo>
                  <a:lnTo>
                    <a:pt x="271198" y="0"/>
                  </a:lnTo>
                  <a:lnTo>
                    <a:pt x="25351" y="21217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2" name="Google Shape;402;p9"/>
            <p:cNvSpPr/>
            <p:nvPr/>
          </p:nvSpPr>
          <p:spPr>
            <a:xfrm>
              <a:off x="-431998" y="4860289"/>
              <a:ext cx="3298874" cy="1113750"/>
            </a:xfrm>
            <a:custGeom>
              <a:avLst/>
              <a:gdLst/>
              <a:ahLst/>
              <a:cxnLst/>
              <a:rect l="l" t="t" r="r" b="b"/>
              <a:pathLst>
                <a:path w="1775975" h="599596" extrusionOk="0">
                  <a:moveTo>
                    <a:pt x="104152" y="101013"/>
                  </a:moveTo>
                  <a:cubicBezTo>
                    <a:pt x="104152" y="101013"/>
                    <a:pt x="1089028" y="-219770"/>
                    <a:pt x="1678259" y="281960"/>
                  </a:cubicBezTo>
                  <a:cubicBezTo>
                    <a:pt x="2267415" y="783616"/>
                    <a:pt x="0" y="540892"/>
                    <a:pt x="0" y="540892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03" name="Google Shape;403;p9"/>
            <p:cNvSpPr/>
            <p:nvPr/>
          </p:nvSpPr>
          <p:spPr>
            <a:xfrm flipH="1">
              <a:off x="-173924" y="-41546"/>
              <a:ext cx="2998715" cy="420512"/>
            </a:xfrm>
            <a:custGeom>
              <a:avLst/>
              <a:gdLst/>
              <a:ahLst/>
              <a:cxnLst/>
              <a:rect l="l" t="t" r="r" b="b"/>
              <a:pathLst>
                <a:path w="2998715" h="420512" extrusionOk="0">
                  <a:moveTo>
                    <a:pt x="0" y="0"/>
                  </a:moveTo>
                  <a:cubicBezTo>
                    <a:pt x="0" y="0"/>
                    <a:pt x="97387" y="223024"/>
                    <a:pt x="422111" y="134038"/>
                  </a:cubicBezTo>
                  <a:cubicBezTo>
                    <a:pt x="628186" y="356542"/>
                    <a:pt x="1035800" y="284133"/>
                    <a:pt x="1162032" y="142067"/>
                  </a:cubicBezTo>
                  <a:cubicBezTo>
                    <a:pt x="1247450" y="236778"/>
                    <a:pt x="1418807" y="284430"/>
                    <a:pt x="1539463" y="123927"/>
                  </a:cubicBezTo>
                  <a:cubicBezTo>
                    <a:pt x="1698182" y="444488"/>
                    <a:pt x="2221026" y="478536"/>
                    <a:pt x="2321610" y="301678"/>
                  </a:cubicBezTo>
                  <a:cubicBezTo>
                    <a:pt x="2557495" y="562839"/>
                    <a:pt x="3010309" y="362786"/>
                    <a:pt x="2998489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04" name="Google Shape;404;p9"/>
            <p:cNvGrpSpPr/>
            <p:nvPr/>
          </p:nvGrpSpPr>
          <p:grpSpPr>
            <a:xfrm>
              <a:off x="6082791" y="-26334"/>
              <a:ext cx="3061554" cy="471330"/>
              <a:chOff x="7915367" y="177685"/>
              <a:chExt cx="2653683" cy="408573"/>
            </a:xfrm>
          </p:grpSpPr>
          <p:sp>
            <p:nvSpPr>
              <p:cNvPr id="405" name="Google Shape;405;p9"/>
              <p:cNvSpPr/>
              <p:nvPr/>
            </p:nvSpPr>
            <p:spPr>
              <a:xfrm>
                <a:off x="7915367" y="177685"/>
                <a:ext cx="1201295" cy="408573"/>
              </a:xfrm>
              <a:custGeom>
                <a:avLst/>
                <a:gdLst/>
                <a:ahLst/>
                <a:cxnLst/>
                <a:rect l="l" t="t" r="r" b="b"/>
                <a:pathLst>
                  <a:path w="1201295" h="408573" extrusionOk="0">
                    <a:moveTo>
                      <a:pt x="355" y="0"/>
                    </a:moveTo>
                    <a:cubicBezTo>
                      <a:pt x="355" y="0"/>
                      <a:pt x="-17702" y="190859"/>
                      <a:pt x="203625" y="230619"/>
                    </a:cubicBezTo>
                    <a:cubicBezTo>
                      <a:pt x="243032" y="452299"/>
                      <a:pt x="658864" y="458063"/>
                      <a:pt x="735502" y="296729"/>
                    </a:cubicBezTo>
                    <a:cubicBezTo>
                      <a:pt x="847371" y="299729"/>
                      <a:pt x="985649" y="250911"/>
                      <a:pt x="1019174" y="184390"/>
                    </a:cubicBezTo>
                    <a:cubicBezTo>
                      <a:pt x="1099694" y="217562"/>
                      <a:pt x="1280319" y="163863"/>
                      <a:pt x="1162510" y="0"/>
                    </a:cubicBezTo>
                    <a:lnTo>
                      <a:pt x="2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6" name="Google Shape;406;p9"/>
              <p:cNvSpPr/>
              <p:nvPr/>
            </p:nvSpPr>
            <p:spPr>
              <a:xfrm>
                <a:off x="8934541" y="177685"/>
                <a:ext cx="1634509" cy="380955"/>
              </a:xfrm>
              <a:custGeom>
                <a:avLst/>
                <a:gdLst/>
                <a:ahLst/>
                <a:cxnLst/>
                <a:rect l="l" t="t" r="r" b="b"/>
                <a:pathLst>
                  <a:path w="1634509" h="380955" extrusionOk="0">
                    <a:moveTo>
                      <a:pt x="129749" y="118927"/>
                    </a:moveTo>
                    <a:cubicBezTo>
                      <a:pt x="129749" y="118927"/>
                      <a:pt x="86166" y="255969"/>
                      <a:pt x="236325" y="243088"/>
                    </a:cubicBezTo>
                    <a:cubicBezTo>
                      <a:pt x="268321" y="440535"/>
                      <a:pt x="624866" y="402069"/>
                      <a:pt x="704739" y="271673"/>
                    </a:cubicBezTo>
                    <a:cubicBezTo>
                      <a:pt x="822960" y="400599"/>
                      <a:pt x="977295" y="266556"/>
                      <a:pt x="980706" y="192212"/>
                    </a:cubicBezTo>
                    <a:cubicBezTo>
                      <a:pt x="1048580" y="375955"/>
                      <a:pt x="1375247" y="357898"/>
                      <a:pt x="1402655" y="229090"/>
                    </a:cubicBezTo>
                    <a:cubicBezTo>
                      <a:pt x="1441827" y="393600"/>
                      <a:pt x="1634510" y="380719"/>
                      <a:pt x="1634510" y="380719"/>
                    </a:cubicBezTo>
                    <a:lnTo>
                      <a:pt x="1634510" y="0"/>
                    </a:lnTo>
                    <a:lnTo>
                      <a:pt x="0" y="0"/>
                    </a:lnTo>
                    <a:lnTo>
                      <a:pt x="129691" y="1189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07" name="Google Shape;407;p9"/>
            <p:cNvGrpSpPr/>
            <p:nvPr/>
          </p:nvGrpSpPr>
          <p:grpSpPr>
            <a:xfrm>
              <a:off x="-42556" y="4472604"/>
              <a:ext cx="9561054" cy="2125231"/>
              <a:chOff x="309409" y="2851292"/>
              <a:chExt cx="5575609" cy="1239346"/>
            </a:xfrm>
          </p:grpSpPr>
          <p:sp>
            <p:nvSpPr>
              <p:cNvPr id="408" name="Google Shape;408;p9"/>
              <p:cNvSpPr/>
              <p:nvPr/>
            </p:nvSpPr>
            <p:spPr>
              <a:xfrm>
                <a:off x="309409" y="2851292"/>
                <a:ext cx="5575609" cy="1239346"/>
              </a:xfrm>
              <a:custGeom>
                <a:avLst/>
                <a:gdLst/>
                <a:ahLst/>
                <a:cxnLst/>
                <a:rect l="l" t="t" r="r" b="b"/>
                <a:pathLst>
                  <a:path w="5575609" h="1239346" extrusionOk="0">
                    <a:moveTo>
                      <a:pt x="0" y="1239346"/>
                    </a:moveTo>
                    <a:lnTo>
                      <a:pt x="0" y="107126"/>
                    </a:lnTo>
                    <a:lnTo>
                      <a:pt x="5575610" y="0"/>
                    </a:lnTo>
                    <a:lnTo>
                      <a:pt x="5575610" y="1239346"/>
                    </a:lnTo>
                    <a:lnTo>
                      <a:pt x="0" y="12393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09" name="Google Shape;409;p9"/>
              <p:cNvSpPr/>
              <p:nvPr/>
            </p:nvSpPr>
            <p:spPr>
              <a:xfrm>
                <a:off x="3540139" y="2933445"/>
                <a:ext cx="633540" cy="132167"/>
              </a:xfrm>
              <a:custGeom>
                <a:avLst/>
                <a:gdLst/>
                <a:ahLst/>
                <a:cxnLst/>
                <a:rect l="l" t="t" r="r" b="b"/>
                <a:pathLst>
                  <a:path w="633540" h="132167" extrusionOk="0">
                    <a:moveTo>
                      <a:pt x="633539" y="61772"/>
                    </a:moveTo>
                    <a:cubicBezTo>
                      <a:pt x="634060" y="98199"/>
                      <a:pt x="492662" y="129646"/>
                      <a:pt x="317662" y="132025"/>
                    </a:cubicBezTo>
                    <a:cubicBezTo>
                      <a:pt x="142737" y="134404"/>
                      <a:pt x="522" y="106823"/>
                      <a:pt x="1" y="70396"/>
                    </a:cubicBezTo>
                    <a:cubicBezTo>
                      <a:pt x="-519" y="33969"/>
                      <a:pt x="140878" y="2522"/>
                      <a:pt x="315878" y="143"/>
                    </a:cubicBezTo>
                    <a:cubicBezTo>
                      <a:pt x="490803" y="-2236"/>
                      <a:pt x="633019" y="25345"/>
                      <a:pt x="633539" y="6177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10" name="Google Shape;410;p9"/>
              <p:cNvSpPr/>
              <p:nvPr/>
            </p:nvSpPr>
            <p:spPr>
              <a:xfrm>
                <a:off x="1105754" y="3021358"/>
                <a:ext cx="614433" cy="174459"/>
              </a:xfrm>
              <a:custGeom>
                <a:avLst/>
                <a:gdLst/>
                <a:ahLst/>
                <a:cxnLst/>
                <a:rect l="l" t="t" r="r" b="b"/>
                <a:pathLst>
                  <a:path w="614433" h="174459" extrusionOk="0">
                    <a:moveTo>
                      <a:pt x="614433" y="89460"/>
                    </a:moveTo>
                    <a:cubicBezTo>
                      <a:pt x="614061" y="137633"/>
                      <a:pt x="476232" y="175622"/>
                      <a:pt x="306585" y="174432"/>
                    </a:cubicBezTo>
                    <a:cubicBezTo>
                      <a:pt x="136938" y="173243"/>
                      <a:pt x="-371" y="133173"/>
                      <a:pt x="1" y="84999"/>
                    </a:cubicBezTo>
                    <a:cubicBezTo>
                      <a:pt x="372" y="36826"/>
                      <a:pt x="138202" y="-1162"/>
                      <a:pt x="307849" y="27"/>
                    </a:cubicBezTo>
                    <a:cubicBezTo>
                      <a:pt x="477496" y="1216"/>
                      <a:pt x="614805" y="41287"/>
                      <a:pt x="614433" y="894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411" name="Google Shape;411;p9"/>
          <p:cNvSpPr txBox="1">
            <a:spLocks noGrp="1"/>
          </p:cNvSpPr>
          <p:nvPr>
            <p:ph type="subTitle" idx="1"/>
          </p:nvPr>
        </p:nvSpPr>
        <p:spPr>
          <a:xfrm>
            <a:off x="1218175" y="1705600"/>
            <a:ext cx="33096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2" name="Google Shape;412;p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057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413" name="Google Shape;413;p9"/>
          <p:cNvSpPr txBox="1">
            <a:spLocks noGrp="1"/>
          </p:cNvSpPr>
          <p:nvPr>
            <p:ph type="subTitle" idx="2"/>
          </p:nvPr>
        </p:nvSpPr>
        <p:spPr>
          <a:xfrm>
            <a:off x="4616371" y="1705600"/>
            <a:ext cx="33096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10"/>
          <p:cNvSpPr>
            <a:spLocks noGrp="1"/>
          </p:cNvSpPr>
          <p:nvPr>
            <p:ph type="pic" idx="2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16" name="Google Shape;416;p10"/>
          <p:cNvSpPr txBox="1">
            <a:spLocks noGrp="1"/>
          </p:cNvSpPr>
          <p:nvPr>
            <p:ph type="title"/>
          </p:nvPr>
        </p:nvSpPr>
        <p:spPr>
          <a:xfrm>
            <a:off x="740550" y="3910025"/>
            <a:ext cx="7662900" cy="693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8" name="Google Shape;418;p11"/>
          <p:cNvGrpSpPr/>
          <p:nvPr/>
        </p:nvGrpSpPr>
        <p:grpSpPr>
          <a:xfrm>
            <a:off x="-533400" y="-46923"/>
            <a:ext cx="11383342" cy="7189682"/>
            <a:chOff x="-533400" y="-46923"/>
            <a:chExt cx="11383342" cy="7189682"/>
          </a:xfrm>
        </p:grpSpPr>
        <p:grpSp>
          <p:nvGrpSpPr>
            <p:cNvPr id="419" name="Google Shape;419;p11"/>
            <p:cNvGrpSpPr/>
            <p:nvPr/>
          </p:nvGrpSpPr>
          <p:grpSpPr>
            <a:xfrm>
              <a:off x="33186" y="-46923"/>
              <a:ext cx="9252889" cy="7189682"/>
              <a:chOff x="6717717" y="-345763"/>
              <a:chExt cx="5427551" cy="4217317"/>
            </a:xfrm>
          </p:grpSpPr>
          <p:sp>
            <p:nvSpPr>
              <p:cNvPr id="420" name="Google Shape;420;p11"/>
              <p:cNvSpPr/>
              <p:nvPr/>
            </p:nvSpPr>
            <p:spPr>
              <a:xfrm>
                <a:off x="6822268" y="-345763"/>
                <a:ext cx="175148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75148" h="2029224" extrusionOk="0">
                    <a:moveTo>
                      <a:pt x="175149" y="2029224"/>
                    </a:moveTo>
                    <a:lnTo>
                      <a:pt x="74341" y="2029224"/>
                    </a:lnTo>
                    <a:lnTo>
                      <a:pt x="0" y="0"/>
                    </a:lnTo>
                    <a:lnTo>
                      <a:pt x="100807" y="0"/>
                    </a:lnTo>
                    <a:lnTo>
                      <a:pt x="175149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1" name="Google Shape;421;p11"/>
              <p:cNvSpPr/>
              <p:nvPr/>
            </p:nvSpPr>
            <p:spPr>
              <a:xfrm>
                <a:off x="7066172" y="-345763"/>
                <a:ext cx="100880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00880" h="2029224" extrusionOk="0">
                    <a:moveTo>
                      <a:pt x="100881" y="2029224"/>
                    </a:moveTo>
                    <a:lnTo>
                      <a:pt x="52039" y="2029224"/>
                    </a:lnTo>
                    <a:lnTo>
                      <a:pt x="0" y="0"/>
                    </a:lnTo>
                    <a:lnTo>
                      <a:pt x="71144" y="0"/>
                    </a:lnTo>
                    <a:lnTo>
                      <a:pt x="100881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2" name="Google Shape;422;p11"/>
              <p:cNvSpPr/>
              <p:nvPr/>
            </p:nvSpPr>
            <p:spPr>
              <a:xfrm>
                <a:off x="11706241" y="-345763"/>
                <a:ext cx="115749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15749" h="2029224" extrusionOk="0">
                    <a:moveTo>
                      <a:pt x="115749" y="2029224"/>
                    </a:moveTo>
                    <a:lnTo>
                      <a:pt x="14868" y="2029224"/>
                    </a:lnTo>
                    <a:lnTo>
                      <a:pt x="0" y="0"/>
                    </a:lnTo>
                    <a:lnTo>
                      <a:pt x="41408" y="0"/>
                    </a:lnTo>
                    <a:lnTo>
                      <a:pt x="115749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3" name="Google Shape;423;p11"/>
              <p:cNvSpPr/>
              <p:nvPr/>
            </p:nvSpPr>
            <p:spPr>
              <a:xfrm>
                <a:off x="11880911" y="-345763"/>
                <a:ext cx="264357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264357" h="2029224" extrusionOk="0">
                    <a:moveTo>
                      <a:pt x="264358" y="2029224"/>
                    </a:moveTo>
                    <a:lnTo>
                      <a:pt x="133815" y="2029224"/>
                    </a:lnTo>
                    <a:lnTo>
                      <a:pt x="0" y="0"/>
                    </a:lnTo>
                    <a:lnTo>
                      <a:pt x="41333" y="0"/>
                    </a:lnTo>
                    <a:lnTo>
                      <a:pt x="264358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4" name="Google Shape;424;p11"/>
              <p:cNvSpPr/>
              <p:nvPr/>
            </p:nvSpPr>
            <p:spPr>
              <a:xfrm>
                <a:off x="6717717" y="2405389"/>
                <a:ext cx="3708589" cy="1466165"/>
              </a:xfrm>
              <a:custGeom>
                <a:avLst/>
                <a:gdLst/>
                <a:ahLst/>
                <a:cxnLst/>
                <a:rect l="l" t="t" r="r" b="b"/>
                <a:pathLst>
                  <a:path w="3708589" h="1466165" extrusionOk="0">
                    <a:moveTo>
                      <a:pt x="0" y="248452"/>
                    </a:moveTo>
                    <a:cubicBezTo>
                      <a:pt x="0" y="248452"/>
                      <a:pt x="1574181" y="-240863"/>
                      <a:pt x="3281209" y="153890"/>
                    </a:cubicBezTo>
                    <a:cubicBezTo>
                      <a:pt x="4988238" y="548717"/>
                      <a:pt x="1030521" y="1466165"/>
                      <a:pt x="1030521" y="1466165"/>
                    </a:cubicBezTo>
                    <a:lnTo>
                      <a:pt x="0" y="2484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25" name="Google Shape;425;p11"/>
            <p:cNvGrpSpPr/>
            <p:nvPr/>
          </p:nvGrpSpPr>
          <p:grpSpPr>
            <a:xfrm>
              <a:off x="-533400" y="-46877"/>
              <a:ext cx="2519270" cy="5190521"/>
              <a:chOff x="0" y="2767584"/>
              <a:chExt cx="1804118" cy="3717073"/>
            </a:xfrm>
          </p:grpSpPr>
          <p:sp>
            <p:nvSpPr>
              <p:cNvPr id="426" name="Google Shape;426;p11"/>
              <p:cNvSpPr/>
              <p:nvPr/>
            </p:nvSpPr>
            <p:spPr>
              <a:xfrm>
                <a:off x="389428" y="5790753"/>
                <a:ext cx="600575" cy="652004"/>
              </a:xfrm>
              <a:custGeom>
                <a:avLst/>
                <a:gdLst/>
                <a:ahLst/>
                <a:cxnLst/>
                <a:rect l="l" t="t" r="r" b="b"/>
                <a:pathLst>
                  <a:path w="600575" h="652004" extrusionOk="0">
                    <a:moveTo>
                      <a:pt x="594258" y="207487"/>
                    </a:moveTo>
                    <a:cubicBezTo>
                      <a:pt x="547720" y="209791"/>
                      <a:pt x="498729" y="204959"/>
                      <a:pt x="500514" y="174256"/>
                    </a:cubicBezTo>
                    <a:cubicBezTo>
                      <a:pt x="502521" y="139985"/>
                      <a:pt x="556493" y="129280"/>
                      <a:pt x="600354" y="126157"/>
                    </a:cubicBezTo>
                    <a:cubicBezTo>
                      <a:pt x="601246" y="87054"/>
                      <a:pt x="599462" y="45125"/>
                      <a:pt x="594556" y="0"/>
                    </a:cubicBezTo>
                    <a:cubicBezTo>
                      <a:pt x="503859" y="15091"/>
                      <a:pt x="426841" y="36799"/>
                      <a:pt x="361272" y="63190"/>
                    </a:cubicBezTo>
                    <a:lnTo>
                      <a:pt x="349229" y="172695"/>
                    </a:lnTo>
                    <a:lnTo>
                      <a:pt x="297041" y="92258"/>
                    </a:lnTo>
                    <a:cubicBezTo>
                      <a:pt x="-82323" y="285323"/>
                      <a:pt x="9860" y="651380"/>
                      <a:pt x="9860" y="651380"/>
                    </a:cubicBezTo>
                    <a:cubicBezTo>
                      <a:pt x="9860" y="651380"/>
                      <a:pt x="412345" y="679407"/>
                      <a:pt x="552850" y="360036"/>
                    </a:cubicBezTo>
                    <a:lnTo>
                      <a:pt x="499101" y="324649"/>
                    </a:lnTo>
                    <a:lnTo>
                      <a:pt x="567793" y="321750"/>
                    </a:lnTo>
                    <a:cubicBezTo>
                      <a:pt x="579687" y="287330"/>
                      <a:pt x="588683" y="249341"/>
                      <a:pt x="594184" y="2074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7" name="Google Shape;427;p11"/>
              <p:cNvSpPr/>
              <p:nvPr/>
            </p:nvSpPr>
            <p:spPr>
              <a:xfrm>
                <a:off x="0" y="6154999"/>
                <a:ext cx="1804118" cy="329657"/>
              </a:xfrm>
              <a:custGeom>
                <a:avLst/>
                <a:gdLst/>
                <a:ahLst/>
                <a:cxnLst/>
                <a:rect l="l" t="t" r="r" b="b"/>
                <a:pathLst>
                  <a:path w="1804118" h="329657" extrusionOk="0">
                    <a:moveTo>
                      <a:pt x="0" y="329658"/>
                    </a:moveTo>
                    <a:lnTo>
                      <a:pt x="1804119" y="329658"/>
                    </a:lnTo>
                    <a:cubicBezTo>
                      <a:pt x="1804119" y="329658"/>
                      <a:pt x="837085" y="-95947"/>
                      <a:pt x="218118" y="200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8" name="Google Shape;428;p11"/>
              <p:cNvSpPr/>
              <p:nvPr/>
            </p:nvSpPr>
            <p:spPr>
              <a:xfrm>
                <a:off x="389549" y="6229368"/>
                <a:ext cx="418589" cy="255288"/>
              </a:xfrm>
              <a:custGeom>
                <a:avLst/>
                <a:gdLst/>
                <a:ahLst/>
                <a:cxnLst/>
                <a:rect l="l" t="t" r="r" b="b"/>
                <a:pathLst>
                  <a:path w="418589" h="255288" extrusionOk="0">
                    <a:moveTo>
                      <a:pt x="137457" y="0"/>
                    </a:moveTo>
                    <a:cubicBezTo>
                      <a:pt x="137457" y="0"/>
                      <a:pt x="427166" y="11002"/>
                      <a:pt x="418394" y="255289"/>
                    </a:cubicBezTo>
                    <a:lnTo>
                      <a:pt x="0" y="2552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29" name="Google Shape;429;p11"/>
              <p:cNvSpPr/>
              <p:nvPr/>
            </p:nvSpPr>
            <p:spPr>
              <a:xfrm>
                <a:off x="0" y="2767584"/>
                <a:ext cx="757911" cy="3717073"/>
              </a:xfrm>
              <a:custGeom>
                <a:avLst/>
                <a:gdLst/>
                <a:ahLst/>
                <a:cxnLst/>
                <a:rect l="l" t="t" r="r" b="b"/>
                <a:pathLst>
                  <a:path w="757911" h="3717073" extrusionOk="0">
                    <a:moveTo>
                      <a:pt x="757911" y="0"/>
                    </a:moveTo>
                    <a:lnTo>
                      <a:pt x="0" y="0"/>
                    </a:lnTo>
                    <a:lnTo>
                      <a:pt x="0" y="3717073"/>
                    </a:lnTo>
                    <a:lnTo>
                      <a:pt x="546410" y="3717073"/>
                    </a:lnTo>
                    <a:lnTo>
                      <a:pt x="7579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0" name="Google Shape;430;p11"/>
              <p:cNvSpPr/>
              <p:nvPr/>
            </p:nvSpPr>
            <p:spPr>
              <a:xfrm>
                <a:off x="0" y="4566795"/>
                <a:ext cx="256478" cy="1315621"/>
              </a:xfrm>
              <a:custGeom>
                <a:avLst/>
                <a:gdLst/>
                <a:ahLst/>
                <a:cxnLst/>
                <a:rect l="l" t="t" r="r" b="b"/>
                <a:pathLst>
                  <a:path w="256478" h="1315621" extrusionOk="0">
                    <a:moveTo>
                      <a:pt x="0" y="1315621"/>
                    </a:moveTo>
                    <a:lnTo>
                      <a:pt x="0" y="541503"/>
                    </a:lnTo>
                    <a:lnTo>
                      <a:pt x="256478" y="0"/>
                    </a:lnTo>
                    <a:lnTo>
                      <a:pt x="0" y="131562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1" name="Google Shape;431;p11"/>
              <p:cNvSpPr/>
              <p:nvPr/>
            </p:nvSpPr>
            <p:spPr>
              <a:xfrm>
                <a:off x="164368" y="3211253"/>
                <a:ext cx="568266" cy="3273403"/>
              </a:xfrm>
              <a:custGeom>
                <a:avLst/>
                <a:gdLst/>
                <a:ahLst/>
                <a:cxnLst/>
                <a:rect l="l" t="t" r="r" b="b"/>
                <a:pathLst>
                  <a:path w="568266" h="3273403" extrusionOk="0">
                    <a:moveTo>
                      <a:pt x="568266" y="0"/>
                    </a:moveTo>
                    <a:lnTo>
                      <a:pt x="382041" y="3273404"/>
                    </a:lnTo>
                    <a:lnTo>
                      <a:pt x="0" y="3273404"/>
                    </a:lnTo>
                    <a:lnTo>
                      <a:pt x="5682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2" name="Google Shape;432;p11"/>
              <p:cNvSpPr/>
              <p:nvPr/>
            </p:nvSpPr>
            <p:spPr>
              <a:xfrm>
                <a:off x="477619" y="4778900"/>
                <a:ext cx="551985" cy="671675"/>
              </a:xfrm>
              <a:custGeom>
                <a:avLst/>
                <a:gdLst/>
                <a:ahLst/>
                <a:cxnLst/>
                <a:rect l="l" t="t" r="r" b="b"/>
                <a:pathLst>
                  <a:path w="551985" h="671675" extrusionOk="0">
                    <a:moveTo>
                      <a:pt x="0" y="671675"/>
                    </a:moveTo>
                    <a:lnTo>
                      <a:pt x="551985" y="29439"/>
                    </a:lnTo>
                    <a:lnTo>
                      <a:pt x="501210" y="0"/>
                    </a:lnTo>
                    <a:lnTo>
                      <a:pt x="669" y="383602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3" name="Google Shape;433;p11"/>
              <p:cNvSpPr/>
              <p:nvPr/>
            </p:nvSpPr>
            <p:spPr>
              <a:xfrm>
                <a:off x="527006" y="5600291"/>
                <a:ext cx="260492" cy="479353"/>
              </a:xfrm>
              <a:custGeom>
                <a:avLst/>
                <a:gdLst/>
                <a:ahLst/>
                <a:cxnLst/>
                <a:rect l="l" t="t" r="r" b="b"/>
                <a:pathLst>
                  <a:path w="260492" h="479353" extrusionOk="0">
                    <a:moveTo>
                      <a:pt x="0" y="479354"/>
                    </a:moveTo>
                    <a:cubicBezTo>
                      <a:pt x="2974" y="463890"/>
                      <a:pt x="38063" y="84303"/>
                      <a:pt x="260493" y="0"/>
                    </a:cubicBezTo>
                    <a:cubicBezTo>
                      <a:pt x="136268" y="191280"/>
                      <a:pt x="43638" y="458241"/>
                      <a:pt x="43638" y="458241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4" name="Google Shape;434;p11"/>
              <p:cNvSpPr/>
              <p:nvPr/>
            </p:nvSpPr>
            <p:spPr>
              <a:xfrm rot="-5047105">
                <a:off x="64059" y="3222128"/>
                <a:ext cx="593997" cy="328527"/>
              </a:xfrm>
              <a:custGeom>
                <a:avLst/>
                <a:gdLst/>
                <a:ahLst/>
                <a:cxnLst/>
                <a:rect l="l" t="t" r="r" b="b"/>
                <a:pathLst>
                  <a:path w="593839" h="328440" extrusionOk="0">
                    <a:moveTo>
                      <a:pt x="593840" y="164220"/>
                    </a:moveTo>
                    <a:cubicBezTo>
                      <a:pt x="593840" y="254917"/>
                      <a:pt x="460904" y="328441"/>
                      <a:pt x="296920" y="328441"/>
                    </a:cubicBezTo>
                    <a:cubicBezTo>
                      <a:pt x="132936" y="328441"/>
                      <a:pt x="0" y="254917"/>
                      <a:pt x="0" y="164220"/>
                    </a:cubicBezTo>
                    <a:cubicBezTo>
                      <a:pt x="0" y="73524"/>
                      <a:pt x="132936" y="0"/>
                      <a:pt x="296920" y="0"/>
                    </a:cubicBezTo>
                    <a:cubicBezTo>
                      <a:pt x="460904" y="0"/>
                      <a:pt x="593840" y="73524"/>
                      <a:pt x="593840" y="16422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5" name="Google Shape;435;p11"/>
              <p:cNvSpPr/>
              <p:nvPr/>
            </p:nvSpPr>
            <p:spPr>
              <a:xfrm>
                <a:off x="105645" y="3742988"/>
                <a:ext cx="117368" cy="208810"/>
              </a:xfrm>
              <a:custGeom>
                <a:avLst/>
                <a:gdLst/>
                <a:ahLst/>
                <a:cxnLst/>
                <a:rect l="l" t="t" r="r" b="b"/>
                <a:pathLst>
                  <a:path w="117368" h="208810" extrusionOk="0">
                    <a:moveTo>
                      <a:pt x="116338" y="110427"/>
                    </a:moveTo>
                    <a:cubicBezTo>
                      <a:pt x="110316" y="167967"/>
                      <a:pt x="79687" y="211978"/>
                      <a:pt x="47795" y="208632"/>
                    </a:cubicBezTo>
                    <a:cubicBezTo>
                      <a:pt x="15902" y="205287"/>
                      <a:pt x="-4988" y="155924"/>
                      <a:pt x="1034" y="98384"/>
                    </a:cubicBezTo>
                    <a:cubicBezTo>
                      <a:pt x="7056" y="40844"/>
                      <a:pt x="37684" y="-3167"/>
                      <a:pt x="69577" y="179"/>
                    </a:cubicBezTo>
                    <a:cubicBezTo>
                      <a:pt x="101395" y="3524"/>
                      <a:pt x="122359" y="52887"/>
                      <a:pt x="116338" y="1104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36" name="Google Shape;436;p11"/>
              <p:cNvSpPr/>
              <p:nvPr/>
            </p:nvSpPr>
            <p:spPr>
              <a:xfrm>
                <a:off x="653015" y="2767584"/>
                <a:ext cx="989721" cy="401114"/>
              </a:xfrm>
              <a:custGeom>
                <a:avLst/>
                <a:gdLst/>
                <a:ahLst/>
                <a:cxnLst/>
                <a:rect l="l" t="t" r="r" b="b"/>
                <a:pathLst>
                  <a:path w="989721" h="401114" extrusionOk="0">
                    <a:moveTo>
                      <a:pt x="0" y="236778"/>
                    </a:moveTo>
                    <a:cubicBezTo>
                      <a:pt x="0" y="236778"/>
                      <a:pt x="432742" y="549829"/>
                      <a:pt x="650191" y="311788"/>
                    </a:cubicBezTo>
                    <a:cubicBezTo>
                      <a:pt x="756722" y="348364"/>
                      <a:pt x="727877" y="248821"/>
                      <a:pt x="727877" y="248821"/>
                    </a:cubicBezTo>
                    <a:cubicBezTo>
                      <a:pt x="727877" y="248821"/>
                      <a:pt x="991938" y="201763"/>
                      <a:pt x="989708" y="0"/>
                    </a:cubicBezTo>
                    <a:lnTo>
                      <a:pt x="33305" y="0"/>
                    </a:lnTo>
                    <a:lnTo>
                      <a:pt x="0" y="2367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437" name="Google Shape;437;p11"/>
            <p:cNvGrpSpPr/>
            <p:nvPr/>
          </p:nvGrpSpPr>
          <p:grpSpPr>
            <a:xfrm>
              <a:off x="7385165" y="-41529"/>
              <a:ext cx="3464777" cy="5190519"/>
              <a:chOff x="3742646" y="2706921"/>
              <a:chExt cx="2481221" cy="3717072"/>
            </a:xfrm>
          </p:grpSpPr>
          <p:grpSp>
            <p:nvGrpSpPr>
              <p:cNvPr id="438" name="Google Shape;438;p11"/>
              <p:cNvGrpSpPr/>
              <p:nvPr/>
            </p:nvGrpSpPr>
            <p:grpSpPr>
              <a:xfrm>
                <a:off x="3742646" y="4832786"/>
                <a:ext cx="2481221" cy="1591207"/>
                <a:chOff x="3742646" y="4832786"/>
                <a:chExt cx="2481221" cy="1591207"/>
              </a:xfrm>
            </p:grpSpPr>
            <p:grpSp>
              <p:nvGrpSpPr>
                <p:cNvPr id="439" name="Google Shape;439;p11"/>
                <p:cNvGrpSpPr/>
                <p:nvPr/>
              </p:nvGrpSpPr>
              <p:grpSpPr>
                <a:xfrm>
                  <a:off x="4624340" y="4832786"/>
                  <a:ext cx="1407442" cy="1197495"/>
                  <a:chOff x="4624340" y="4832786"/>
                  <a:chExt cx="1407442" cy="1197495"/>
                </a:xfrm>
              </p:grpSpPr>
              <p:sp>
                <p:nvSpPr>
                  <p:cNvPr id="440" name="Google Shape;440;p11"/>
                  <p:cNvSpPr/>
                  <p:nvPr/>
                </p:nvSpPr>
                <p:spPr>
                  <a:xfrm>
                    <a:off x="4624340" y="5154465"/>
                    <a:ext cx="503776" cy="7866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776" h="786681" extrusionOk="0">
                        <a:moveTo>
                          <a:pt x="497043" y="199607"/>
                        </a:moveTo>
                        <a:cubicBezTo>
                          <a:pt x="452884" y="214550"/>
                          <a:pt x="404488" y="223396"/>
                          <a:pt x="397797" y="193362"/>
                        </a:cubicBezTo>
                        <a:cubicBezTo>
                          <a:pt x="390363" y="159834"/>
                          <a:pt x="439279" y="134707"/>
                          <a:pt x="480688" y="119764"/>
                        </a:cubicBezTo>
                        <a:cubicBezTo>
                          <a:pt x="470800" y="81924"/>
                          <a:pt x="457568" y="42078"/>
                          <a:pt x="440469" y="0"/>
                        </a:cubicBezTo>
                        <a:cubicBezTo>
                          <a:pt x="357429" y="39401"/>
                          <a:pt x="289258" y="81404"/>
                          <a:pt x="233428" y="124671"/>
                        </a:cubicBezTo>
                        <a:lnTo>
                          <a:pt x="251864" y="233284"/>
                        </a:lnTo>
                        <a:lnTo>
                          <a:pt x="179679" y="170242"/>
                        </a:lnTo>
                        <a:cubicBezTo>
                          <a:pt x="-132258" y="459877"/>
                          <a:pt x="56718" y="786681"/>
                          <a:pt x="56718" y="786681"/>
                        </a:cubicBezTo>
                        <a:cubicBezTo>
                          <a:pt x="56718" y="786681"/>
                          <a:pt x="451471" y="703345"/>
                          <a:pt x="499124" y="357731"/>
                        </a:cubicBezTo>
                        <a:lnTo>
                          <a:pt x="437718" y="338477"/>
                        </a:lnTo>
                        <a:lnTo>
                          <a:pt x="502990" y="316918"/>
                        </a:lnTo>
                        <a:cubicBezTo>
                          <a:pt x="504997" y="280565"/>
                          <a:pt x="503213" y="241536"/>
                          <a:pt x="497043" y="199682"/>
                        </a:cubicBezTo>
                        <a:close/>
                        <a:moveTo>
                          <a:pt x="343156" y="493999"/>
                        </a:moveTo>
                        <a:cubicBezTo>
                          <a:pt x="296915" y="462478"/>
                          <a:pt x="353638" y="380480"/>
                          <a:pt x="389396" y="393341"/>
                        </a:cubicBezTo>
                        <a:cubicBezTo>
                          <a:pt x="425154" y="406202"/>
                          <a:pt x="389396" y="525520"/>
                          <a:pt x="343156" y="49399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1" name="Google Shape;441;p11"/>
                  <p:cNvSpPr/>
                  <p:nvPr/>
                </p:nvSpPr>
                <p:spPr>
                  <a:xfrm>
                    <a:off x="4882226" y="5441125"/>
                    <a:ext cx="519869" cy="4877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869" h="487754" extrusionOk="0">
                        <a:moveTo>
                          <a:pt x="0" y="486342"/>
                        </a:moveTo>
                        <a:cubicBezTo>
                          <a:pt x="0" y="486342"/>
                          <a:pt x="175075" y="42078"/>
                          <a:pt x="519870" y="0"/>
                        </a:cubicBezTo>
                        <a:cubicBezTo>
                          <a:pt x="204959" y="200796"/>
                          <a:pt x="105862" y="477570"/>
                          <a:pt x="105862" y="477570"/>
                        </a:cubicBezTo>
                        <a:cubicBezTo>
                          <a:pt x="105862" y="477570"/>
                          <a:pt x="304874" y="162957"/>
                          <a:pt x="466121" y="129132"/>
                        </a:cubicBezTo>
                        <a:cubicBezTo>
                          <a:pt x="371261" y="351115"/>
                          <a:pt x="150765" y="487755"/>
                          <a:pt x="150765" y="487755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2" name="Google Shape;442;p11"/>
                  <p:cNvSpPr/>
                  <p:nvPr/>
                </p:nvSpPr>
                <p:spPr>
                  <a:xfrm>
                    <a:off x="5623411" y="5469768"/>
                    <a:ext cx="408371" cy="478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8371" h="478663" extrusionOk="0">
                        <a:moveTo>
                          <a:pt x="0" y="362989"/>
                        </a:moveTo>
                        <a:cubicBezTo>
                          <a:pt x="0" y="362989"/>
                          <a:pt x="202283" y="-9908"/>
                          <a:pt x="260790" y="202"/>
                        </a:cubicBezTo>
                        <a:cubicBezTo>
                          <a:pt x="319297" y="10238"/>
                          <a:pt x="197525" y="280767"/>
                          <a:pt x="197525" y="280767"/>
                        </a:cubicBezTo>
                        <a:cubicBezTo>
                          <a:pt x="197525" y="280767"/>
                          <a:pt x="339220" y="101455"/>
                          <a:pt x="398991" y="130299"/>
                        </a:cubicBezTo>
                        <a:cubicBezTo>
                          <a:pt x="458761" y="159218"/>
                          <a:pt x="213360" y="478664"/>
                          <a:pt x="213360" y="478664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3" name="Google Shape;443;p11"/>
                  <p:cNvSpPr/>
                  <p:nvPr/>
                </p:nvSpPr>
                <p:spPr>
                  <a:xfrm>
                    <a:off x="5486485" y="5053286"/>
                    <a:ext cx="200264" cy="976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264" h="976995" extrusionOk="0">
                        <a:moveTo>
                          <a:pt x="18946" y="818574"/>
                        </a:moveTo>
                        <a:cubicBezTo>
                          <a:pt x="18946" y="818574"/>
                          <a:pt x="-39561" y="397727"/>
                          <a:pt x="49054" y="0"/>
                        </a:cubicBezTo>
                        <a:lnTo>
                          <a:pt x="107933" y="0"/>
                        </a:lnTo>
                        <a:cubicBezTo>
                          <a:pt x="107933" y="0"/>
                          <a:pt x="94997" y="671452"/>
                          <a:pt x="200265" y="976995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4" name="Google Shape;444;p11"/>
                  <p:cNvSpPr/>
                  <p:nvPr/>
                </p:nvSpPr>
                <p:spPr>
                  <a:xfrm>
                    <a:off x="5272048" y="4832786"/>
                    <a:ext cx="593472" cy="3216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3472" h="321689" extrusionOk="0">
                        <a:moveTo>
                          <a:pt x="620" y="282204"/>
                        </a:moveTo>
                        <a:cubicBezTo>
                          <a:pt x="9392" y="346435"/>
                          <a:pt x="546360" y="331641"/>
                          <a:pt x="592526" y="242654"/>
                        </a:cubicBezTo>
                        <a:cubicBezTo>
                          <a:pt x="609550" y="209795"/>
                          <a:pt x="392325" y="10263"/>
                          <a:pt x="306163" y="375"/>
                        </a:cubicBezTo>
                        <a:cubicBezTo>
                          <a:pt x="220076" y="-9512"/>
                          <a:pt x="-13579" y="178349"/>
                          <a:pt x="620" y="28220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5" name="Google Shape;445;p11"/>
                  <p:cNvSpPr/>
                  <p:nvPr/>
                </p:nvSpPr>
                <p:spPr>
                  <a:xfrm>
                    <a:off x="5419418" y="5246170"/>
                    <a:ext cx="519670" cy="1768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670" h="176898" extrusionOk="0">
                        <a:moveTo>
                          <a:pt x="0" y="134144"/>
                        </a:moveTo>
                        <a:cubicBezTo>
                          <a:pt x="0" y="188785"/>
                          <a:pt x="505596" y="193468"/>
                          <a:pt x="519127" y="134144"/>
                        </a:cubicBezTo>
                        <a:cubicBezTo>
                          <a:pt x="532657" y="74819"/>
                          <a:pt x="289635" y="4641"/>
                          <a:pt x="270083" y="181"/>
                        </a:cubicBezTo>
                        <a:cubicBezTo>
                          <a:pt x="250531" y="-4280"/>
                          <a:pt x="0" y="74819"/>
                          <a:pt x="0" y="13414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446" name="Google Shape;446;p11"/>
                  <p:cNvSpPr/>
                  <p:nvPr/>
                </p:nvSpPr>
                <p:spPr>
                  <a:xfrm>
                    <a:off x="5379050" y="5487617"/>
                    <a:ext cx="341810" cy="117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810" h="117573" extrusionOk="0">
                        <a:moveTo>
                          <a:pt x="0" y="89182"/>
                        </a:moveTo>
                        <a:cubicBezTo>
                          <a:pt x="0" y="125460"/>
                          <a:pt x="332455" y="128583"/>
                          <a:pt x="341450" y="89182"/>
                        </a:cubicBezTo>
                        <a:cubicBezTo>
                          <a:pt x="350371" y="49781"/>
                          <a:pt x="190537" y="3095"/>
                          <a:pt x="177676" y="121"/>
                        </a:cubicBezTo>
                        <a:cubicBezTo>
                          <a:pt x="164815" y="-2853"/>
                          <a:pt x="74" y="49706"/>
                          <a:pt x="74" y="8918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447" name="Google Shape;447;p11"/>
                <p:cNvSpPr/>
                <p:nvPr/>
              </p:nvSpPr>
              <p:spPr>
                <a:xfrm>
                  <a:off x="3742646" y="5724821"/>
                  <a:ext cx="2481146" cy="699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1146" h="699172" extrusionOk="0">
                      <a:moveTo>
                        <a:pt x="74" y="699173"/>
                      </a:moveTo>
                      <a:cubicBezTo>
                        <a:pt x="74" y="699173"/>
                        <a:pt x="442852" y="149566"/>
                        <a:pt x="1154821" y="23483"/>
                      </a:cubicBezTo>
                      <a:cubicBezTo>
                        <a:pt x="1866788" y="-102600"/>
                        <a:pt x="2481146" y="320106"/>
                        <a:pt x="2481146" y="320106"/>
                      </a:cubicBezTo>
                      <a:lnTo>
                        <a:pt x="2481146" y="699173"/>
                      </a:lnTo>
                      <a:lnTo>
                        <a:pt x="0" y="69917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8" name="Google Shape;448;p11"/>
                <p:cNvSpPr/>
                <p:nvPr/>
              </p:nvSpPr>
              <p:spPr>
                <a:xfrm>
                  <a:off x="4518474" y="5879517"/>
                  <a:ext cx="1705393" cy="544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393" h="544476" extrusionOk="0">
                      <a:moveTo>
                        <a:pt x="92778" y="21485"/>
                      </a:moveTo>
                      <a:cubicBezTo>
                        <a:pt x="92778" y="21485"/>
                        <a:pt x="1036692" y="-113445"/>
                        <a:pt x="1705393" y="292979"/>
                      </a:cubicBezTo>
                      <a:lnTo>
                        <a:pt x="1705393" y="544477"/>
                      </a:lnTo>
                      <a:lnTo>
                        <a:pt x="0" y="544477"/>
                      </a:lnTo>
                      <a:lnTo>
                        <a:pt x="92778" y="2148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49" name="Google Shape;449;p11"/>
                <p:cNvSpPr/>
                <p:nvPr/>
              </p:nvSpPr>
              <p:spPr>
                <a:xfrm>
                  <a:off x="4586422" y="6075295"/>
                  <a:ext cx="686246" cy="348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246" h="348698" extrusionOk="0">
                      <a:moveTo>
                        <a:pt x="686246" y="348699"/>
                      </a:moveTo>
                      <a:lnTo>
                        <a:pt x="0" y="348699"/>
                      </a:lnTo>
                      <a:lnTo>
                        <a:pt x="9813" y="262686"/>
                      </a:lnTo>
                      <a:lnTo>
                        <a:pt x="37914" y="15798"/>
                      </a:lnTo>
                      <a:cubicBezTo>
                        <a:pt x="37914" y="15798"/>
                        <a:pt x="345837" y="-47170"/>
                        <a:pt x="537712" y="78319"/>
                      </a:cubicBezTo>
                      <a:cubicBezTo>
                        <a:pt x="617034" y="130283"/>
                        <a:pt x="676582" y="214438"/>
                        <a:pt x="686246" y="34869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0" name="Google Shape;450;p11"/>
                <p:cNvSpPr/>
                <p:nvPr/>
              </p:nvSpPr>
              <p:spPr>
                <a:xfrm>
                  <a:off x="4586422" y="6153614"/>
                  <a:ext cx="686246" cy="270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246" h="270379" extrusionOk="0">
                      <a:moveTo>
                        <a:pt x="686246" y="270380"/>
                      </a:moveTo>
                      <a:lnTo>
                        <a:pt x="0" y="270380"/>
                      </a:lnTo>
                      <a:lnTo>
                        <a:pt x="9813" y="184367"/>
                      </a:lnTo>
                      <a:cubicBezTo>
                        <a:pt x="26094" y="185854"/>
                        <a:pt x="43862" y="188827"/>
                        <a:pt x="62967" y="193437"/>
                      </a:cubicBezTo>
                      <a:cubicBezTo>
                        <a:pt x="265176" y="241981"/>
                        <a:pt x="449171" y="90399"/>
                        <a:pt x="537712" y="0"/>
                      </a:cubicBezTo>
                      <a:cubicBezTo>
                        <a:pt x="617034" y="51965"/>
                        <a:pt x="676582" y="136119"/>
                        <a:pt x="686246" y="2703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51" name="Google Shape;451;p11"/>
              <p:cNvGrpSpPr/>
              <p:nvPr/>
            </p:nvGrpSpPr>
            <p:grpSpPr>
              <a:xfrm>
                <a:off x="4215978" y="2706921"/>
                <a:ext cx="596962" cy="3717072"/>
                <a:chOff x="4215978" y="2706921"/>
                <a:chExt cx="596962" cy="3717072"/>
              </a:xfrm>
            </p:grpSpPr>
            <p:sp>
              <p:nvSpPr>
                <p:cNvPr id="452" name="Google Shape;452;p11"/>
                <p:cNvSpPr/>
                <p:nvPr/>
              </p:nvSpPr>
              <p:spPr>
                <a:xfrm>
                  <a:off x="4215978" y="2706921"/>
                  <a:ext cx="596961" cy="371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961" h="3717072" extrusionOk="0">
                      <a:moveTo>
                        <a:pt x="0" y="3717073"/>
                      </a:moveTo>
                      <a:lnTo>
                        <a:pt x="218341" y="0"/>
                      </a:lnTo>
                      <a:lnTo>
                        <a:pt x="596962" y="0"/>
                      </a:lnTo>
                      <a:lnTo>
                        <a:pt x="467682" y="3717073"/>
                      </a:lnTo>
                      <a:lnTo>
                        <a:pt x="0" y="371707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53" name="Google Shape;453;p11"/>
                <p:cNvSpPr/>
                <p:nvPr/>
              </p:nvSpPr>
              <p:spPr>
                <a:xfrm>
                  <a:off x="4359978" y="2706921"/>
                  <a:ext cx="452962" cy="371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962" h="3717072" extrusionOk="0">
                      <a:moveTo>
                        <a:pt x="452962" y="0"/>
                      </a:moveTo>
                      <a:lnTo>
                        <a:pt x="323683" y="3717073"/>
                      </a:lnTo>
                      <a:lnTo>
                        <a:pt x="0" y="3717073"/>
                      </a:lnTo>
                      <a:lnTo>
                        <a:pt x="164889" y="0"/>
                      </a:lnTo>
                      <a:lnTo>
                        <a:pt x="4529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454" name="Google Shape;454;p11"/>
              <p:cNvSpPr/>
              <p:nvPr/>
            </p:nvSpPr>
            <p:spPr>
              <a:xfrm>
                <a:off x="4694366" y="3028671"/>
                <a:ext cx="238189" cy="419062"/>
              </a:xfrm>
              <a:custGeom>
                <a:avLst/>
                <a:gdLst/>
                <a:ahLst/>
                <a:cxnLst/>
                <a:rect l="l" t="t" r="r" b="b"/>
                <a:pathLst>
                  <a:path w="238189" h="419062" extrusionOk="0">
                    <a:moveTo>
                      <a:pt x="10036" y="229938"/>
                    </a:moveTo>
                    <a:lnTo>
                      <a:pt x="198194" y="0"/>
                    </a:lnTo>
                    <a:lnTo>
                      <a:pt x="238190" y="14868"/>
                    </a:lnTo>
                    <a:cubicBezTo>
                      <a:pt x="238190" y="14868"/>
                      <a:pt x="144297" y="392969"/>
                      <a:pt x="0" y="4190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5" name="Google Shape;455;p11"/>
              <p:cNvSpPr/>
              <p:nvPr/>
            </p:nvSpPr>
            <p:spPr>
              <a:xfrm>
                <a:off x="4672137" y="4136135"/>
                <a:ext cx="520985" cy="429821"/>
              </a:xfrm>
              <a:custGeom>
                <a:avLst/>
                <a:gdLst/>
                <a:ahLst/>
                <a:cxnLst/>
                <a:rect l="l" t="t" r="r" b="b"/>
                <a:pathLst>
                  <a:path w="520985" h="429821" extrusionOk="0">
                    <a:moveTo>
                      <a:pt x="22228" y="258857"/>
                    </a:moveTo>
                    <a:cubicBezTo>
                      <a:pt x="22228" y="258857"/>
                      <a:pt x="353048" y="267926"/>
                      <a:pt x="456011" y="0"/>
                    </a:cubicBezTo>
                    <a:lnTo>
                      <a:pt x="520985" y="0"/>
                    </a:lnTo>
                    <a:cubicBezTo>
                      <a:pt x="520985" y="0"/>
                      <a:pt x="456011" y="440622"/>
                      <a:pt x="0" y="4296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6" name="Google Shape;456;p11"/>
              <p:cNvSpPr/>
              <p:nvPr/>
            </p:nvSpPr>
            <p:spPr>
              <a:xfrm>
                <a:off x="4262025" y="2854386"/>
                <a:ext cx="287403" cy="427091"/>
              </a:xfrm>
              <a:custGeom>
                <a:avLst/>
                <a:gdLst/>
                <a:ahLst/>
                <a:cxnLst/>
                <a:rect l="l" t="t" r="r" b="b"/>
                <a:pathLst>
                  <a:path w="287403" h="427091" extrusionOk="0">
                    <a:moveTo>
                      <a:pt x="287404" y="193139"/>
                    </a:moveTo>
                    <a:lnTo>
                      <a:pt x="32338" y="0"/>
                    </a:lnTo>
                    <a:lnTo>
                      <a:pt x="0" y="42746"/>
                    </a:lnTo>
                    <a:lnTo>
                      <a:pt x="283390" y="4270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57" name="Google Shape;457;p11"/>
              <p:cNvSpPr/>
              <p:nvPr/>
            </p:nvSpPr>
            <p:spPr>
              <a:xfrm>
                <a:off x="5551198" y="5348496"/>
                <a:ext cx="179787" cy="185407"/>
              </a:xfrm>
              <a:custGeom>
                <a:avLst/>
                <a:gdLst/>
                <a:ahLst/>
                <a:cxnLst/>
                <a:rect l="l" t="t" r="r" b="b"/>
                <a:pathLst>
                  <a:path w="179787" h="185407" extrusionOk="0">
                    <a:moveTo>
                      <a:pt x="134289" y="0"/>
                    </a:moveTo>
                    <a:cubicBezTo>
                      <a:pt x="134289" y="0"/>
                      <a:pt x="122468" y="145337"/>
                      <a:pt x="32217" y="152400"/>
                    </a:cubicBezTo>
                    <a:cubicBezTo>
                      <a:pt x="-58033" y="159388"/>
                      <a:pt x="69983" y="185408"/>
                      <a:pt x="69983" y="185408"/>
                    </a:cubicBezTo>
                    <a:cubicBezTo>
                      <a:pt x="69983" y="185408"/>
                      <a:pt x="180305" y="182583"/>
                      <a:pt x="179785" y="254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458" name="Google Shape;458;p11"/>
            <p:cNvSpPr/>
            <p:nvPr/>
          </p:nvSpPr>
          <p:spPr>
            <a:xfrm>
              <a:off x="-277206" y="4688509"/>
              <a:ext cx="9562169" cy="2125478"/>
            </a:xfrm>
            <a:custGeom>
              <a:avLst/>
              <a:gdLst/>
              <a:ahLst/>
              <a:cxnLst/>
              <a:rect l="l" t="t" r="r" b="b"/>
              <a:pathLst>
                <a:path w="5575609" h="1239346" extrusionOk="0">
                  <a:moveTo>
                    <a:pt x="0" y="1239346"/>
                  </a:moveTo>
                  <a:lnTo>
                    <a:pt x="0" y="107126"/>
                  </a:lnTo>
                  <a:lnTo>
                    <a:pt x="5575610" y="0"/>
                  </a:lnTo>
                  <a:lnTo>
                    <a:pt x="5575610" y="1239346"/>
                  </a:lnTo>
                  <a:lnTo>
                    <a:pt x="0" y="12393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459" name="Google Shape;459;p11"/>
          <p:cNvSpPr txBox="1">
            <a:spLocks noGrp="1"/>
          </p:cNvSpPr>
          <p:nvPr>
            <p:ph type="title" hasCustomPrompt="1"/>
          </p:nvPr>
        </p:nvSpPr>
        <p:spPr>
          <a:xfrm>
            <a:off x="1284000" y="1952850"/>
            <a:ext cx="6576000" cy="7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9600"/>
              <a:buNone/>
              <a:defRPr sz="96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460" name="Google Shape;460;p11"/>
          <p:cNvSpPr txBox="1">
            <a:spLocks noGrp="1"/>
          </p:cNvSpPr>
          <p:nvPr>
            <p:ph type="subTitle" idx="1"/>
          </p:nvPr>
        </p:nvSpPr>
        <p:spPr>
          <a:xfrm>
            <a:off x="1284000" y="2816250"/>
            <a:ext cx="6576000" cy="3744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6"/>
        </a:solidFill>
        <a:effectLst/>
      </p:bgPr>
    </p:bg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BLANK_1_1_1_1_2_1">
    <p:spTree>
      <p:nvGrpSpPr>
        <p:cNvPr id="1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63" name="Google Shape;463;p13"/>
          <p:cNvGrpSpPr/>
          <p:nvPr/>
        </p:nvGrpSpPr>
        <p:grpSpPr>
          <a:xfrm>
            <a:off x="-431042" y="-15986"/>
            <a:ext cx="9996432" cy="5524816"/>
            <a:chOff x="6596010" y="4019772"/>
            <a:chExt cx="4741465" cy="2620508"/>
          </a:xfrm>
        </p:grpSpPr>
        <p:sp>
          <p:nvSpPr>
            <p:cNvPr id="464" name="Google Shape;464;p13"/>
            <p:cNvSpPr/>
            <p:nvPr/>
          </p:nvSpPr>
          <p:spPr>
            <a:xfrm>
              <a:off x="6596010" y="5142743"/>
              <a:ext cx="4719550" cy="1497537"/>
            </a:xfrm>
            <a:custGeom>
              <a:avLst/>
              <a:gdLst/>
              <a:ahLst/>
              <a:cxnLst/>
              <a:rect l="l" t="t" r="r" b="b"/>
              <a:pathLst>
                <a:path w="4719550" h="1497537" extrusionOk="0">
                  <a:moveTo>
                    <a:pt x="149760" y="429330"/>
                  </a:moveTo>
                  <a:cubicBezTo>
                    <a:pt x="149760" y="429330"/>
                    <a:pt x="994574" y="1035328"/>
                    <a:pt x="2326142" y="1022531"/>
                  </a:cubicBezTo>
                  <a:cubicBezTo>
                    <a:pt x="3657644" y="1009799"/>
                    <a:pt x="4719551" y="0"/>
                    <a:pt x="4719551" y="0"/>
                  </a:cubicBezTo>
                  <a:lnTo>
                    <a:pt x="4719551" y="1497538"/>
                  </a:lnTo>
                  <a:lnTo>
                    <a:pt x="0" y="1410648"/>
                  </a:lnTo>
                  <a:lnTo>
                    <a:pt x="149760" y="42933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6895622" y="5596180"/>
              <a:ext cx="171089" cy="153829"/>
            </a:xfrm>
            <a:custGeom>
              <a:avLst/>
              <a:gdLst/>
              <a:ahLst/>
              <a:cxnLst/>
              <a:rect l="l" t="t" r="r" b="b"/>
              <a:pathLst>
                <a:path w="171089" h="153829" extrusionOk="0">
                  <a:moveTo>
                    <a:pt x="136898" y="0"/>
                  </a:moveTo>
                  <a:lnTo>
                    <a:pt x="0" y="134207"/>
                  </a:lnTo>
                  <a:lnTo>
                    <a:pt x="50926" y="153829"/>
                  </a:lnTo>
                  <a:lnTo>
                    <a:pt x="171089" y="1791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10822108" y="4019772"/>
              <a:ext cx="515367" cy="2033774"/>
            </a:xfrm>
            <a:custGeom>
              <a:avLst/>
              <a:gdLst/>
              <a:ahLst/>
              <a:cxnLst/>
              <a:rect l="l" t="t" r="r" b="b"/>
              <a:pathLst>
                <a:path w="515367" h="2033774" extrusionOk="0">
                  <a:moveTo>
                    <a:pt x="198914" y="2033774"/>
                  </a:moveTo>
                  <a:lnTo>
                    <a:pt x="0" y="0"/>
                  </a:lnTo>
                  <a:lnTo>
                    <a:pt x="95159" y="0"/>
                  </a:lnTo>
                  <a:lnTo>
                    <a:pt x="198914" y="412661"/>
                  </a:lnTo>
                  <a:lnTo>
                    <a:pt x="368757" y="0"/>
                  </a:lnTo>
                  <a:lnTo>
                    <a:pt x="434187" y="0"/>
                  </a:lnTo>
                  <a:lnTo>
                    <a:pt x="238619" y="564719"/>
                  </a:lnTo>
                  <a:lnTo>
                    <a:pt x="515367" y="195705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10655673" y="4019776"/>
              <a:ext cx="155881" cy="1824546"/>
            </a:xfrm>
            <a:custGeom>
              <a:avLst/>
              <a:gdLst/>
              <a:ahLst/>
              <a:cxnLst/>
              <a:rect l="l" t="t" r="r" b="b"/>
              <a:pathLst>
                <a:path w="181785" h="2127751" extrusionOk="0">
                  <a:moveTo>
                    <a:pt x="181786" y="2127752"/>
                  </a:moveTo>
                  <a:lnTo>
                    <a:pt x="108284" y="0"/>
                  </a:lnTo>
                  <a:lnTo>
                    <a:pt x="33667" y="0"/>
                  </a:lnTo>
                  <a:lnTo>
                    <a:pt x="0" y="212775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10482319" y="4019776"/>
              <a:ext cx="225775" cy="364437"/>
            </a:xfrm>
            <a:custGeom>
              <a:avLst/>
              <a:gdLst/>
              <a:ahLst/>
              <a:cxnLst/>
              <a:rect l="l" t="t" r="r" b="b"/>
              <a:pathLst>
                <a:path w="263294" h="424999" extrusionOk="0">
                  <a:moveTo>
                    <a:pt x="263295" y="247741"/>
                  </a:moveTo>
                  <a:lnTo>
                    <a:pt x="53158" y="0"/>
                  </a:lnTo>
                  <a:lnTo>
                    <a:pt x="0" y="0"/>
                  </a:lnTo>
                  <a:lnTo>
                    <a:pt x="263295" y="424999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10586995" y="4657186"/>
              <a:ext cx="137143" cy="112325"/>
            </a:xfrm>
            <a:custGeom>
              <a:avLst/>
              <a:gdLst/>
              <a:ahLst/>
              <a:cxnLst/>
              <a:rect l="l" t="t" r="r" b="b"/>
              <a:pathLst>
                <a:path w="159933" h="130991" extrusionOk="0">
                  <a:moveTo>
                    <a:pt x="159933" y="61099"/>
                  </a:moveTo>
                  <a:lnTo>
                    <a:pt x="9713" y="0"/>
                  </a:lnTo>
                  <a:lnTo>
                    <a:pt x="0" y="30582"/>
                  </a:lnTo>
                  <a:lnTo>
                    <a:pt x="141360" y="13099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6737921" y="5334788"/>
              <a:ext cx="410309" cy="474547"/>
            </a:xfrm>
            <a:custGeom>
              <a:avLst/>
              <a:gdLst/>
              <a:ahLst/>
              <a:cxnLst/>
              <a:rect l="l" t="t" r="r" b="b"/>
              <a:pathLst>
                <a:path w="410309" h="474547" extrusionOk="0">
                  <a:moveTo>
                    <a:pt x="25660" y="0"/>
                  </a:moveTo>
                  <a:cubicBezTo>
                    <a:pt x="25660" y="0"/>
                    <a:pt x="412661" y="81574"/>
                    <a:pt x="410299" y="474547"/>
                  </a:cubicBezTo>
                  <a:cubicBezTo>
                    <a:pt x="353532" y="458272"/>
                    <a:pt x="379585" y="444819"/>
                    <a:pt x="379585" y="444819"/>
                  </a:cubicBezTo>
                  <a:cubicBezTo>
                    <a:pt x="379585" y="444819"/>
                    <a:pt x="264542" y="129679"/>
                    <a:pt x="0" y="104741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471" name="Google Shape;471;p13"/>
            <p:cNvGrpSpPr/>
            <p:nvPr/>
          </p:nvGrpSpPr>
          <p:grpSpPr>
            <a:xfrm>
              <a:off x="9583634" y="5369712"/>
              <a:ext cx="506678" cy="708021"/>
              <a:chOff x="9583634" y="5369712"/>
              <a:chExt cx="506678" cy="708021"/>
            </a:xfrm>
          </p:grpSpPr>
          <p:sp>
            <p:nvSpPr>
              <p:cNvPr id="472" name="Google Shape;472;p13"/>
              <p:cNvSpPr/>
              <p:nvPr/>
            </p:nvSpPr>
            <p:spPr>
              <a:xfrm>
                <a:off x="9583634" y="5565013"/>
                <a:ext cx="431234" cy="512720"/>
              </a:xfrm>
              <a:custGeom>
                <a:avLst/>
                <a:gdLst/>
                <a:ahLst/>
                <a:cxnLst/>
                <a:rect l="l" t="t" r="r" b="b"/>
                <a:pathLst>
                  <a:path w="431234" h="512720" extrusionOk="0">
                    <a:moveTo>
                      <a:pt x="363704" y="241"/>
                    </a:moveTo>
                    <a:cubicBezTo>
                      <a:pt x="333779" y="1947"/>
                      <a:pt x="308971" y="44735"/>
                      <a:pt x="305493" y="54120"/>
                    </a:cubicBezTo>
                    <a:cubicBezTo>
                      <a:pt x="302080" y="63505"/>
                      <a:pt x="308906" y="71839"/>
                      <a:pt x="311465" y="74661"/>
                    </a:cubicBezTo>
                    <a:cubicBezTo>
                      <a:pt x="319275" y="83193"/>
                      <a:pt x="346969" y="74661"/>
                      <a:pt x="346969" y="74661"/>
                    </a:cubicBezTo>
                    <a:lnTo>
                      <a:pt x="343097" y="121781"/>
                    </a:lnTo>
                    <a:lnTo>
                      <a:pt x="304443" y="150854"/>
                    </a:lnTo>
                    <a:cubicBezTo>
                      <a:pt x="304443" y="150854"/>
                      <a:pt x="190778" y="143176"/>
                      <a:pt x="151467" y="138844"/>
                    </a:cubicBezTo>
                    <a:cubicBezTo>
                      <a:pt x="112091" y="134579"/>
                      <a:pt x="60770" y="191018"/>
                      <a:pt x="65890" y="200468"/>
                    </a:cubicBezTo>
                    <a:cubicBezTo>
                      <a:pt x="71009" y="209853"/>
                      <a:pt x="83871" y="208146"/>
                      <a:pt x="83871" y="208146"/>
                    </a:cubicBezTo>
                    <a:lnTo>
                      <a:pt x="76193" y="285980"/>
                    </a:lnTo>
                    <a:cubicBezTo>
                      <a:pt x="76193" y="285980"/>
                      <a:pt x="19688" y="321943"/>
                      <a:pt x="17129" y="332181"/>
                    </a:cubicBezTo>
                    <a:cubicBezTo>
                      <a:pt x="14570" y="342419"/>
                      <a:pt x="0" y="476757"/>
                      <a:pt x="0" y="476757"/>
                    </a:cubicBezTo>
                    <a:lnTo>
                      <a:pt x="31633" y="512720"/>
                    </a:lnTo>
                    <a:lnTo>
                      <a:pt x="55587" y="505895"/>
                    </a:lnTo>
                    <a:lnTo>
                      <a:pt x="30779" y="457988"/>
                    </a:lnTo>
                    <a:lnTo>
                      <a:pt x="44495" y="368998"/>
                    </a:lnTo>
                    <a:lnTo>
                      <a:pt x="128366" y="312558"/>
                    </a:lnTo>
                    <a:lnTo>
                      <a:pt x="108678" y="365585"/>
                    </a:lnTo>
                    <a:lnTo>
                      <a:pt x="191696" y="482794"/>
                    </a:lnTo>
                    <a:lnTo>
                      <a:pt x="225035" y="482794"/>
                    </a:lnTo>
                    <a:lnTo>
                      <a:pt x="199374" y="445978"/>
                    </a:lnTo>
                    <a:lnTo>
                      <a:pt x="154027" y="363813"/>
                    </a:lnTo>
                    <a:lnTo>
                      <a:pt x="201934" y="295364"/>
                    </a:lnTo>
                    <a:lnTo>
                      <a:pt x="303721" y="313346"/>
                    </a:lnTo>
                    <a:lnTo>
                      <a:pt x="334500" y="512720"/>
                    </a:lnTo>
                    <a:lnTo>
                      <a:pt x="351629" y="512720"/>
                    </a:lnTo>
                    <a:lnTo>
                      <a:pt x="342244" y="333034"/>
                    </a:lnTo>
                    <a:lnTo>
                      <a:pt x="363638" y="327915"/>
                    </a:lnTo>
                    <a:lnTo>
                      <a:pt x="359372" y="512720"/>
                    </a:lnTo>
                    <a:lnTo>
                      <a:pt x="380767" y="512720"/>
                    </a:lnTo>
                    <a:lnTo>
                      <a:pt x="400455" y="307636"/>
                    </a:lnTo>
                    <a:lnTo>
                      <a:pt x="431234" y="236300"/>
                    </a:lnTo>
                    <a:cubicBezTo>
                      <a:pt x="431234" y="236300"/>
                      <a:pt x="431234" y="160173"/>
                      <a:pt x="422702" y="124209"/>
                    </a:cubicBezTo>
                    <a:cubicBezTo>
                      <a:pt x="414171" y="88246"/>
                      <a:pt x="399602" y="17238"/>
                      <a:pt x="399602" y="17238"/>
                    </a:cubicBezTo>
                    <a:cubicBezTo>
                      <a:pt x="399602" y="17238"/>
                      <a:pt x="393630" y="-1597"/>
                      <a:pt x="363638" y="109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3" name="Google Shape;473;p13"/>
              <p:cNvSpPr/>
              <p:nvPr/>
            </p:nvSpPr>
            <p:spPr>
              <a:xfrm>
                <a:off x="9965254" y="5528502"/>
                <a:ext cx="46187" cy="58210"/>
              </a:xfrm>
              <a:custGeom>
                <a:avLst/>
                <a:gdLst/>
                <a:ahLst/>
                <a:cxnLst/>
                <a:rect l="l" t="t" r="r" b="b"/>
                <a:pathLst>
                  <a:path w="46187" h="58210" extrusionOk="0">
                    <a:moveTo>
                      <a:pt x="0" y="47907"/>
                    </a:moveTo>
                    <a:cubicBezTo>
                      <a:pt x="0" y="47907"/>
                      <a:pt x="13716" y="4266"/>
                      <a:pt x="44495" y="0"/>
                    </a:cubicBezTo>
                    <a:cubicBezTo>
                      <a:pt x="55586" y="51320"/>
                      <a:pt x="8532" y="58211"/>
                      <a:pt x="8532" y="58211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474" name="Google Shape;474;p13"/>
              <p:cNvSpPr/>
              <p:nvPr/>
            </p:nvSpPr>
            <p:spPr>
              <a:xfrm>
                <a:off x="9874427" y="5543460"/>
                <a:ext cx="57029" cy="45268"/>
              </a:xfrm>
              <a:custGeom>
                <a:avLst/>
                <a:gdLst/>
                <a:ahLst/>
                <a:cxnLst/>
                <a:rect l="l" t="t" r="r" b="b"/>
                <a:pathLst>
                  <a:path w="57029" h="45268" extrusionOk="0">
                    <a:moveTo>
                      <a:pt x="57029" y="32491"/>
                    </a:moveTo>
                    <a:cubicBezTo>
                      <a:pt x="57029" y="32491"/>
                      <a:pt x="30582" y="-4851"/>
                      <a:pt x="0" y="530"/>
                    </a:cubicBezTo>
                    <a:cubicBezTo>
                      <a:pt x="5185" y="52835"/>
                      <a:pt x="52042" y="44828"/>
                      <a:pt x="52042" y="44828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475" name="Google Shape;475;p13"/>
              <p:cNvGrpSpPr/>
              <p:nvPr/>
            </p:nvGrpSpPr>
            <p:grpSpPr>
              <a:xfrm>
                <a:off x="9954295" y="5369778"/>
                <a:ext cx="136017" cy="213916"/>
                <a:chOff x="9954295" y="5369778"/>
                <a:chExt cx="136017" cy="213916"/>
              </a:xfrm>
            </p:grpSpPr>
            <p:sp>
              <p:nvSpPr>
                <p:cNvPr id="476" name="Google Shape;476;p13"/>
                <p:cNvSpPr/>
                <p:nvPr/>
              </p:nvSpPr>
              <p:spPr>
                <a:xfrm>
                  <a:off x="9954295" y="5513539"/>
                  <a:ext cx="19688" cy="70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8" h="70155" extrusionOk="0">
                      <a:moveTo>
                        <a:pt x="9844" y="70155"/>
                      </a:moveTo>
                      <a:cubicBezTo>
                        <a:pt x="4396" y="70155"/>
                        <a:pt x="0" y="65758"/>
                        <a:pt x="0" y="60311"/>
                      </a:cubicBezTo>
                      <a:lnTo>
                        <a:pt x="0" y="9844"/>
                      </a:lnTo>
                      <a:cubicBezTo>
                        <a:pt x="0" y="4397"/>
                        <a:pt x="4396" y="0"/>
                        <a:pt x="9844" y="0"/>
                      </a:cubicBezTo>
                      <a:cubicBezTo>
                        <a:pt x="15291" y="0"/>
                        <a:pt x="19688" y="4397"/>
                        <a:pt x="19688" y="9844"/>
                      </a:cubicBezTo>
                      <a:lnTo>
                        <a:pt x="19688" y="60311"/>
                      </a:lnTo>
                      <a:cubicBezTo>
                        <a:pt x="19688" y="65758"/>
                        <a:pt x="15291" y="70155"/>
                        <a:pt x="9844" y="7015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7" name="Google Shape;477;p13"/>
                <p:cNvSpPr/>
                <p:nvPr/>
              </p:nvSpPr>
              <p:spPr>
                <a:xfrm>
                  <a:off x="9954302" y="5369778"/>
                  <a:ext cx="92368" cy="1836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368" h="183662" extrusionOk="0">
                      <a:moveTo>
                        <a:pt x="9837" y="183597"/>
                      </a:moveTo>
                      <a:cubicBezTo>
                        <a:pt x="7278" y="183597"/>
                        <a:pt x="4653" y="182613"/>
                        <a:pt x="2749" y="180578"/>
                      </a:cubicBezTo>
                      <a:cubicBezTo>
                        <a:pt x="-991" y="176641"/>
                        <a:pt x="-926" y="170406"/>
                        <a:pt x="3012" y="166666"/>
                      </a:cubicBezTo>
                      <a:lnTo>
                        <a:pt x="57876" y="113770"/>
                      </a:lnTo>
                      <a:lnTo>
                        <a:pt x="72773" y="8439"/>
                      </a:lnTo>
                      <a:cubicBezTo>
                        <a:pt x="73561" y="3058"/>
                        <a:pt x="78548" y="-683"/>
                        <a:pt x="83929" y="105"/>
                      </a:cubicBezTo>
                      <a:cubicBezTo>
                        <a:pt x="89311" y="892"/>
                        <a:pt x="93052" y="5880"/>
                        <a:pt x="92264" y="11261"/>
                      </a:cubicBezTo>
                      <a:lnTo>
                        <a:pt x="76382" y="123286"/>
                      </a:lnTo>
                      <a:lnTo>
                        <a:pt x="16596" y="180906"/>
                      </a:lnTo>
                      <a:cubicBezTo>
                        <a:pt x="14694" y="182744"/>
                        <a:pt x="12200" y="183663"/>
                        <a:pt x="9772" y="183663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8" name="Google Shape;478;p13"/>
                <p:cNvSpPr/>
                <p:nvPr/>
              </p:nvSpPr>
              <p:spPr>
                <a:xfrm>
                  <a:off x="9985132" y="5382607"/>
                  <a:ext cx="55271" cy="51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71" h="51523" extrusionOk="0">
                      <a:moveTo>
                        <a:pt x="45421" y="51524"/>
                      </a:moveTo>
                      <a:cubicBezTo>
                        <a:pt x="43058" y="51524"/>
                        <a:pt x="40761" y="50671"/>
                        <a:pt x="38858" y="49030"/>
                      </a:cubicBezTo>
                      <a:lnTo>
                        <a:pt x="3288" y="17201"/>
                      </a:lnTo>
                      <a:cubicBezTo>
                        <a:pt x="-780" y="13592"/>
                        <a:pt x="-1109" y="7357"/>
                        <a:pt x="2501" y="3288"/>
                      </a:cubicBezTo>
                      <a:cubicBezTo>
                        <a:pt x="6111" y="-781"/>
                        <a:pt x="12345" y="-1109"/>
                        <a:pt x="16414" y="2501"/>
                      </a:cubicBezTo>
                      <a:lnTo>
                        <a:pt x="51984" y="34330"/>
                      </a:lnTo>
                      <a:cubicBezTo>
                        <a:pt x="56053" y="37939"/>
                        <a:pt x="56380" y="44174"/>
                        <a:pt x="52771" y="48242"/>
                      </a:cubicBezTo>
                      <a:cubicBezTo>
                        <a:pt x="50802" y="50408"/>
                        <a:pt x="48111" y="51524"/>
                        <a:pt x="45421" y="515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79" name="Google Shape;479;p13"/>
                <p:cNvSpPr/>
                <p:nvPr/>
              </p:nvSpPr>
              <p:spPr>
                <a:xfrm>
                  <a:off x="9985122" y="5434836"/>
                  <a:ext cx="50632" cy="31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32" h="31780" extrusionOk="0">
                      <a:moveTo>
                        <a:pt x="40837" y="31780"/>
                      </a:moveTo>
                      <a:cubicBezTo>
                        <a:pt x="39656" y="31780"/>
                        <a:pt x="38409" y="31584"/>
                        <a:pt x="37228" y="31124"/>
                      </a:cubicBezTo>
                      <a:lnTo>
                        <a:pt x="6251" y="18983"/>
                      </a:lnTo>
                      <a:cubicBezTo>
                        <a:pt x="1199" y="17014"/>
                        <a:pt x="-1295" y="11305"/>
                        <a:pt x="673" y="6252"/>
                      </a:cubicBezTo>
                      <a:cubicBezTo>
                        <a:pt x="2642" y="1199"/>
                        <a:pt x="8352" y="-1295"/>
                        <a:pt x="13405" y="673"/>
                      </a:cubicBezTo>
                      <a:lnTo>
                        <a:pt x="44381" y="12814"/>
                      </a:lnTo>
                      <a:cubicBezTo>
                        <a:pt x="49434" y="14783"/>
                        <a:pt x="51928" y="20493"/>
                        <a:pt x="49959" y="25546"/>
                      </a:cubicBezTo>
                      <a:cubicBezTo>
                        <a:pt x="48450" y="29418"/>
                        <a:pt x="44709" y="31780"/>
                        <a:pt x="40771" y="317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0" name="Google Shape;480;p13"/>
                <p:cNvSpPr/>
                <p:nvPr/>
              </p:nvSpPr>
              <p:spPr>
                <a:xfrm>
                  <a:off x="10011617" y="5430482"/>
                  <a:ext cx="78695" cy="677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95" h="67765" extrusionOk="0">
                      <a:moveTo>
                        <a:pt x="13817" y="67766"/>
                      </a:moveTo>
                      <a:cubicBezTo>
                        <a:pt x="12111" y="67766"/>
                        <a:pt x="10536" y="67700"/>
                        <a:pt x="9027" y="67569"/>
                      </a:cubicBezTo>
                      <a:cubicBezTo>
                        <a:pt x="3579" y="67110"/>
                        <a:pt x="-424" y="62384"/>
                        <a:pt x="36" y="56937"/>
                      </a:cubicBezTo>
                      <a:cubicBezTo>
                        <a:pt x="495" y="51556"/>
                        <a:pt x="5286" y="47487"/>
                        <a:pt x="10602" y="47946"/>
                      </a:cubicBezTo>
                      <a:cubicBezTo>
                        <a:pt x="14998" y="48275"/>
                        <a:pt x="52996" y="49850"/>
                        <a:pt x="59100" y="8439"/>
                      </a:cubicBezTo>
                      <a:cubicBezTo>
                        <a:pt x="59888" y="3058"/>
                        <a:pt x="64875" y="-683"/>
                        <a:pt x="70256" y="105"/>
                      </a:cubicBezTo>
                      <a:cubicBezTo>
                        <a:pt x="75637" y="892"/>
                        <a:pt x="79379" y="5880"/>
                        <a:pt x="78591" y="11261"/>
                      </a:cubicBezTo>
                      <a:cubicBezTo>
                        <a:pt x="71963" y="56347"/>
                        <a:pt x="35671" y="67766"/>
                        <a:pt x="13752" y="67766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481" name="Google Shape;481;p13"/>
              <p:cNvGrpSpPr/>
              <p:nvPr/>
            </p:nvGrpSpPr>
            <p:grpSpPr>
              <a:xfrm>
                <a:off x="9802067" y="5369712"/>
                <a:ext cx="136083" cy="213982"/>
                <a:chOff x="9802067" y="5369712"/>
                <a:chExt cx="136083" cy="213982"/>
              </a:xfrm>
            </p:grpSpPr>
            <p:sp>
              <p:nvSpPr>
                <p:cNvPr id="482" name="Google Shape;482;p13"/>
                <p:cNvSpPr/>
                <p:nvPr/>
              </p:nvSpPr>
              <p:spPr>
                <a:xfrm>
                  <a:off x="9918462" y="5513539"/>
                  <a:ext cx="19688" cy="701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688" h="70155" extrusionOk="0">
                      <a:moveTo>
                        <a:pt x="9844" y="70155"/>
                      </a:moveTo>
                      <a:cubicBezTo>
                        <a:pt x="4397" y="70155"/>
                        <a:pt x="0" y="65758"/>
                        <a:pt x="0" y="60311"/>
                      </a:cubicBezTo>
                      <a:lnTo>
                        <a:pt x="0" y="9844"/>
                      </a:lnTo>
                      <a:cubicBezTo>
                        <a:pt x="0" y="4397"/>
                        <a:pt x="4397" y="0"/>
                        <a:pt x="9844" y="0"/>
                      </a:cubicBezTo>
                      <a:cubicBezTo>
                        <a:pt x="15292" y="0"/>
                        <a:pt x="19688" y="4397"/>
                        <a:pt x="19688" y="9844"/>
                      </a:cubicBezTo>
                      <a:lnTo>
                        <a:pt x="19688" y="60311"/>
                      </a:lnTo>
                      <a:cubicBezTo>
                        <a:pt x="19688" y="65758"/>
                        <a:pt x="15292" y="70155"/>
                        <a:pt x="9844" y="7015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3" name="Google Shape;483;p13"/>
                <p:cNvSpPr/>
                <p:nvPr/>
              </p:nvSpPr>
              <p:spPr>
                <a:xfrm>
                  <a:off x="9845709" y="5369712"/>
                  <a:ext cx="92368" cy="1836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368" h="183663" extrusionOk="0">
                      <a:moveTo>
                        <a:pt x="82597" y="183663"/>
                      </a:moveTo>
                      <a:cubicBezTo>
                        <a:pt x="80103" y="183663"/>
                        <a:pt x="77675" y="182744"/>
                        <a:pt x="75773" y="180906"/>
                      </a:cubicBezTo>
                      <a:lnTo>
                        <a:pt x="15986" y="123286"/>
                      </a:lnTo>
                      <a:lnTo>
                        <a:pt x="105" y="11261"/>
                      </a:lnTo>
                      <a:cubicBezTo>
                        <a:pt x="-683" y="5880"/>
                        <a:pt x="3058" y="892"/>
                        <a:pt x="8439" y="105"/>
                      </a:cubicBezTo>
                      <a:cubicBezTo>
                        <a:pt x="13755" y="-683"/>
                        <a:pt x="18808" y="3058"/>
                        <a:pt x="19596" y="8439"/>
                      </a:cubicBezTo>
                      <a:lnTo>
                        <a:pt x="34493" y="113770"/>
                      </a:lnTo>
                      <a:lnTo>
                        <a:pt x="89357" y="166666"/>
                      </a:lnTo>
                      <a:cubicBezTo>
                        <a:pt x="93294" y="170406"/>
                        <a:pt x="93360" y="176641"/>
                        <a:pt x="89620" y="180578"/>
                      </a:cubicBezTo>
                      <a:cubicBezTo>
                        <a:pt x="87716" y="182613"/>
                        <a:pt x="85091" y="183597"/>
                        <a:pt x="82532" y="183597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4" name="Google Shape;484;p13"/>
                <p:cNvSpPr/>
                <p:nvPr/>
              </p:nvSpPr>
              <p:spPr>
                <a:xfrm>
                  <a:off x="9852107" y="5382607"/>
                  <a:ext cx="55271" cy="5152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5271" h="51523" extrusionOk="0">
                      <a:moveTo>
                        <a:pt x="9851" y="51524"/>
                      </a:moveTo>
                      <a:cubicBezTo>
                        <a:pt x="7160" y="51524"/>
                        <a:pt x="4470" y="50408"/>
                        <a:pt x="2501" y="48242"/>
                      </a:cubicBezTo>
                      <a:cubicBezTo>
                        <a:pt x="-1109" y="44174"/>
                        <a:pt x="-780" y="37939"/>
                        <a:pt x="3288" y="34330"/>
                      </a:cubicBezTo>
                      <a:lnTo>
                        <a:pt x="38858" y="2501"/>
                      </a:lnTo>
                      <a:cubicBezTo>
                        <a:pt x="42927" y="-1109"/>
                        <a:pt x="49161" y="-781"/>
                        <a:pt x="52771" y="3288"/>
                      </a:cubicBezTo>
                      <a:cubicBezTo>
                        <a:pt x="56380" y="7357"/>
                        <a:pt x="56053" y="13592"/>
                        <a:pt x="51984" y="17201"/>
                      </a:cubicBezTo>
                      <a:lnTo>
                        <a:pt x="16414" y="49030"/>
                      </a:lnTo>
                      <a:cubicBezTo>
                        <a:pt x="14510" y="50736"/>
                        <a:pt x="12214" y="51524"/>
                        <a:pt x="9851" y="51524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5" name="Google Shape;485;p13"/>
                <p:cNvSpPr/>
                <p:nvPr/>
              </p:nvSpPr>
              <p:spPr>
                <a:xfrm>
                  <a:off x="9856691" y="5434836"/>
                  <a:ext cx="50632" cy="31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32" h="31780" extrusionOk="0">
                      <a:moveTo>
                        <a:pt x="9862" y="31780"/>
                      </a:moveTo>
                      <a:cubicBezTo>
                        <a:pt x="5923" y="31780"/>
                        <a:pt x="2183" y="29418"/>
                        <a:pt x="674" y="25546"/>
                      </a:cubicBezTo>
                      <a:cubicBezTo>
                        <a:pt x="-1295" y="20493"/>
                        <a:pt x="1198" y="14783"/>
                        <a:pt x="6252" y="12814"/>
                      </a:cubicBezTo>
                      <a:lnTo>
                        <a:pt x="37227" y="673"/>
                      </a:lnTo>
                      <a:cubicBezTo>
                        <a:pt x="42281" y="-1295"/>
                        <a:pt x="47990" y="1199"/>
                        <a:pt x="49959" y="6252"/>
                      </a:cubicBezTo>
                      <a:cubicBezTo>
                        <a:pt x="51928" y="11305"/>
                        <a:pt x="49434" y="17014"/>
                        <a:pt x="44381" y="18983"/>
                      </a:cubicBezTo>
                      <a:lnTo>
                        <a:pt x="13405" y="31124"/>
                      </a:lnTo>
                      <a:cubicBezTo>
                        <a:pt x="12224" y="31584"/>
                        <a:pt x="11042" y="31780"/>
                        <a:pt x="9796" y="31780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486" name="Google Shape;486;p13"/>
                <p:cNvSpPr/>
                <p:nvPr/>
              </p:nvSpPr>
              <p:spPr>
                <a:xfrm>
                  <a:off x="9802067" y="5430467"/>
                  <a:ext cx="78686" cy="677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686" h="67780" extrusionOk="0">
                      <a:moveTo>
                        <a:pt x="64944" y="67781"/>
                      </a:moveTo>
                      <a:cubicBezTo>
                        <a:pt x="43025" y="67781"/>
                        <a:pt x="6799" y="56362"/>
                        <a:pt x="105" y="11276"/>
                      </a:cubicBezTo>
                      <a:cubicBezTo>
                        <a:pt x="-683" y="5895"/>
                        <a:pt x="3058" y="907"/>
                        <a:pt x="8439" y="120"/>
                      </a:cubicBezTo>
                      <a:cubicBezTo>
                        <a:pt x="13820" y="-734"/>
                        <a:pt x="18808" y="3073"/>
                        <a:pt x="19596" y="8454"/>
                      </a:cubicBezTo>
                      <a:cubicBezTo>
                        <a:pt x="25699" y="49931"/>
                        <a:pt x="63828" y="48290"/>
                        <a:pt x="68094" y="47961"/>
                      </a:cubicBezTo>
                      <a:cubicBezTo>
                        <a:pt x="73606" y="47568"/>
                        <a:pt x="78266" y="51571"/>
                        <a:pt x="78660" y="57018"/>
                      </a:cubicBezTo>
                      <a:cubicBezTo>
                        <a:pt x="79054" y="62399"/>
                        <a:pt x="75116" y="67125"/>
                        <a:pt x="69669" y="67584"/>
                      </a:cubicBezTo>
                      <a:cubicBezTo>
                        <a:pt x="68160" y="67715"/>
                        <a:pt x="66585" y="67781"/>
                        <a:pt x="64878" y="6778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sp>
          <p:nvSpPr>
            <p:cNvPr id="487" name="Google Shape;487;p13"/>
            <p:cNvSpPr/>
            <p:nvPr/>
          </p:nvSpPr>
          <p:spPr>
            <a:xfrm>
              <a:off x="10358967" y="5320400"/>
              <a:ext cx="347406" cy="538326"/>
            </a:xfrm>
            <a:custGeom>
              <a:avLst/>
              <a:gdLst/>
              <a:ahLst/>
              <a:cxnLst/>
              <a:rect l="l" t="t" r="r" b="b"/>
              <a:pathLst>
                <a:path w="405138" h="627785" extrusionOk="0">
                  <a:moveTo>
                    <a:pt x="556" y="627786"/>
                  </a:moveTo>
                  <a:cubicBezTo>
                    <a:pt x="556" y="627786"/>
                    <a:pt x="-31864" y="157111"/>
                    <a:pt x="398255" y="0"/>
                  </a:cubicBezTo>
                  <a:cubicBezTo>
                    <a:pt x="413742" y="61099"/>
                    <a:pt x="398255" y="38063"/>
                    <a:pt x="398255" y="38063"/>
                  </a:cubicBezTo>
                  <a:cubicBezTo>
                    <a:pt x="398255" y="38063"/>
                    <a:pt x="42951" y="207250"/>
                    <a:pt x="58307" y="601798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8" name="Google Shape;488;p13"/>
            <p:cNvSpPr/>
            <p:nvPr/>
          </p:nvSpPr>
          <p:spPr>
            <a:xfrm>
              <a:off x="6871996" y="5310178"/>
              <a:ext cx="43444" cy="43444"/>
            </a:xfrm>
            <a:custGeom>
              <a:avLst/>
              <a:gdLst/>
              <a:ahLst/>
              <a:cxnLst/>
              <a:rect l="l" t="t" r="r" b="b"/>
              <a:pathLst>
                <a:path w="43444" h="43444" extrusionOk="0">
                  <a:moveTo>
                    <a:pt x="43445" y="21722"/>
                  </a:moveTo>
                  <a:cubicBezTo>
                    <a:pt x="43445" y="33732"/>
                    <a:pt x="33732" y="43445"/>
                    <a:pt x="21722" y="43445"/>
                  </a:cubicBezTo>
                  <a:cubicBezTo>
                    <a:pt x="9713" y="43445"/>
                    <a:pt x="0" y="33732"/>
                    <a:pt x="0" y="21722"/>
                  </a:cubicBezTo>
                  <a:cubicBezTo>
                    <a:pt x="0" y="9713"/>
                    <a:pt x="9713" y="0"/>
                    <a:pt x="21722" y="0"/>
                  </a:cubicBezTo>
                  <a:cubicBezTo>
                    <a:pt x="33732" y="0"/>
                    <a:pt x="43445" y="9713"/>
                    <a:pt x="43445" y="21722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89" name="Google Shape;489;p13"/>
            <p:cNvSpPr/>
            <p:nvPr/>
          </p:nvSpPr>
          <p:spPr>
            <a:xfrm>
              <a:off x="6915507" y="5243501"/>
              <a:ext cx="61820" cy="61820"/>
            </a:xfrm>
            <a:custGeom>
              <a:avLst/>
              <a:gdLst/>
              <a:ahLst/>
              <a:cxnLst/>
              <a:rect l="l" t="t" r="r" b="b"/>
              <a:pathLst>
                <a:path w="61820" h="61820" extrusionOk="0">
                  <a:moveTo>
                    <a:pt x="61820" y="30910"/>
                  </a:moveTo>
                  <a:cubicBezTo>
                    <a:pt x="61820" y="47981"/>
                    <a:pt x="47981" y="61820"/>
                    <a:pt x="30910" y="61820"/>
                  </a:cubicBezTo>
                  <a:cubicBezTo>
                    <a:pt x="13839" y="61820"/>
                    <a:pt x="0" y="47981"/>
                    <a:pt x="0" y="30910"/>
                  </a:cubicBezTo>
                  <a:cubicBezTo>
                    <a:pt x="0" y="13839"/>
                    <a:pt x="13839" y="0"/>
                    <a:pt x="30910" y="0"/>
                  </a:cubicBezTo>
                  <a:cubicBezTo>
                    <a:pt x="47981" y="0"/>
                    <a:pt x="61820" y="13839"/>
                    <a:pt x="61820" y="309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0" name="Google Shape;490;p13"/>
            <p:cNvSpPr/>
            <p:nvPr/>
          </p:nvSpPr>
          <p:spPr>
            <a:xfrm>
              <a:off x="6946417" y="5342270"/>
              <a:ext cx="48826" cy="48826"/>
            </a:xfrm>
            <a:custGeom>
              <a:avLst/>
              <a:gdLst/>
              <a:ahLst/>
              <a:cxnLst/>
              <a:rect l="l" t="t" r="r" b="b"/>
              <a:pathLst>
                <a:path w="48826" h="48826" extrusionOk="0">
                  <a:moveTo>
                    <a:pt x="48826" y="24413"/>
                  </a:moveTo>
                  <a:cubicBezTo>
                    <a:pt x="48826" y="37867"/>
                    <a:pt x="37866" y="48826"/>
                    <a:pt x="24413" y="48826"/>
                  </a:cubicBezTo>
                  <a:cubicBezTo>
                    <a:pt x="10960" y="48826"/>
                    <a:pt x="0" y="37867"/>
                    <a:pt x="0" y="24413"/>
                  </a:cubicBezTo>
                  <a:cubicBezTo>
                    <a:pt x="0" y="10960"/>
                    <a:pt x="10960" y="0"/>
                    <a:pt x="24413" y="0"/>
                  </a:cubicBezTo>
                  <a:cubicBezTo>
                    <a:pt x="37866" y="0"/>
                    <a:pt x="48826" y="10960"/>
                    <a:pt x="48826" y="2441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1" name="Google Shape;491;p13"/>
            <p:cNvSpPr/>
            <p:nvPr/>
          </p:nvSpPr>
          <p:spPr>
            <a:xfrm rot="-4664114">
              <a:off x="6851825" y="5365074"/>
              <a:ext cx="68996" cy="6564"/>
            </a:xfrm>
            <a:custGeom>
              <a:avLst/>
              <a:gdLst/>
              <a:ahLst/>
              <a:cxnLst/>
              <a:rect l="l" t="t" r="r" b="b"/>
              <a:pathLst>
                <a:path w="68973" h="6562" extrusionOk="0">
                  <a:moveTo>
                    <a:pt x="0" y="0"/>
                  </a:moveTo>
                  <a:lnTo>
                    <a:pt x="68974" y="0"/>
                  </a:lnTo>
                  <a:lnTo>
                    <a:pt x="68974" y="6563"/>
                  </a:lnTo>
                  <a:lnTo>
                    <a:pt x="0" y="656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2" name="Google Shape;492;p13"/>
            <p:cNvSpPr/>
            <p:nvPr/>
          </p:nvSpPr>
          <p:spPr>
            <a:xfrm rot="-4106279">
              <a:off x="6851963" y="5343239"/>
              <a:ext cx="138010" cy="6562"/>
            </a:xfrm>
            <a:custGeom>
              <a:avLst/>
              <a:gdLst/>
              <a:ahLst/>
              <a:cxnLst/>
              <a:rect l="l" t="t" r="r" b="b"/>
              <a:pathLst>
                <a:path w="138013" h="6562" extrusionOk="0">
                  <a:moveTo>
                    <a:pt x="0" y="0"/>
                  </a:moveTo>
                  <a:lnTo>
                    <a:pt x="138013" y="0"/>
                  </a:lnTo>
                  <a:lnTo>
                    <a:pt x="138013" y="6562"/>
                  </a:lnTo>
                  <a:lnTo>
                    <a:pt x="0" y="656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3" name="Google Shape;493;p13"/>
            <p:cNvSpPr/>
            <p:nvPr/>
          </p:nvSpPr>
          <p:spPr>
            <a:xfrm rot="-2119258">
              <a:off x="6894140" y="5388195"/>
              <a:ext cx="84365" cy="6555"/>
            </a:xfrm>
            <a:custGeom>
              <a:avLst/>
              <a:gdLst/>
              <a:ahLst/>
              <a:cxnLst/>
              <a:rect l="l" t="t" r="r" b="b"/>
              <a:pathLst>
                <a:path w="84461" h="6562" extrusionOk="0">
                  <a:moveTo>
                    <a:pt x="0" y="0"/>
                  </a:moveTo>
                  <a:lnTo>
                    <a:pt x="84462" y="0"/>
                  </a:lnTo>
                  <a:lnTo>
                    <a:pt x="84462" y="6563"/>
                  </a:lnTo>
                  <a:lnTo>
                    <a:pt x="0" y="656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4" name="Google Shape;494;p13"/>
            <p:cNvSpPr/>
            <p:nvPr/>
          </p:nvSpPr>
          <p:spPr>
            <a:xfrm rot="-2657561">
              <a:off x="10516082" y="5337767"/>
              <a:ext cx="5638" cy="104992"/>
            </a:xfrm>
            <a:custGeom>
              <a:avLst/>
              <a:gdLst/>
              <a:ahLst/>
              <a:cxnLst/>
              <a:rect l="l" t="t" r="r" b="b"/>
              <a:pathLst>
                <a:path w="6562" h="122197" extrusionOk="0">
                  <a:moveTo>
                    <a:pt x="0" y="0"/>
                  </a:moveTo>
                  <a:lnTo>
                    <a:pt x="6563" y="0"/>
                  </a:lnTo>
                  <a:lnTo>
                    <a:pt x="6563" y="122197"/>
                  </a:lnTo>
                  <a:lnTo>
                    <a:pt x="0" y="122197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5" name="Google Shape;495;p13"/>
            <p:cNvSpPr/>
            <p:nvPr/>
          </p:nvSpPr>
          <p:spPr>
            <a:xfrm rot="-1508872">
              <a:off x="10558617" y="5250615"/>
              <a:ext cx="5636" cy="146781"/>
            </a:xfrm>
            <a:custGeom>
              <a:avLst/>
              <a:gdLst/>
              <a:ahLst/>
              <a:cxnLst/>
              <a:rect l="l" t="t" r="r" b="b"/>
              <a:pathLst>
                <a:path w="6562" h="170892" extrusionOk="0">
                  <a:moveTo>
                    <a:pt x="0" y="0"/>
                  </a:moveTo>
                  <a:lnTo>
                    <a:pt x="6563" y="0"/>
                  </a:lnTo>
                  <a:lnTo>
                    <a:pt x="6563" y="170892"/>
                  </a:lnTo>
                  <a:lnTo>
                    <a:pt x="0" y="170892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6" name="Google Shape;496;p13"/>
            <p:cNvSpPr/>
            <p:nvPr/>
          </p:nvSpPr>
          <p:spPr>
            <a:xfrm rot="-912670">
              <a:off x="10601360" y="5312036"/>
              <a:ext cx="5627" cy="67420"/>
            </a:xfrm>
            <a:custGeom>
              <a:avLst/>
              <a:gdLst/>
              <a:ahLst/>
              <a:cxnLst/>
              <a:rect l="l" t="t" r="r" b="b"/>
              <a:pathLst>
                <a:path w="6562" h="78620" extrusionOk="0">
                  <a:moveTo>
                    <a:pt x="0" y="0"/>
                  </a:moveTo>
                  <a:lnTo>
                    <a:pt x="6563" y="0"/>
                  </a:lnTo>
                  <a:lnTo>
                    <a:pt x="6563" y="78621"/>
                  </a:lnTo>
                  <a:lnTo>
                    <a:pt x="0" y="7862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10468853" y="5339216"/>
              <a:ext cx="35340" cy="35340"/>
            </a:xfrm>
            <a:custGeom>
              <a:avLst/>
              <a:gdLst/>
              <a:ahLst/>
              <a:cxnLst/>
              <a:rect l="l" t="t" r="r" b="b"/>
              <a:pathLst>
                <a:path w="41213" h="41213" extrusionOk="0">
                  <a:moveTo>
                    <a:pt x="41214" y="20607"/>
                  </a:moveTo>
                  <a:cubicBezTo>
                    <a:pt x="41214" y="9254"/>
                    <a:pt x="32026" y="0"/>
                    <a:pt x="20607" y="0"/>
                  </a:cubicBezTo>
                  <a:cubicBezTo>
                    <a:pt x="9188" y="0"/>
                    <a:pt x="0" y="9188"/>
                    <a:pt x="0" y="20607"/>
                  </a:cubicBezTo>
                  <a:cubicBezTo>
                    <a:pt x="0" y="32026"/>
                    <a:pt x="9188" y="41214"/>
                    <a:pt x="20607" y="41214"/>
                  </a:cubicBezTo>
                  <a:cubicBezTo>
                    <a:pt x="32026" y="41214"/>
                    <a:pt x="41214" y="32026"/>
                    <a:pt x="41214" y="206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8" name="Google Shape;498;p13"/>
            <p:cNvSpPr/>
            <p:nvPr/>
          </p:nvSpPr>
          <p:spPr>
            <a:xfrm>
              <a:off x="10577644" y="5295442"/>
              <a:ext cx="35340" cy="35340"/>
            </a:xfrm>
            <a:custGeom>
              <a:avLst/>
              <a:gdLst/>
              <a:ahLst/>
              <a:cxnLst/>
              <a:rect l="l" t="t" r="r" b="b"/>
              <a:pathLst>
                <a:path w="41213" h="41213" extrusionOk="0">
                  <a:moveTo>
                    <a:pt x="41214" y="20607"/>
                  </a:moveTo>
                  <a:cubicBezTo>
                    <a:pt x="41214" y="9253"/>
                    <a:pt x="32026" y="0"/>
                    <a:pt x="20607" y="0"/>
                  </a:cubicBezTo>
                  <a:cubicBezTo>
                    <a:pt x="9188" y="0"/>
                    <a:pt x="0" y="9188"/>
                    <a:pt x="0" y="20607"/>
                  </a:cubicBezTo>
                  <a:cubicBezTo>
                    <a:pt x="0" y="32026"/>
                    <a:pt x="9188" y="41213"/>
                    <a:pt x="20607" y="41213"/>
                  </a:cubicBezTo>
                  <a:cubicBezTo>
                    <a:pt x="32026" y="41213"/>
                    <a:pt x="41214" y="32026"/>
                    <a:pt x="41214" y="206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499" name="Google Shape;499;p13"/>
            <p:cNvSpPr/>
            <p:nvPr/>
          </p:nvSpPr>
          <p:spPr>
            <a:xfrm>
              <a:off x="10515164" y="5240230"/>
              <a:ext cx="35340" cy="35340"/>
            </a:xfrm>
            <a:custGeom>
              <a:avLst/>
              <a:gdLst/>
              <a:ahLst/>
              <a:cxnLst/>
              <a:rect l="l" t="t" r="r" b="b"/>
              <a:pathLst>
                <a:path w="41213" h="41213" extrusionOk="0">
                  <a:moveTo>
                    <a:pt x="41214" y="20607"/>
                  </a:moveTo>
                  <a:cubicBezTo>
                    <a:pt x="41214" y="9253"/>
                    <a:pt x="32026" y="0"/>
                    <a:pt x="20607" y="0"/>
                  </a:cubicBezTo>
                  <a:cubicBezTo>
                    <a:pt x="9188" y="0"/>
                    <a:pt x="0" y="9188"/>
                    <a:pt x="0" y="20607"/>
                  </a:cubicBezTo>
                  <a:cubicBezTo>
                    <a:pt x="0" y="32026"/>
                    <a:pt x="9188" y="41213"/>
                    <a:pt x="20607" y="41213"/>
                  </a:cubicBezTo>
                  <a:cubicBezTo>
                    <a:pt x="32026" y="41213"/>
                    <a:pt x="41214" y="32026"/>
                    <a:pt x="41214" y="2060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10486601" y="5483386"/>
              <a:ext cx="209737" cy="91012"/>
            </a:xfrm>
            <a:custGeom>
              <a:avLst/>
              <a:gdLst/>
              <a:ahLst/>
              <a:cxnLst/>
              <a:rect l="l" t="t" r="r" b="b"/>
              <a:pathLst>
                <a:path w="244591" h="106137" extrusionOk="0">
                  <a:moveTo>
                    <a:pt x="0" y="23495"/>
                  </a:moveTo>
                  <a:cubicBezTo>
                    <a:pt x="0" y="23495"/>
                    <a:pt x="123247" y="139785"/>
                    <a:pt x="244591" y="96471"/>
                  </a:cubicBezTo>
                  <a:cubicBezTo>
                    <a:pt x="231663" y="79277"/>
                    <a:pt x="244591" y="64774"/>
                    <a:pt x="244591" y="64774"/>
                  </a:cubicBezTo>
                  <a:cubicBezTo>
                    <a:pt x="244591" y="64774"/>
                    <a:pt x="109203" y="92468"/>
                    <a:pt x="11813" y="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501" name="Google Shape;501;p1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502" name="Google Shape;502;p13"/>
          <p:cNvSpPr txBox="1">
            <a:spLocks noGrp="1"/>
          </p:cNvSpPr>
          <p:nvPr>
            <p:ph type="title" idx="2" hasCustomPrompt="1"/>
          </p:nvPr>
        </p:nvSpPr>
        <p:spPr>
          <a:xfrm>
            <a:off x="2059650" y="1130350"/>
            <a:ext cx="901500" cy="645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3" name="Google Shape;503;p13"/>
          <p:cNvSpPr txBox="1">
            <a:spLocks noGrp="1"/>
          </p:cNvSpPr>
          <p:nvPr>
            <p:ph type="title" idx="3" hasCustomPrompt="1"/>
          </p:nvPr>
        </p:nvSpPr>
        <p:spPr>
          <a:xfrm>
            <a:off x="2061000" y="2416825"/>
            <a:ext cx="898800" cy="6450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4" name="Google Shape;504;p13"/>
          <p:cNvSpPr txBox="1">
            <a:spLocks noGrp="1"/>
          </p:cNvSpPr>
          <p:nvPr>
            <p:ph type="title" idx="4" hasCustomPrompt="1"/>
          </p:nvPr>
        </p:nvSpPr>
        <p:spPr>
          <a:xfrm>
            <a:off x="2059650" y="1773625"/>
            <a:ext cx="901500" cy="6432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lt2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505" name="Google Shape;505;p13"/>
          <p:cNvSpPr txBox="1">
            <a:spLocks noGrp="1"/>
          </p:cNvSpPr>
          <p:nvPr>
            <p:ph type="subTitle" idx="1"/>
          </p:nvPr>
        </p:nvSpPr>
        <p:spPr>
          <a:xfrm>
            <a:off x="3113550" y="1270300"/>
            <a:ext cx="32883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Sofia"/>
                <a:ea typeface="Sofia"/>
                <a:cs typeface="Sofia"/>
                <a:sym typeface="Sof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6" name="Google Shape;506;p13"/>
          <p:cNvSpPr txBox="1">
            <a:spLocks noGrp="1"/>
          </p:cNvSpPr>
          <p:nvPr>
            <p:ph type="subTitle" idx="5"/>
          </p:nvPr>
        </p:nvSpPr>
        <p:spPr>
          <a:xfrm>
            <a:off x="3113550" y="2556775"/>
            <a:ext cx="3288300" cy="3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Sofia"/>
                <a:ea typeface="Sofia"/>
                <a:cs typeface="Sofia"/>
                <a:sym typeface="Sof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507" name="Google Shape;507;p13"/>
          <p:cNvSpPr txBox="1">
            <a:spLocks noGrp="1"/>
          </p:cNvSpPr>
          <p:nvPr>
            <p:ph type="subTitle" idx="6"/>
          </p:nvPr>
        </p:nvSpPr>
        <p:spPr>
          <a:xfrm>
            <a:off x="3113550" y="1912675"/>
            <a:ext cx="32883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1800">
                <a:latin typeface="Sofia"/>
                <a:ea typeface="Sofia"/>
                <a:cs typeface="Sofia"/>
                <a:sym typeface="Sofia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Raleway"/>
              <a:buNone/>
              <a:defRPr sz="2400" b="1"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spTree>
      <p:nvGrpSpPr>
        <p:cNvPr id="1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9" name="Google Shape;509;p14"/>
          <p:cNvGrpSpPr/>
          <p:nvPr/>
        </p:nvGrpSpPr>
        <p:grpSpPr>
          <a:xfrm>
            <a:off x="-1219421" y="-788325"/>
            <a:ext cx="11221771" cy="7624710"/>
            <a:chOff x="-1219421" y="-788325"/>
            <a:chExt cx="11221771" cy="7624710"/>
          </a:xfrm>
        </p:grpSpPr>
        <p:grpSp>
          <p:nvGrpSpPr>
            <p:cNvPr id="510" name="Google Shape;510;p14"/>
            <p:cNvGrpSpPr/>
            <p:nvPr/>
          </p:nvGrpSpPr>
          <p:grpSpPr>
            <a:xfrm flipH="1">
              <a:off x="-1219421" y="-406558"/>
              <a:ext cx="11221771" cy="7242943"/>
              <a:chOff x="5766079" y="-86020"/>
              <a:chExt cx="5466035" cy="3527980"/>
            </a:xfrm>
          </p:grpSpPr>
          <p:sp>
            <p:nvSpPr>
              <p:cNvPr id="511" name="Google Shape;511;p14"/>
              <p:cNvSpPr/>
              <p:nvPr/>
            </p:nvSpPr>
            <p:spPr>
              <a:xfrm>
                <a:off x="5798527" y="1403055"/>
                <a:ext cx="5062500" cy="2038905"/>
              </a:xfrm>
              <a:custGeom>
                <a:avLst/>
                <a:gdLst/>
                <a:ahLst/>
                <a:cxnLst/>
                <a:rect l="l" t="t" r="r" b="b"/>
                <a:pathLst>
                  <a:path w="5062500" h="2038905" extrusionOk="0">
                    <a:moveTo>
                      <a:pt x="0" y="67"/>
                    </a:moveTo>
                    <a:cubicBezTo>
                      <a:pt x="0" y="67"/>
                      <a:pt x="3267338" y="1061303"/>
                      <a:pt x="5062501" y="504427"/>
                    </a:cubicBezTo>
                    <a:cubicBezTo>
                      <a:pt x="5062501" y="1202377"/>
                      <a:pt x="5062501" y="2038905"/>
                      <a:pt x="5062501" y="2038905"/>
                    </a:cubicBezTo>
                    <a:lnTo>
                      <a:pt x="0" y="1646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2" name="Google Shape;512;p14"/>
              <p:cNvSpPr/>
              <p:nvPr/>
            </p:nvSpPr>
            <p:spPr>
              <a:xfrm>
                <a:off x="9056684" y="2393860"/>
                <a:ext cx="249885" cy="60954"/>
              </a:xfrm>
              <a:custGeom>
                <a:avLst/>
                <a:gdLst/>
                <a:ahLst/>
                <a:cxnLst/>
                <a:rect l="l" t="t" r="r" b="b"/>
                <a:pathLst>
                  <a:path w="249885" h="60954" extrusionOk="0">
                    <a:moveTo>
                      <a:pt x="0" y="28714"/>
                    </a:moveTo>
                    <a:cubicBezTo>
                      <a:pt x="0" y="28714"/>
                      <a:pt x="62843" y="-5981"/>
                      <a:pt x="146677" y="904"/>
                    </a:cubicBezTo>
                    <a:cubicBezTo>
                      <a:pt x="230445" y="7789"/>
                      <a:pt x="249885" y="52677"/>
                      <a:pt x="249885" y="52677"/>
                    </a:cubicBezTo>
                    <a:cubicBezTo>
                      <a:pt x="249885" y="52677"/>
                      <a:pt x="158693" y="82579"/>
                      <a:pt x="68" y="2871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3" name="Google Shape;513;p14"/>
              <p:cNvSpPr/>
              <p:nvPr/>
            </p:nvSpPr>
            <p:spPr>
              <a:xfrm>
                <a:off x="7529565" y="1932711"/>
                <a:ext cx="118529" cy="77978"/>
              </a:xfrm>
              <a:custGeom>
                <a:avLst/>
                <a:gdLst/>
                <a:ahLst/>
                <a:cxnLst/>
                <a:rect l="l" t="t" r="r" b="b"/>
                <a:pathLst>
                  <a:path w="118529" h="77978" extrusionOk="0">
                    <a:moveTo>
                      <a:pt x="0" y="47941"/>
                    </a:moveTo>
                    <a:cubicBezTo>
                      <a:pt x="0" y="47941"/>
                      <a:pt x="-203" y="-4304"/>
                      <a:pt x="52313" y="286"/>
                    </a:cubicBezTo>
                    <a:cubicBezTo>
                      <a:pt x="104827" y="4876"/>
                      <a:pt x="118530" y="77978"/>
                      <a:pt x="118530" y="77978"/>
                    </a:cubicBezTo>
                    <a:cubicBezTo>
                      <a:pt x="118530" y="77978"/>
                      <a:pt x="52785" y="72713"/>
                      <a:pt x="0" y="479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4" name="Google Shape;514;p14"/>
              <p:cNvSpPr/>
              <p:nvPr/>
            </p:nvSpPr>
            <p:spPr>
              <a:xfrm>
                <a:off x="7646888" y="2028007"/>
                <a:ext cx="217274" cy="120922"/>
              </a:xfrm>
              <a:custGeom>
                <a:avLst/>
                <a:gdLst/>
                <a:ahLst/>
                <a:cxnLst/>
                <a:rect l="l" t="t" r="r" b="b"/>
                <a:pathLst>
                  <a:path w="217274" h="120922" extrusionOk="0">
                    <a:moveTo>
                      <a:pt x="869" y="78330"/>
                    </a:moveTo>
                    <a:cubicBezTo>
                      <a:pt x="869" y="78330"/>
                      <a:pt x="-14926" y="-6788"/>
                      <a:pt x="88147" y="435"/>
                    </a:cubicBezTo>
                    <a:cubicBezTo>
                      <a:pt x="191219" y="7657"/>
                      <a:pt x="217274" y="120922"/>
                      <a:pt x="217274" y="120922"/>
                    </a:cubicBezTo>
                    <a:cubicBezTo>
                      <a:pt x="217274" y="120922"/>
                      <a:pt x="72419" y="106815"/>
                      <a:pt x="869" y="783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15" name="Google Shape;515;p14"/>
              <p:cNvSpPr/>
              <p:nvPr/>
            </p:nvSpPr>
            <p:spPr>
              <a:xfrm>
                <a:off x="8440072" y="2171205"/>
                <a:ext cx="2420955" cy="339997"/>
              </a:xfrm>
              <a:custGeom>
                <a:avLst/>
                <a:gdLst/>
                <a:ahLst/>
                <a:cxnLst/>
                <a:rect l="l" t="t" r="r" b="b"/>
                <a:pathLst>
                  <a:path w="2420955" h="339997" extrusionOk="0">
                    <a:moveTo>
                      <a:pt x="0" y="0"/>
                    </a:moveTo>
                    <a:lnTo>
                      <a:pt x="2420955" y="229298"/>
                    </a:lnTo>
                    <a:lnTo>
                      <a:pt x="2420955" y="3399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16" name="Google Shape;516;p14"/>
              <p:cNvGrpSpPr/>
              <p:nvPr/>
            </p:nvGrpSpPr>
            <p:grpSpPr>
              <a:xfrm>
                <a:off x="5766079" y="-86020"/>
                <a:ext cx="5466035" cy="2277406"/>
                <a:chOff x="5766079" y="-86020"/>
                <a:chExt cx="5466035" cy="2277406"/>
              </a:xfrm>
            </p:grpSpPr>
            <p:sp>
              <p:nvSpPr>
                <p:cNvPr id="517" name="Google Shape;517;p14"/>
                <p:cNvSpPr/>
                <p:nvPr/>
              </p:nvSpPr>
              <p:spPr>
                <a:xfrm>
                  <a:off x="5766079" y="99494"/>
                  <a:ext cx="1521500" cy="424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500" h="424507" extrusionOk="0">
                      <a:moveTo>
                        <a:pt x="0" y="331020"/>
                      </a:moveTo>
                      <a:cubicBezTo>
                        <a:pt x="0" y="331020"/>
                        <a:pt x="311310" y="498353"/>
                        <a:pt x="509963" y="331020"/>
                      </a:cubicBezTo>
                      <a:cubicBezTo>
                        <a:pt x="609795" y="526163"/>
                        <a:pt x="931028" y="390690"/>
                        <a:pt x="911048" y="155453"/>
                      </a:cubicBezTo>
                      <a:cubicBezTo>
                        <a:pt x="1035585" y="338580"/>
                        <a:pt x="1542240" y="277425"/>
                        <a:pt x="1520843" y="0"/>
                      </a:cubicBezTo>
                      <a:lnTo>
                        <a:pt x="87683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8" name="Google Shape;518;p14"/>
                <p:cNvSpPr/>
                <p:nvPr/>
              </p:nvSpPr>
              <p:spPr>
                <a:xfrm>
                  <a:off x="6561972" y="99562"/>
                  <a:ext cx="306247" cy="1819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247" h="1819192" extrusionOk="0">
                      <a:moveTo>
                        <a:pt x="306247" y="1819193"/>
                      </a:moveTo>
                      <a:lnTo>
                        <a:pt x="266490" y="0"/>
                      </a:lnTo>
                      <a:lnTo>
                        <a:pt x="197370" y="0"/>
                      </a:lnTo>
                      <a:lnTo>
                        <a:pt x="0" y="1751355"/>
                      </a:lnTo>
                      <a:lnTo>
                        <a:pt x="306247" y="1819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19" name="Google Shape;519;p14"/>
                <p:cNvSpPr/>
                <p:nvPr/>
              </p:nvSpPr>
              <p:spPr>
                <a:xfrm>
                  <a:off x="6160887" y="99562"/>
                  <a:ext cx="347692" cy="1730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692" h="1730497" extrusionOk="0">
                      <a:moveTo>
                        <a:pt x="0" y="1650712"/>
                      </a:moveTo>
                      <a:lnTo>
                        <a:pt x="217890" y="0"/>
                      </a:lnTo>
                      <a:lnTo>
                        <a:pt x="347692" y="0"/>
                      </a:lnTo>
                      <a:lnTo>
                        <a:pt x="197370" y="1730498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0" name="Google Shape;520;p14"/>
                <p:cNvSpPr/>
                <p:nvPr/>
              </p:nvSpPr>
              <p:spPr>
                <a:xfrm>
                  <a:off x="9810024" y="1605239"/>
                  <a:ext cx="612157" cy="565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157" h="565965" extrusionOk="0">
                      <a:moveTo>
                        <a:pt x="0" y="542003"/>
                      </a:moveTo>
                      <a:cubicBezTo>
                        <a:pt x="0" y="542003"/>
                        <a:pt x="17955" y="341056"/>
                        <a:pt x="144518" y="313516"/>
                      </a:cubicBezTo>
                      <a:cubicBezTo>
                        <a:pt x="83700" y="201803"/>
                        <a:pt x="341482" y="-135697"/>
                        <a:pt x="558563" y="59648"/>
                      </a:cubicBezTo>
                      <a:cubicBezTo>
                        <a:pt x="608378" y="376696"/>
                        <a:pt x="612157" y="565966"/>
                        <a:pt x="612157" y="565966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1" name="Google Shape;521;p14"/>
                <p:cNvSpPr/>
                <p:nvPr/>
              </p:nvSpPr>
              <p:spPr>
                <a:xfrm>
                  <a:off x="9060253" y="-86020"/>
                  <a:ext cx="1925016" cy="550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5016" h="550966" extrusionOk="0">
                      <a:moveTo>
                        <a:pt x="0" y="0"/>
                      </a:moveTo>
                      <a:cubicBezTo>
                        <a:pt x="0" y="0"/>
                        <a:pt x="21128" y="204053"/>
                        <a:pt x="272092" y="229500"/>
                      </a:cubicBezTo>
                      <a:cubicBezTo>
                        <a:pt x="302535" y="369023"/>
                        <a:pt x="407834" y="285323"/>
                        <a:pt x="407834" y="285323"/>
                      </a:cubicBezTo>
                      <a:cubicBezTo>
                        <a:pt x="407834" y="285323"/>
                        <a:pt x="693292" y="563760"/>
                        <a:pt x="948915" y="310230"/>
                      </a:cubicBezTo>
                      <a:cubicBezTo>
                        <a:pt x="990764" y="680805"/>
                        <a:pt x="1983150" y="657653"/>
                        <a:pt x="1922332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2" name="Google Shape;522;p14"/>
                <p:cNvSpPr/>
                <p:nvPr/>
              </p:nvSpPr>
              <p:spPr>
                <a:xfrm>
                  <a:off x="6393087" y="802979"/>
                  <a:ext cx="343372" cy="261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372" h="261427" extrusionOk="0">
                      <a:moveTo>
                        <a:pt x="0" y="197843"/>
                      </a:moveTo>
                      <a:lnTo>
                        <a:pt x="331830" y="0"/>
                      </a:lnTo>
                      <a:lnTo>
                        <a:pt x="343372" y="22005"/>
                      </a:lnTo>
                      <a:lnTo>
                        <a:pt x="12555" y="261428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3" name="Google Shape;523;p14"/>
                <p:cNvSpPr/>
                <p:nvPr/>
              </p:nvSpPr>
              <p:spPr>
                <a:xfrm>
                  <a:off x="6115325" y="435509"/>
                  <a:ext cx="256972" cy="214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972" h="214987" extrusionOk="0">
                      <a:moveTo>
                        <a:pt x="219375" y="214988"/>
                      </a:moveTo>
                      <a:lnTo>
                        <a:pt x="0" y="46170"/>
                      </a:lnTo>
                      <a:lnTo>
                        <a:pt x="58522" y="0"/>
                      </a:lnTo>
                      <a:lnTo>
                        <a:pt x="256972" y="13932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4" name="Google Shape;524;p14"/>
                <p:cNvSpPr/>
                <p:nvPr/>
              </p:nvSpPr>
              <p:spPr>
                <a:xfrm>
                  <a:off x="10193559" y="733117"/>
                  <a:ext cx="155250" cy="5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250" h="52380" extrusionOk="0">
                      <a:moveTo>
                        <a:pt x="155250" y="9653"/>
                      </a:moveTo>
                      <a:lnTo>
                        <a:pt x="0" y="0"/>
                      </a:lnTo>
                      <a:lnTo>
                        <a:pt x="0" y="33682"/>
                      </a:lnTo>
                      <a:lnTo>
                        <a:pt x="155250" y="5238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5" name="Google Shape;525;p14"/>
                <p:cNvSpPr/>
                <p:nvPr/>
              </p:nvSpPr>
              <p:spPr>
                <a:xfrm>
                  <a:off x="10638924" y="602099"/>
                  <a:ext cx="179414" cy="264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14" h="264194" extrusionOk="0">
                      <a:moveTo>
                        <a:pt x="179415" y="183398"/>
                      </a:moveTo>
                      <a:lnTo>
                        <a:pt x="47790" y="6818"/>
                      </a:lnTo>
                      <a:lnTo>
                        <a:pt x="0" y="0"/>
                      </a:lnTo>
                      <a:lnTo>
                        <a:pt x="179415" y="264195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6" name="Google Shape;526;p14"/>
                <p:cNvSpPr/>
                <p:nvPr/>
              </p:nvSpPr>
              <p:spPr>
                <a:xfrm>
                  <a:off x="10818339" y="1096739"/>
                  <a:ext cx="253664" cy="215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664" h="215459" extrusionOk="0">
                      <a:moveTo>
                        <a:pt x="0" y="157140"/>
                      </a:moveTo>
                      <a:cubicBezTo>
                        <a:pt x="11948" y="146678"/>
                        <a:pt x="253665" y="0"/>
                        <a:pt x="253665" y="0"/>
                      </a:cubicBezTo>
                      <a:lnTo>
                        <a:pt x="253665" y="35573"/>
                      </a:lnTo>
                      <a:lnTo>
                        <a:pt x="20925" y="21546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27" name="Google Shape;527;p14"/>
                <p:cNvSpPr/>
                <p:nvPr/>
              </p:nvSpPr>
              <p:spPr>
                <a:xfrm>
                  <a:off x="10266527" y="99562"/>
                  <a:ext cx="965587" cy="209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587" h="2091824" extrusionOk="0">
                      <a:moveTo>
                        <a:pt x="433215" y="2071643"/>
                      </a:moveTo>
                      <a:lnTo>
                        <a:pt x="554917" y="0"/>
                      </a:lnTo>
                      <a:lnTo>
                        <a:pt x="661365" y="0"/>
                      </a:lnTo>
                      <a:lnTo>
                        <a:pt x="547290" y="2055443"/>
                      </a:lnTo>
                      <a:lnTo>
                        <a:pt x="661365" y="2047680"/>
                      </a:lnTo>
                      <a:lnTo>
                        <a:pt x="836055" y="0"/>
                      </a:lnTo>
                      <a:lnTo>
                        <a:pt x="904703" y="0"/>
                      </a:lnTo>
                      <a:lnTo>
                        <a:pt x="965588" y="2091825"/>
                      </a:lnTo>
                      <a:lnTo>
                        <a:pt x="155655" y="2071643"/>
                      </a:lnTo>
                      <a:lnTo>
                        <a:pt x="155655" y="0"/>
                      </a:lnTo>
                      <a:lnTo>
                        <a:pt x="60615" y="0"/>
                      </a:lnTo>
                      <a:lnTo>
                        <a:pt x="0" y="2071643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528" name="Google Shape;528;p14"/>
            <p:cNvGrpSpPr/>
            <p:nvPr/>
          </p:nvGrpSpPr>
          <p:grpSpPr>
            <a:xfrm flipH="1">
              <a:off x="-235485" y="-788325"/>
              <a:ext cx="9818958" cy="6559694"/>
              <a:chOff x="-267143" y="-788325"/>
              <a:chExt cx="9818958" cy="6559694"/>
            </a:xfrm>
          </p:grpSpPr>
          <p:sp>
            <p:nvSpPr>
              <p:cNvPr id="529" name="Google Shape;529;p14"/>
              <p:cNvSpPr/>
              <p:nvPr/>
            </p:nvSpPr>
            <p:spPr>
              <a:xfrm>
                <a:off x="-12350" y="2470148"/>
                <a:ext cx="9188438" cy="3157882"/>
              </a:xfrm>
              <a:custGeom>
                <a:avLst/>
                <a:gdLst/>
                <a:ahLst/>
                <a:cxnLst/>
                <a:rect l="l" t="t" r="r" b="b"/>
                <a:pathLst>
                  <a:path w="5062500" h="1739880" extrusionOk="0">
                    <a:moveTo>
                      <a:pt x="0" y="0"/>
                    </a:moveTo>
                    <a:lnTo>
                      <a:pt x="5062500" y="1468868"/>
                    </a:lnTo>
                    <a:lnTo>
                      <a:pt x="5062500" y="1739880"/>
                    </a:lnTo>
                    <a:lnTo>
                      <a:pt x="0" y="12485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0" name="Google Shape;530;p14"/>
              <p:cNvSpPr/>
              <p:nvPr/>
            </p:nvSpPr>
            <p:spPr>
              <a:xfrm>
                <a:off x="8359514" y="4210319"/>
                <a:ext cx="1192301" cy="921091"/>
              </a:xfrm>
              <a:custGeom>
                <a:avLst/>
                <a:gdLst/>
                <a:ahLst/>
                <a:cxnLst/>
                <a:rect l="l" t="t" r="r" b="b"/>
                <a:pathLst>
                  <a:path w="656915" h="507488" extrusionOk="0">
                    <a:moveTo>
                      <a:pt x="63180" y="175253"/>
                    </a:moveTo>
                    <a:cubicBezTo>
                      <a:pt x="63180" y="175253"/>
                      <a:pt x="152888" y="159593"/>
                      <a:pt x="160380" y="250718"/>
                    </a:cubicBezTo>
                    <a:cubicBezTo>
                      <a:pt x="230918" y="106268"/>
                      <a:pt x="335948" y="165668"/>
                      <a:pt x="335948" y="165668"/>
                    </a:cubicBezTo>
                    <a:cubicBezTo>
                      <a:pt x="335948" y="165668"/>
                      <a:pt x="292073" y="-43042"/>
                      <a:pt x="552218" y="8055"/>
                    </a:cubicBezTo>
                    <a:cubicBezTo>
                      <a:pt x="812430" y="59153"/>
                      <a:pt x="505643" y="507488"/>
                      <a:pt x="505643" y="507488"/>
                    </a:cubicBezTo>
                    <a:lnTo>
                      <a:pt x="0" y="364861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31" name="Google Shape;531;p14"/>
              <p:cNvSpPr/>
              <p:nvPr/>
            </p:nvSpPr>
            <p:spPr>
              <a:xfrm>
                <a:off x="7771048" y="4386310"/>
                <a:ext cx="788873" cy="509471"/>
              </a:xfrm>
              <a:custGeom>
                <a:avLst/>
                <a:gdLst/>
                <a:ahLst/>
                <a:cxnLst/>
                <a:rect l="l" t="t" r="r" b="b"/>
                <a:pathLst>
                  <a:path w="434641" h="280700" extrusionOk="0">
                    <a:moveTo>
                      <a:pt x="0" y="159470"/>
                    </a:moveTo>
                    <a:cubicBezTo>
                      <a:pt x="0" y="159470"/>
                      <a:pt x="18630" y="74150"/>
                      <a:pt x="95783" y="79685"/>
                    </a:cubicBezTo>
                    <a:cubicBezTo>
                      <a:pt x="105435" y="10835"/>
                      <a:pt x="180630" y="16910"/>
                      <a:pt x="189135" y="52415"/>
                    </a:cubicBezTo>
                    <a:cubicBezTo>
                      <a:pt x="227948" y="-9819"/>
                      <a:pt x="436253" y="-42827"/>
                      <a:pt x="434633" y="107225"/>
                    </a:cubicBezTo>
                    <a:cubicBezTo>
                      <a:pt x="433013" y="257278"/>
                      <a:pt x="254070" y="280700"/>
                      <a:pt x="254070" y="280700"/>
                    </a:cubicBezTo>
                    <a:lnTo>
                      <a:pt x="0" y="15953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32" name="Google Shape;532;p14"/>
              <p:cNvGrpSpPr/>
              <p:nvPr/>
            </p:nvGrpSpPr>
            <p:grpSpPr>
              <a:xfrm>
                <a:off x="-267143" y="2874296"/>
                <a:ext cx="9440654" cy="2897072"/>
                <a:chOff x="1190104" y="5259216"/>
                <a:chExt cx="5202896" cy="1596623"/>
              </a:xfrm>
            </p:grpSpPr>
            <p:sp>
              <p:nvSpPr>
                <p:cNvPr id="533" name="Google Shape;533;p14"/>
                <p:cNvSpPr/>
                <p:nvPr/>
              </p:nvSpPr>
              <p:spPr>
                <a:xfrm>
                  <a:off x="1330500" y="5268644"/>
                  <a:ext cx="5062500" cy="1587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2500" h="1587195" extrusionOk="0">
                      <a:moveTo>
                        <a:pt x="0" y="0"/>
                      </a:moveTo>
                      <a:lnTo>
                        <a:pt x="5062500" y="1318883"/>
                      </a:lnTo>
                      <a:lnTo>
                        <a:pt x="5062500" y="1587195"/>
                      </a:lnTo>
                      <a:lnTo>
                        <a:pt x="0" y="15871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4" name="Google Shape;534;p14"/>
                <p:cNvSpPr/>
                <p:nvPr/>
              </p:nvSpPr>
              <p:spPr>
                <a:xfrm>
                  <a:off x="4372587" y="6174624"/>
                  <a:ext cx="228042" cy="75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073" h="101284" extrusionOk="0">
                      <a:moveTo>
                        <a:pt x="305019" y="63062"/>
                      </a:moveTo>
                      <a:cubicBezTo>
                        <a:pt x="302792" y="90197"/>
                        <a:pt x="232727" y="106600"/>
                        <a:pt x="148554" y="99715"/>
                      </a:cubicBezTo>
                      <a:cubicBezTo>
                        <a:pt x="64314" y="92830"/>
                        <a:pt x="-2173" y="65357"/>
                        <a:pt x="54" y="38222"/>
                      </a:cubicBezTo>
                      <a:cubicBezTo>
                        <a:pt x="2282" y="11087"/>
                        <a:pt x="72347" y="-5315"/>
                        <a:pt x="156519" y="1570"/>
                      </a:cubicBezTo>
                      <a:cubicBezTo>
                        <a:pt x="240759" y="8387"/>
                        <a:pt x="307247" y="35927"/>
                        <a:pt x="305019" y="6306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5" name="Google Shape;535;p14"/>
                <p:cNvSpPr/>
                <p:nvPr/>
              </p:nvSpPr>
              <p:spPr>
                <a:xfrm>
                  <a:off x="1542224" y="6250335"/>
                  <a:ext cx="139908" cy="4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08" h="46469" extrusionOk="0">
                      <a:moveTo>
                        <a:pt x="139885" y="28939"/>
                      </a:moveTo>
                      <a:cubicBezTo>
                        <a:pt x="138872" y="41358"/>
                        <a:pt x="106742" y="48918"/>
                        <a:pt x="68132" y="45746"/>
                      </a:cubicBezTo>
                      <a:cubicBezTo>
                        <a:pt x="29522" y="42573"/>
                        <a:pt x="-988" y="29951"/>
                        <a:pt x="24" y="17531"/>
                      </a:cubicBezTo>
                      <a:cubicBezTo>
                        <a:pt x="1037" y="5111"/>
                        <a:pt x="33167" y="-2449"/>
                        <a:pt x="71777" y="724"/>
                      </a:cubicBezTo>
                      <a:cubicBezTo>
                        <a:pt x="110387" y="3896"/>
                        <a:pt x="140897" y="16518"/>
                        <a:pt x="139885" y="28939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6" name="Google Shape;536;p14"/>
                <p:cNvSpPr/>
                <p:nvPr/>
              </p:nvSpPr>
              <p:spPr>
                <a:xfrm>
                  <a:off x="3162098" y="6181680"/>
                  <a:ext cx="88722" cy="29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2" h="29435" extrusionOk="0">
                      <a:moveTo>
                        <a:pt x="88709" y="18329"/>
                      </a:moveTo>
                      <a:cubicBezTo>
                        <a:pt x="88101" y="26227"/>
                        <a:pt x="67716" y="30952"/>
                        <a:pt x="43214" y="28994"/>
                      </a:cubicBezTo>
                      <a:cubicBezTo>
                        <a:pt x="18711" y="26969"/>
                        <a:pt x="-594" y="19004"/>
                        <a:pt x="14" y="11107"/>
                      </a:cubicBezTo>
                      <a:cubicBezTo>
                        <a:pt x="689" y="3209"/>
                        <a:pt x="21006" y="-1516"/>
                        <a:pt x="45509" y="442"/>
                      </a:cubicBezTo>
                      <a:cubicBezTo>
                        <a:pt x="70011" y="2467"/>
                        <a:pt x="89316" y="10432"/>
                        <a:pt x="88709" y="18329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7" name="Google Shape;537;p14"/>
                <p:cNvSpPr/>
                <p:nvPr/>
              </p:nvSpPr>
              <p:spPr>
                <a:xfrm>
                  <a:off x="4651996" y="6262556"/>
                  <a:ext cx="139908" cy="4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08" h="46469" extrusionOk="0">
                      <a:moveTo>
                        <a:pt x="139885" y="28938"/>
                      </a:moveTo>
                      <a:cubicBezTo>
                        <a:pt x="138872" y="41359"/>
                        <a:pt x="106742" y="48919"/>
                        <a:pt x="68132" y="45746"/>
                      </a:cubicBezTo>
                      <a:cubicBezTo>
                        <a:pt x="29522" y="42574"/>
                        <a:pt x="-988" y="29951"/>
                        <a:pt x="24" y="17531"/>
                      </a:cubicBezTo>
                      <a:cubicBezTo>
                        <a:pt x="1037" y="5111"/>
                        <a:pt x="33167" y="-2449"/>
                        <a:pt x="71777" y="723"/>
                      </a:cubicBezTo>
                      <a:cubicBezTo>
                        <a:pt x="110387" y="3896"/>
                        <a:pt x="140897" y="16519"/>
                        <a:pt x="139885" y="28938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8" name="Google Shape;538;p14"/>
                <p:cNvSpPr/>
                <p:nvPr/>
              </p:nvSpPr>
              <p:spPr>
                <a:xfrm>
                  <a:off x="1239514" y="5259216"/>
                  <a:ext cx="956204" cy="515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204" h="515902" extrusionOk="0">
                      <a:moveTo>
                        <a:pt x="0" y="368753"/>
                      </a:moveTo>
                      <a:lnTo>
                        <a:pt x="713812" y="515902"/>
                      </a:lnTo>
                      <a:lnTo>
                        <a:pt x="956205" y="404932"/>
                      </a:lnTo>
                      <a:lnTo>
                        <a:pt x="302130" y="70470"/>
                      </a:lnTo>
                      <a:lnTo>
                        <a:pt x="31792" y="0"/>
                      </a:lnTo>
                      <a:lnTo>
                        <a:pt x="0" y="368753"/>
                      </a:ln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39" name="Google Shape;539;p14"/>
                <p:cNvSpPr/>
                <p:nvPr/>
              </p:nvSpPr>
              <p:spPr>
                <a:xfrm>
                  <a:off x="1190104" y="5691621"/>
                  <a:ext cx="2633715" cy="717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3715" h="717255" extrusionOk="0">
                      <a:moveTo>
                        <a:pt x="49410" y="0"/>
                      </a:moveTo>
                      <a:lnTo>
                        <a:pt x="1387193" y="315900"/>
                      </a:lnTo>
                      <a:lnTo>
                        <a:pt x="1108283" y="328185"/>
                      </a:lnTo>
                      <a:lnTo>
                        <a:pt x="2633715" y="717255"/>
                      </a:lnTo>
                      <a:lnTo>
                        <a:pt x="0" y="362408"/>
                      </a:lnTo>
                      <a:lnTo>
                        <a:pt x="49410" y="0"/>
                      </a:ln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40" name="Google Shape;540;p14"/>
              <p:cNvSpPr/>
              <p:nvPr/>
            </p:nvSpPr>
            <p:spPr>
              <a:xfrm>
                <a:off x="8436158" y="1596202"/>
                <a:ext cx="541093" cy="404004"/>
              </a:xfrm>
              <a:custGeom>
                <a:avLst/>
                <a:gdLst/>
                <a:ahLst/>
                <a:cxnLst/>
                <a:rect l="l" t="t" r="r" b="b"/>
                <a:pathLst>
                  <a:path w="286672" h="214042" extrusionOk="0">
                    <a:moveTo>
                      <a:pt x="0" y="169155"/>
                    </a:moveTo>
                    <a:lnTo>
                      <a:pt x="286672" y="0"/>
                    </a:lnTo>
                    <a:lnTo>
                      <a:pt x="23152" y="214043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1" name="Google Shape;541;p14"/>
              <p:cNvSpPr/>
              <p:nvPr/>
            </p:nvSpPr>
            <p:spPr>
              <a:xfrm>
                <a:off x="8267517" y="222505"/>
                <a:ext cx="292396" cy="453693"/>
              </a:xfrm>
              <a:custGeom>
                <a:avLst/>
                <a:gdLst/>
                <a:ahLst/>
                <a:cxnLst/>
                <a:rect l="l" t="t" r="r" b="b"/>
                <a:pathLst>
                  <a:path w="154912" h="240367" extrusionOk="0">
                    <a:moveTo>
                      <a:pt x="16403" y="93420"/>
                    </a:moveTo>
                    <a:lnTo>
                      <a:pt x="154913" y="0"/>
                    </a:lnTo>
                    <a:lnTo>
                      <a:pt x="0" y="240367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2" name="Google Shape;542;p14"/>
              <p:cNvSpPr/>
              <p:nvPr/>
            </p:nvSpPr>
            <p:spPr>
              <a:xfrm>
                <a:off x="475677" y="1221339"/>
                <a:ext cx="569805" cy="384444"/>
              </a:xfrm>
              <a:custGeom>
                <a:avLst/>
                <a:gdLst/>
                <a:ahLst/>
                <a:cxnLst/>
                <a:rect l="l" t="t" r="r" b="b"/>
                <a:pathLst>
                  <a:path w="313942" h="211815" extrusionOk="0">
                    <a:moveTo>
                      <a:pt x="0" y="134257"/>
                    </a:moveTo>
                    <a:lnTo>
                      <a:pt x="313942" y="0"/>
                    </a:lnTo>
                    <a:lnTo>
                      <a:pt x="313942" y="29700"/>
                    </a:lnTo>
                    <a:lnTo>
                      <a:pt x="12420" y="211815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3" name="Google Shape;543;p14"/>
              <p:cNvSpPr/>
              <p:nvPr/>
            </p:nvSpPr>
            <p:spPr>
              <a:xfrm>
                <a:off x="8131232" y="-177950"/>
                <a:ext cx="635119" cy="5373229"/>
              </a:xfrm>
              <a:custGeom>
                <a:avLst/>
                <a:gdLst/>
                <a:ahLst/>
                <a:cxnLst/>
                <a:rect l="l" t="t" r="r" b="b"/>
                <a:pathLst>
                  <a:path w="336487" h="2846744" extrusionOk="0">
                    <a:moveTo>
                      <a:pt x="58185" y="2805570"/>
                    </a:moveTo>
                    <a:lnTo>
                      <a:pt x="0" y="0"/>
                    </a:lnTo>
                    <a:lnTo>
                      <a:pt x="140467" y="0"/>
                    </a:lnTo>
                    <a:lnTo>
                      <a:pt x="336487" y="2846745"/>
                    </a:lnTo>
                    <a:lnTo>
                      <a:pt x="58185" y="280557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4" name="Google Shape;544;p14"/>
              <p:cNvSpPr/>
              <p:nvPr/>
            </p:nvSpPr>
            <p:spPr>
              <a:xfrm>
                <a:off x="8301526" y="-177950"/>
                <a:ext cx="464776" cy="5373229"/>
              </a:xfrm>
              <a:custGeom>
                <a:avLst/>
                <a:gdLst/>
                <a:ahLst/>
                <a:cxnLst/>
                <a:rect l="l" t="t" r="r" b="b"/>
                <a:pathLst>
                  <a:path w="246239" h="2846744" extrusionOk="0">
                    <a:moveTo>
                      <a:pt x="0" y="0"/>
                    </a:moveTo>
                    <a:lnTo>
                      <a:pt x="58050" y="2709383"/>
                    </a:lnTo>
                    <a:lnTo>
                      <a:pt x="246240" y="2846745"/>
                    </a:lnTo>
                    <a:lnTo>
                      <a:pt x="502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5" name="Google Shape;545;p14"/>
              <p:cNvSpPr/>
              <p:nvPr/>
            </p:nvSpPr>
            <p:spPr>
              <a:xfrm>
                <a:off x="46266" y="-123969"/>
                <a:ext cx="667448" cy="3922727"/>
              </a:xfrm>
              <a:custGeom>
                <a:avLst/>
                <a:gdLst/>
                <a:ahLst/>
                <a:cxnLst/>
                <a:rect l="l" t="t" r="r" b="b"/>
                <a:pathLst>
                  <a:path w="367740" h="2161282" extrusionOk="0">
                    <a:moveTo>
                      <a:pt x="197438" y="2161283"/>
                    </a:moveTo>
                    <a:lnTo>
                      <a:pt x="367740" y="0"/>
                    </a:lnTo>
                    <a:lnTo>
                      <a:pt x="285458" y="0"/>
                    </a:lnTo>
                    <a:lnTo>
                      <a:pt x="0" y="2091758"/>
                    </a:lnTo>
                    <a:lnTo>
                      <a:pt x="197438" y="21612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6" name="Google Shape;546;p14"/>
              <p:cNvSpPr/>
              <p:nvPr/>
            </p:nvSpPr>
            <p:spPr>
              <a:xfrm>
                <a:off x="56188" y="222646"/>
                <a:ext cx="532438" cy="3449829"/>
              </a:xfrm>
              <a:custGeom>
                <a:avLst/>
                <a:gdLst/>
                <a:ahLst/>
                <a:cxnLst/>
                <a:rect l="l" t="t" r="r" b="b"/>
                <a:pathLst>
                  <a:path w="293354" h="1900732" extrusionOk="0">
                    <a:moveTo>
                      <a:pt x="129330" y="1900733"/>
                    </a:moveTo>
                    <a:lnTo>
                      <a:pt x="293355" y="0"/>
                    </a:lnTo>
                    <a:lnTo>
                      <a:pt x="248670" y="38475"/>
                    </a:lnTo>
                    <a:lnTo>
                      <a:pt x="0" y="1843830"/>
                    </a:lnTo>
                    <a:lnTo>
                      <a:pt x="129330" y="19007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7" name="Google Shape;547;p14"/>
              <p:cNvSpPr/>
              <p:nvPr/>
            </p:nvSpPr>
            <p:spPr>
              <a:xfrm>
                <a:off x="-100708" y="3374427"/>
                <a:ext cx="689324" cy="472688"/>
              </a:xfrm>
              <a:custGeom>
                <a:avLst/>
                <a:gdLst/>
                <a:ahLst/>
                <a:cxnLst/>
                <a:rect l="l" t="t" r="r" b="b"/>
                <a:pathLst>
                  <a:path w="379793" h="260434" extrusionOk="0">
                    <a:moveTo>
                      <a:pt x="378540" y="254793"/>
                    </a:moveTo>
                    <a:cubicBezTo>
                      <a:pt x="378540" y="254793"/>
                      <a:pt x="221535" y="293336"/>
                      <a:pt x="0" y="168933"/>
                    </a:cubicBezTo>
                    <a:cubicBezTo>
                      <a:pt x="0" y="168933"/>
                      <a:pt x="52583" y="15708"/>
                      <a:pt x="181575" y="1128"/>
                    </a:cubicBezTo>
                    <a:cubicBezTo>
                      <a:pt x="198112" y="-762"/>
                      <a:pt x="215932" y="-357"/>
                      <a:pt x="235035" y="2951"/>
                    </a:cubicBezTo>
                    <a:cubicBezTo>
                      <a:pt x="336015" y="20433"/>
                      <a:pt x="367403" y="107643"/>
                      <a:pt x="376447" y="174603"/>
                    </a:cubicBezTo>
                    <a:cubicBezTo>
                      <a:pt x="382455" y="219220"/>
                      <a:pt x="378540" y="254793"/>
                      <a:pt x="378540" y="25479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8" name="Google Shape;548;p14"/>
              <p:cNvSpPr/>
              <p:nvPr/>
            </p:nvSpPr>
            <p:spPr>
              <a:xfrm>
                <a:off x="-100708" y="3376597"/>
                <a:ext cx="689384" cy="470608"/>
              </a:xfrm>
              <a:custGeom>
                <a:avLst/>
                <a:gdLst/>
                <a:ahLst/>
                <a:cxnLst/>
                <a:rect l="l" t="t" r="r" b="b"/>
                <a:pathLst>
                  <a:path w="379826" h="259288" extrusionOk="0">
                    <a:moveTo>
                      <a:pt x="379822" y="226733"/>
                    </a:moveTo>
                    <a:cubicBezTo>
                      <a:pt x="379688" y="243270"/>
                      <a:pt x="378540" y="253665"/>
                      <a:pt x="378540" y="253665"/>
                    </a:cubicBezTo>
                    <a:cubicBezTo>
                      <a:pt x="378540" y="253665"/>
                      <a:pt x="221535" y="292140"/>
                      <a:pt x="0" y="167805"/>
                    </a:cubicBezTo>
                    <a:cubicBezTo>
                      <a:pt x="0" y="167805"/>
                      <a:pt x="20048" y="109350"/>
                      <a:pt x="65745" y="61223"/>
                    </a:cubicBezTo>
                    <a:cubicBezTo>
                      <a:pt x="94028" y="31455"/>
                      <a:pt x="132233" y="5603"/>
                      <a:pt x="181575" y="0"/>
                    </a:cubicBezTo>
                    <a:cubicBezTo>
                      <a:pt x="199935" y="67095"/>
                      <a:pt x="248873" y="169358"/>
                      <a:pt x="376447" y="173475"/>
                    </a:cubicBezTo>
                    <a:cubicBezTo>
                      <a:pt x="379215" y="193995"/>
                      <a:pt x="379890" y="212557"/>
                      <a:pt x="379822" y="226733"/>
                    </a:cubicBezTo>
                    <a:close/>
                  </a:path>
                </a:pathLst>
              </a:custGeom>
              <a:solidFill>
                <a:srgbClr val="1E3639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49" name="Google Shape;549;p14"/>
              <p:cNvSpPr/>
              <p:nvPr/>
            </p:nvSpPr>
            <p:spPr>
              <a:xfrm>
                <a:off x="-100708" y="3487684"/>
                <a:ext cx="689377" cy="359488"/>
              </a:xfrm>
              <a:custGeom>
                <a:avLst/>
                <a:gdLst/>
                <a:ahLst/>
                <a:cxnLst/>
                <a:rect l="l" t="t" r="r" b="b"/>
                <a:pathLst>
                  <a:path w="379822" h="198065" extrusionOk="0">
                    <a:moveTo>
                      <a:pt x="379822" y="165510"/>
                    </a:moveTo>
                    <a:cubicBezTo>
                      <a:pt x="379688" y="182048"/>
                      <a:pt x="378540" y="192443"/>
                      <a:pt x="378540" y="192443"/>
                    </a:cubicBezTo>
                    <a:cubicBezTo>
                      <a:pt x="378540" y="192443"/>
                      <a:pt x="221535" y="230918"/>
                      <a:pt x="0" y="106582"/>
                    </a:cubicBezTo>
                    <a:cubicBezTo>
                      <a:pt x="0" y="106582"/>
                      <a:pt x="20048" y="48128"/>
                      <a:pt x="65745" y="0"/>
                    </a:cubicBezTo>
                    <a:cubicBezTo>
                      <a:pt x="90923" y="68378"/>
                      <a:pt x="164903" y="159233"/>
                      <a:pt x="379822" y="165510"/>
                    </a:cubicBezTo>
                    <a:close/>
                  </a:path>
                </a:pathLst>
              </a:custGeom>
              <a:solidFill>
                <a:srgbClr val="1E3639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0" name="Google Shape;550;p14"/>
              <p:cNvSpPr/>
              <p:nvPr/>
            </p:nvSpPr>
            <p:spPr>
              <a:xfrm>
                <a:off x="475677" y="-123969"/>
                <a:ext cx="978138" cy="4351766"/>
              </a:xfrm>
              <a:custGeom>
                <a:avLst/>
                <a:gdLst/>
                <a:ahLst/>
                <a:cxnLst/>
                <a:rect l="l" t="t" r="r" b="b"/>
                <a:pathLst>
                  <a:path w="538919" h="2397667" extrusionOk="0">
                    <a:moveTo>
                      <a:pt x="0" y="2306677"/>
                    </a:moveTo>
                    <a:lnTo>
                      <a:pt x="361868" y="0"/>
                    </a:lnTo>
                    <a:lnTo>
                      <a:pt x="538920" y="0"/>
                    </a:lnTo>
                    <a:lnTo>
                      <a:pt x="346883" y="2397668"/>
                    </a:lnTo>
                    <a:lnTo>
                      <a:pt x="0" y="230667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1" name="Google Shape;551;p14"/>
              <p:cNvSpPr/>
              <p:nvPr/>
            </p:nvSpPr>
            <p:spPr>
              <a:xfrm>
                <a:off x="475677" y="-123969"/>
                <a:ext cx="768887" cy="4248610"/>
              </a:xfrm>
              <a:custGeom>
                <a:avLst/>
                <a:gdLst/>
                <a:ahLst/>
                <a:cxnLst/>
                <a:rect l="l" t="t" r="r" b="b"/>
                <a:pathLst>
                  <a:path w="423629" h="2340832" extrusionOk="0">
                    <a:moveTo>
                      <a:pt x="0" y="2306677"/>
                    </a:moveTo>
                    <a:lnTo>
                      <a:pt x="361868" y="0"/>
                    </a:lnTo>
                    <a:lnTo>
                      <a:pt x="423630" y="0"/>
                    </a:lnTo>
                    <a:lnTo>
                      <a:pt x="130275" y="2340832"/>
                    </a:lnTo>
                    <a:lnTo>
                      <a:pt x="0" y="23066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2" name="Google Shape;552;p14"/>
              <p:cNvSpPr/>
              <p:nvPr/>
            </p:nvSpPr>
            <p:spPr>
              <a:xfrm>
                <a:off x="1304245" y="-123969"/>
                <a:ext cx="891401" cy="4289039"/>
              </a:xfrm>
              <a:custGeom>
                <a:avLst/>
                <a:gdLst/>
                <a:ahLst/>
                <a:cxnLst/>
                <a:rect l="l" t="t" r="r" b="b"/>
                <a:pathLst>
                  <a:path w="491130" h="2363107" extrusionOk="0">
                    <a:moveTo>
                      <a:pt x="0" y="2319503"/>
                    </a:moveTo>
                    <a:lnTo>
                      <a:pt x="415193" y="0"/>
                    </a:lnTo>
                    <a:lnTo>
                      <a:pt x="491130" y="0"/>
                    </a:lnTo>
                    <a:lnTo>
                      <a:pt x="191633" y="2363108"/>
                    </a:lnTo>
                    <a:lnTo>
                      <a:pt x="0" y="231950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3" name="Google Shape;553;p14"/>
              <p:cNvSpPr/>
              <p:nvPr/>
            </p:nvSpPr>
            <p:spPr>
              <a:xfrm>
                <a:off x="1244353" y="-123969"/>
                <a:ext cx="580464" cy="1210914"/>
              </a:xfrm>
              <a:custGeom>
                <a:avLst/>
                <a:gdLst/>
                <a:ahLst/>
                <a:cxnLst/>
                <a:rect l="l" t="t" r="r" b="b"/>
                <a:pathLst>
                  <a:path w="319815" h="667170" extrusionOk="0">
                    <a:moveTo>
                      <a:pt x="0" y="508613"/>
                    </a:moveTo>
                    <a:lnTo>
                      <a:pt x="250763" y="0"/>
                    </a:lnTo>
                    <a:lnTo>
                      <a:pt x="319815" y="0"/>
                    </a:lnTo>
                    <a:lnTo>
                      <a:pt x="41378" y="66717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4" name="Google Shape;554;p14"/>
              <p:cNvSpPr/>
              <p:nvPr/>
            </p:nvSpPr>
            <p:spPr>
              <a:xfrm>
                <a:off x="1896920" y="1526433"/>
                <a:ext cx="334091" cy="247475"/>
              </a:xfrm>
              <a:custGeom>
                <a:avLst/>
                <a:gdLst/>
                <a:ahLst/>
                <a:cxnLst/>
                <a:rect l="l" t="t" r="r" b="b"/>
                <a:pathLst>
                  <a:path w="184072" h="136350" extrusionOk="0">
                    <a:moveTo>
                      <a:pt x="0" y="136350"/>
                    </a:moveTo>
                    <a:lnTo>
                      <a:pt x="184072" y="0"/>
                    </a:lnTo>
                    <a:lnTo>
                      <a:pt x="0" y="7776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5" name="Google Shape;555;p14"/>
              <p:cNvSpPr/>
              <p:nvPr/>
            </p:nvSpPr>
            <p:spPr>
              <a:xfrm>
                <a:off x="1675479" y="1043010"/>
                <a:ext cx="221503" cy="356755"/>
              </a:xfrm>
              <a:custGeom>
                <a:avLst/>
                <a:gdLst/>
                <a:ahLst/>
                <a:cxnLst/>
                <a:rect l="l" t="t" r="r" b="b"/>
                <a:pathLst>
                  <a:path w="122040" h="196559" extrusionOk="0">
                    <a:moveTo>
                      <a:pt x="122040" y="116640"/>
                    </a:moveTo>
                    <a:lnTo>
                      <a:pt x="0" y="0"/>
                    </a:lnTo>
                    <a:lnTo>
                      <a:pt x="0" y="45495"/>
                    </a:lnTo>
                    <a:lnTo>
                      <a:pt x="82215" y="19656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6" name="Google Shape;556;p14"/>
              <p:cNvSpPr/>
              <p:nvPr/>
            </p:nvSpPr>
            <p:spPr>
              <a:xfrm>
                <a:off x="117427" y="875703"/>
                <a:ext cx="413479" cy="472040"/>
              </a:xfrm>
              <a:custGeom>
                <a:avLst/>
                <a:gdLst/>
                <a:ahLst/>
                <a:cxnLst/>
                <a:rect l="l" t="t" r="r" b="b"/>
                <a:pathLst>
                  <a:path w="227812" h="260077" extrusionOk="0">
                    <a:moveTo>
                      <a:pt x="227813" y="199867"/>
                    </a:moveTo>
                    <a:lnTo>
                      <a:pt x="10732" y="0"/>
                    </a:lnTo>
                    <a:lnTo>
                      <a:pt x="0" y="29835"/>
                    </a:lnTo>
                    <a:lnTo>
                      <a:pt x="216405" y="260078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7" name="Google Shape;557;p14"/>
              <p:cNvSpPr/>
              <p:nvPr/>
            </p:nvSpPr>
            <p:spPr>
              <a:xfrm>
                <a:off x="7862734" y="-177950"/>
                <a:ext cx="354187" cy="576896"/>
              </a:xfrm>
              <a:custGeom>
                <a:avLst/>
                <a:gdLst/>
                <a:ahLst/>
                <a:cxnLst/>
                <a:rect l="l" t="t" r="r" b="b"/>
                <a:pathLst>
                  <a:path w="187649" h="305640" extrusionOk="0">
                    <a:moveTo>
                      <a:pt x="187650" y="212220"/>
                    </a:moveTo>
                    <a:lnTo>
                      <a:pt x="57375" y="0"/>
                    </a:lnTo>
                    <a:lnTo>
                      <a:pt x="0" y="0"/>
                    </a:lnTo>
                    <a:lnTo>
                      <a:pt x="187650" y="30564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8" name="Google Shape;558;p14"/>
              <p:cNvSpPr/>
              <p:nvPr/>
            </p:nvSpPr>
            <p:spPr>
              <a:xfrm>
                <a:off x="7577550" y="575832"/>
                <a:ext cx="690159" cy="285900"/>
              </a:xfrm>
              <a:custGeom>
                <a:avLst/>
                <a:gdLst/>
                <a:ahLst/>
                <a:cxnLst/>
                <a:rect l="l" t="t" r="r" b="b"/>
                <a:pathLst>
                  <a:path w="365647" h="151470" extrusionOk="0">
                    <a:moveTo>
                      <a:pt x="365647" y="99023"/>
                    </a:moveTo>
                    <a:lnTo>
                      <a:pt x="15660" y="0"/>
                    </a:lnTo>
                    <a:lnTo>
                      <a:pt x="0" y="24975"/>
                    </a:lnTo>
                    <a:lnTo>
                      <a:pt x="357008" y="15147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59" name="Google Shape;559;p14"/>
              <p:cNvSpPr/>
              <p:nvPr/>
            </p:nvSpPr>
            <p:spPr>
              <a:xfrm>
                <a:off x="1304245" y="1489813"/>
                <a:ext cx="464566" cy="2634875"/>
              </a:xfrm>
              <a:custGeom>
                <a:avLst/>
                <a:gdLst/>
                <a:ahLst/>
                <a:cxnLst/>
                <a:rect l="l" t="t" r="r" b="b"/>
                <a:pathLst>
                  <a:path w="255959" h="1451722" extrusionOk="0">
                    <a:moveTo>
                      <a:pt x="255960" y="0"/>
                    </a:moveTo>
                    <a:lnTo>
                      <a:pt x="0" y="1430123"/>
                    </a:lnTo>
                    <a:lnTo>
                      <a:pt x="126900" y="1451723"/>
                    </a:lnTo>
                    <a:lnTo>
                      <a:pt x="25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60" name="Google Shape;560;p14"/>
              <p:cNvSpPr/>
              <p:nvPr/>
            </p:nvSpPr>
            <p:spPr>
              <a:xfrm>
                <a:off x="1145514" y="2051255"/>
                <a:ext cx="604475" cy="357368"/>
              </a:xfrm>
              <a:custGeom>
                <a:avLst/>
                <a:gdLst/>
                <a:ahLst/>
                <a:cxnLst/>
                <a:rect l="l" t="t" r="r" b="b"/>
                <a:pathLst>
                  <a:path w="333044" h="196897" extrusionOk="0">
                    <a:moveTo>
                      <a:pt x="0" y="120150"/>
                    </a:moveTo>
                    <a:lnTo>
                      <a:pt x="333045" y="0"/>
                    </a:lnTo>
                    <a:lnTo>
                      <a:pt x="333045" y="40567"/>
                    </a:lnTo>
                    <a:lnTo>
                      <a:pt x="25650" y="196897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561" name="Google Shape;561;p14"/>
              <p:cNvGrpSpPr/>
              <p:nvPr/>
            </p:nvGrpSpPr>
            <p:grpSpPr>
              <a:xfrm>
                <a:off x="864424" y="3568266"/>
                <a:ext cx="7212862" cy="1379438"/>
                <a:chOff x="2499262" y="5515689"/>
                <a:chExt cx="3975124" cy="760230"/>
              </a:xfrm>
            </p:grpSpPr>
            <p:sp>
              <p:nvSpPr>
                <p:cNvPr id="562" name="Google Shape;562;p14"/>
                <p:cNvSpPr/>
                <p:nvPr/>
              </p:nvSpPr>
              <p:spPr>
                <a:xfrm>
                  <a:off x="6021644" y="5957676"/>
                  <a:ext cx="452741" cy="318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891" h="414649" extrusionOk="0">
                      <a:moveTo>
                        <a:pt x="588667" y="408540"/>
                      </a:moveTo>
                      <a:cubicBezTo>
                        <a:pt x="588667" y="408540"/>
                        <a:pt x="325688" y="439590"/>
                        <a:pt x="0" y="361695"/>
                      </a:cubicBezTo>
                      <a:cubicBezTo>
                        <a:pt x="0" y="361695"/>
                        <a:pt x="4995" y="333885"/>
                        <a:pt x="18360" y="293722"/>
                      </a:cubicBezTo>
                      <a:cubicBezTo>
                        <a:pt x="52583" y="191257"/>
                        <a:pt x="141548" y="8400"/>
                        <a:pt x="342292" y="232"/>
                      </a:cubicBezTo>
                      <a:cubicBezTo>
                        <a:pt x="450495" y="-4222"/>
                        <a:pt x="511852" y="55920"/>
                        <a:pt x="546345" y="131317"/>
                      </a:cubicBezTo>
                      <a:cubicBezTo>
                        <a:pt x="601155" y="250792"/>
                        <a:pt x="588667" y="408540"/>
                        <a:pt x="588667" y="40854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3" name="Google Shape;563;p14"/>
                <p:cNvSpPr/>
                <p:nvPr/>
              </p:nvSpPr>
              <p:spPr>
                <a:xfrm>
                  <a:off x="6021644" y="6058366"/>
                  <a:ext cx="452741" cy="217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891" h="283332" extrusionOk="0">
                      <a:moveTo>
                        <a:pt x="588667" y="277223"/>
                      </a:moveTo>
                      <a:cubicBezTo>
                        <a:pt x="588667" y="277223"/>
                        <a:pt x="325688" y="308273"/>
                        <a:pt x="0" y="230378"/>
                      </a:cubicBezTo>
                      <a:cubicBezTo>
                        <a:pt x="0" y="230378"/>
                        <a:pt x="4995" y="202568"/>
                        <a:pt x="18360" y="162405"/>
                      </a:cubicBezTo>
                      <a:cubicBezTo>
                        <a:pt x="156735" y="176783"/>
                        <a:pt x="441180" y="181643"/>
                        <a:pt x="546345" y="0"/>
                      </a:cubicBezTo>
                      <a:cubicBezTo>
                        <a:pt x="601155" y="119475"/>
                        <a:pt x="588667" y="277223"/>
                        <a:pt x="588667" y="27722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4" name="Google Shape;564;p14"/>
                <p:cNvSpPr/>
                <p:nvPr/>
              </p:nvSpPr>
              <p:spPr>
                <a:xfrm>
                  <a:off x="6159162" y="6006247"/>
                  <a:ext cx="106203" cy="9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75" h="126899" extrusionOk="0">
                      <a:moveTo>
                        <a:pt x="138375" y="63450"/>
                      </a:moveTo>
                      <a:cubicBezTo>
                        <a:pt x="138375" y="98492"/>
                        <a:pt x="107399" y="126900"/>
                        <a:pt x="69188" y="126900"/>
                      </a:cubicBezTo>
                      <a:cubicBezTo>
                        <a:pt x="30977" y="126900"/>
                        <a:pt x="0" y="98493"/>
                        <a:pt x="0" y="63450"/>
                      </a:cubicBezTo>
                      <a:cubicBezTo>
                        <a:pt x="0" y="28408"/>
                        <a:pt x="30977" y="0"/>
                        <a:pt x="69188" y="0"/>
                      </a:cubicBezTo>
                      <a:cubicBezTo>
                        <a:pt x="107399" y="0"/>
                        <a:pt x="138375" y="28407"/>
                        <a:pt x="138375" y="63450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5" name="Google Shape;565;p14"/>
                <p:cNvSpPr/>
                <p:nvPr/>
              </p:nvSpPr>
              <p:spPr>
                <a:xfrm>
                  <a:off x="6291763" y="6022447"/>
                  <a:ext cx="35954" cy="35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45" h="46845" extrusionOk="0">
                      <a:moveTo>
                        <a:pt x="46845" y="23423"/>
                      </a:moveTo>
                      <a:cubicBezTo>
                        <a:pt x="46845" y="36383"/>
                        <a:pt x="36382" y="46845"/>
                        <a:pt x="23422" y="46845"/>
                      </a:cubicBezTo>
                      <a:cubicBezTo>
                        <a:pt x="10462" y="46845"/>
                        <a:pt x="0" y="36383"/>
                        <a:pt x="0" y="23423"/>
                      </a:cubicBezTo>
                      <a:cubicBezTo>
                        <a:pt x="0" y="10463"/>
                        <a:pt x="10462" y="0"/>
                        <a:pt x="23422" y="0"/>
                      </a:cubicBezTo>
                      <a:cubicBezTo>
                        <a:pt x="36382" y="0"/>
                        <a:pt x="46845" y="10463"/>
                        <a:pt x="46845" y="2342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6" name="Google Shape;566;p14"/>
                <p:cNvSpPr/>
                <p:nvPr/>
              </p:nvSpPr>
              <p:spPr>
                <a:xfrm>
                  <a:off x="2499262" y="5515689"/>
                  <a:ext cx="678315" cy="502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315" h="502677" extrusionOk="0">
                      <a:moveTo>
                        <a:pt x="678240" y="502677"/>
                      </a:moveTo>
                      <a:cubicBezTo>
                        <a:pt x="678240" y="502677"/>
                        <a:pt x="365783" y="467172"/>
                        <a:pt x="0" y="395623"/>
                      </a:cubicBezTo>
                      <a:cubicBezTo>
                        <a:pt x="0" y="395623"/>
                        <a:pt x="11273" y="226940"/>
                        <a:pt x="98077" y="109895"/>
                      </a:cubicBezTo>
                      <a:cubicBezTo>
                        <a:pt x="151740" y="37603"/>
                        <a:pt x="234158" y="-14980"/>
                        <a:pt x="360585" y="3853"/>
                      </a:cubicBezTo>
                      <a:cubicBezTo>
                        <a:pt x="586913" y="37603"/>
                        <a:pt x="652253" y="258260"/>
                        <a:pt x="670883" y="394543"/>
                      </a:cubicBezTo>
                      <a:cubicBezTo>
                        <a:pt x="679590" y="457655"/>
                        <a:pt x="678240" y="502677"/>
                        <a:pt x="678240" y="5026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7" name="Google Shape;567;p14"/>
                <p:cNvSpPr/>
                <p:nvPr/>
              </p:nvSpPr>
              <p:spPr>
                <a:xfrm>
                  <a:off x="2499262" y="5625584"/>
                  <a:ext cx="678315" cy="392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315" h="392782" extrusionOk="0">
                      <a:moveTo>
                        <a:pt x="678240" y="392783"/>
                      </a:moveTo>
                      <a:cubicBezTo>
                        <a:pt x="678240" y="392783"/>
                        <a:pt x="365783" y="357277"/>
                        <a:pt x="0" y="285728"/>
                      </a:cubicBezTo>
                      <a:cubicBezTo>
                        <a:pt x="0" y="285728"/>
                        <a:pt x="11273" y="117045"/>
                        <a:pt x="98077" y="0"/>
                      </a:cubicBezTo>
                      <a:cubicBezTo>
                        <a:pt x="168143" y="77490"/>
                        <a:pt x="364365" y="260618"/>
                        <a:pt x="670883" y="284648"/>
                      </a:cubicBezTo>
                      <a:cubicBezTo>
                        <a:pt x="679590" y="347760"/>
                        <a:pt x="678240" y="392783"/>
                        <a:pt x="678240" y="39278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8" name="Google Shape;568;p14"/>
                <p:cNvSpPr/>
                <p:nvPr/>
              </p:nvSpPr>
              <p:spPr>
                <a:xfrm>
                  <a:off x="2726940" y="5625585"/>
                  <a:ext cx="59264" cy="59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64" h="59264" extrusionOk="0">
                      <a:moveTo>
                        <a:pt x="59265" y="29632"/>
                      </a:moveTo>
                      <a:cubicBezTo>
                        <a:pt x="59265" y="45998"/>
                        <a:pt x="45998" y="59265"/>
                        <a:pt x="29633" y="59265"/>
                      </a:cubicBezTo>
                      <a:cubicBezTo>
                        <a:pt x="13267" y="59265"/>
                        <a:pt x="0" y="45998"/>
                        <a:pt x="0" y="29632"/>
                      </a:cubicBezTo>
                      <a:cubicBezTo>
                        <a:pt x="0" y="13267"/>
                        <a:pt x="13267" y="0"/>
                        <a:pt x="29633" y="0"/>
                      </a:cubicBezTo>
                      <a:cubicBezTo>
                        <a:pt x="45998" y="0"/>
                        <a:pt x="59265" y="13267"/>
                        <a:pt x="59265" y="2963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69" name="Google Shape;569;p14"/>
                <p:cNvSpPr/>
                <p:nvPr/>
              </p:nvSpPr>
              <p:spPr>
                <a:xfrm rot="-2700000">
                  <a:off x="2823868" y="5716928"/>
                  <a:ext cx="209501" cy="20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385" h="209385" extrusionOk="0">
                      <a:moveTo>
                        <a:pt x="209385" y="104692"/>
                      </a:moveTo>
                      <a:cubicBezTo>
                        <a:pt x="209385" y="162512"/>
                        <a:pt x="162513" y="209385"/>
                        <a:pt x="104693" y="209385"/>
                      </a:cubicBezTo>
                      <a:cubicBezTo>
                        <a:pt x="46872" y="209385"/>
                        <a:pt x="0" y="162512"/>
                        <a:pt x="0" y="104692"/>
                      </a:cubicBezTo>
                      <a:cubicBezTo>
                        <a:pt x="0" y="46872"/>
                        <a:pt x="46872" y="0"/>
                        <a:pt x="104693" y="0"/>
                      </a:cubicBezTo>
                      <a:cubicBezTo>
                        <a:pt x="162513" y="0"/>
                        <a:pt x="209385" y="46872"/>
                        <a:pt x="209385" y="10469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0" name="Google Shape;570;p14"/>
                <p:cNvSpPr/>
                <p:nvPr/>
              </p:nvSpPr>
              <p:spPr>
                <a:xfrm>
                  <a:off x="3294210" y="5892450"/>
                  <a:ext cx="170572" cy="66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72" h="66247" extrusionOk="0">
                      <a:moveTo>
                        <a:pt x="0" y="33914"/>
                      </a:moveTo>
                      <a:lnTo>
                        <a:pt x="170572" y="66247"/>
                      </a:lnTo>
                      <a:cubicBezTo>
                        <a:pt x="170572" y="66247"/>
                        <a:pt x="116707" y="-58088"/>
                        <a:pt x="0" y="339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1" name="Google Shape;571;p14"/>
                <p:cNvSpPr/>
                <p:nvPr/>
              </p:nvSpPr>
              <p:spPr>
                <a:xfrm>
                  <a:off x="3294210" y="6025237"/>
                  <a:ext cx="238747" cy="110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47" h="110039" extrusionOk="0">
                      <a:moveTo>
                        <a:pt x="0" y="59010"/>
                      </a:moveTo>
                      <a:lnTo>
                        <a:pt x="238747" y="110040"/>
                      </a:lnTo>
                      <a:cubicBezTo>
                        <a:pt x="238747" y="110040"/>
                        <a:pt x="149310" y="-98873"/>
                        <a:pt x="0" y="5901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572" name="Google Shape;572;p14"/>
                <p:cNvSpPr/>
                <p:nvPr/>
              </p:nvSpPr>
              <p:spPr>
                <a:xfrm>
                  <a:off x="4515352" y="6119605"/>
                  <a:ext cx="121432" cy="43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432" h="43709" extrusionOk="0">
                      <a:moveTo>
                        <a:pt x="121433" y="43710"/>
                      </a:moveTo>
                      <a:lnTo>
                        <a:pt x="0" y="17182"/>
                      </a:lnTo>
                      <a:cubicBezTo>
                        <a:pt x="0" y="17182"/>
                        <a:pt x="90248" y="-35535"/>
                        <a:pt x="121433" y="4371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573" name="Google Shape;573;p14"/>
              <p:cNvSpPr/>
              <p:nvPr/>
            </p:nvSpPr>
            <p:spPr>
              <a:xfrm>
                <a:off x="-75975" y="-788325"/>
                <a:ext cx="2744239" cy="1551385"/>
              </a:xfrm>
              <a:custGeom>
                <a:avLst/>
                <a:gdLst/>
                <a:ahLst/>
                <a:cxnLst/>
                <a:rect l="l" t="t" r="r" b="b"/>
                <a:pathLst>
                  <a:path w="1581694" h="894170" extrusionOk="0">
                    <a:moveTo>
                      <a:pt x="1301726" y="0"/>
                    </a:moveTo>
                    <a:cubicBezTo>
                      <a:pt x="1301726" y="0"/>
                      <a:pt x="1441827" y="120456"/>
                      <a:pt x="1284081" y="271673"/>
                    </a:cubicBezTo>
                    <a:cubicBezTo>
                      <a:pt x="1372835" y="370132"/>
                      <a:pt x="1256614" y="488706"/>
                      <a:pt x="1141627" y="449946"/>
                    </a:cubicBezTo>
                    <a:cubicBezTo>
                      <a:pt x="1226147" y="551993"/>
                      <a:pt x="1208502" y="584930"/>
                      <a:pt x="1208502" y="584930"/>
                    </a:cubicBezTo>
                    <a:cubicBezTo>
                      <a:pt x="1208502" y="584930"/>
                      <a:pt x="1251379" y="475766"/>
                      <a:pt x="1359014" y="534406"/>
                    </a:cubicBezTo>
                    <a:cubicBezTo>
                      <a:pt x="1402126" y="452240"/>
                      <a:pt x="1504525" y="489941"/>
                      <a:pt x="1485586" y="564991"/>
                    </a:cubicBezTo>
                    <a:cubicBezTo>
                      <a:pt x="1621394" y="534406"/>
                      <a:pt x="1621394" y="843428"/>
                      <a:pt x="1433240" y="802198"/>
                    </a:cubicBezTo>
                    <a:cubicBezTo>
                      <a:pt x="1342250" y="955591"/>
                      <a:pt x="1135158" y="905480"/>
                      <a:pt x="1128923" y="737794"/>
                    </a:cubicBezTo>
                    <a:cubicBezTo>
                      <a:pt x="1030288" y="824313"/>
                      <a:pt x="983176" y="708444"/>
                      <a:pt x="983176" y="708444"/>
                    </a:cubicBezTo>
                    <a:cubicBezTo>
                      <a:pt x="983176" y="708444"/>
                      <a:pt x="748322" y="876542"/>
                      <a:pt x="564697" y="708444"/>
                    </a:cubicBezTo>
                    <a:cubicBezTo>
                      <a:pt x="408833" y="766614"/>
                      <a:pt x="0" y="763085"/>
                      <a:pt x="0" y="763085"/>
                    </a:cubicBezTo>
                    <a:lnTo>
                      <a:pt x="0" y="0"/>
                    </a:lnTo>
                    <a:lnTo>
                      <a:pt x="13016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574" name="Google Shape;574;p14"/>
          <p:cNvSpPr txBox="1">
            <a:spLocks noGrp="1"/>
          </p:cNvSpPr>
          <p:nvPr>
            <p:ph type="title"/>
          </p:nvPr>
        </p:nvSpPr>
        <p:spPr>
          <a:xfrm>
            <a:off x="1761025" y="1910625"/>
            <a:ext cx="4150500" cy="14139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4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575" name="Google Shape;575;p14"/>
          <p:cNvSpPr txBox="1">
            <a:spLocks noGrp="1"/>
          </p:cNvSpPr>
          <p:nvPr>
            <p:ph type="title" idx="2" hasCustomPrompt="1"/>
          </p:nvPr>
        </p:nvSpPr>
        <p:spPr>
          <a:xfrm>
            <a:off x="1761025" y="795425"/>
            <a:ext cx="1711800" cy="1099500"/>
          </a:xfrm>
          <a:prstGeom prst="rect">
            <a:avLst/>
          </a:prstGeom>
          <a:noFill/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_ONLY_1">
    <p:spTree>
      <p:nvGrpSpPr>
        <p:cNvPr id="1" name="Shape 5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77" name="Google Shape;577;p15"/>
          <p:cNvGrpSpPr/>
          <p:nvPr/>
        </p:nvGrpSpPr>
        <p:grpSpPr>
          <a:xfrm>
            <a:off x="-533400" y="-46923"/>
            <a:ext cx="11383342" cy="7189682"/>
            <a:chOff x="-533400" y="-46923"/>
            <a:chExt cx="11383342" cy="7189682"/>
          </a:xfrm>
        </p:grpSpPr>
        <p:grpSp>
          <p:nvGrpSpPr>
            <p:cNvPr id="578" name="Google Shape;578;p15"/>
            <p:cNvGrpSpPr/>
            <p:nvPr/>
          </p:nvGrpSpPr>
          <p:grpSpPr>
            <a:xfrm>
              <a:off x="33186" y="-46923"/>
              <a:ext cx="9252889" cy="7189682"/>
              <a:chOff x="6717717" y="-345763"/>
              <a:chExt cx="5427551" cy="4217317"/>
            </a:xfrm>
          </p:grpSpPr>
          <p:sp>
            <p:nvSpPr>
              <p:cNvPr id="579" name="Google Shape;579;p15"/>
              <p:cNvSpPr/>
              <p:nvPr/>
            </p:nvSpPr>
            <p:spPr>
              <a:xfrm>
                <a:off x="6822268" y="-345763"/>
                <a:ext cx="175148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75148" h="2029224" extrusionOk="0">
                    <a:moveTo>
                      <a:pt x="175149" y="2029224"/>
                    </a:moveTo>
                    <a:lnTo>
                      <a:pt x="74341" y="2029224"/>
                    </a:lnTo>
                    <a:lnTo>
                      <a:pt x="0" y="0"/>
                    </a:lnTo>
                    <a:lnTo>
                      <a:pt x="100807" y="0"/>
                    </a:lnTo>
                    <a:lnTo>
                      <a:pt x="175149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0" name="Google Shape;580;p15"/>
              <p:cNvSpPr/>
              <p:nvPr/>
            </p:nvSpPr>
            <p:spPr>
              <a:xfrm>
                <a:off x="7066172" y="-345763"/>
                <a:ext cx="100880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00880" h="2029224" extrusionOk="0">
                    <a:moveTo>
                      <a:pt x="100881" y="2029224"/>
                    </a:moveTo>
                    <a:lnTo>
                      <a:pt x="52039" y="2029224"/>
                    </a:lnTo>
                    <a:lnTo>
                      <a:pt x="0" y="0"/>
                    </a:lnTo>
                    <a:lnTo>
                      <a:pt x="71144" y="0"/>
                    </a:lnTo>
                    <a:lnTo>
                      <a:pt x="100881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1" name="Google Shape;581;p15"/>
              <p:cNvSpPr/>
              <p:nvPr/>
            </p:nvSpPr>
            <p:spPr>
              <a:xfrm>
                <a:off x="11706241" y="-345763"/>
                <a:ext cx="115749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15749" h="2029224" extrusionOk="0">
                    <a:moveTo>
                      <a:pt x="115749" y="2029224"/>
                    </a:moveTo>
                    <a:lnTo>
                      <a:pt x="14868" y="2029224"/>
                    </a:lnTo>
                    <a:lnTo>
                      <a:pt x="0" y="0"/>
                    </a:lnTo>
                    <a:lnTo>
                      <a:pt x="41408" y="0"/>
                    </a:lnTo>
                    <a:lnTo>
                      <a:pt x="115749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2" name="Google Shape;582;p15"/>
              <p:cNvSpPr/>
              <p:nvPr/>
            </p:nvSpPr>
            <p:spPr>
              <a:xfrm>
                <a:off x="11880911" y="-345763"/>
                <a:ext cx="264357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264357" h="2029224" extrusionOk="0">
                    <a:moveTo>
                      <a:pt x="264358" y="2029224"/>
                    </a:moveTo>
                    <a:lnTo>
                      <a:pt x="133815" y="2029224"/>
                    </a:lnTo>
                    <a:lnTo>
                      <a:pt x="0" y="0"/>
                    </a:lnTo>
                    <a:lnTo>
                      <a:pt x="41333" y="0"/>
                    </a:lnTo>
                    <a:lnTo>
                      <a:pt x="264358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3" name="Google Shape;583;p15"/>
              <p:cNvSpPr/>
              <p:nvPr/>
            </p:nvSpPr>
            <p:spPr>
              <a:xfrm>
                <a:off x="6717717" y="2405389"/>
                <a:ext cx="3708589" cy="1466165"/>
              </a:xfrm>
              <a:custGeom>
                <a:avLst/>
                <a:gdLst/>
                <a:ahLst/>
                <a:cxnLst/>
                <a:rect l="l" t="t" r="r" b="b"/>
                <a:pathLst>
                  <a:path w="3708589" h="1466165" extrusionOk="0">
                    <a:moveTo>
                      <a:pt x="0" y="248452"/>
                    </a:moveTo>
                    <a:cubicBezTo>
                      <a:pt x="0" y="248452"/>
                      <a:pt x="1574181" y="-240863"/>
                      <a:pt x="3281209" y="153890"/>
                    </a:cubicBezTo>
                    <a:cubicBezTo>
                      <a:pt x="4988238" y="548717"/>
                      <a:pt x="1030521" y="1466165"/>
                      <a:pt x="1030521" y="1466165"/>
                    </a:cubicBezTo>
                    <a:lnTo>
                      <a:pt x="0" y="2484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84" name="Google Shape;584;p15"/>
            <p:cNvGrpSpPr/>
            <p:nvPr/>
          </p:nvGrpSpPr>
          <p:grpSpPr>
            <a:xfrm>
              <a:off x="-533400" y="-46877"/>
              <a:ext cx="2519270" cy="5190521"/>
              <a:chOff x="0" y="2767584"/>
              <a:chExt cx="1804118" cy="3717073"/>
            </a:xfrm>
          </p:grpSpPr>
          <p:sp>
            <p:nvSpPr>
              <p:cNvPr id="585" name="Google Shape;585;p15"/>
              <p:cNvSpPr/>
              <p:nvPr/>
            </p:nvSpPr>
            <p:spPr>
              <a:xfrm>
                <a:off x="389428" y="5790753"/>
                <a:ext cx="600575" cy="652004"/>
              </a:xfrm>
              <a:custGeom>
                <a:avLst/>
                <a:gdLst/>
                <a:ahLst/>
                <a:cxnLst/>
                <a:rect l="l" t="t" r="r" b="b"/>
                <a:pathLst>
                  <a:path w="600575" h="652004" extrusionOk="0">
                    <a:moveTo>
                      <a:pt x="594258" y="207487"/>
                    </a:moveTo>
                    <a:cubicBezTo>
                      <a:pt x="547720" y="209791"/>
                      <a:pt x="498729" y="204959"/>
                      <a:pt x="500514" y="174256"/>
                    </a:cubicBezTo>
                    <a:cubicBezTo>
                      <a:pt x="502521" y="139985"/>
                      <a:pt x="556493" y="129280"/>
                      <a:pt x="600354" y="126157"/>
                    </a:cubicBezTo>
                    <a:cubicBezTo>
                      <a:pt x="601246" y="87054"/>
                      <a:pt x="599462" y="45125"/>
                      <a:pt x="594556" y="0"/>
                    </a:cubicBezTo>
                    <a:cubicBezTo>
                      <a:pt x="503859" y="15091"/>
                      <a:pt x="426841" y="36799"/>
                      <a:pt x="361272" y="63190"/>
                    </a:cubicBezTo>
                    <a:lnTo>
                      <a:pt x="349229" y="172695"/>
                    </a:lnTo>
                    <a:lnTo>
                      <a:pt x="297041" y="92258"/>
                    </a:lnTo>
                    <a:cubicBezTo>
                      <a:pt x="-82323" y="285323"/>
                      <a:pt x="9860" y="651380"/>
                      <a:pt x="9860" y="651380"/>
                    </a:cubicBezTo>
                    <a:cubicBezTo>
                      <a:pt x="9860" y="651380"/>
                      <a:pt x="412345" y="679407"/>
                      <a:pt x="552850" y="360036"/>
                    </a:cubicBezTo>
                    <a:lnTo>
                      <a:pt x="499101" y="324649"/>
                    </a:lnTo>
                    <a:lnTo>
                      <a:pt x="567793" y="321750"/>
                    </a:lnTo>
                    <a:cubicBezTo>
                      <a:pt x="579687" y="287330"/>
                      <a:pt x="588683" y="249341"/>
                      <a:pt x="594184" y="2074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6" name="Google Shape;586;p15"/>
              <p:cNvSpPr/>
              <p:nvPr/>
            </p:nvSpPr>
            <p:spPr>
              <a:xfrm>
                <a:off x="0" y="6154999"/>
                <a:ext cx="1804118" cy="329657"/>
              </a:xfrm>
              <a:custGeom>
                <a:avLst/>
                <a:gdLst/>
                <a:ahLst/>
                <a:cxnLst/>
                <a:rect l="l" t="t" r="r" b="b"/>
                <a:pathLst>
                  <a:path w="1804118" h="329657" extrusionOk="0">
                    <a:moveTo>
                      <a:pt x="0" y="329658"/>
                    </a:moveTo>
                    <a:lnTo>
                      <a:pt x="1804119" y="329658"/>
                    </a:lnTo>
                    <a:cubicBezTo>
                      <a:pt x="1804119" y="329658"/>
                      <a:pt x="837085" y="-95947"/>
                      <a:pt x="218118" y="200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7" name="Google Shape;587;p15"/>
              <p:cNvSpPr/>
              <p:nvPr/>
            </p:nvSpPr>
            <p:spPr>
              <a:xfrm>
                <a:off x="389549" y="6229368"/>
                <a:ext cx="418589" cy="255288"/>
              </a:xfrm>
              <a:custGeom>
                <a:avLst/>
                <a:gdLst/>
                <a:ahLst/>
                <a:cxnLst/>
                <a:rect l="l" t="t" r="r" b="b"/>
                <a:pathLst>
                  <a:path w="418589" h="255288" extrusionOk="0">
                    <a:moveTo>
                      <a:pt x="137457" y="0"/>
                    </a:moveTo>
                    <a:cubicBezTo>
                      <a:pt x="137457" y="0"/>
                      <a:pt x="427166" y="11002"/>
                      <a:pt x="418394" y="255289"/>
                    </a:cubicBezTo>
                    <a:lnTo>
                      <a:pt x="0" y="2552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8" name="Google Shape;588;p15"/>
              <p:cNvSpPr/>
              <p:nvPr/>
            </p:nvSpPr>
            <p:spPr>
              <a:xfrm>
                <a:off x="0" y="2767584"/>
                <a:ext cx="757911" cy="3717073"/>
              </a:xfrm>
              <a:custGeom>
                <a:avLst/>
                <a:gdLst/>
                <a:ahLst/>
                <a:cxnLst/>
                <a:rect l="l" t="t" r="r" b="b"/>
                <a:pathLst>
                  <a:path w="757911" h="3717073" extrusionOk="0">
                    <a:moveTo>
                      <a:pt x="757911" y="0"/>
                    </a:moveTo>
                    <a:lnTo>
                      <a:pt x="0" y="0"/>
                    </a:lnTo>
                    <a:lnTo>
                      <a:pt x="0" y="3717073"/>
                    </a:lnTo>
                    <a:lnTo>
                      <a:pt x="546410" y="3717073"/>
                    </a:lnTo>
                    <a:lnTo>
                      <a:pt x="7579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89" name="Google Shape;589;p15"/>
              <p:cNvSpPr/>
              <p:nvPr/>
            </p:nvSpPr>
            <p:spPr>
              <a:xfrm>
                <a:off x="0" y="4566795"/>
                <a:ext cx="256478" cy="1315621"/>
              </a:xfrm>
              <a:custGeom>
                <a:avLst/>
                <a:gdLst/>
                <a:ahLst/>
                <a:cxnLst/>
                <a:rect l="l" t="t" r="r" b="b"/>
                <a:pathLst>
                  <a:path w="256478" h="1315621" extrusionOk="0">
                    <a:moveTo>
                      <a:pt x="0" y="1315621"/>
                    </a:moveTo>
                    <a:lnTo>
                      <a:pt x="0" y="541503"/>
                    </a:lnTo>
                    <a:lnTo>
                      <a:pt x="256478" y="0"/>
                    </a:lnTo>
                    <a:lnTo>
                      <a:pt x="0" y="131562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0" name="Google Shape;590;p15"/>
              <p:cNvSpPr/>
              <p:nvPr/>
            </p:nvSpPr>
            <p:spPr>
              <a:xfrm>
                <a:off x="164368" y="3211253"/>
                <a:ext cx="568266" cy="3273403"/>
              </a:xfrm>
              <a:custGeom>
                <a:avLst/>
                <a:gdLst/>
                <a:ahLst/>
                <a:cxnLst/>
                <a:rect l="l" t="t" r="r" b="b"/>
                <a:pathLst>
                  <a:path w="568266" h="3273403" extrusionOk="0">
                    <a:moveTo>
                      <a:pt x="568266" y="0"/>
                    </a:moveTo>
                    <a:lnTo>
                      <a:pt x="382041" y="3273404"/>
                    </a:lnTo>
                    <a:lnTo>
                      <a:pt x="0" y="3273404"/>
                    </a:lnTo>
                    <a:lnTo>
                      <a:pt x="5682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1" name="Google Shape;591;p15"/>
              <p:cNvSpPr/>
              <p:nvPr/>
            </p:nvSpPr>
            <p:spPr>
              <a:xfrm>
                <a:off x="477619" y="4778900"/>
                <a:ext cx="551985" cy="671675"/>
              </a:xfrm>
              <a:custGeom>
                <a:avLst/>
                <a:gdLst/>
                <a:ahLst/>
                <a:cxnLst/>
                <a:rect l="l" t="t" r="r" b="b"/>
                <a:pathLst>
                  <a:path w="551985" h="671675" extrusionOk="0">
                    <a:moveTo>
                      <a:pt x="0" y="671675"/>
                    </a:moveTo>
                    <a:lnTo>
                      <a:pt x="551985" y="29439"/>
                    </a:lnTo>
                    <a:lnTo>
                      <a:pt x="501210" y="0"/>
                    </a:lnTo>
                    <a:lnTo>
                      <a:pt x="669" y="383602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2" name="Google Shape;592;p15"/>
              <p:cNvSpPr/>
              <p:nvPr/>
            </p:nvSpPr>
            <p:spPr>
              <a:xfrm>
                <a:off x="527006" y="5600291"/>
                <a:ext cx="260492" cy="479353"/>
              </a:xfrm>
              <a:custGeom>
                <a:avLst/>
                <a:gdLst/>
                <a:ahLst/>
                <a:cxnLst/>
                <a:rect l="l" t="t" r="r" b="b"/>
                <a:pathLst>
                  <a:path w="260492" h="479353" extrusionOk="0">
                    <a:moveTo>
                      <a:pt x="0" y="479354"/>
                    </a:moveTo>
                    <a:cubicBezTo>
                      <a:pt x="2974" y="463890"/>
                      <a:pt x="38063" y="84303"/>
                      <a:pt x="260493" y="0"/>
                    </a:cubicBezTo>
                    <a:cubicBezTo>
                      <a:pt x="136268" y="191280"/>
                      <a:pt x="43638" y="458241"/>
                      <a:pt x="43638" y="458241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3" name="Google Shape;593;p15"/>
              <p:cNvSpPr/>
              <p:nvPr/>
            </p:nvSpPr>
            <p:spPr>
              <a:xfrm rot="-5047105">
                <a:off x="64059" y="3222128"/>
                <a:ext cx="593997" cy="328527"/>
              </a:xfrm>
              <a:custGeom>
                <a:avLst/>
                <a:gdLst/>
                <a:ahLst/>
                <a:cxnLst/>
                <a:rect l="l" t="t" r="r" b="b"/>
                <a:pathLst>
                  <a:path w="593839" h="328440" extrusionOk="0">
                    <a:moveTo>
                      <a:pt x="593840" y="164220"/>
                    </a:moveTo>
                    <a:cubicBezTo>
                      <a:pt x="593840" y="254917"/>
                      <a:pt x="460904" y="328441"/>
                      <a:pt x="296920" y="328441"/>
                    </a:cubicBezTo>
                    <a:cubicBezTo>
                      <a:pt x="132936" y="328441"/>
                      <a:pt x="0" y="254917"/>
                      <a:pt x="0" y="164220"/>
                    </a:cubicBezTo>
                    <a:cubicBezTo>
                      <a:pt x="0" y="73524"/>
                      <a:pt x="132936" y="0"/>
                      <a:pt x="296920" y="0"/>
                    </a:cubicBezTo>
                    <a:cubicBezTo>
                      <a:pt x="460904" y="0"/>
                      <a:pt x="593840" y="73524"/>
                      <a:pt x="593840" y="16422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4" name="Google Shape;594;p15"/>
              <p:cNvSpPr/>
              <p:nvPr/>
            </p:nvSpPr>
            <p:spPr>
              <a:xfrm>
                <a:off x="105645" y="3742988"/>
                <a:ext cx="117368" cy="208810"/>
              </a:xfrm>
              <a:custGeom>
                <a:avLst/>
                <a:gdLst/>
                <a:ahLst/>
                <a:cxnLst/>
                <a:rect l="l" t="t" r="r" b="b"/>
                <a:pathLst>
                  <a:path w="117368" h="208810" extrusionOk="0">
                    <a:moveTo>
                      <a:pt x="116338" y="110427"/>
                    </a:moveTo>
                    <a:cubicBezTo>
                      <a:pt x="110316" y="167967"/>
                      <a:pt x="79687" y="211978"/>
                      <a:pt x="47795" y="208632"/>
                    </a:cubicBezTo>
                    <a:cubicBezTo>
                      <a:pt x="15902" y="205287"/>
                      <a:pt x="-4988" y="155924"/>
                      <a:pt x="1034" y="98384"/>
                    </a:cubicBezTo>
                    <a:cubicBezTo>
                      <a:pt x="7056" y="40844"/>
                      <a:pt x="37684" y="-3167"/>
                      <a:pt x="69577" y="179"/>
                    </a:cubicBezTo>
                    <a:cubicBezTo>
                      <a:pt x="101395" y="3524"/>
                      <a:pt x="122359" y="52887"/>
                      <a:pt x="116338" y="1104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595" name="Google Shape;595;p15"/>
              <p:cNvSpPr/>
              <p:nvPr/>
            </p:nvSpPr>
            <p:spPr>
              <a:xfrm>
                <a:off x="653015" y="2767584"/>
                <a:ext cx="989721" cy="401114"/>
              </a:xfrm>
              <a:custGeom>
                <a:avLst/>
                <a:gdLst/>
                <a:ahLst/>
                <a:cxnLst/>
                <a:rect l="l" t="t" r="r" b="b"/>
                <a:pathLst>
                  <a:path w="989721" h="401114" extrusionOk="0">
                    <a:moveTo>
                      <a:pt x="0" y="236778"/>
                    </a:moveTo>
                    <a:cubicBezTo>
                      <a:pt x="0" y="236778"/>
                      <a:pt x="432742" y="549829"/>
                      <a:pt x="650191" y="311788"/>
                    </a:cubicBezTo>
                    <a:cubicBezTo>
                      <a:pt x="756722" y="348364"/>
                      <a:pt x="727877" y="248821"/>
                      <a:pt x="727877" y="248821"/>
                    </a:cubicBezTo>
                    <a:cubicBezTo>
                      <a:pt x="727877" y="248821"/>
                      <a:pt x="991938" y="201763"/>
                      <a:pt x="989708" y="0"/>
                    </a:cubicBezTo>
                    <a:lnTo>
                      <a:pt x="33305" y="0"/>
                    </a:lnTo>
                    <a:lnTo>
                      <a:pt x="0" y="2367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596" name="Google Shape;596;p15"/>
            <p:cNvGrpSpPr/>
            <p:nvPr/>
          </p:nvGrpSpPr>
          <p:grpSpPr>
            <a:xfrm>
              <a:off x="7385165" y="-41529"/>
              <a:ext cx="3464777" cy="5190519"/>
              <a:chOff x="3742646" y="2706921"/>
              <a:chExt cx="2481221" cy="3717072"/>
            </a:xfrm>
          </p:grpSpPr>
          <p:grpSp>
            <p:nvGrpSpPr>
              <p:cNvPr id="597" name="Google Shape;597;p15"/>
              <p:cNvGrpSpPr/>
              <p:nvPr/>
            </p:nvGrpSpPr>
            <p:grpSpPr>
              <a:xfrm>
                <a:off x="3742646" y="4832786"/>
                <a:ext cx="2481221" cy="1591207"/>
                <a:chOff x="3742646" y="4832786"/>
                <a:chExt cx="2481221" cy="1591207"/>
              </a:xfrm>
            </p:grpSpPr>
            <p:grpSp>
              <p:nvGrpSpPr>
                <p:cNvPr id="598" name="Google Shape;598;p15"/>
                <p:cNvGrpSpPr/>
                <p:nvPr/>
              </p:nvGrpSpPr>
              <p:grpSpPr>
                <a:xfrm>
                  <a:off x="4624340" y="4832786"/>
                  <a:ext cx="1407442" cy="1197495"/>
                  <a:chOff x="4624340" y="4832786"/>
                  <a:chExt cx="1407442" cy="1197495"/>
                </a:xfrm>
              </p:grpSpPr>
              <p:sp>
                <p:nvSpPr>
                  <p:cNvPr id="599" name="Google Shape;599;p15"/>
                  <p:cNvSpPr/>
                  <p:nvPr/>
                </p:nvSpPr>
                <p:spPr>
                  <a:xfrm>
                    <a:off x="4624340" y="5154465"/>
                    <a:ext cx="503776" cy="7866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776" h="786681" extrusionOk="0">
                        <a:moveTo>
                          <a:pt x="497043" y="199607"/>
                        </a:moveTo>
                        <a:cubicBezTo>
                          <a:pt x="452884" y="214550"/>
                          <a:pt x="404488" y="223396"/>
                          <a:pt x="397797" y="193362"/>
                        </a:cubicBezTo>
                        <a:cubicBezTo>
                          <a:pt x="390363" y="159834"/>
                          <a:pt x="439279" y="134707"/>
                          <a:pt x="480688" y="119764"/>
                        </a:cubicBezTo>
                        <a:cubicBezTo>
                          <a:pt x="470800" y="81924"/>
                          <a:pt x="457568" y="42078"/>
                          <a:pt x="440469" y="0"/>
                        </a:cubicBezTo>
                        <a:cubicBezTo>
                          <a:pt x="357429" y="39401"/>
                          <a:pt x="289258" y="81404"/>
                          <a:pt x="233428" y="124671"/>
                        </a:cubicBezTo>
                        <a:lnTo>
                          <a:pt x="251864" y="233284"/>
                        </a:lnTo>
                        <a:lnTo>
                          <a:pt x="179679" y="170242"/>
                        </a:lnTo>
                        <a:cubicBezTo>
                          <a:pt x="-132258" y="459877"/>
                          <a:pt x="56718" y="786681"/>
                          <a:pt x="56718" y="786681"/>
                        </a:cubicBezTo>
                        <a:cubicBezTo>
                          <a:pt x="56718" y="786681"/>
                          <a:pt x="451471" y="703345"/>
                          <a:pt x="499124" y="357731"/>
                        </a:cubicBezTo>
                        <a:lnTo>
                          <a:pt x="437718" y="338477"/>
                        </a:lnTo>
                        <a:lnTo>
                          <a:pt x="502990" y="316918"/>
                        </a:lnTo>
                        <a:cubicBezTo>
                          <a:pt x="504997" y="280565"/>
                          <a:pt x="503213" y="241536"/>
                          <a:pt x="497043" y="199682"/>
                        </a:cubicBezTo>
                        <a:close/>
                        <a:moveTo>
                          <a:pt x="343156" y="493999"/>
                        </a:moveTo>
                        <a:cubicBezTo>
                          <a:pt x="296915" y="462478"/>
                          <a:pt x="353638" y="380480"/>
                          <a:pt x="389396" y="393341"/>
                        </a:cubicBezTo>
                        <a:cubicBezTo>
                          <a:pt x="425154" y="406202"/>
                          <a:pt x="389396" y="525520"/>
                          <a:pt x="343156" y="49399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0" name="Google Shape;600;p15"/>
                  <p:cNvSpPr/>
                  <p:nvPr/>
                </p:nvSpPr>
                <p:spPr>
                  <a:xfrm>
                    <a:off x="4882226" y="5441125"/>
                    <a:ext cx="519869" cy="4877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869" h="487754" extrusionOk="0">
                        <a:moveTo>
                          <a:pt x="0" y="486342"/>
                        </a:moveTo>
                        <a:cubicBezTo>
                          <a:pt x="0" y="486342"/>
                          <a:pt x="175075" y="42078"/>
                          <a:pt x="519870" y="0"/>
                        </a:cubicBezTo>
                        <a:cubicBezTo>
                          <a:pt x="204959" y="200796"/>
                          <a:pt x="105862" y="477570"/>
                          <a:pt x="105862" y="477570"/>
                        </a:cubicBezTo>
                        <a:cubicBezTo>
                          <a:pt x="105862" y="477570"/>
                          <a:pt x="304874" y="162957"/>
                          <a:pt x="466121" y="129132"/>
                        </a:cubicBezTo>
                        <a:cubicBezTo>
                          <a:pt x="371261" y="351115"/>
                          <a:pt x="150765" y="487755"/>
                          <a:pt x="150765" y="487755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1" name="Google Shape;601;p15"/>
                  <p:cNvSpPr/>
                  <p:nvPr/>
                </p:nvSpPr>
                <p:spPr>
                  <a:xfrm>
                    <a:off x="5623411" y="5469768"/>
                    <a:ext cx="408371" cy="478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8371" h="478663" extrusionOk="0">
                        <a:moveTo>
                          <a:pt x="0" y="362989"/>
                        </a:moveTo>
                        <a:cubicBezTo>
                          <a:pt x="0" y="362989"/>
                          <a:pt x="202283" y="-9908"/>
                          <a:pt x="260790" y="202"/>
                        </a:cubicBezTo>
                        <a:cubicBezTo>
                          <a:pt x="319297" y="10238"/>
                          <a:pt x="197525" y="280767"/>
                          <a:pt x="197525" y="280767"/>
                        </a:cubicBezTo>
                        <a:cubicBezTo>
                          <a:pt x="197525" y="280767"/>
                          <a:pt x="339220" y="101455"/>
                          <a:pt x="398991" y="130299"/>
                        </a:cubicBezTo>
                        <a:cubicBezTo>
                          <a:pt x="458761" y="159218"/>
                          <a:pt x="213360" y="478664"/>
                          <a:pt x="213360" y="478664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2" name="Google Shape;602;p15"/>
                  <p:cNvSpPr/>
                  <p:nvPr/>
                </p:nvSpPr>
                <p:spPr>
                  <a:xfrm>
                    <a:off x="5486485" y="5053286"/>
                    <a:ext cx="200264" cy="976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264" h="976995" extrusionOk="0">
                        <a:moveTo>
                          <a:pt x="18946" y="818574"/>
                        </a:moveTo>
                        <a:cubicBezTo>
                          <a:pt x="18946" y="818574"/>
                          <a:pt x="-39561" y="397727"/>
                          <a:pt x="49054" y="0"/>
                        </a:cubicBezTo>
                        <a:lnTo>
                          <a:pt x="107933" y="0"/>
                        </a:lnTo>
                        <a:cubicBezTo>
                          <a:pt x="107933" y="0"/>
                          <a:pt x="94997" y="671452"/>
                          <a:pt x="200265" y="976995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3" name="Google Shape;603;p15"/>
                  <p:cNvSpPr/>
                  <p:nvPr/>
                </p:nvSpPr>
                <p:spPr>
                  <a:xfrm>
                    <a:off x="5272048" y="4832786"/>
                    <a:ext cx="593472" cy="3216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3472" h="321689" extrusionOk="0">
                        <a:moveTo>
                          <a:pt x="620" y="282204"/>
                        </a:moveTo>
                        <a:cubicBezTo>
                          <a:pt x="9392" y="346435"/>
                          <a:pt x="546360" y="331641"/>
                          <a:pt x="592526" y="242654"/>
                        </a:cubicBezTo>
                        <a:cubicBezTo>
                          <a:pt x="609550" y="209795"/>
                          <a:pt x="392325" y="10263"/>
                          <a:pt x="306163" y="375"/>
                        </a:cubicBezTo>
                        <a:cubicBezTo>
                          <a:pt x="220076" y="-9512"/>
                          <a:pt x="-13579" y="178349"/>
                          <a:pt x="620" y="28220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4" name="Google Shape;604;p15"/>
                  <p:cNvSpPr/>
                  <p:nvPr/>
                </p:nvSpPr>
                <p:spPr>
                  <a:xfrm>
                    <a:off x="5419418" y="5246170"/>
                    <a:ext cx="519670" cy="1768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670" h="176898" extrusionOk="0">
                        <a:moveTo>
                          <a:pt x="0" y="134144"/>
                        </a:moveTo>
                        <a:cubicBezTo>
                          <a:pt x="0" y="188785"/>
                          <a:pt x="505596" y="193468"/>
                          <a:pt x="519127" y="134144"/>
                        </a:cubicBezTo>
                        <a:cubicBezTo>
                          <a:pt x="532657" y="74819"/>
                          <a:pt x="289635" y="4641"/>
                          <a:pt x="270083" y="181"/>
                        </a:cubicBezTo>
                        <a:cubicBezTo>
                          <a:pt x="250531" y="-4280"/>
                          <a:pt x="0" y="74819"/>
                          <a:pt x="0" y="13414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605" name="Google Shape;605;p15"/>
                  <p:cNvSpPr/>
                  <p:nvPr/>
                </p:nvSpPr>
                <p:spPr>
                  <a:xfrm>
                    <a:off x="5379050" y="5487617"/>
                    <a:ext cx="341810" cy="117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810" h="117573" extrusionOk="0">
                        <a:moveTo>
                          <a:pt x="0" y="89182"/>
                        </a:moveTo>
                        <a:cubicBezTo>
                          <a:pt x="0" y="125460"/>
                          <a:pt x="332455" y="128583"/>
                          <a:pt x="341450" y="89182"/>
                        </a:cubicBezTo>
                        <a:cubicBezTo>
                          <a:pt x="350371" y="49781"/>
                          <a:pt x="190537" y="3095"/>
                          <a:pt x="177676" y="121"/>
                        </a:cubicBezTo>
                        <a:cubicBezTo>
                          <a:pt x="164815" y="-2853"/>
                          <a:pt x="74" y="49706"/>
                          <a:pt x="74" y="8918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606" name="Google Shape;606;p15"/>
                <p:cNvSpPr/>
                <p:nvPr/>
              </p:nvSpPr>
              <p:spPr>
                <a:xfrm>
                  <a:off x="3742646" y="5724821"/>
                  <a:ext cx="2481146" cy="699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1146" h="699172" extrusionOk="0">
                      <a:moveTo>
                        <a:pt x="74" y="699173"/>
                      </a:moveTo>
                      <a:cubicBezTo>
                        <a:pt x="74" y="699173"/>
                        <a:pt x="442852" y="149566"/>
                        <a:pt x="1154821" y="23483"/>
                      </a:cubicBezTo>
                      <a:cubicBezTo>
                        <a:pt x="1866788" y="-102600"/>
                        <a:pt x="2481146" y="320106"/>
                        <a:pt x="2481146" y="320106"/>
                      </a:cubicBezTo>
                      <a:lnTo>
                        <a:pt x="2481146" y="699173"/>
                      </a:lnTo>
                      <a:lnTo>
                        <a:pt x="0" y="69917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7" name="Google Shape;607;p15"/>
                <p:cNvSpPr/>
                <p:nvPr/>
              </p:nvSpPr>
              <p:spPr>
                <a:xfrm>
                  <a:off x="4518474" y="5879517"/>
                  <a:ext cx="1705393" cy="544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393" h="544476" extrusionOk="0">
                      <a:moveTo>
                        <a:pt x="92778" y="21485"/>
                      </a:moveTo>
                      <a:cubicBezTo>
                        <a:pt x="92778" y="21485"/>
                        <a:pt x="1036692" y="-113445"/>
                        <a:pt x="1705393" y="292979"/>
                      </a:cubicBezTo>
                      <a:lnTo>
                        <a:pt x="1705393" y="544477"/>
                      </a:lnTo>
                      <a:lnTo>
                        <a:pt x="0" y="544477"/>
                      </a:lnTo>
                      <a:lnTo>
                        <a:pt x="92778" y="2148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8" name="Google Shape;608;p15"/>
                <p:cNvSpPr/>
                <p:nvPr/>
              </p:nvSpPr>
              <p:spPr>
                <a:xfrm>
                  <a:off x="4586422" y="6075295"/>
                  <a:ext cx="686246" cy="348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246" h="348698" extrusionOk="0">
                      <a:moveTo>
                        <a:pt x="686246" y="348699"/>
                      </a:moveTo>
                      <a:lnTo>
                        <a:pt x="0" y="348699"/>
                      </a:lnTo>
                      <a:lnTo>
                        <a:pt x="9813" y="262686"/>
                      </a:lnTo>
                      <a:lnTo>
                        <a:pt x="37914" y="15798"/>
                      </a:lnTo>
                      <a:cubicBezTo>
                        <a:pt x="37914" y="15798"/>
                        <a:pt x="345837" y="-47170"/>
                        <a:pt x="537712" y="78319"/>
                      </a:cubicBezTo>
                      <a:cubicBezTo>
                        <a:pt x="617034" y="130283"/>
                        <a:pt x="676582" y="214438"/>
                        <a:pt x="686246" y="34869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09" name="Google Shape;609;p15"/>
                <p:cNvSpPr/>
                <p:nvPr/>
              </p:nvSpPr>
              <p:spPr>
                <a:xfrm>
                  <a:off x="4586422" y="6153614"/>
                  <a:ext cx="686246" cy="270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246" h="270379" extrusionOk="0">
                      <a:moveTo>
                        <a:pt x="686246" y="270380"/>
                      </a:moveTo>
                      <a:lnTo>
                        <a:pt x="0" y="270380"/>
                      </a:lnTo>
                      <a:lnTo>
                        <a:pt x="9813" y="184367"/>
                      </a:lnTo>
                      <a:cubicBezTo>
                        <a:pt x="26094" y="185854"/>
                        <a:pt x="43862" y="188827"/>
                        <a:pt x="62967" y="193437"/>
                      </a:cubicBezTo>
                      <a:cubicBezTo>
                        <a:pt x="265176" y="241981"/>
                        <a:pt x="449171" y="90399"/>
                        <a:pt x="537712" y="0"/>
                      </a:cubicBezTo>
                      <a:cubicBezTo>
                        <a:pt x="617034" y="51965"/>
                        <a:pt x="676582" y="136119"/>
                        <a:pt x="686246" y="2703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10" name="Google Shape;610;p15"/>
              <p:cNvGrpSpPr/>
              <p:nvPr/>
            </p:nvGrpSpPr>
            <p:grpSpPr>
              <a:xfrm>
                <a:off x="4215978" y="2706921"/>
                <a:ext cx="596962" cy="3717072"/>
                <a:chOff x="4215978" y="2706921"/>
                <a:chExt cx="596962" cy="3717072"/>
              </a:xfrm>
            </p:grpSpPr>
            <p:sp>
              <p:nvSpPr>
                <p:cNvPr id="611" name="Google Shape;611;p15"/>
                <p:cNvSpPr/>
                <p:nvPr/>
              </p:nvSpPr>
              <p:spPr>
                <a:xfrm>
                  <a:off x="4215978" y="2706921"/>
                  <a:ext cx="596961" cy="371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961" h="3717072" extrusionOk="0">
                      <a:moveTo>
                        <a:pt x="0" y="3717073"/>
                      </a:moveTo>
                      <a:lnTo>
                        <a:pt x="218341" y="0"/>
                      </a:lnTo>
                      <a:lnTo>
                        <a:pt x="596962" y="0"/>
                      </a:lnTo>
                      <a:lnTo>
                        <a:pt x="467682" y="3717073"/>
                      </a:lnTo>
                      <a:lnTo>
                        <a:pt x="0" y="371707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12" name="Google Shape;612;p15"/>
                <p:cNvSpPr/>
                <p:nvPr/>
              </p:nvSpPr>
              <p:spPr>
                <a:xfrm>
                  <a:off x="4359978" y="2706921"/>
                  <a:ext cx="452962" cy="371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962" h="3717072" extrusionOk="0">
                      <a:moveTo>
                        <a:pt x="452962" y="0"/>
                      </a:moveTo>
                      <a:lnTo>
                        <a:pt x="323683" y="3717073"/>
                      </a:lnTo>
                      <a:lnTo>
                        <a:pt x="0" y="3717073"/>
                      </a:lnTo>
                      <a:lnTo>
                        <a:pt x="164889" y="0"/>
                      </a:lnTo>
                      <a:lnTo>
                        <a:pt x="4529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13" name="Google Shape;613;p15"/>
              <p:cNvSpPr/>
              <p:nvPr/>
            </p:nvSpPr>
            <p:spPr>
              <a:xfrm>
                <a:off x="4694366" y="3028671"/>
                <a:ext cx="238189" cy="419062"/>
              </a:xfrm>
              <a:custGeom>
                <a:avLst/>
                <a:gdLst/>
                <a:ahLst/>
                <a:cxnLst/>
                <a:rect l="l" t="t" r="r" b="b"/>
                <a:pathLst>
                  <a:path w="238189" h="419062" extrusionOk="0">
                    <a:moveTo>
                      <a:pt x="10036" y="229938"/>
                    </a:moveTo>
                    <a:lnTo>
                      <a:pt x="198194" y="0"/>
                    </a:lnTo>
                    <a:lnTo>
                      <a:pt x="238190" y="14868"/>
                    </a:lnTo>
                    <a:cubicBezTo>
                      <a:pt x="238190" y="14868"/>
                      <a:pt x="144297" y="392969"/>
                      <a:pt x="0" y="4190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4" name="Google Shape;614;p15"/>
              <p:cNvSpPr/>
              <p:nvPr/>
            </p:nvSpPr>
            <p:spPr>
              <a:xfrm>
                <a:off x="4672137" y="4136135"/>
                <a:ext cx="520985" cy="429821"/>
              </a:xfrm>
              <a:custGeom>
                <a:avLst/>
                <a:gdLst/>
                <a:ahLst/>
                <a:cxnLst/>
                <a:rect l="l" t="t" r="r" b="b"/>
                <a:pathLst>
                  <a:path w="520985" h="429821" extrusionOk="0">
                    <a:moveTo>
                      <a:pt x="22228" y="258857"/>
                    </a:moveTo>
                    <a:cubicBezTo>
                      <a:pt x="22228" y="258857"/>
                      <a:pt x="353048" y="267926"/>
                      <a:pt x="456011" y="0"/>
                    </a:cubicBezTo>
                    <a:lnTo>
                      <a:pt x="520985" y="0"/>
                    </a:lnTo>
                    <a:cubicBezTo>
                      <a:pt x="520985" y="0"/>
                      <a:pt x="456011" y="440622"/>
                      <a:pt x="0" y="4296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5" name="Google Shape;615;p15"/>
              <p:cNvSpPr/>
              <p:nvPr/>
            </p:nvSpPr>
            <p:spPr>
              <a:xfrm>
                <a:off x="4262025" y="2854386"/>
                <a:ext cx="287403" cy="427091"/>
              </a:xfrm>
              <a:custGeom>
                <a:avLst/>
                <a:gdLst/>
                <a:ahLst/>
                <a:cxnLst/>
                <a:rect l="l" t="t" r="r" b="b"/>
                <a:pathLst>
                  <a:path w="287403" h="427091" extrusionOk="0">
                    <a:moveTo>
                      <a:pt x="287404" y="193139"/>
                    </a:moveTo>
                    <a:lnTo>
                      <a:pt x="32338" y="0"/>
                    </a:lnTo>
                    <a:lnTo>
                      <a:pt x="0" y="42746"/>
                    </a:lnTo>
                    <a:lnTo>
                      <a:pt x="283390" y="4270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16" name="Google Shape;616;p15"/>
              <p:cNvSpPr/>
              <p:nvPr/>
            </p:nvSpPr>
            <p:spPr>
              <a:xfrm>
                <a:off x="5551198" y="5348496"/>
                <a:ext cx="179787" cy="185407"/>
              </a:xfrm>
              <a:custGeom>
                <a:avLst/>
                <a:gdLst/>
                <a:ahLst/>
                <a:cxnLst/>
                <a:rect l="l" t="t" r="r" b="b"/>
                <a:pathLst>
                  <a:path w="179787" h="185407" extrusionOk="0">
                    <a:moveTo>
                      <a:pt x="134289" y="0"/>
                    </a:moveTo>
                    <a:cubicBezTo>
                      <a:pt x="134289" y="0"/>
                      <a:pt x="122468" y="145337"/>
                      <a:pt x="32217" y="152400"/>
                    </a:cubicBezTo>
                    <a:cubicBezTo>
                      <a:pt x="-58033" y="159388"/>
                      <a:pt x="69983" y="185408"/>
                      <a:pt x="69983" y="185408"/>
                    </a:cubicBezTo>
                    <a:cubicBezTo>
                      <a:pt x="69983" y="185408"/>
                      <a:pt x="180305" y="182583"/>
                      <a:pt x="179785" y="254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617" name="Google Shape;617;p15"/>
            <p:cNvSpPr/>
            <p:nvPr/>
          </p:nvSpPr>
          <p:spPr>
            <a:xfrm>
              <a:off x="-277206" y="4688509"/>
              <a:ext cx="9562169" cy="2125478"/>
            </a:xfrm>
            <a:custGeom>
              <a:avLst/>
              <a:gdLst/>
              <a:ahLst/>
              <a:cxnLst/>
              <a:rect l="l" t="t" r="r" b="b"/>
              <a:pathLst>
                <a:path w="5575609" h="1239346" extrusionOk="0">
                  <a:moveTo>
                    <a:pt x="0" y="1239346"/>
                  </a:moveTo>
                  <a:lnTo>
                    <a:pt x="0" y="107126"/>
                  </a:lnTo>
                  <a:lnTo>
                    <a:pt x="5575610" y="0"/>
                  </a:lnTo>
                  <a:lnTo>
                    <a:pt x="5575610" y="1239346"/>
                  </a:lnTo>
                  <a:lnTo>
                    <a:pt x="0" y="12393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618" name="Google Shape;618;p1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_ONLY_2">
    <p:spTree>
      <p:nvGrpSpPr>
        <p:cNvPr id="1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0" name="Google Shape;620;p16"/>
          <p:cNvGrpSpPr/>
          <p:nvPr/>
        </p:nvGrpSpPr>
        <p:grpSpPr>
          <a:xfrm>
            <a:off x="-621418" y="-149424"/>
            <a:ext cx="10356696" cy="6747258"/>
            <a:chOff x="-621418" y="-149424"/>
            <a:chExt cx="10356696" cy="6747258"/>
          </a:xfrm>
        </p:grpSpPr>
        <p:sp>
          <p:nvSpPr>
            <p:cNvPr id="621" name="Google Shape;621;p16"/>
            <p:cNvSpPr/>
            <p:nvPr/>
          </p:nvSpPr>
          <p:spPr>
            <a:xfrm>
              <a:off x="74642" y="4485730"/>
              <a:ext cx="1752730" cy="864005"/>
            </a:xfrm>
            <a:custGeom>
              <a:avLst/>
              <a:gdLst/>
              <a:ahLst/>
              <a:cxnLst/>
              <a:rect l="l" t="t" r="r" b="b"/>
              <a:pathLst>
                <a:path w="943596" h="465144" extrusionOk="0">
                  <a:moveTo>
                    <a:pt x="203" y="361884"/>
                  </a:moveTo>
                  <a:cubicBezTo>
                    <a:pt x="203" y="361884"/>
                    <a:pt x="-21133" y="47717"/>
                    <a:pt x="373324" y="2814"/>
                  </a:cubicBezTo>
                  <a:cubicBezTo>
                    <a:pt x="767779" y="-42088"/>
                    <a:pt x="943597" y="465144"/>
                    <a:pt x="943597" y="46514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2" name="Google Shape;622;p16"/>
            <p:cNvSpPr/>
            <p:nvPr/>
          </p:nvSpPr>
          <p:spPr>
            <a:xfrm>
              <a:off x="502217" y="-149424"/>
              <a:ext cx="464217" cy="5141601"/>
            </a:xfrm>
            <a:custGeom>
              <a:avLst/>
              <a:gdLst/>
              <a:ahLst/>
              <a:cxnLst/>
              <a:rect l="l" t="t" r="r" b="b"/>
              <a:pathLst>
                <a:path w="215664" h="2388665" extrusionOk="0">
                  <a:moveTo>
                    <a:pt x="215665" y="2388666"/>
                  </a:moveTo>
                  <a:lnTo>
                    <a:pt x="63934" y="2340790"/>
                  </a:lnTo>
                  <a:lnTo>
                    <a:pt x="50033" y="1832591"/>
                  </a:lnTo>
                  <a:lnTo>
                    <a:pt x="48248" y="1767468"/>
                  </a:lnTo>
                  <a:lnTo>
                    <a:pt x="40740" y="1490546"/>
                  </a:lnTo>
                  <a:lnTo>
                    <a:pt x="39550" y="1448990"/>
                  </a:lnTo>
                  <a:lnTo>
                    <a:pt x="35090" y="1284398"/>
                  </a:lnTo>
                  <a:lnTo>
                    <a:pt x="32710" y="1196898"/>
                  </a:lnTo>
                  <a:lnTo>
                    <a:pt x="28845" y="1057210"/>
                  </a:lnTo>
                  <a:lnTo>
                    <a:pt x="27060" y="989931"/>
                  </a:lnTo>
                  <a:lnTo>
                    <a:pt x="16579" y="607518"/>
                  </a:lnTo>
                  <a:lnTo>
                    <a:pt x="14943" y="546707"/>
                  </a:lnTo>
                  <a:lnTo>
                    <a:pt x="0" y="0"/>
                  </a:lnTo>
                  <a:lnTo>
                    <a:pt x="42078" y="0"/>
                  </a:lnTo>
                  <a:lnTo>
                    <a:pt x="81404" y="541578"/>
                  </a:lnTo>
                  <a:lnTo>
                    <a:pt x="85567" y="598003"/>
                  </a:lnTo>
                  <a:lnTo>
                    <a:pt x="113074" y="977219"/>
                  </a:lnTo>
                  <a:lnTo>
                    <a:pt x="117683" y="1040037"/>
                  </a:lnTo>
                  <a:lnTo>
                    <a:pt x="129503" y="1203142"/>
                  </a:lnTo>
                  <a:lnTo>
                    <a:pt x="134930" y="1277409"/>
                  </a:lnTo>
                  <a:lnTo>
                    <a:pt x="141472" y="1367883"/>
                  </a:lnTo>
                  <a:lnTo>
                    <a:pt x="147196" y="1446834"/>
                  </a:lnTo>
                  <a:lnTo>
                    <a:pt x="171804" y="1784939"/>
                  </a:lnTo>
                  <a:lnTo>
                    <a:pt x="176339" y="1847980"/>
                  </a:lnTo>
                  <a:lnTo>
                    <a:pt x="215665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3" name="Google Shape;623;p16"/>
            <p:cNvSpPr/>
            <p:nvPr/>
          </p:nvSpPr>
          <p:spPr>
            <a:xfrm>
              <a:off x="8368622" y="-53049"/>
              <a:ext cx="546833" cy="4436945"/>
            </a:xfrm>
            <a:custGeom>
              <a:avLst/>
              <a:gdLst/>
              <a:ahLst/>
              <a:cxnLst/>
              <a:rect l="l" t="t" r="r" b="b"/>
              <a:pathLst>
                <a:path w="294392" h="2388665" extrusionOk="0">
                  <a:moveTo>
                    <a:pt x="294392" y="2388666"/>
                  </a:moveTo>
                  <a:lnTo>
                    <a:pt x="63933" y="2340790"/>
                  </a:lnTo>
                  <a:lnTo>
                    <a:pt x="49734" y="1821366"/>
                  </a:lnTo>
                  <a:lnTo>
                    <a:pt x="45125" y="1652388"/>
                  </a:lnTo>
                  <a:lnTo>
                    <a:pt x="34271" y="1255404"/>
                  </a:lnTo>
                  <a:lnTo>
                    <a:pt x="30405" y="1113710"/>
                  </a:lnTo>
                  <a:lnTo>
                    <a:pt x="22822" y="835895"/>
                  </a:lnTo>
                  <a:lnTo>
                    <a:pt x="20964" y="767427"/>
                  </a:lnTo>
                  <a:lnTo>
                    <a:pt x="14943" y="548268"/>
                  </a:lnTo>
                  <a:lnTo>
                    <a:pt x="13084" y="477718"/>
                  </a:lnTo>
                  <a:lnTo>
                    <a:pt x="0" y="0"/>
                  </a:lnTo>
                  <a:lnTo>
                    <a:pt x="123258" y="0"/>
                  </a:lnTo>
                  <a:lnTo>
                    <a:pt x="156043" y="457200"/>
                  </a:lnTo>
                  <a:lnTo>
                    <a:pt x="161173" y="529237"/>
                  </a:lnTo>
                  <a:lnTo>
                    <a:pt x="177602" y="758357"/>
                  </a:lnTo>
                  <a:lnTo>
                    <a:pt x="181170" y="807869"/>
                  </a:lnTo>
                  <a:lnTo>
                    <a:pt x="203621" y="1121738"/>
                  </a:lnTo>
                  <a:lnTo>
                    <a:pt x="214104" y="1268117"/>
                  </a:lnTo>
                  <a:lnTo>
                    <a:pt x="241238" y="1647035"/>
                  </a:lnTo>
                  <a:lnTo>
                    <a:pt x="251795" y="1793785"/>
                  </a:lnTo>
                  <a:lnTo>
                    <a:pt x="294392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4" name="Google Shape;624;p16"/>
            <p:cNvSpPr/>
            <p:nvPr/>
          </p:nvSpPr>
          <p:spPr>
            <a:xfrm>
              <a:off x="8739909" y="-34525"/>
              <a:ext cx="961238" cy="4436945"/>
            </a:xfrm>
            <a:custGeom>
              <a:avLst/>
              <a:gdLst/>
              <a:ahLst/>
              <a:cxnLst/>
              <a:rect l="l" t="t" r="r" b="b"/>
              <a:pathLst>
                <a:path w="517490" h="2388665" extrusionOk="0">
                  <a:moveTo>
                    <a:pt x="517491" y="2388666"/>
                  </a:moveTo>
                  <a:lnTo>
                    <a:pt x="212616" y="2340790"/>
                  </a:lnTo>
                  <a:lnTo>
                    <a:pt x="161544" y="1778843"/>
                  </a:lnTo>
                  <a:lnTo>
                    <a:pt x="149352" y="1644062"/>
                  </a:lnTo>
                  <a:lnTo>
                    <a:pt x="115824" y="1275254"/>
                  </a:lnTo>
                  <a:lnTo>
                    <a:pt x="102294" y="1126273"/>
                  </a:lnTo>
                  <a:lnTo>
                    <a:pt x="92480" y="1018181"/>
                  </a:lnTo>
                  <a:lnTo>
                    <a:pt x="86013" y="946590"/>
                  </a:lnTo>
                  <a:lnTo>
                    <a:pt x="47058" y="518086"/>
                  </a:lnTo>
                  <a:lnTo>
                    <a:pt x="40441" y="445157"/>
                  </a:lnTo>
                  <a:lnTo>
                    <a:pt x="28621" y="315357"/>
                  </a:lnTo>
                  <a:lnTo>
                    <a:pt x="27729" y="305320"/>
                  </a:lnTo>
                  <a:lnTo>
                    <a:pt x="0" y="0"/>
                  </a:lnTo>
                  <a:lnTo>
                    <a:pt x="152994" y="0"/>
                  </a:lnTo>
                  <a:lnTo>
                    <a:pt x="185259" y="211650"/>
                  </a:lnTo>
                  <a:lnTo>
                    <a:pt x="195370" y="277888"/>
                  </a:lnTo>
                  <a:lnTo>
                    <a:pt x="217077" y="419806"/>
                  </a:lnTo>
                  <a:lnTo>
                    <a:pt x="228451" y="494445"/>
                  </a:lnTo>
                  <a:lnTo>
                    <a:pt x="294541" y="927559"/>
                  </a:lnTo>
                  <a:lnTo>
                    <a:pt x="306807" y="1008070"/>
                  </a:lnTo>
                  <a:lnTo>
                    <a:pt x="326434" y="1136681"/>
                  </a:lnTo>
                  <a:lnTo>
                    <a:pt x="350074" y="1291757"/>
                  </a:lnTo>
                  <a:lnTo>
                    <a:pt x="402782" y="1637074"/>
                  </a:lnTo>
                  <a:lnTo>
                    <a:pt x="419063" y="1743679"/>
                  </a:lnTo>
                  <a:lnTo>
                    <a:pt x="517491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5" name="Google Shape;625;p16"/>
            <p:cNvSpPr/>
            <p:nvPr/>
          </p:nvSpPr>
          <p:spPr>
            <a:xfrm>
              <a:off x="-621418" y="4283983"/>
              <a:ext cx="10356696" cy="2028464"/>
            </a:xfrm>
            <a:custGeom>
              <a:avLst/>
              <a:gdLst/>
              <a:ahLst/>
              <a:cxnLst/>
              <a:rect l="l" t="t" r="r" b="b"/>
              <a:pathLst>
                <a:path w="5575610" h="1092040" extrusionOk="0">
                  <a:moveTo>
                    <a:pt x="0" y="783820"/>
                  </a:moveTo>
                  <a:lnTo>
                    <a:pt x="0" y="335393"/>
                  </a:lnTo>
                  <a:cubicBezTo>
                    <a:pt x="0" y="335393"/>
                    <a:pt x="3675814" y="-105749"/>
                    <a:pt x="5575610" y="23828"/>
                  </a:cubicBezTo>
                  <a:cubicBezTo>
                    <a:pt x="5575610" y="672606"/>
                    <a:pt x="5575610" y="1092040"/>
                    <a:pt x="5575610" y="1092040"/>
                  </a:cubicBezTo>
                  <a:lnTo>
                    <a:pt x="0" y="78382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6" name="Google Shape;626;p16"/>
            <p:cNvSpPr/>
            <p:nvPr/>
          </p:nvSpPr>
          <p:spPr>
            <a:xfrm>
              <a:off x="8899779" y="1671003"/>
              <a:ext cx="410125" cy="168330"/>
            </a:xfrm>
            <a:custGeom>
              <a:avLst/>
              <a:gdLst/>
              <a:ahLst/>
              <a:cxnLst/>
              <a:rect l="l" t="t" r="r" b="b"/>
              <a:pathLst>
                <a:path w="220794" h="90622" extrusionOk="0">
                  <a:moveTo>
                    <a:pt x="220795" y="80512"/>
                  </a:moveTo>
                  <a:lnTo>
                    <a:pt x="6468" y="90622"/>
                  </a:lnTo>
                  <a:lnTo>
                    <a:pt x="0" y="19031"/>
                  </a:lnTo>
                  <a:lnTo>
                    <a:pt x="208528" y="0"/>
                  </a:lnTo>
                  <a:lnTo>
                    <a:pt x="220795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7" name="Google Shape;627;p16"/>
            <p:cNvSpPr/>
            <p:nvPr/>
          </p:nvSpPr>
          <p:spPr>
            <a:xfrm>
              <a:off x="8791448" y="340345"/>
              <a:ext cx="311391" cy="192634"/>
            </a:xfrm>
            <a:custGeom>
              <a:avLst/>
              <a:gdLst/>
              <a:ahLst/>
              <a:cxnLst/>
              <a:rect l="l" t="t" r="r" b="b"/>
              <a:pathLst>
                <a:path w="167640" h="103706" extrusionOk="0">
                  <a:moveTo>
                    <a:pt x="167640" y="66238"/>
                  </a:moveTo>
                  <a:lnTo>
                    <a:pt x="892" y="103706"/>
                  </a:lnTo>
                  <a:lnTo>
                    <a:pt x="0" y="93670"/>
                  </a:lnTo>
                  <a:lnTo>
                    <a:pt x="157530" y="0"/>
                  </a:lnTo>
                  <a:lnTo>
                    <a:pt x="167640" y="662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8" name="Google Shape;628;p16"/>
            <p:cNvSpPr/>
            <p:nvPr/>
          </p:nvSpPr>
          <p:spPr>
            <a:xfrm>
              <a:off x="8392941" y="834886"/>
              <a:ext cx="275073" cy="131045"/>
            </a:xfrm>
            <a:custGeom>
              <a:avLst/>
              <a:gdLst/>
              <a:ahLst/>
              <a:cxnLst/>
              <a:rect l="l" t="t" r="r" b="b"/>
              <a:pathLst>
                <a:path w="148088" h="70549" extrusionOk="0">
                  <a:moveTo>
                    <a:pt x="145635" y="17396"/>
                  </a:moveTo>
                  <a:lnTo>
                    <a:pt x="148089" y="51519"/>
                  </a:lnTo>
                  <a:lnTo>
                    <a:pt x="1859" y="70550"/>
                  </a:lnTo>
                  <a:lnTo>
                    <a:pt x="0" y="0"/>
                  </a:lnTo>
                  <a:lnTo>
                    <a:pt x="145635" y="1739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29" name="Google Shape;629;p16"/>
            <p:cNvSpPr/>
            <p:nvPr/>
          </p:nvSpPr>
          <p:spPr>
            <a:xfrm>
              <a:off x="8815076" y="727245"/>
              <a:ext cx="349227" cy="182553"/>
            </a:xfrm>
            <a:custGeom>
              <a:avLst/>
              <a:gdLst/>
              <a:ahLst/>
              <a:cxnLst/>
              <a:rect l="l" t="t" r="r" b="b"/>
              <a:pathLst>
                <a:path w="188009" h="98279" extrusionOk="0">
                  <a:moveTo>
                    <a:pt x="188010" y="74639"/>
                  </a:moveTo>
                  <a:lnTo>
                    <a:pt x="6616" y="98279"/>
                  </a:lnTo>
                  <a:lnTo>
                    <a:pt x="0" y="25350"/>
                  </a:lnTo>
                  <a:lnTo>
                    <a:pt x="176635" y="0"/>
                  </a:lnTo>
                  <a:lnTo>
                    <a:pt x="188010" y="746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0" name="Google Shape;630;p16"/>
            <p:cNvSpPr/>
            <p:nvPr/>
          </p:nvSpPr>
          <p:spPr>
            <a:xfrm>
              <a:off x="8427902" y="2031926"/>
              <a:ext cx="338455" cy="271897"/>
            </a:xfrm>
            <a:custGeom>
              <a:avLst/>
              <a:gdLst/>
              <a:ahLst/>
              <a:cxnLst/>
              <a:rect l="l" t="t" r="r" b="b"/>
              <a:pathLst>
                <a:path w="182210" h="146378" extrusionOk="0">
                  <a:moveTo>
                    <a:pt x="171729" y="0"/>
                  </a:moveTo>
                  <a:lnTo>
                    <a:pt x="182211" y="146378"/>
                  </a:lnTo>
                  <a:lnTo>
                    <a:pt x="2379" y="133666"/>
                  </a:lnTo>
                  <a:lnTo>
                    <a:pt x="0" y="46909"/>
                  </a:lnTo>
                  <a:lnTo>
                    <a:pt x="1717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1" name="Google Shape;631;p16"/>
            <p:cNvSpPr/>
            <p:nvPr/>
          </p:nvSpPr>
          <p:spPr>
            <a:xfrm>
              <a:off x="8930041" y="2040355"/>
              <a:ext cx="460249" cy="307387"/>
            </a:xfrm>
            <a:custGeom>
              <a:avLst/>
              <a:gdLst/>
              <a:ahLst/>
              <a:cxnLst/>
              <a:rect l="l" t="t" r="r" b="b"/>
              <a:pathLst>
                <a:path w="247779" h="165484" extrusionOk="0">
                  <a:moveTo>
                    <a:pt x="247780" y="165484"/>
                  </a:moveTo>
                  <a:lnTo>
                    <a:pt x="13530" y="148980"/>
                  </a:lnTo>
                  <a:lnTo>
                    <a:pt x="0" y="0"/>
                  </a:lnTo>
                  <a:lnTo>
                    <a:pt x="224140" y="10408"/>
                  </a:lnTo>
                  <a:lnTo>
                    <a:pt x="247780" y="165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2" name="Google Shape;632;p16"/>
            <p:cNvSpPr/>
            <p:nvPr/>
          </p:nvSpPr>
          <p:spPr>
            <a:xfrm>
              <a:off x="8452496" y="3008295"/>
              <a:ext cx="383888" cy="323818"/>
            </a:xfrm>
            <a:custGeom>
              <a:avLst/>
              <a:gdLst/>
              <a:ahLst/>
              <a:cxnLst/>
              <a:rect l="l" t="t" r="r" b="b"/>
              <a:pathLst>
                <a:path w="206669" h="174330" extrusionOk="0">
                  <a:moveTo>
                    <a:pt x="196113" y="0"/>
                  </a:moveTo>
                  <a:lnTo>
                    <a:pt x="206670" y="146750"/>
                  </a:lnTo>
                  <a:lnTo>
                    <a:pt x="4609" y="174331"/>
                  </a:lnTo>
                  <a:lnTo>
                    <a:pt x="0" y="5353"/>
                  </a:lnTo>
                  <a:lnTo>
                    <a:pt x="1961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3" name="Google Shape;633;p16"/>
            <p:cNvSpPr/>
            <p:nvPr/>
          </p:nvSpPr>
          <p:spPr>
            <a:xfrm>
              <a:off x="9017507" y="2989779"/>
              <a:ext cx="500988" cy="263336"/>
            </a:xfrm>
            <a:custGeom>
              <a:avLst/>
              <a:gdLst/>
              <a:ahLst/>
              <a:cxnLst/>
              <a:rect l="l" t="t" r="r" b="b"/>
              <a:pathLst>
                <a:path w="269711" h="141769" extrusionOk="0">
                  <a:moveTo>
                    <a:pt x="269711" y="106605"/>
                  </a:moveTo>
                  <a:lnTo>
                    <a:pt x="12192" y="141769"/>
                  </a:lnTo>
                  <a:lnTo>
                    <a:pt x="0" y="6988"/>
                  </a:lnTo>
                  <a:lnTo>
                    <a:pt x="253431" y="0"/>
                  </a:lnTo>
                  <a:lnTo>
                    <a:pt x="269711" y="1066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4" name="Google Shape;634;p16"/>
            <p:cNvSpPr/>
            <p:nvPr/>
          </p:nvSpPr>
          <p:spPr>
            <a:xfrm>
              <a:off x="8407588" y="1356510"/>
              <a:ext cx="297583" cy="144027"/>
            </a:xfrm>
            <a:custGeom>
              <a:avLst/>
              <a:gdLst/>
              <a:ahLst/>
              <a:cxnLst/>
              <a:rect l="l" t="t" r="r" b="b"/>
              <a:pathLst>
                <a:path w="160206" h="77538" extrusionOk="0">
                  <a:moveTo>
                    <a:pt x="160206" y="49511"/>
                  </a:moveTo>
                  <a:lnTo>
                    <a:pt x="1859" y="77538"/>
                  </a:lnTo>
                  <a:lnTo>
                    <a:pt x="0" y="9070"/>
                  </a:lnTo>
                  <a:lnTo>
                    <a:pt x="156638" y="0"/>
                  </a:lnTo>
                  <a:lnTo>
                    <a:pt x="160206" y="495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5" name="Google Shape;635;p16"/>
            <p:cNvSpPr/>
            <p:nvPr/>
          </p:nvSpPr>
          <p:spPr>
            <a:xfrm>
              <a:off x="572690" y="2429205"/>
              <a:ext cx="220026" cy="188344"/>
            </a:xfrm>
            <a:custGeom>
              <a:avLst/>
              <a:gdLst/>
              <a:ahLst/>
              <a:cxnLst/>
              <a:rect l="l" t="t" r="r" b="b"/>
              <a:pathLst>
                <a:path w="102219" h="87500" extrusionOk="0">
                  <a:moveTo>
                    <a:pt x="102220" y="80512"/>
                  </a:moveTo>
                  <a:lnTo>
                    <a:pt x="2379" y="87500"/>
                  </a:lnTo>
                  <a:lnTo>
                    <a:pt x="0" y="0"/>
                  </a:lnTo>
                  <a:lnTo>
                    <a:pt x="96793" y="6245"/>
                  </a:lnTo>
                  <a:lnTo>
                    <a:pt x="10222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6" name="Google Shape;636;p16"/>
            <p:cNvSpPr/>
            <p:nvPr/>
          </p:nvSpPr>
          <p:spPr>
            <a:xfrm>
              <a:off x="560518" y="1955922"/>
              <a:ext cx="195064" cy="172181"/>
            </a:xfrm>
            <a:custGeom>
              <a:avLst/>
              <a:gdLst/>
              <a:ahLst/>
              <a:cxnLst/>
              <a:rect l="l" t="t" r="r" b="b"/>
              <a:pathLst>
                <a:path w="90622" h="79991" extrusionOk="0">
                  <a:moveTo>
                    <a:pt x="90623" y="62819"/>
                  </a:moveTo>
                  <a:lnTo>
                    <a:pt x="1784" y="79991"/>
                  </a:lnTo>
                  <a:lnTo>
                    <a:pt x="0" y="12712"/>
                  </a:lnTo>
                  <a:lnTo>
                    <a:pt x="86014" y="0"/>
                  </a:lnTo>
                  <a:lnTo>
                    <a:pt x="90623" y="628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7" name="Google Shape;637;p16"/>
            <p:cNvSpPr/>
            <p:nvPr/>
          </p:nvSpPr>
          <p:spPr>
            <a:xfrm>
              <a:off x="587424" y="2797582"/>
              <a:ext cx="231708" cy="264032"/>
            </a:xfrm>
            <a:custGeom>
              <a:avLst/>
              <a:gdLst/>
              <a:ahLst/>
              <a:cxnLst/>
              <a:rect l="l" t="t" r="r" b="b"/>
              <a:pathLst>
                <a:path w="107646" h="122663" extrusionOk="0">
                  <a:moveTo>
                    <a:pt x="107646" y="78951"/>
                  </a:moveTo>
                  <a:lnTo>
                    <a:pt x="1190" y="122663"/>
                  </a:lnTo>
                  <a:lnTo>
                    <a:pt x="0" y="81107"/>
                  </a:lnTo>
                  <a:lnTo>
                    <a:pt x="101922" y="0"/>
                  </a:lnTo>
                  <a:lnTo>
                    <a:pt x="107646" y="789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8" name="Google Shape;638;p16"/>
            <p:cNvSpPr/>
            <p:nvPr/>
          </p:nvSpPr>
          <p:spPr>
            <a:xfrm>
              <a:off x="606166" y="3658460"/>
              <a:ext cx="275714" cy="173300"/>
            </a:xfrm>
            <a:custGeom>
              <a:avLst/>
              <a:gdLst/>
              <a:ahLst/>
              <a:cxnLst/>
              <a:rect l="l" t="t" r="r" b="b"/>
              <a:pathLst>
                <a:path w="128090" h="80511" extrusionOk="0">
                  <a:moveTo>
                    <a:pt x="128090" y="80512"/>
                  </a:moveTo>
                  <a:lnTo>
                    <a:pt x="1784" y="65123"/>
                  </a:lnTo>
                  <a:lnTo>
                    <a:pt x="0" y="0"/>
                  </a:lnTo>
                  <a:lnTo>
                    <a:pt x="123555" y="17471"/>
                  </a:lnTo>
                  <a:lnTo>
                    <a:pt x="12809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39" name="Google Shape;639;p16"/>
            <p:cNvSpPr/>
            <p:nvPr/>
          </p:nvSpPr>
          <p:spPr>
            <a:xfrm>
              <a:off x="-79175" y="1970338"/>
              <a:ext cx="689043" cy="373485"/>
            </a:xfrm>
            <a:custGeom>
              <a:avLst/>
              <a:gdLst/>
              <a:ahLst/>
              <a:cxnLst/>
              <a:rect l="l" t="t" r="r" b="b"/>
              <a:pathLst>
                <a:path w="320113" h="173512" extrusionOk="0">
                  <a:moveTo>
                    <a:pt x="320114" y="106234"/>
                  </a:moveTo>
                  <a:lnTo>
                    <a:pt x="0" y="0"/>
                  </a:lnTo>
                  <a:lnTo>
                    <a:pt x="0" y="40070"/>
                  </a:lnTo>
                  <a:lnTo>
                    <a:pt x="318107" y="17351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0" name="Google Shape;640;p16"/>
            <p:cNvSpPr/>
            <p:nvPr/>
          </p:nvSpPr>
          <p:spPr>
            <a:xfrm>
              <a:off x="658057" y="1235990"/>
              <a:ext cx="456855" cy="549027"/>
            </a:xfrm>
            <a:custGeom>
              <a:avLst/>
              <a:gdLst/>
              <a:ahLst/>
              <a:cxnLst/>
              <a:rect l="l" t="t" r="r" b="b"/>
              <a:pathLst>
                <a:path w="212244" h="255065" extrusionOk="0">
                  <a:moveTo>
                    <a:pt x="0" y="173810"/>
                  </a:moveTo>
                  <a:lnTo>
                    <a:pt x="193957" y="0"/>
                  </a:lnTo>
                  <a:lnTo>
                    <a:pt x="212244" y="17619"/>
                  </a:lnTo>
                  <a:lnTo>
                    <a:pt x="21038" y="25506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1" name="Google Shape;641;p16"/>
            <p:cNvSpPr/>
            <p:nvPr/>
          </p:nvSpPr>
          <p:spPr>
            <a:xfrm>
              <a:off x="8964863" y="645858"/>
              <a:ext cx="644599" cy="936659"/>
            </a:xfrm>
            <a:custGeom>
              <a:avLst/>
              <a:gdLst/>
              <a:ahLst/>
              <a:cxnLst/>
              <a:rect l="l" t="t" r="r" b="b"/>
              <a:pathLst>
                <a:path w="347025" h="504258" extrusionOk="0">
                  <a:moveTo>
                    <a:pt x="0" y="318181"/>
                  </a:moveTo>
                  <a:lnTo>
                    <a:pt x="322121" y="0"/>
                  </a:lnTo>
                  <a:lnTo>
                    <a:pt x="347025" y="7657"/>
                  </a:lnTo>
                  <a:lnTo>
                    <a:pt x="45646" y="50425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2" name="Google Shape;642;p16"/>
            <p:cNvSpPr/>
            <p:nvPr/>
          </p:nvSpPr>
          <p:spPr>
            <a:xfrm>
              <a:off x="9310171" y="2490956"/>
              <a:ext cx="353783" cy="370907"/>
            </a:xfrm>
            <a:custGeom>
              <a:avLst/>
              <a:gdLst/>
              <a:ahLst/>
              <a:cxnLst/>
              <a:rect l="l" t="t" r="r" b="b"/>
              <a:pathLst>
                <a:path w="190462" h="199681" extrusionOk="0">
                  <a:moveTo>
                    <a:pt x="0" y="105342"/>
                  </a:moveTo>
                  <a:lnTo>
                    <a:pt x="146081" y="0"/>
                  </a:lnTo>
                  <a:lnTo>
                    <a:pt x="190463" y="50329"/>
                  </a:lnTo>
                  <a:lnTo>
                    <a:pt x="28176" y="1996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3" name="Google Shape;643;p16"/>
            <p:cNvSpPr/>
            <p:nvPr/>
          </p:nvSpPr>
          <p:spPr>
            <a:xfrm>
              <a:off x="45643" y="-28350"/>
              <a:ext cx="419929" cy="5127391"/>
            </a:xfrm>
            <a:custGeom>
              <a:avLst/>
              <a:gdLst/>
              <a:ahLst/>
              <a:cxnLst/>
              <a:rect l="l" t="t" r="r" b="b"/>
              <a:pathLst>
                <a:path w="226072" h="2760372" extrusionOk="0">
                  <a:moveTo>
                    <a:pt x="226073" y="2760373"/>
                  </a:moveTo>
                  <a:lnTo>
                    <a:pt x="0" y="2712497"/>
                  </a:lnTo>
                  <a:lnTo>
                    <a:pt x="15612" y="1909015"/>
                  </a:lnTo>
                  <a:lnTo>
                    <a:pt x="19924" y="1790514"/>
                  </a:lnTo>
                  <a:lnTo>
                    <a:pt x="43416" y="1142405"/>
                  </a:lnTo>
                  <a:lnTo>
                    <a:pt x="47653" y="1023979"/>
                  </a:lnTo>
                  <a:lnTo>
                    <a:pt x="61852" y="633018"/>
                  </a:lnTo>
                  <a:lnTo>
                    <a:pt x="64975" y="546707"/>
                  </a:lnTo>
                  <a:lnTo>
                    <a:pt x="71814" y="357657"/>
                  </a:lnTo>
                  <a:lnTo>
                    <a:pt x="73152" y="320561"/>
                  </a:lnTo>
                  <a:lnTo>
                    <a:pt x="84749" y="0"/>
                  </a:lnTo>
                  <a:lnTo>
                    <a:pt x="126827" y="0"/>
                  </a:lnTo>
                  <a:lnTo>
                    <a:pt x="139762" y="311788"/>
                  </a:lnTo>
                  <a:lnTo>
                    <a:pt x="142810" y="384866"/>
                  </a:lnTo>
                  <a:lnTo>
                    <a:pt x="148906" y="532136"/>
                  </a:lnTo>
                  <a:lnTo>
                    <a:pt x="152920" y="627665"/>
                  </a:lnTo>
                  <a:lnTo>
                    <a:pt x="169350" y="1023979"/>
                  </a:lnTo>
                  <a:lnTo>
                    <a:pt x="173959" y="1133559"/>
                  </a:lnTo>
                  <a:lnTo>
                    <a:pt x="200276" y="1768063"/>
                  </a:lnTo>
                  <a:lnTo>
                    <a:pt x="206149" y="1909015"/>
                  </a:lnTo>
                  <a:lnTo>
                    <a:pt x="226073" y="27603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4" name="Google Shape;644;p16"/>
            <p:cNvSpPr/>
            <p:nvPr/>
          </p:nvSpPr>
          <p:spPr>
            <a:xfrm>
              <a:off x="160607" y="960731"/>
              <a:ext cx="169159" cy="187386"/>
            </a:xfrm>
            <a:custGeom>
              <a:avLst/>
              <a:gdLst/>
              <a:ahLst/>
              <a:cxnLst/>
              <a:rect l="l" t="t" r="r" b="b"/>
              <a:pathLst>
                <a:path w="91068" h="100881" extrusionOk="0">
                  <a:moveTo>
                    <a:pt x="91068" y="95529"/>
                  </a:moveTo>
                  <a:lnTo>
                    <a:pt x="0" y="100881"/>
                  </a:lnTo>
                  <a:lnTo>
                    <a:pt x="3123" y="14571"/>
                  </a:lnTo>
                  <a:lnTo>
                    <a:pt x="87054" y="0"/>
                  </a:lnTo>
                  <a:lnTo>
                    <a:pt x="91068" y="9552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5" name="Google Shape;645;p16"/>
            <p:cNvSpPr/>
            <p:nvPr/>
          </p:nvSpPr>
          <p:spPr>
            <a:xfrm>
              <a:off x="179124" y="551170"/>
              <a:ext cx="131875" cy="135741"/>
            </a:xfrm>
            <a:custGeom>
              <a:avLst/>
              <a:gdLst/>
              <a:ahLst/>
              <a:cxnLst/>
              <a:rect l="l" t="t" r="r" b="b"/>
              <a:pathLst>
                <a:path w="70996" h="73077" extrusionOk="0">
                  <a:moveTo>
                    <a:pt x="70996" y="73078"/>
                  </a:moveTo>
                  <a:lnTo>
                    <a:pt x="0" y="45869"/>
                  </a:lnTo>
                  <a:lnTo>
                    <a:pt x="1338" y="8772"/>
                  </a:lnTo>
                  <a:lnTo>
                    <a:pt x="67948" y="0"/>
                  </a:lnTo>
                  <a:lnTo>
                    <a:pt x="70996" y="730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6" name="Google Shape;646;p16"/>
            <p:cNvSpPr/>
            <p:nvPr/>
          </p:nvSpPr>
          <p:spPr>
            <a:xfrm>
              <a:off x="126339" y="1874920"/>
              <a:ext cx="242484" cy="219974"/>
            </a:xfrm>
            <a:custGeom>
              <a:avLst/>
              <a:gdLst/>
              <a:ahLst/>
              <a:cxnLst/>
              <a:rect l="l" t="t" r="r" b="b"/>
              <a:pathLst>
                <a:path w="130543" h="118425" extrusionOk="0">
                  <a:moveTo>
                    <a:pt x="130544" y="109579"/>
                  </a:moveTo>
                  <a:lnTo>
                    <a:pt x="0" y="118426"/>
                  </a:lnTo>
                  <a:lnTo>
                    <a:pt x="4238" y="0"/>
                  </a:lnTo>
                  <a:lnTo>
                    <a:pt x="125934" y="0"/>
                  </a:lnTo>
                  <a:lnTo>
                    <a:pt x="130544" y="1095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7" name="Google Shape;647;p16"/>
            <p:cNvSpPr/>
            <p:nvPr/>
          </p:nvSpPr>
          <p:spPr>
            <a:xfrm>
              <a:off x="74661" y="3257949"/>
              <a:ext cx="353921" cy="261816"/>
            </a:xfrm>
            <a:custGeom>
              <a:avLst/>
              <a:gdLst/>
              <a:ahLst/>
              <a:cxnLst/>
              <a:rect l="l" t="t" r="r" b="b"/>
              <a:pathLst>
                <a:path w="190536" h="140951" extrusionOk="0">
                  <a:moveTo>
                    <a:pt x="190537" y="140952"/>
                  </a:moveTo>
                  <a:lnTo>
                    <a:pt x="0" y="140952"/>
                  </a:lnTo>
                  <a:lnTo>
                    <a:pt x="4312" y="22451"/>
                  </a:lnTo>
                  <a:lnTo>
                    <a:pt x="184664" y="0"/>
                  </a:lnTo>
                  <a:lnTo>
                    <a:pt x="190537" y="1409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8" name="Google Shape;648;p16"/>
            <p:cNvSpPr/>
            <p:nvPr/>
          </p:nvSpPr>
          <p:spPr>
            <a:xfrm>
              <a:off x="255674" y="1283794"/>
              <a:ext cx="256432" cy="411642"/>
            </a:xfrm>
            <a:custGeom>
              <a:avLst/>
              <a:gdLst/>
              <a:ahLst/>
              <a:cxnLst/>
              <a:rect l="l" t="t" r="r" b="b"/>
              <a:pathLst>
                <a:path w="138052" h="221611" extrusionOk="0">
                  <a:moveTo>
                    <a:pt x="0" y="153218"/>
                  </a:moveTo>
                  <a:lnTo>
                    <a:pt x="113074" y="0"/>
                  </a:lnTo>
                  <a:lnTo>
                    <a:pt x="138052" y="0"/>
                  </a:lnTo>
                  <a:lnTo>
                    <a:pt x="29811" y="22161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49" name="Google Shape;649;p16"/>
            <p:cNvSpPr/>
            <p:nvPr/>
          </p:nvSpPr>
          <p:spPr>
            <a:xfrm>
              <a:off x="255674" y="-28341"/>
              <a:ext cx="503748" cy="394106"/>
            </a:xfrm>
            <a:custGeom>
              <a:avLst/>
              <a:gdLst/>
              <a:ahLst/>
              <a:cxnLst/>
              <a:rect l="l" t="t" r="r" b="b"/>
              <a:pathLst>
                <a:path w="271197" h="212170" extrusionOk="0">
                  <a:moveTo>
                    <a:pt x="0" y="172175"/>
                  </a:moveTo>
                  <a:lnTo>
                    <a:pt x="217003" y="0"/>
                  </a:lnTo>
                  <a:lnTo>
                    <a:pt x="271198" y="0"/>
                  </a:lnTo>
                  <a:lnTo>
                    <a:pt x="25351" y="21217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0" name="Google Shape;650;p16"/>
            <p:cNvSpPr/>
            <p:nvPr/>
          </p:nvSpPr>
          <p:spPr>
            <a:xfrm>
              <a:off x="-431998" y="4860289"/>
              <a:ext cx="3298874" cy="1113750"/>
            </a:xfrm>
            <a:custGeom>
              <a:avLst/>
              <a:gdLst/>
              <a:ahLst/>
              <a:cxnLst/>
              <a:rect l="l" t="t" r="r" b="b"/>
              <a:pathLst>
                <a:path w="1775975" h="599596" extrusionOk="0">
                  <a:moveTo>
                    <a:pt x="104152" y="101013"/>
                  </a:moveTo>
                  <a:cubicBezTo>
                    <a:pt x="104152" y="101013"/>
                    <a:pt x="1089028" y="-219770"/>
                    <a:pt x="1678259" y="281960"/>
                  </a:cubicBezTo>
                  <a:cubicBezTo>
                    <a:pt x="2267415" y="783616"/>
                    <a:pt x="0" y="540892"/>
                    <a:pt x="0" y="540892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651" name="Google Shape;651;p16"/>
            <p:cNvSpPr/>
            <p:nvPr/>
          </p:nvSpPr>
          <p:spPr>
            <a:xfrm flipH="1">
              <a:off x="-173924" y="-41546"/>
              <a:ext cx="2998715" cy="420512"/>
            </a:xfrm>
            <a:custGeom>
              <a:avLst/>
              <a:gdLst/>
              <a:ahLst/>
              <a:cxnLst/>
              <a:rect l="l" t="t" r="r" b="b"/>
              <a:pathLst>
                <a:path w="2998715" h="420512" extrusionOk="0">
                  <a:moveTo>
                    <a:pt x="0" y="0"/>
                  </a:moveTo>
                  <a:cubicBezTo>
                    <a:pt x="0" y="0"/>
                    <a:pt x="97387" y="223024"/>
                    <a:pt x="422111" y="134038"/>
                  </a:cubicBezTo>
                  <a:cubicBezTo>
                    <a:pt x="628186" y="356542"/>
                    <a:pt x="1035800" y="284133"/>
                    <a:pt x="1162032" y="142067"/>
                  </a:cubicBezTo>
                  <a:cubicBezTo>
                    <a:pt x="1247450" y="236778"/>
                    <a:pt x="1418807" y="284430"/>
                    <a:pt x="1539463" y="123927"/>
                  </a:cubicBezTo>
                  <a:cubicBezTo>
                    <a:pt x="1698182" y="444488"/>
                    <a:pt x="2221026" y="478536"/>
                    <a:pt x="2321610" y="301678"/>
                  </a:cubicBezTo>
                  <a:cubicBezTo>
                    <a:pt x="2557495" y="562839"/>
                    <a:pt x="3010309" y="362786"/>
                    <a:pt x="2998489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652" name="Google Shape;652;p16"/>
            <p:cNvGrpSpPr/>
            <p:nvPr/>
          </p:nvGrpSpPr>
          <p:grpSpPr>
            <a:xfrm>
              <a:off x="5396991" y="-26334"/>
              <a:ext cx="3061554" cy="471330"/>
              <a:chOff x="7320932" y="177685"/>
              <a:chExt cx="2653683" cy="408573"/>
            </a:xfrm>
          </p:grpSpPr>
          <p:sp>
            <p:nvSpPr>
              <p:cNvPr id="653" name="Google Shape;653;p16"/>
              <p:cNvSpPr/>
              <p:nvPr/>
            </p:nvSpPr>
            <p:spPr>
              <a:xfrm>
                <a:off x="7320932" y="177685"/>
                <a:ext cx="1201295" cy="408573"/>
              </a:xfrm>
              <a:custGeom>
                <a:avLst/>
                <a:gdLst/>
                <a:ahLst/>
                <a:cxnLst/>
                <a:rect l="l" t="t" r="r" b="b"/>
                <a:pathLst>
                  <a:path w="1201295" h="408573" extrusionOk="0">
                    <a:moveTo>
                      <a:pt x="355" y="0"/>
                    </a:moveTo>
                    <a:cubicBezTo>
                      <a:pt x="355" y="0"/>
                      <a:pt x="-17702" y="190859"/>
                      <a:pt x="203625" y="230619"/>
                    </a:cubicBezTo>
                    <a:cubicBezTo>
                      <a:pt x="243032" y="452299"/>
                      <a:pt x="658864" y="458063"/>
                      <a:pt x="735502" y="296729"/>
                    </a:cubicBezTo>
                    <a:cubicBezTo>
                      <a:pt x="847371" y="299729"/>
                      <a:pt x="985649" y="250911"/>
                      <a:pt x="1019174" y="184390"/>
                    </a:cubicBezTo>
                    <a:cubicBezTo>
                      <a:pt x="1099694" y="217562"/>
                      <a:pt x="1280319" y="163863"/>
                      <a:pt x="1162510" y="0"/>
                    </a:cubicBezTo>
                    <a:lnTo>
                      <a:pt x="29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4" name="Google Shape;654;p16"/>
              <p:cNvSpPr/>
              <p:nvPr/>
            </p:nvSpPr>
            <p:spPr>
              <a:xfrm>
                <a:off x="8340106" y="177685"/>
                <a:ext cx="1634509" cy="380955"/>
              </a:xfrm>
              <a:custGeom>
                <a:avLst/>
                <a:gdLst/>
                <a:ahLst/>
                <a:cxnLst/>
                <a:rect l="l" t="t" r="r" b="b"/>
                <a:pathLst>
                  <a:path w="1634509" h="380955" extrusionOk="0">
                    <a:moveTo>
                      <a:pt x="129749" y="118927"/>
                    </a:moveTo>
                    <a:cubicBezTo>
                      <a:pt x="129749" y="118927"/>
                      <a:pt x="86166" y="255969"/>
                      <a:pt x="236325" y="243088"/>
                    </a:cubicBezTo>
                    <a:cubicBezTo>
                      <a:pt x="268321" y="440535"/>
                      <a:pt x="624866" y="402069"/>
                      <a:pt x="704739" y="271673"/>
                    </a:cubicBezTo>
                    <a:cubicBezTo>
                      <a:pt x="822960" y="400599"/>
                      <a:pt x="977295" y="266556"/>
                      <a:pt x="980706" y="192212"/>
                    </a:cubicBezTo>
                    <a:cubicBezTo>
                      <a:pt x="1048580" y="375955"/>
                      <a:pt x="1375247" y="357898"/>
                      <a:pt x="1402655" y="229090"/>
                    </a:cubicBezTo>
                    <a:cubicBezTo>
                      <a:pt x="1441827" y="393600"/>
                      <a:pt x="1634510" y="380719"/>
                      <a:pt x="1634510" y="380719"/>
                    </a:cubicBezTo>
                    <a:lnTo>
                      <a:pt x="1634510" y="0"/>
                    </a:lnTo>
                    <a:lnTo>
                      <a:pt x="0" y="0"/>
                    </a:lnTo>
                    <a:lnTo>
                      <a:pt x="129691" y="1189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5" name="Google Shape;655;p16"/>
            <p:cNvGrpSpPr/>
            <p:nvPr/>
          </p:nvGrpSpPr>
          <p:grpSpPr>
            <a:xfrm>
              <a:off x="-42556" y="4472604"/>
              <a:ext cx="9561054" cy="2125231"/>
              <a:chOff x="309409" y="2851292"/>
              <a:chExt cx="5575609" cy="1239346"/>
            </a:xfrm>
          </p:grpSpPr>
          <p:sp>
            <p:nvSpPr>
              <p:cNvPr id="656" name="Google Shape;656;p16"/>
              <p:cNvSpPr/>
              <p:nvPr/>
            </p:nvSpPr>
            <p:spPr>
              <a:xfrm>
                <a:off x="309409" y="2851292"/>
                <a:ext cx="5575609" cy="1239346"/>
              </a:xfrm>
              <a:custGeom>
                <a:avLst/>
                <a:gdLst/>
                <a:ahLst/>
                <a:cxnLst/>
                <a:rect l="l" t="t" r="r" b="b"/>
                <a:pathLst>
                  <a:path w="5575609" h="1239346" extrusionOk="0">
                    <a:moveTo>
                      <a:pt x="0" y="1239346"/>
                    </a:moveTo>
                    <a:lnTo>
                      <a:pt x="0" y="107126"/>
                    </a:lnTo>
                    <a:lnTo>
                      <a:pt x="5575610" y="0"/>
                    </a:lnTo>
                    <a:lnTo>
                      <a:pt x="5575610" y="1239346"/>
                    </a:lnTo>
                    <a:lnTo>
                      <a:pt x="0" y="12393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7" name="Google Shape;657;p16"/>
              <p:cNvSpPr/>
              <p:nvPr/>
            </p:nvSpPr>
            <p:spPr>
              <a:xfrm>
                <a:off x="3540139" y="2933445"/>
                <a:ext cx="633540" cy="132167"/>
              </a:xfrm>
              <a:custGeom>
                <a:avLst/>
                <a:gdLst/>
                <a:ahLst/>
                <a:cxnLst/>
                <a:rect l="l" t="t" r="r" b="b"/>
                <a:pathLst>
                  <a:path w="633540" h="132167" extrusionOk="0">
                    <a:moveTo>
                      <a:pt x="633539" y="61772"/>
                    </a:moveTo>
                    <a:cubicBezTo>
                      <a:pt x="634060" y="98199"/>
                      <a:pt x="492662" y="129646"/>
                      <a:pt x="317662" y="132025"/>
                    </a:cubicBezTo>
                    <a:cubicBezTo>
                      <a:pt x="142737" y="134404"/>
                      <a:pt x="522" y="106823"/>
                      <a:pt x="1" y="70396"/>
                    </a:cubicBezTo>
                    <a:cubicBezTo>
                      <a:pt x="-519" y="33969"/>
                      <a:pt x="140878" y="2522"/>
                      <a:pt x="315878" y="143"/>
                    </a:cubicBezTo>
                    <a:cubicBezTo>
                      <a:pt x="490803" y="-2236"/>
                      <a:pt x="633019" y="25345"/>
                      <a:pt x="633539" y="6177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58" name="Google Shape;658;p16"/>
              <p:cNvSpPr/>
              <p:nvPr/>
            </p:nvSpPr>
            <p:spPr>
              <a:xfrm>
                <a:off x="1105754" y="3021358"/>
                <a:ext cx="614433" cy="174459"/>
              </a:xfrm>
              <a:custGeom>
                <a:avLst/>
                <a:gdLst/>
                <a:ahLst/>
                <a:cxnLst/>
                <a:rect l="l" t="t" r="r" b="b"/>
                <a:pathLst>
                  <a:path w="614433" h="174459" extrusionOk="0">
                    <a:moveTo>
                      <a:pt x="614433" y="89460"/>
                    </a:moveTo>
                    <a:cubicBezTo>
                      <a:pt x="614061" y="137633"/>
                      <a:pt x="476232" y="175622"/>
                      <a:pt x="306585" y="174432"/>
                    </a:cubicBezTo>
                    <a:cubicBezTo>
                      <a:pt x="136938" y="173243"/>
                      <a:pt x="-371" y="133173"/>
                      <a:pt x="1" y="84999"/>
                    </a:cubicBezTo>
                    <a:cubicBezTo>
                      <a:pt x="372" y="36826"/>
                      <a:pt x="138202" y="-1162"/>
                      <a:pt x="307849" y="27"/>
                    </a:cubicBezTo>
                    <a:cubicBezTo>
                      <a:pt x="477496" y="1216"/>
                      <a:pt x="614805" y="41287"/>
                      <a:pt x="614433" y="894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59" name="Google Shape;659;p16"/>
            <p:cNvGrpSpPr/>
            <p:nvPr/>
          </p:nvGrpSpPr>
          <p:grpSpPr>
            <a:xfrm flipH="1">
              <a:off x="5603939" y="-77794"/>
              <a:ext cx="3546028" cy="5236870"/>
              <a:chOff x="1361414" y="19440"/>
              <a:chExt cx="2285696" cy="3375359"/>
            </a:xfrm>
          </p:grpSpPr>
          <p:sp>
            <p:nvSpPr>
              <p:cNvPr id="660" name="Google Shape;660;p16"/>
              <p:cNvSpPr/>
              <p:nvPr/>
            </p:nvSpPr>
            <p:spPr>
              <a:xfrm>
                <a:off x="1866486" y="2778353"/>
                <a:ext cx="1780624" cy="616446"/>
              </a:xfrm>
              <a:custGeom>
                <a:avLst/>
                <a:gdLst/>
                <a:ahLst/>
                <a:cxnLst/>
                <a:rect l="l" t="t" r="r" b="b"/>
                <a:pathLst>
                  <a:path w="1427354" h="494145" extrusionOk="0">
                    <a:moveTo>
                      <a:pt x="120083" y="11723"/>
                    </a:moveTo>
                    <a:cubicBezTo>
                      <a:pt x="120083" y="11723"/>
                      <a:pt x="257310" y="-38564"/>
                      <a:pt x="338377" y="69166"/>
                    </a:cubicBezTo>
                    <a:cubicBezTo>
                      <a:pt x="446377" y="-4882"/>
                      <a:pt x="550935" y="96098"/>
                      <a:pt x="515498" y="190396"/>
                    </a:cubicBezTo>
                    <a:cubicBezTo>
                      <a:pt x="713678" y="69166"/>
                      <a:pt x="1210140" y="109598"/>
                      <a:pt x="1427355" y="494146"/>
                    </a:cubicBezTo>
                    <a:lnTo>
                      <a:pt x="0" y="494146"/>
                    </a:lnTo>
                    <a:lnTo>
                      <a:pt x="120083" y="1172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61" name="Google Shape;661;p16"/>
              <p:cNvGrpSpPr/>
              <p:nvPr/>
            </p:nvGrpSpPr>
            <p:grpSpPr>
              <a:xfrm>
                <a:off x="1361414" y="19440"/>
                <a:ext cx="1151887" cy="3375000"/>
                <a:chOff x="1361414" y="19440"/>
                <a:chExt cx="1151887" cy="3375000"/>
              </a:xfrm>
            </p:grpSpPr>
            <p:sp>
              <p:nvSpPr>
                <p:cNvPr id="662" name="Google Shape;662;p16"/>
                <p:cNvSpPr/>
                <p:nvPr/>
              </p:nvSpPr>
              <p:spPr>
                <a:xfrm>
                  <a:off x="1361414" y="19440"/>
                  <a:ext cx="1085534" cy="337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534" h="3375000" extrusionOk="0">
                      <a:moveTo>
                        <a:pt x="757080" y="0"/>
                      </a:moveTo>
                      <a:lnTo>
                        <a:pt x="641925" y="2474955"/>
                      </a:lnTo>
                      <a:lnTo>
                        <a:pt x="740610" y="2982420"/>
                      </a:lnTo>
                      <a:lnTo>
                        <a:pt x="1085535" y="3375000"/>
                      </a:lnTo>
                      <a:lnTo>
                        <a:pt x="0" y="3375000"/>
                      </a:lnTo>
                      <a:lnTo>
                        <a:pt x="0" y="0"/>
                      </a:lnTo>
                      <a:lnTo>
                        <a:pt x="757080" y="0"/>
                      </a:lnTo>
                      <a:close/>
                    </a:path>
                  </a:pathLst>
                </a:custGeom>
                <a:solidFill>
                  <a:srgbClr val="06161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3" name="Google Shape;663;p16"/>
                <p:cNvSpPr/>
                <p:nvPr/>
              </p:nvSpPr>
              <p:spPr>
                <a:xfrm>
                  <a:off x="1361414" y="19440"/>
                  <a:ext cx="147757" cy="103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757" h="1032750" extrusionOk="0">
                      <a:moveTo>
                        <a:pt x="147758" y="0"/>
                      </a:moveTo>
                      <a:lnTo>
                        <a:pt x="0" y="1032750"/>
                      </a:lnTo>
                      <a:lnTo>
                        <a:pt x="0" y="0"/>
                      </a:lnTo>
                      <a:lnTo>
                        <a:pt x="14775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4" name="Google Shape;664;p16"/>
                <p:cNvSpPr/>
                <p:nvPr/>
              </p:nvSpPr>
              <p:spPr>
                <a:xfrm>
                  <a:off x="1656187" y="19440"/>
                  <a:ext cx="790762" cy="337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0762" h="3375000" extrusionOk="0">
                      <a:moveTo>
                        <a:pt x="247995" y="0"/>
                      </a:moveTo>
                      <a:lnTo>
                        <a:pt x="0" y="2950020"/>
                      </a:lnTo>
                      <a:lnTo>
                        <a:pt x="143438" y="2852820"/>
                      </a:lnTo>
                      <a:lnTo>
                        <a:pt x="538245" y="3375000"/>
                      </a:lnTo>
                      <a:lnTo>
                        <a:pt x="790762" y="3375000"/>
                      </a:lnTo>
                      <a:lnTo>
                        <a:pt x="445838" y="2982420"/>
                      </a:lnTo>
                      <a:lnTo>
                        <a:pt x="347153" y="2474955"/>
                      </a:lnTo>
                      <a:lnTo>
                        <a:pt x="462308" y="0"/>
                      </a:lnTo>
                      <a:lnTo>
                        <a:pt x="2479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5" name="Google Shape;665;p16"/>
                <p:cNvSpPr/>
                <p:nvPr/>
              </p:nvSpPr>
              <p:spPr>
                <a:xfrm>
                  <a:off x="1876305" y="2382547"/>
                  <a:ext cx="92880" cy="379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80" h="379957" extrusionOk="0">
                      <a:moveTo>
                        <a:pt x="15255" y="0"/>
                      </a:moveTo>
                      <a:lnTo>
                        <a:pt x="92880" y="379958"/>
                      </a:lnTo>
                      <a:lnTo>
                        <a:pt x="0" y="218295"/>
                      </a:lnTo>
                      <a:lnTo>
                        <a:pt x="1525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6" name="Google Shape;666;p16"/>
                <p:cNvSpPr/>
                <p:nvPr/>
              </p:nvSpPr>
              <p:spPr>
                <a:xfrm>
                  <a:off x="2047552" y="19440"/>
                  <a:ext cx="70942" cy="508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942" h="508612" extrusionOk="0">
                      <a:moveTo>
                        <a:pt x="0" y="0"/>
                      </a:moveTo>
                      <a:lnTo>
                        <a:pt x="70942" y="0"/>
                      </a:lnTo>
                      <a:lnTo>
                        <a:pt x="48465" y="5086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7" name="Google Shape;667;p16"/>
                <p:cNvSpPr/>
                <p:nvPr/>
              </p:nvSpPr>
              <p:spPr>
                <a:xfrm>
                  <a:off x="1656187" y="19440"/>
                  <a:ext cx="857114" cy="1751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114" h="1751354" extrusionOk="0">
                      <a:moveTo>
                        <a:pt x="143438" y="708008"/>
                      </a:moveTo>
                      <a:lnTo>
                        <a:pt x="708548" y="0"/>
                      </a:lnTo>
                      <a:lnTo>
                        <a:pt x="857115" y="0"/>
                      </a:lnTo>
                      <a:lnTo>
                        <a:pt x="0" y="1751355"/>
                      </a:lnTo>
                    </a:path>
                  </a:pathLst>
                </a:custGeom>
                <a:solidFill>
                  <a:srgbClr val="06161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68" name="Google Shape;668;p16"/>
                <p:cNvSpPr/>
                <p:nvPr/>
              </p:nvSpPr>
              <p:spPr>
                <a:xfrm>
                  <a:off x="2003340" y="1258807"/>
                  <a:ext cx="197369" cy="353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369" h="353969" extrusionOk="0">
                      <a:moveTo>
                        <a:pt x="0" y="64192"/>
                      </a:moveTo>
                      <a:lnTo>
                        <a:pt x="141818" y="0"/>
                      </a:lnTo>
                      <a:lnTo>
                        <a:pt x="197370" y="125820"/>
                      </a:lnTo>
                      <a:lnTo>
                        <a:pt x="0" y="353970"/>
                      </a:ln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69" name="Google Shape;669;p16"/>
              <p:cNvSpPr/>
              <p:nvPr/>
            </p:nvSpPr>
            <p:spPr>
              <a:xfrm>
                <a:off x="1848157" y="3055994"/>
                <a:ext cx="203444" cy="338445"/>
              </a:xfrm>
              <a:custGeom>
                <a:avLst/>
                <a:gdLst/>
                <a:ahLst/>
                <a:cxnLst/>
                <a:rect l="l" t="t" r="r" b="b"/>
                <a:pathLst>
                  <a:path w="203444" h="338445" extrusionOk="0">
                    <a:moveTo>
                      <a:pt x="203445" y="338445"/>
                    </a:moveTo>
                    <a:lnTo>
                      <a:pt x="0" y="0"/>
                    </a:lnTo>
                    <a:lnTo>
                      <a:pt x="56025" y="338445"/>
                    </a:lnTo>
                    <a:lnTo>
                      <a:pt x="203445" y="33844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0" name="Google Shape;670;p16"/>
              <p:cNvSpPr/>
              <p:nvPr/>
            </p:nvSpPr>
            <p:spPr>
              <a:xfrm>
                <a:off x="2102025" y="1258807"/>
                <a:ext cx="98684" cy="126629"/>
              </a:xfrm>
              <a:custGeom>
                <a:avLst/>
                <a:gdLst/>
                <a:ahLst/>
                <a:cxnLst/>
                <a:rect l="l" t="t" r="r" b="b"/>
                <a:pathLst>
                  <a:path w="98684" h="126629" extrusionOk="0">
                    <a:moveTo>
                      <a:pt x="43132" y="0"/>
                    </a:moveTo>
                    <a:lnTo>
                      <a:pt x="0" y="126630"/>
                    </a:lnTo>
                    <a:lnTo>
                      <a:pt x="98685" y="125820"/>
                    </a:lnTo>
                    <a:lnTo>
                      <a:pt x="431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1" name="Google Shape;671;p16"/>
              <p:cNvSpPr/>
              <p:nvPr/>
            </p:nvSpPr>
            <p:spPr>
              <a:xfrm>
                <a:off x="1361414" y="2180789"/>
                <a:ext cx="205605" cy="1213650"/>
              </a:xfrm>
              <a:custGeom>
                <a:avLst/>
                <a:gdLst/>
                <a:ahLst/>
                <a:cxnLst/>
                <a:rect l="l" t="t" r="r" b="b"/>
                <a:pathLst>
                  <a:path w="205605" h="1213650" extrusionOk="0">
                    <a:moveTo>
                      <a:pt x="0" y="1213650"/>
                    </a:moveTo>
                    <a:lnTo>
                      <a:pt x="0" y="803655"/>
                    </a:lnTo>
                    <a:lnTo>
                      <a:pt x="205605" y="0"/>
                    </a:lnTo>
                    <a:lnTo>
                      <a:pt x="205605" y="1213650"/>
                    </a:lnTo>
                    <a:lnTo>
                      <a:pt x="0" y="12136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2" name="Google Shape;672;p16"/>
              <p:cNvSpPr/>
              <p:nvPr/>
            </p:nvSpPr>
            <p:spPr>
              <a:xfrm>
                <a:off x="1717477" y="19440"/>
                <a:ext cx="98887" cy="580769"/>
              </a:xfrm>
              <a:custGeom>
                <a:avLst/>
                <a:gdLst/>
                <a:ahLst/>
                <a:cxnLst/>
                <a:rect l="l" t="t" r="r" b="b"/>
                <a:pathLst>
                  <a:path w="98887" h="580769" extrusionOk="0">
                    <a:moveTo>
                      <a:pt x="98888" y="0"/>
                    </a:moveTo>
                    <a:lnTo>
                      <a:pt x="51907" y="580770"/>
                    </a:lnTo>
                    <a:lnTo>
                      <a:pt x="0" y="0"/>
                    </a:lnTo>
                    <a:lnTo>
                      <a:pt x="988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73" name="Google Shape;673;p16"/>
              <p:cNvSpPr/>
              <p:nvPr/>
            </p:nvSpPr>
            <p:spPr>
              <a:xfrm>
                <a:off x="1949880" y="1562692"/>
                <a:ext cx="96794" cy="931702"/>
              </a:xfrm>
              <a:custGeom>
                <a:avLst/>
                <a:gdLst/>
                <a:ahLst/>
                <a:cxnLst/>
                <a:rect l="l" t="t" r="r" b="b"/>
                <a:pathLst>
                  <a:path w="96794" h="931702" extrusionOk="0">
                    <a:moveTo>
                      <a:pt x="96795" y="0"/>
                    </a:moveTo>
                    <a:lnTo>
                      <a:pt x="53460" y="931703"/>
                    </a:lnTo>
                    <a:lnTo>
                      <a:pt x="0" y="144248"/>
                    </a:lnTo>
                    <a:lnTo>
                      <a:pt x="967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674" name="Google Shape;674;p16"/>
              <p:cNvGrpSpPr/>
              <p:nvPr/>
            </p:nvGrpSpPr>
            <p:grpSpPr>
              <a:xfrm>
                <a:off x="2585103" y="2454456"/>
                <a:ext cx="340466" cy="695484"/>
                <a:chOff x="2585103" y="2454456"/>
                <a:chExt cx="340466" cy="695484"/>
              </a:xfrm>
            </p:grpSpPr>
            <p:sp>
              <p:nvSpPr>
                <p:cNvPr id="675" name="Google Shape;675;p16"/>
                <p:cNvSpPr/>
                <p:nvPr/>
              </p:nvSpPr>
              <p:spPr>
                <a:xfrm>
                  <a:off x="2679882" y="2646899"/>
                  <a:ext cx="70969" cy="5030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8443" h="343372" extrusionOk="0">
                      <a:moveTo>
                        <a:pt x="28126" y="343372"/>
                      </a:moveTo>
                      <a:cubicBezTo>
                        <a:pt x="28126" y="343372"/>
                        <a:pt x="-47069" y="154440"/>
                        <a:pt x="48443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6" name="Google Shape;676;p16"/>
                <p:cNvSpPr/>
                <p:nvPr/>
              </p:nvSpPr>
              <p:spPr>
                <a:xfrm>
                  <a:off x="2585103" y="2850258"/>
                  <a:ext cx="113930" cy="662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1327" h="53073" extrusionOk="0">
                      <a:moveTo>
                        <a:pt x="91327" y="48543"/>
                      </a:moveTo>
                      <a:cubicBezTo>
                        <a:pt x="91327" y="48543"/>
                        <a:pt x="31050" y="73923"/>
                        <a:pt x="0" y="4533"/>
                      </a:cubicBezTo>
                      <a:cubicBezTo>
                        <a:pt x="72292" y="-17607"/>
                        <a:pt x="91327" y="48543"/>
                        <a:pt x="91327" y="4854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7" name="Google Shape;677;p16"/>
                <p:cNvSpPr/>
                <p:nvPr/>
              </p:nvSpPr>
              <p:spPr>
                <a:xfrm>
                  <a:off x="2642232" y="2454456"/>
                  <a:ext cx="283337" cy="2207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7124" h="176915" extrusionOk="0">
                      <a:moveTo>
                        <a:pt x="62307" y="169620"/>
                      </a:moveTo>
                      <a:cubicBezTo>
                        <a:pt x="-7623" y="148763"/>
                        <a:pt x="-8838" y="45825"/>
                        <a:pt x="11210" y="27600"/>
                      </a:cubicBezTo>
                      <a:cubicBezTo>
                        <a:pt x="31325" y="9308"/>
                        <a:pt x="63995" y="39008"/>
                        <a:pt x="63995" y="39008"/>
                      </a:cubicBezTo>
                      <a:cubicBezTo>
                        <a:pt x="63995" y="39008"/>
                        <a:pt x="86202" y="-17085"/>
                        <a:pt x="132912" y="5258"/>
                      </a:cubicBezTo>
                      <a:cubicBezTo>
                        <a:pt x="179622" y="27600"/>
                        <a:pt x="155255" y="75323"/>
                        <a:pt x="155255" y="75323"/>
                      </a:cubicBezTo>
                      <a:cubicBezTo>
                        <a:pt x="155255" y="75323"/>
                        <a:pt x="209120" y="64185"/>
                        <a:pt x="224847" y="88553"/>
                      </a:cubicBezTo>
                      <a:cubicBezTo>
                        <a:pt x="240575" y="112920"/>
                        <a:pt x="173615" y="202898"/>
                        <a:pt x="62307" y="16962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8" name="Google Shape;678;p16"/>
                <p:cNvSpPr/>
                <p:nvPr/>
              </p:nvSpPr>
              <p:spPr>
                <a:xfrm>
                  <a:off x="2612787" y="2665401"/>
                  <a:ext cx="83863" cy="949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225" h="76072" extrusionOk="0">
                      <a:moveTo>
                        <a:pt x="66960" y="76073"/>
                      </a:moveTo>
                      <a:cubicBezTo>
                        <a:pt x="66960" y="76073"/>
                        <a:pt x="1553" y="76005"/>
                        <a:pt x="0" y="0"/>
                      </a:cubicBezTo>
                      <a:cubicBezTo>
                        <a:pt x="75195" y="7695"/>
                        <a:pt x="66960" y="76073"/>
                        <a:pt x="66960" y="7607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79" name="Google Shape;679;p16"/>
                <p:cNvSpPr/>
                <p:nvPr/>
              </p:nvSpPr>
              <p:spPr>
                <a:xfrm>
                  <a:off x="2691801" y="2734355"/>
                  <a:ext cx="98521" cy="800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8975" h="64159" extrusionOk="0">
                      <a:moveTo>
                        <a:pt x="0" y="63555"/>
                      </a:moveTo>
                      <a:cubicBezTo>
                        <a:pt x="0" y="63555"/>
                        <a:pt x="2970" y="-1785"/>
                        <a:pt x="78975" y="37"/>
                      </a:cubicBezTo>
                      <a:cubicBezTo>
                        <a:pt x="67973" y="74827"/>
                        <a:pt x="0" y="63555"/>
                        <a:pt x="0" y="6355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680" name="Google Shape;680;p16"/>
              <p:cNvGrpSpPr/>
              <p:nvPr/>
            </p:nvGrpSpPr>
            <p:grpSpPr>
              <a:xfrm>
                <a:off x="2119771" y="2201210"/>
                <a:ext cx="393410" cy="809021"/>
                <a:chOff x="2119771" y="2201210"/>
                <a:chExt cx="393410" cy="809021"/>
              </a:xfrm>
            </p:grpSpPr>
            <p:sp>
              <p:nvSpPr>
                <p:cNvPr id="681" name="Google Shape;681;p16"/>
                <p:cNvSpPr/>
                <p:nvPr/>
              </p:nvSpPr>
              <p:spPr>
                <a:xfrm>
                  <a:off x="2284024" y="2422893"/>
                  <a:ext cx="82863" cy="587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423" h="470812" extrusionOk="0">
                      <a:moveTo>
                        <a:pt x="27877" y="470813"/>
                      </a:moveTo>
                      <a:cubicBezTo>
                        <a:pt x="27877" y="470813"/>
                        <a:pt x="130950" y="211747"/>
                        <a:pt x="0" y="0"/>
                      </a:cubicBezTo>
                    </a:path>
                  </a:pathLst>
                </a:custGeom>
                <a:noFill/>
                <a:ln w="9525" cap="flat" cmpd="sng">
                  <a:solidFill>
                    <a:schemeClr val="dk1"/>
                  </a:solidFill>
                  <a:prstDash val="solid"/>
                  <a:miter lim="8000"/>
                  <a:headEnd type="none" w="sm" len="sm"/>
                  <a:tailEnd type="none" w="sm" len="sm"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2" name="Google Shape;682;p16"/>
                <p:cNvSpPr/>
                <p:nvPr/>
              </p:nvSpPr>
              <p:spPr>
                <a:xfrm>
                  <a:off x="2357063" y="2765690"/>
                  <a:ext cx="156118" cy="907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5145" h="72766" extrusionOk="0">
                      <a:moveTo>
                        <a:pt x="0" y="66567"/>
                      </a:moveTo>
                      <a:cubicBezTo>
                        <a:pt x="0" y="66567"/>
                        <a:pt x="82620" y="101329"/>
                        <a:pt x="125145" y="6221"/>
                      </a:cubicBezTo>
                      <a:cubicBezTo>
                        <a:pt x="26055" y="-24154"/>
                        <a:pt x="0" y="66567"/>
                        <a:pt x="0" y="6656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3" name="Google Shape;683;p16"/>
                <p:cNvSpPr/>
                <p:nvPr/>
              </p:nvSpPr>
              <p:spPr>
                <a:xfrm>
                  <a:off x="2360313" y="2512171"/>
                  <a:ext cx="114973" cy="1300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163" h="104287" extrusionOk="0">
                      <a:moveTo>
                        <a:pt x="363" y="104288"/>
                      </a:moveTo>
                      <a:cubicBezTo>
                        <a:pt x="363" y="104288"/>
                        <a:pt x="90003" y="104152"/>
                        <a:pt x="92163" y="0"/>
                      </a:cubicBezTo>
                      <a:cubicBezTo>
                        <a:pt x="-10909" y="10598"/>
                        <a:pt x="363" y="104288"/>
                        <a:pt x="363" y="10428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4" name="Google Shape;684;p16"/>
                <p:cNvSpPr/>
                <p:nvPr/>
              </p:nvSpPr>
              <p:spPr>
                <a:xfrm>
                  <a:off x="2231853" y="2606691"/>
                  <a:ext cx="135066" cy="1097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269" h="88011" extrusionOk="0">
                      <a:moveTo>
                        <a:pt x="108270" y="87191"/>
                      </a:moveTo>
                      <a:cubicBezTo>
                        <a:pt x="108270" y="87191"/>
                        <a:pt x="104220" y="-2381"/>
                        <a:pt x="0" y="49"/>
                      </a:cubicBezTo>
                      <a:cubicBezTo>
                        <a:pt x="15120" y="102581"/>
                        <a:pt x="108270" y="87191"/>
                        <a:pt x="108270" y="8719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685" name="Google Shape;685;p16"/>
                <p:cNvSpPr/>
                <p:nvPr/>
              </p:nvSpPr>
              <p:spPr>
                <a:xfrm>
                  <a:off x="2119771" y="2201210"/>
                  <a:ext cx="239614" cy="2629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075" h="210769" extrusionOk="0">
                      <a:moveTo>
                        <a:pt x="145730" y="207460"/>
                      </a:moveTo>
                      <a:cubicBezTo>
                        <a:pt x="232535" y="180325"/>
                        <a:pt x="170773" y="92440"/>
                        <a:pt x="170773" y="92440"/>
                      </a:cubicBezTo>
                      <a:cubicBezTo>
                        <a:pt x="170773" y="92440"/>
                        <a:pt x="198110" y="4757"/>
                        <a:pt x="176443" y="167"/>
                      </a:cubicBezTo>
                      <a:cubicBezTo>
                        <a:pt x="154775" y="-4355"/>
                        <a:pt x="144043" y="84407"/>
                        <a:pt x="144043" y="84407"/>
                      </a:cubicBezTo>
                      <a:cubicBezTo>
                        <a:pt x="144043" y="84407"/>
                        <a:pt x="125008" y="-170"/>
                        <a:pt x="101248" y="6984"/>
                      </a:cubicBezTo>
                      <a:cubicBezTo>
                        <a:pt x="77488" y="14140"/>
                        <a:pt x="108065" y="87850"/>
                        <a:pt x="108065" y="87850"/>
                      </a:cubicBezTo>
                      <a:cubicBezTo>
                        <a:pt x="108065" y="87850"/>
                        <a:pt x="73843" y="21767"/>
                        <a:pt x="53390" y="37765"/>
                      </a:cubicBezTo>
                      <a:cubicBezTo>
                        <a:pt x="32938" y="53695"/>
                        <a:pt x="71615" y="103712"/>
                        <a:pt x="71615" y="103712"/>
                      </a:cubicBezTo>
                      <a:cubicBezTo>
                        <a:pt x="71615" y="103712"/>
                        <a:pt x="16940" y="58217"/>
                        <a:pt x="2158" y="81032"/>
                      </a:cubicBezTo>
                      <a:cubicBezTo>
                        <a:pt x="-12625" y="103780"/>
                        <a:pt x="53390" y="129970"/>
                        <a:pt x="53390" y="129970"/>
                      </a:cubicBezTo>
                      <a:cubicBezTo>
                        <a:pt x="53390" y="129970"/>
                        <a:pt x="72763" y="230207"/>
                        <a:pt x="145663" y="20739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686" name="Google Shape;686;p16"/>
              <p:cNvSpPr/>
              <p:nvPr/>
            </p:nvSpPr>
            <p:spPr>
              <a:xfrm>
                <a:off x="2645436" y="2757374"/>
                <a:ext cx="321163" cy="318383"/>
              </a:xfrm>
              <a:custGeom>
                <a:avLst/>
                <a:gdLst/>
                <a:ahLst/>
                <a:cxnLst/>
                <a:rect l="l" t="t" r="r" b="b"/>
                <a:pathLst>
                  <a:path w="257445" h="255217" extrusionOk="0">
                    <a:moveTo>
                      <a:pt x="0" y="255217"/>
                    </a:moveTo>
                    <a:cubicBezTo>
                      <a:pt x="0" y="255217"/>
                      <a:pt x="-1755" y="62707"/>
                      <a:pt x="257445" y="0"/>
                    </a:cubicBezTo>
                    <a:cubicBezTo>
                      <a:pt x="163485" y="222277"/>
                      <a:pt x="0" y="255217"/>
                      <a:pt x="0" y="2552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87" name="Google Shape;687;p16"/>
              <p:cNvSpPr/>
              <p:nvPr/>
            </p:nvSpPr>
            <p:spPr>
              <a:xfrm>
                <a:off x="2707285" y="2895002"/>
                <a:ext cx="424820" cy="171693"/>
              </a:xfrm>
              <a:custGeom>
                <a:avLst/>
                <a:gdLst/>
                <a:ahLst/>
                <a:cxnLst/>
                <a:rect l="l" t="t" r="r" b="b"/>
                <a:pathLst>
                  <a:path w="340537" h="137630" extrusionOk="0">
                    <a:moveTo>
                      <a:pt x="0" y="133679"/>
                    </a:moveTo>
                    <a:cubicBezTo>
                      <a:pt x="0" y="133679"/>
                      <a:pt x="78840" y="-41956"/>
                      <a:pt x="340537" y="9412"/>
                    </a:cubicBezTo>
                    <a:cubicBezTo>
                      <a:pt x="162270" y="172087"/>
                      <a:pt x="0" y="133679"/>
                      <a:pt x="0" y="13367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688" name="Google Shape;688;p1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TITLE_ONLY_3">
    <p:spTree>
      <p:nvGrpSpPr>
        <p:cNvPr id="1" name="Shape 6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90" name="Google Shape;690;p17"/>
          <p:cNvGrpSpPr/>
          <p:nvPr/>
        </p:nvGrpSpPr>
        <p:grpSpPr>
          <a:xfrm>
            <a:off x="-1623462" y="-2285547"/>
            <a:ext cx="11764537" cy="10106601"/>
            <a:chOff x="-1623462" y="-2285547"/>
            <a:chExt cx="11764537" cy="10106601"/>
          </a:xfrm>
        </p:grpSpPr>
        <p:grpSp>
          <p:nvGrpSpPr>
            <p:cNvPr id="691" name="Google Shape;691;p17"/>
            <p:cNvGrpSpPr/>
            <p:nvPr/>
          </p:nvGrpSpPr>
          <p:grpSpPr>
            <a:xfrm>
              <a:off x="-242214" y="-2285547"/>
              <a:ext cx="9528289" cy="10106601"/>
              <a:chOff x="6556173" y="-1837683"/>
              <a:chExt cx="5589095" cy="5928321"/>
            </a:xfrm>
          </p:grpSpPr>
          <p:sp>
            <p:nvSpPr>
              <p:cNvPr id="692" name="Google Shape;692;p17"/>
              <p:cNvSpPr/>
              <p:nvPr/>
            </p:nvSpPr>
            <p:spPr>
              <a:xfrm>
                <a:off x="6556173" y="2180445"/>
                <a:ext cx="5575609" cy="1910193"/>
              </a:xfrm>
              <a:custGeom>
                <a:avLst/>
                <a:gdLst/>
                <a:ahLst/>
                <a:cxnLst/>
                <a:rect l="l" t="t" r="r" b="b"/>
                <a:pathLst>
                  <a:path w="5575609" h="1910193" extrusionOk="0">
                    <a:moveTo>
                      <a:pt x="0" y="1257550"/>
                    </a:moveTo>
                    <a:lnTo>
                      <a:pt x="0" y="78495"/>
                    </a:lnTo>
                    <a:cubicBezTo>
                      <a:pt x="0" y="78495"/>
                      <a:pt x="3155423" y="-203260"/>
                      <a:pt x="5575610" y="300850"/>
                    </a:cubicBezTo>
                    <a:lnTo>
                      <a:pt x="5575610" y="1910194"/>
                    </a:lnTo>
                    <a:lnTo>
                      <a:pt x="0" y="125755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3" name="Google Shape;693;p17"/>
              <p:cNvSpPr/>
              <p:nvPr/>
            </p:nvSpPr>
            <p:spPr>
              <a:xfrm>
                <a:off x="6822268" y="-345763"/>
                <a:ext cx="175148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75148" h="2029224" extrusionOk="0">
                    <a:moveTo>
                      <a:pt x="175149" y="2029224"/>
                    </a:moveTo>
                    <a:lnTo>
                      <a:pt x="74341" y="2029224"/>
                    </a:lnTo>
                    <a:lnTo>
                      <a:pt x="0" y="0"/>
                    </a:lnTo>
                    <a:lnTo>
                      <a:pt x="100807" y="0"/>
                    </a:lnTo>
                    <a:lnTo>
                      <a:pt x="175149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4" name="Google Shape;694;p17"/>
              <p:cNvSpPr/>
              <p:nvPr/>
            </p:nvSpPr>
            <p:spPr>
              <a:xfrm>
                <a:off x="11706243" y="-1837683"/>
                <a:ext cx="175070" cy="4398343"/>
              </a:xfrm>
              <a:custGeom>
                <a:avLst/>
                <a:gdLst/>
                <a:ahLst/>
                <a:cxnLst/>
                <a:rect l="l" t="t" r="r" b="b"/>
                <a:pathLst>
                  <a:path w="115749" h="2029224" extrusionOk="0">
                    <a:moveTo>
                      <a:pt x="115749" y="2029224"/>
                    </a:moveTo>
                    <a:lnTo>
                      <a:pt x="14868" y="2029224"/>
                    </a:lnTo>
                    <a:lnTo>
                      <a:pt x="0" y="0"/>
                    </a:lnTo>
                    <a:lnTo>
                      <a:pt x="41408" y="0"/>
                    </a:lnTo>
                    <a:lnTo>
                      <a:pt x="115749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5" name="Google Shape;695;p17"/>
              <p:cNvSpPr/>
              <p:nvPr/>
            </p:nvSpPr>
            <p:spPr>
              <a:xfrm>
                <a:off x="11880911" y="-345763"/>
                <a:ext cx="264357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264357" h="2029224" extrusionOk="0">
                    <a:moveTo>
                      <a:pt x="264358" y="2029224"/>
                    </a:moveTo>
                    <a:lnTo>
                      <a:pt x="133815" y="2029224"/>
                    </a:lnTo>
                    <a:lnTo>
                      <a:pt x="0" y="0"/>
                    </a:lnTo>
                    <a:lnTo>
                      <a:pt x="41333" y="0"/>
                    </a:lnTo>
                    <a:lnTo>
                      <a:pt x="264358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6" name="Google Shape;696;p17"/>
              <p:cNvSpPr/>
              <p:nvPr/>
            </p:nvSpPr>
            <p:spPr>
              <a:xfrm>
                <a:off x="6717717" y="2405389"/>
                <a:ext cx="3708589" cy="1466165"/>
              </a:xfrm>
              <a:custGeom>
                <a:avLst/>
                <a:gdLst/>
                <a:ahLst/>
                <a:cxnLst/>
                <a:rect l="l" t="t" r="r" b="b"/>
                <a:pathLst>
                  <a:path w="3708589" h="1466165" extrusionOk="0">
                    <a:moveTo>
                      <a:pt x="0" y="248452"/>
                    </a:moveTo>
                    <a:cubicBezTo>
                      <a:pt x="0" y="248452"/>
                      <a:pt x="1574181" y="-240863"/>
                      <a:pt x="3281209" y="153890"/>
                    </a:cubicBezTo>
                    <a:cubicBezTo>
                      <a:pt x="4988238" y="548717"/>
                      <a:pt x="1030521" y="1466165"/>
                      <a:pt x="1030521" y="1466165"/>
                    </a:cubicBezTo>
                    <a:lnTo>
                      <a:pt x="0" y="2484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697" name="Google Shape;697;p17"/>
            <p:cNvGrpSpPr/>
            <p:nvPr/>
          </p:nvGrpSpPr>
          <p:grpSpPr>
            <a:xfrm>
              <a:off x="-1623462" y="-245760"/>
              <a:ext cx="11764537" cy="7109970"/>
              <a:chOff x="-1623462" y="-245760"/>
              <a:chExt cx="11764537" cy="7109970"/>
            </a:xfrm>
          </p:grpSpPr>
          <p:sp>
            <p:nvSpPr>
              <p:cNvPr id="698" name="Google Shape;698;p17"/>
              <p:cNvSpPr/>
              <p:nvPr/>
            </p:nvSpPr>
            <p:spPr>
              <a:xfrm>
                <a:off x="5617296" y="4348073"/>
                <a:ext cx="789248" cy="755971"/>
              </a:xfrm>
              <a:custGeom>
                <a:avLst/>
                <a:gdLst/>
                <a:ahLst/>
                <a:cxnLst/>
                <a:rect l="l" t="t" r="r" b="b"/>
                <a:pathLst>
                  <a:path w="374051" h="358280" extrusionOk="0">
                    <a:moveTo>
                      <a:pt x="78090" y="276727"/>
                    </a:moveTo>
                    <a:cubicBezTo>
                      <a:pt x="78090" y="276727"/>
                      <a:pt x="-27623" y="167000"/>
                      <a:pt x="6945" y="117265"/>
                    </a:cubicBezTo>
                    <a:cubicBezTo>
                      <a:pt x="41589" y="67531"/>
                      <a:pt x="96750" y="178820"/>
                      <a:pt x="96750" y="178820"/>
                    </a:cubicBezTo>
                    <a:cubicBezTo>
                      <a:pt x="96750" y="178820"/>
                      <a:pt x="49023" y="32813"/>
                      <a:pt x="100690" y="25974"/>
                    </a:cubicBezTo>
                    <a:cubicBezTo>
                      <a:pt x="152357" y="19135"/>
                      <a:pt x="147972" y="119867"/>
                      <a:pt x="147972" y="119867"/>
                    </a:cubicBezTo>
                    <a:cubicBezTo>
                      <a:pt x="147972" y="119867"/>
                      <a:pt x="157561" y="-17219"/>
                      <a:pt x="267289" y="1813"/>
                    </a:cubicBezTo>
                    <a:cubicBezTo>
                      <a:pt x="377092" y="20844"/>
                      <a:pt x="374043" y="358280"/>
                      <a:pt x="374043" y="358280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699" name="Google Shape;699;p17"/>
              <p:cNvSpPr/>
              <p:nvPr/>
            </p:nvSpPr>
            <p:spPr>
              <a:xfrm>
                <a:off x="2889101" y="4341085"/>
                <a:ext cx="1286113" cy="1298635"/>
              </a:xfrm>
              <a:custGeom>
                <a:avLst/>
                <a:gdLst/>
                <a:ahLst/>
                <a:cxnLst/>
                <a:rect l="l" t="t" r="r" b="b"/>
                <a:pathLst>
                  <a:path w="609532" h="615467" extrusionOk="0">
                    <a:moveTo>
                      <a:pt x="0" y="317135"/>
                    </a:moveTo>
                    <a:cubicBezTo>
                      <a:pt x="0" y="317135"/>
                      <a:pt x="96644" y="127118"/>
                      <a:pt x="214847" y="169642"/>
                    </a:cubicBezTo>
                    <a:cubicBezTo>
                      <a:pt x="208974" y="15532"/>
                      <a:pt x="509982" y="-110774"/>
                      <a:pt x="590346" y="151800"/>
                    </a:cubicBezTo>
                    <a:cubicBezTo>
                      <a:pt x="670783" y="414374"/>
                      <a:pt x="472292" y="615468"/>
                      <a:pt x="472292" y="615468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0" name="Google Shape;700;p17"/>
              <p:cNvSpPr/>
              <p:nvPr/>
            </p:nvSpPr>
            <p:spPr>
              <a:xfrm>
                <a:off x="-231540" y="4662798"/>
                <a:ext cx="1990988" cy="981454"/>
              </a:xfrm>
              <a:custGeom>
                <a:avLst/>
                <a:gdLst/>
                <a:ahLst/>
                <a:cxnLst/>
                <a:rect l="l" t="t" r="r" b="b"/>
                <a:pathLst>
                  <a:path w="943596" h="465144" extrusionOk="0">
                    <a:moveTo>
                      <a:pt x="203" y="361884"/>
                    </a:moveTo>
                    <a:cubicBezTo>
                      <a:pt x="203" y="361884"/>
                      <a:pt x="-21133" y="47717"/>
                      <a:pt x="373324" y="2814"/>
                    </a:cubicBezTo>
                    <a:cubicBezTo>
                      <a:pt x="767779" y="-42088"/>
                      <a:pt x="943597" y="465144"/>
                      <a:pt x="943597" y="465144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1" name="Google Shape;701;p17"/>
              <p:cNvSpPr/>
              <p:nvPr/>
            </p:nvSpPr>
            <p:spPr>
              <a:xfrm>
                <a:off x="8639874" y="-181451"/>
                <a:ext cx="363144" cy="5553646"/>
              </a:xfrm>
              <a:custGeom>
                <a:avLst/>
                <a:gdLst/>
                <a:ahLst/>
                <a:cxnLst/>
                <a:rect l="l" t="t" r="r" b="b"/>
                <a:pathLst>
                  <a:path w="156191" h="2388665" extrusionOk="0">
                    <a:moveTo>
                      <a:pt x="156191" y="2388666"/>
                    </a:moveTo>
                    <a:lnTo>
                      <a:pt x="0" y="2340790"/>
                    </a:lnTo>
                    <a:lnTo>
                      <a:pt x="16207" y="1893328"/>
                    </a:lnTo>
                    <a:lnTo>
                      <a:pt x="18437" y="1831699"/>
                    </a:lnTo>
                    <a:lnTo>
                      <a:pt x="21187" y="1756169"/>
                    </a:lnTo>
                    <a:lnTo>
                      <a:pt x="23195" y="1701156"/>
                    </a:lnTo>
                    <a:lnTo>
                      <a:pt x="32116" y="1454416"/>
                    </a:lnTo>
                    <a:lnTo>
                      <a:pt x="35833" y="1350784"/>
                    </a:lnTo>
                    <a:lnTo>
                      <a:pt x="53674" y="859164"/>
                    </a:lnTo>
                    <a:lnTo>
                      <a:pt x="56128" y="789878"/>
                    </a:lnTo>
                    <a:lnTo>
                      <a:pt x="65495" y="530798"/>
                    </a:lnTo>
                    <a:lnTo>
                      <a:pt x="67279" y="482402"/>
                    </a:lnTo>
                    <a:lnTo>
                      <a:pt x="84749" y="0"/>
                    </a:lnTo>
                    <a:lnTo>
                      <a:pt x="133740" y="0"/>
                    </a:lnTo>
                    <a:lnTo>
                      <a:pt x="138053" y="456680"/>
                    </a:lnTo>
                    <a:lnTo>
                      <a:pt x="138647" y="519127"/>
                    </a:lnTo>
                    <a:lnTo>
                      <a:pt x="141026" y="774564"/>
                    </a:lnTo>
                    <a:lnTo>
                      <a:pt x="141695" y="843701"/>
                    </a:lnTo>
                    <a:lnTo>
                      <a:pt x="146156" y="1317702"/>
                    </a:lnTo>
                    <a:lnTo>
                      <a:pt x="147493" y="1462668"/>
                    </a:lnTo>
                    <a:lnTo>
                      <a:pt x="149649" y="1689633"/>
                    </a:lnTo>
                    <a:lnTo>
                      <a:pt x="150096" y="1741374"/>
                    </a:lnTo>
                    <a:lnTo>
                      <a:pt x="150914" y="1825529"/>
                    </a:lnTo>
                    <a:lnTo>
                      <a:pt x="151434" y="1878683"/>
                    </a:lnTo>
                    <a:lnTo>
                      <a:pt x="156191" y="2388666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2" name="Google Shape;702;p17"/>
              <p:cNvSpPr/>
              <p:nvPr/>
            </p:nvSpPr>
            <p:spPr>
              <a:xfrm>
                <a:off x="-1623462" y="4560006"/>
                <a:ext cx="11764537" cy="2304204"/>
              </a:xfrm>
              <a:custGeom>
                <a:avLst/>
                <a:gdLst/>
                <a:ahLst/>
                <a:cxnLst/>
                <a:rect l="l" t="t" r="r" b="b"/>
                <a:pathLst>
                  <a:path w="5575610" h="1092040" extrusionOk="0">
                    <a:moveTo>
                      <a:pt x="0" y="783820"/>
                    </a:moveTo>
                    <a:lnTo>
                      <a:pt x="0" y="335393"/>
                    </a:lnTo>
                    <a:cubicBezTo>
                      <a:pt x="0" y="335393"/>
                      <a:pt x="3675814" y="-105749"/>
                      <a:pt x="5575610" y="23828"/>
                    </a:cubicBezTo>
                    <a:cubicBezTo>
                      <a:pt x="5575610" y="672606"/>
                      <a:pt x="5575610" y="1092040"/>
                      <a:pt x="5575610" y="1092040"/>
                    </a:cubicBezTo>
                    <a:lnTo>
                      <a:pt x="0" y="78382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3" name="Google Shape;703;p17"/>
              <p:cNvSpPr/>
              <p:nvPr/>
            </p:nvSpPr>
            <p:spPr>
              <a:xfrm>
                <a:off x="8792037" y="879529"/>
                <a:ext cx="170076" cy="172324"/>
              </a:xfrm>
              <a:custGeom>
                <a:avLst/>
                <a:gdLst/>
                <a:ahLst/>
                <a:cxnLst/>
                <a:rect l="l" t="t" r="r" b="b"/>
                <a:pathLst>
                  <a:path w="73151" h="74118" extrusionOk="0">
                    <a:moveTo>
                      <a:pt x="73152" y="62447"/>
                    </a:moveTo>
                    <a:lnTo>
                      <a:pt x="0" y="74118"/>
                    </a:lnTo>
                    <a:lnTo>
                      <a:pt x="1784" y="25722"/>
                    </a:lnTo>
                    <a:lnTo>
                      <a:pt x="72557" y="0"/>
                    </a:lnTo>
                    <a:lnTo>
                      <a:pt x="73152" y="6244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4" name="Google Shape;704;p17"/>
              <p:cNvSpPr/>
              <p:nvPr/>
            </p:nvSpPr>
            <p:spPr>
              <a:xfrm>
                <a:off x="8764574" y="1618052"/>
                <a:ext cx="204646" cy="196695"/>
              </a:xfrm>
              <a:custGeom>
                <a:avLst/>
                <a:gdLst/>
                <a:ahLst/>
                <a:cxnLst/>
                <a:rect l="l" t="t" r="r" b="b"/>
                <a:pathLst>
                  <a:path w="88020" h="84600" extrusionOk="0">
                    <a:moveTo>
                      <a:pt x="88021" y="69138"/>
                    </a:moveTo>
                    <a:lnTo>
                      <a:pt x="0" y="84601"/>
                    </a:lnTo>
                    <a:lnTo>
                      <a:pt x="2454" y="15314"/>
                    </a:lnTo>
                    <a:lnTo>
                      <a:pt x="87351" y="0"/>
                    </a:lnTo>
                    <a:lnTo>
                      <a:pt x="88021" y="6913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5" name="Google Shape;705;p17"/>
              <p:cNvSpPr/>
              <p:nvPr/>
            </p:nvSpPr>
            <p:spPr>
              <a:xfrm>
                <a:off x="8714488" y="2879895"/>
                <a:ext cx="268252" cy="337044"/>
              </a:xfrm>
              <a:custGeom>
                <a:avLst/>
                <a:gdLst/>
                <a:ahLst/>
                <a:cxnLst/>
                <a:rect l="l" t="t" r="r" b="b"/>
                <a:pathLst>
                  <a:path w="115377" h="144965" extrusionOk="0">
                    <a:moveTo>
                      <a:pt x="115377" y="144966"/>
                    </a:moveTo>
                    <a:lnTo>
                      <a:pt x="0" y="136714"/>
                    </a:lnTo>
                    <a:lnTo>
                      <a:pt x="3717" y="33082"/>
                    </a:lnTo>
                    <a:cubicBezTo>
                      <a:pt x="39921" y="22377"/>
                      <a:pt x="77240" y="11151"/>
                      <a:pt x="114040" y="0"/>
                    </a:cubicBezTo>
                    <a:lnTo>
                      <a:pt x="115377" y="14496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6" name="Google Shape;706;p17"/>
              <p:cNvSpPr/>
              <p:nvPr/>
            </p:nvSpPr>
            <p:spPr>
              <a:xfrm>
                <a:off x="8689097" y="3743982"/>
                <a:ext cx="299711" cy="154694"/>
              </a:xfrm>
              <a:custGeom>
                <a:avLst/>
                <a:gdLst/>
                <a:ahLst/>
                <a:cxnLst/>
                <a:rect l="l" t="t" r="r" b="b"/>
                <a:pathLst>
                  <a:path w="128908" h="66535" extrusionOk="0">
                    <a:moveTo>
                      <a:pt x="128909" y="51741"/>
                    </a:moveTo>
                    <a:lnTo>
                      <a:pt x="0" y="66536"/>
                    </a:lnTo>
                    <a:lnTo>
                      <a:pt x="2007" y="11523"/>
                    </a:lnTo>
                    <a:lnTo>
                      <a:pt x="128462" y="0"/>
                    </a:lnTo>
                    <a:lnTo>
                      <a:pt x="128909" y="51741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7" name="Google Shape;707;p17"/>
              <p:cNvSpPr/>
              <p:nvPr/>
            </p:nvSpPr>
            <p:spPr>
              <a:xfrm>
                <a:off x="8677527" y="4059701"/>
                <a:ext cx="314400" cy="157633"/>
              </a:xfrm>
              <a:custGeom>
                <a:avLst/>
                <a:gdLst/>
                <a:ahLst/>
                <a:cxnLst/>
                <a:rect l="l" t="t" r="r" b="b"/>
                <a:pathLst>
                  <a:path w="135226" h="67799" extrusionOk="0">
                    <a:moveTo>
                      <a:pt x="135227" y="53154"/>
                    </a:moveTo>
                    <a:lnTo>
                      <a:pt x="0" y="67799"/>
                    </a:lnTo>
                    <a:lnTo>
                      <a:pt x="2230" y="6170"/>
                    </a:lnTo>
                    <a:lnTo>
                      <a:pt x="134707" y="0"/>
                    </a:lnTo>
                    <a:lnTo>
                      <a:pt x="135227" y="5315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8" name="Google Shape;708;p17"/>
              <p:cNvSpPr/>
              <p:nvPr/>
            </p:nvSpPr>
            <p:spPr>
              <a:xfrm>
                <a:off x="8848514" y="558972"/>
                <a:ext cx="647819" cy="981406"/>
              </a:xfrm>
              <a:custGeom>
                <a:avLst/>
                <a:gdLst/>
                <a:ahLst/>
                <a:cxnLst/>
                <a:rect l="l" t="t" r="r" b="b"/>
                <a:pathLst>
                  <a:path w="278632" h="422110" extrusionOk="0">
                    <a:moveTo>
                      <a:pt x="0" y="359590"/>
                    </a:moveTo>
                    <a:lnTo>
                      <a:pt x="240644" y="0"/>
                    </a:lnTo>
                    <a:lnTo>
                      <a:pt x="278633" y="3122"/>
                    </a:lnTo>
                    <a:lnTo>
                      <a:pt x="23269" y="422111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09" name="Google Shape;709;p17"/>
              <p:cNvSpPr/>
              <p:nvPr/>
            </p:nvSpPr>
            <p:spPr>
              <a:xfrm>
                <a:off x="8902574" y="3085943"/>
                <a:ext cx="612558" cy="536333"/>
              </a:xfrm>
              <a:custGeom>
                <a:avLst/>
                <a:gdLst/>
                <a:ahLst/>
                <a:cxnLst/>
                <a:rect l="l" t="t" r="r" b="b"/>
                <a:pathLst>
                  <a:path w="263466" h="230681" extrusionOk="0">
                    <a:moveTo>
                      <a:pt x="0" y="161990"/>
                    </a:moveTo>
                    <a:lnTo>
                      <a:pt x="241833" y="0"/>
                    </a:lnTo>
                    <a:lnTo>
                      <a:pt x="263467" y="34941"/>
                    </a:lnTo>
                    <a:lnTo>
                      <a:pt x="10037" y="230682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0" name="Google Shape;710;p17"/>
              <p:cNvSpPr/>
              <p:nvPr/>
            </p:nvSpPr>
            <p:spPr>
              <a:xfrm>
                <a:off x="-807116" y="5213890"/>
                <a:ext cx="3747307" cy="1265148"/>
              </a:xfrm>
              <a:custGeom>
                <a:avLst/>
                <a:gdLst/>
                <a:ahLst/>
                <a:cxnLst/>
                <a:rect l="l" t="t" r="r" b="b"/>
                <a:pathLst>
                  <a:path w="1775975" h="599596" extrusionOk="0">
                    <a:moveTo>
                      <a:pt x="104152" y="101013"/>
                    </a:moveTo>
                    <a:cubicBezTo>
                      <a:pt x="104152" y="101013"/>
                      <a:pt x="1089028" y="-219770"/>
                      <a:pt x="1678259" y="281960"/>
                    </a:cubicBezTo>
                    <a:cubicBezTo>
                      <a:pt x="2267415" y="783616"/>
                      <a:pt x="0" y="540892"/>
                      <a:pt x="0" y="540892"/>
                    </a:cubicBezTo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1" name="Google Shape;711;p17"/>
              <p:cNvSpPr/>
              <p:nvPr/>
            </p:nvSpPr>
            <p:spPr>
              <a:xfrm>
                <a:off x="-1" y="-245760"/>
                <a:ext cx="523922" cy="6397162"/>
              </a:xfrm>
              <a:custGeom>
                <a:avLst/>
                <a:gdLst/>
                <a:ahLst/>
                <a:cxnLst/>
                <a:rect l="l" t="t" r="r" b="b"/>
                <a:pathLst>
                  <a:path w="226072" h="2760372" extrusionOk="0">
                    <a:moveTo>
                      <a:pt x="226073" y="2760373"/>
                    </a:moveTo>
                    <a:lnTo>
                      <a:pt x="0" y="2712497"/>
                    </a:lnTo>
                    <a:lnTo>
                      <a:pt x="15612" y="1909015"/>
                    </a:lnTo>
                    <a:lnTo>
                      <a:pt x="19924" y="1790514"/>
                    </a:lnTo>
                    <a:lnTo>
                      <a:pt x="43416" y="1142405"/>
                    </a:lnTo>
                    <a:lnTo>
                      <a:pt x="47653" y="1023979"/>
                    </a:lnTo>
                    <a:lnTo>
                      <a:pt x="61852" y="633018"/>
                    </a:lnTo>
                    <a:lnTo>
                      <a:pt x="64975" y="546707"/>
                    </a:lnTo>
                    <a:lnTo>
                      <a:pt x="71814" y="357657"/>
                    </a:lnTo>
                    <a:lnTo>
                      <a:pt x="73152" y="320561"/>
                    </a:lnTo>
                    <a:lnTo>
                      <a:pt x="84749" y="0"/>
                    </a:lnTo>
                    <a:lnTo>
                      <a:pt x="126827" y="0"/>
                    </a:lnTo>
                    <a:lnTo>
                      <a:pt x="139762" y="311788"/>
                    </a:lnTo>
                    <a:lnTo>
                      <a:pt x="142810" y="384866"/>
                    </a:lnTo>
                    <a:lnTo>
                      <a:pt x="148906" y="532136"/>
                    </a:lnTo>
                    <a:lnTo>
                      <a:pt x="152920" y="627665"/>
                    </a:lnTo>
                    <a:lnTo>
                      <a:pt x="169350" y="1023979"/>
                    </a:lnTo>
                    <a:lnTo>
                      <a:pt x="173959" y="1133559"/>
                    </a:lnTo>
                    <a:lnTo>
                      <a:pt x="200276" y="1768063"/>
                    </a:lnTo>
                    <a:lnTo>
                      <a:pt x="206149" y="1909015"/>
                    </a:lnTo>
                    <a:lnTo>
                      <a:pt x="226073" y="276037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2" name="Google Shape;712;p17"/>
              <p:cNvSpPr/>
              <p:nvPr/>
            </p:nvSpPr>
            <p:spPr>
              <a:xfrm>
                <a:off x="143357" y="987615"/>
                <a:ext cx="211050" cy="233792"/>
              </a:xfrm>
              <a:custGeom>
                <a:avLst/>
                <a:gdLst/>
                <a:ahLst/>
                <a:cxnLst/>
                <a:rect l="l" t="t" r="r" b="b"/>
                <a:pathLst>
                  <a:path w="91068" h="100881" extrusionOk="0">
                    <a:moveTo>
                      <a:pt x="91068" y="95529"/>
                    </a:moveTo>
                    <a:lnTo>
                      <a:pt x="0" y="100881"/>
                    </a:lnTo>
                    <a:lnTo>
                      <a:pt x="3123" y="14571"/>
                    </a:lnTo>
                    <a:lnTo>
                      <a:pt x="87054" y="0"/>
                    </a:lnTo>
                    <a:lnTo>
                      <a:pt x="91068" y="9552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3" name="Google Shape;713;p17"/>
              <p:cNvSpPr/>
              <p:nvPr/>
            </p:nvSpPr>
            <p:spPr>
              <a:xfrm>
                <a:off x="166447" y="476896"/>
                <a:ext cx="164533" cy="169356"/>
              </a:xfrm>
              <a:custGeom>
                <a:avLst/>
                <a:gdLst/>
                <a:ahLst/>
                <a:cxnLst/>
                <a:rect l="l" t="t" r="r" b="b"/>
                <a:pathLst>
                  <a:path w="70996" h="73077" extrusionOk="0">
                    <a:moveTo>
                      <a:pt x="70996" y="73078"/>
                    </a:moveTo>
                    <a:lnTo>
                      <a:pt x="0" y="45869"/>
                    </a:lnTo>
                    <a:lnTo>
                      <a:pt x="1338" y="8772"/>
                    </a:lnTo>
                    <a:lnTo>
                      <a:pt x="67948" y="0"/>
                    </a:lnTo>
                    <a:lnTo>
                      <a:pt x="70996" y="730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4" name="Google Shape;714;p17"/>
              <p:cNvSpPr/>
              <p:nvPr/>
            </p:nvSpPr>
            <p:spPr>
              <a:xfrm>
                <a:off x="100625" y="2127598"/>
                <a:ext cx="302533" cy="274450"/>
              </a:xfrm>
              <a:custGeom>
                <a:avLst/>
                <a:gdLst/>
                <a:ahLst/>
                <a:cxnLst/>
                <a:rect l="l" t="t" r="r" b="b"/>
                <a:pathLst>
                  <a:path w="130543" h="118425" extrusionOk="0">
                    <a:moveTo>
                      <a:pt x="130544" y="109579"/>
                    </a:moveTo>
                    <a:lnTo>
                      <a:pt x="0" y="118426"/>
                    </a:lnTo>
                    <a:lnTo>
                      <a:pt x="4238" y="0"/>
                    </a:lnTo>
                    <a:lnTo>
                      <a:pt x="125934" y="0"/>
                    </a:lnTo>
                    <a:lnTo>
                      <a:pt x="130544" y="10957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5" name="Google Shape;715;p17"/>
              <p:cNvSpPr/>
              <p:nvPr/>
            </p:nvSpPr>
            <p:spPr>
              <a:xfrm>
                <a:off x="36184" y="3852221"/>
                <a:ext cx="441567" cy="326654"/>
              </a:xfrm>
              <a:custGeom>
                <a:avLst/>
                <a:gdLst/>
                <a:ahLst/>
                <a:cxnLst/>
                <a:rect l="l" t="t" r="r" b="b"/>
                <a:pathLst>
                  <a:path w="190536" h="140951" extrusionOk="0">
                    <a:moveTo>
                      <a:pt x="190537" y="140952"/>
                    </a:moveTo>
                    <a:lnTo>
                      <a:pt x="0" y="140952"/>
                    </a:lnTo>
                    <a:lnTo>
                      <a:pt x="4312" y="22451"/>
                    </a:lnTo>
                    <a:lnTo>
                      <a:pt x="184664" y="0"/>
                    </a:lnTo>
                    <a:lnTo>
                      <a:pt x="190537" y="140952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6" name="Google Shape;716;p17"/>
              <p:cNvSpPr/>
              <p:nvPr/>
            </p:nvSpPr>
            <p:spPr>
              <a:xfrm>
                <a:off x="261904" y="1390470"/>
                <a:ext cx="319936" cy="513583"/>
              </a:xfrm>
              <a:custGeom>
                <a:avLst/>
                <a:gdLst/>
                <a:ahLst/>
                <a:cxnLst/>
                <a:rect l="l" t="t" r="r" b="b"/>
                <a:pathLst>
                  <a:path w="138052" h="221611" extrusionOk="0">
                    <a:moveTo>
                      <a:pt x="0" y="153218"/>
                    </a:moveTo>
                    <a:lnTo>
                      <a:pt x="113074" y="0"/>
                    </a:lnTo>
                    <a:lnTo>
                      <a:pt x="138052" y="0"/>
                    </a:lnTo>
                    <a:lnTo>
                      <a:pt x="29811" y="221612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7" name="Google Shape;717;p17"/>
              <p:cNvSpPr/>
              <p:nvPr/>
            </p:nvSpPr>
            <p:spPr>
              <a:xfrm>
                <a:off x="261904" y="-94302"/>
                <a:ext cx="628499" cy="491704"/>
              </a:xfrm>
              <a:custGeom>
                <a:avLst/>
                <a:gdLst/>
                <a:ahLst/>
                <a:cxnLst/>
                <a:rect l="l" t="t" r="r" b="b"/>
                <a:pathLst>
                  <a:path w="271197" h="212170" extrusionOk="0">
                    <a:moveTo>
                      <a:pt x="0" y="172175"/>
                    </a:moveTo>
                    <a:lnTo>
                      <a:pt x="217003" y="0"/>
                    </a:lnTo>
                    <a:lnTo>
                      <a:pt x="271198" y="0"/>
                    </a:lnTo>
                    <a:lnTo>
                      <a:pt x="25351" y="212171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18" name="Google Shape;718;p17"/>
              <p:cNvSpPr/>
              <p:nvPr/>
            </p:nvSpPr>
            <p:spPr>
              <a:xfrm flipH="1">
                <a:off x="-788298" y="-228638"/>
                <a:ext cx="3003025" cy="859507"/>
              </a:xfrm>
              <a:custGeom>
                <a:avLst/>
                <a:gdLst/>
                <a:ahLst/>
                <a:cxnLst/>
                <a:rect l="l" t="t" r="r" b="b"/>
                <a:pathLst>
                  <a:path w="1925016" h="550966" extrusionOk="0">
                    <a:moveTo>
                      <a:pt x="0" y="0"/>
                    </a:moveTo>
                    <a:cubicBezTo>
                      <a:pt x="0" y="0"/>
                      <a:pt x="21128" y="204053"/>
                      <a:pt x="272092" y="229500"/>
                    </a:cubicBezTo>
                    <a:cubicBezTo>
                      <a:pt x="302535" y="369023"/>
                      <a:pt x="407834" y="285323"/>
                      <a:pt x="407834" y="285323"/>
                    </a:cubicBezTo>
                    <a:cubicBezTo>
                      <a:pt x="407834" y="285323"/>
                      <a:pt x="693292" y="563760"/>
                      <a:pt x="948915" y="310230"/>
                    </a:cubicBezTo>
                    <a:cubicBezTo>
                      <a:pt x="990764" y="680805"/>
                      <a:pt x="1983150" y="657653"/>
                      <a:pt x="1922332" y="0"/>
                    </a:cubicBez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19" name="Google Shape;719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TITLE_ONLY_4">
    <p:spTree>
      <p:nvGrpSpPr>
        <p:cNvPr id="1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1" name="Google Shape;721;p18"/>
          <p:cNvGrpSpPr/>
          <p:nvPr/>
        </p:nvGrpSpPr>
        <p:grpSpPr>
          <a:xfrm>
            <a:off x="-228392" y="-935898"/>
            <a:ext cx="9440746" cy="6141615"/>
            <a:chOff x="-228392" y="-935898"/>
            <a:chExt cx="9440746" cy="6141615"/>
          </a:xfrm>
        </p:grpSpPr>
        <p:sp>
          <p:nvSpPr>
            <p:cNvPr id="722" name="Google Shape;722;p18"/>
            <p:cNvSpPr/>
            <p:nvPr/>
          </p:nvSpPr>
          <p:spPr>
            <a:xfrm>
              <a:off x="-108006" y="-47181"/>
              <a:ext cx="1859638" cy="586401"/>
            </a:xfrm>
            <a:custGeom>
              <a:avLst/>
              <a:gdLst/>
              <a:ahLst/>
              <a:cxnLst/>
              <a:rect l="l" t="t" r="r" b="b"/>
              <a:pathLst>
                <a:path w="1205600" h="380163" extrusionOk="0">
                  <a:moveTo>
                    <a:pt x="49465" y="280025"/>
                  </a:moveTo>
                  <a:cubicBezTo>
                    <a:pt x="49465" y="280025"/>
                    <a:pt x="182096" y="446299"/>
                    <a:pt x="356545" y="296729"/>
                  </a:cubicBezTo>
                  <a:cubicBezTo>
                    <a:pt x="472355" y="464003"/>
                    <a:pt x="629219" y="352193"/>
                    <a:pt x="547876" y="202740"/>
                  </a:cubicBezTo>
                  <a:cubicBezTo>
                    <a:pt x="660156" y="270379"/>
                    <a:pt x="849898" y="213739"/>
                    <a:pt x="895834" y="139395"/>
                  </a:cubicBezTo>
                  <a:cubicBezTo>
                    <a:pt x="924183" y="264556"/>
                    <a:pt x="1174448" y="243089"/>
                    <a:pt x="1196033" y="139395"/>
                  </a:cubicBezTo>
                  <a:cubicBezTo>
                    <a:pt x="1217560" y="35702"/>
                    <a:pt x="1196033" y="0"/>
                    <a:pt x="1196033" y="0"/>
                  </a:cubicBezTo>
                  <a:lnTo>
                    <a:pt x="0" y="0"/>
                  </a:lnTo>
                  <a:lnTo>
                    <a:pt x="49465" y="280025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3" name="Google Shape;723;p18"/>
            <p:cNvSpPr/>
            <p:nvPr/>
          </p:nvSpPr>
          <p:spPr>
            <a:xfrm>
              <a:off x="6651060" y="-186273"/>
              <a:ext cx="2493772" cy="685061"/>
            </a:xfrm>
            <a:custGeom>
              <a:avLst/>
              <a:gdLst/>
              <a:ahLst/>
              <a:cxnLst/>
              <a:rect l="l" t="t" r="r" b="b"/>
              <a:pathLst>
                <a:path w="2015169" h="553585" extrusionOk="0">
                  <a:moveTo>
                    <a:pt x="0" y="209269"/>
                  </a:moveTo>
                  <a:cubicBezTo>
                    <a:pt x="0" y="209269"/>
                    <a:pt x="31232" y="479883"/>
                    <a:pt x="382013" y="362603"/>
                  </a:cubicBezTo>
                  <a:cubicBezTo>
                    <a:pt x="410186" y="414773"/>
                    <a:pt x="442535" y="373249"/>
                    <a:pt x="442535" y="373249"/>
                  </a:cubicBezTo>
                  <a:cubicBezTo>
                    <a:pt x="442535" y="373249"/>
                    <a:pt x="534230" y="441241"/>
                    <a:pt x="607986" y="373249"/>
                  </a:cubicBezTo>
                  <a:cubicBezTo>
                    <a:pt x="657156" y="496705"/>
                    <a:pt x="820784" y="449887"/>
                    <a:pt x="820784" y="449887"/>
                  </a:cubicBezTo>
                  <a:cubicBezTo>
                    <a:pt x="820784" y="449887"/>
                    <a:pt x="971648" y="584871"/>
                    <a:pt x="1083164" y="402128"/>
                  </a:cubicBezTo>
                  <a:cubicBezTo>
                    <a:pt x="1155509" y="564932"/>
                    <a:pt x="1425476" y="645981"/>
                    <a:pt x="1449297" y="386365"/>
                  </a:cubicBezTo>
                  <a:cubicBezTo>
                    <a:pt x="1541638" y="530172"/>
                    <a:pt x="1589280" y="408539"/>
                    <a:pt x="1589280" y="408539"/>
                  </a:cubicBezTo>
                  <a:cubicBezTo>
                    <a:pt x="1591515" y="420067"/>
                    <a:pt x="1690033" y="532524"/>
                    <a:pt x="1806725" y="419655"/>
                  </a:cubicBezTo>
                  <a:cubicBezTo>
                    <a:pt x="1801254" y="524231"/>
                    <a:pt x="2015170" y="544699"/>
                    <a:pt x="2015170" y="544699"/>
                  </a:cubicBezTo>
                  <a:lnTo>
                    <a:pt x="2015170" y="0"/>
                  </a:lnTo>
                  <a:lnTo>
                    <a:pt x="39760" y="0"/>
                  </a:lnTo>
                  <a:lnTo>
                    <a:pt x="59" y="209328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4" name="Google Shape;724;p18"/>
            <p:cNvSpPr/>
            <p:nvPr/>
          </p:nvSpPr>
          <p:spPr>
            <a:xfrm>
              <a:off x="208" y="3771130"/>
              <a:ext cx="9208574" cy="1433966"/>
            </a:xfrm>
            <a:custGeom>
              <a:avLst/>
              <a:gdLst/>
              <a:ahLst/>
              <a:cxnLst/>
              <a:rect l="l" t="t" r="r" b="b"/>
              <a:pathLst>
                <a:path w="4411293" h="686930" extrusionOk="0">
                  <a:moveTo>
                    <a:pt x="0" y="686931"/>
                  </a:moveTo>
                  <a:lnTo>
                    <a:pt x="0" y="510305"/>
                  </a:lnTo>
                  <a:cubicBezTo>
                    <a:pt x="0" y="510305"/>
                    <a:pt x="249911" y="374027"/>
                    <a:pt x="646040" y="412316"/>
                  </a:cubicBezTo>
                  <a:cubicBezTo>
                    <a:pt x="990058" y="445607"/>
                    <a:pt x="1374306" y="527597"/>
                    <a:pt x="1744379" y="507305"/>
                  </a:cubicBezTo>
                  <a:cubicBezTo>
                    <a:pt x="2396065" y="471545"/>
                    <a:pt x="2769785" y="210635"/>
                    <a:pt x="3180030" y="112705"/>
                  </a:cubicBezTo>
                  <a:cubicBezTo>
                    <a:pt x="3786722" y="-32160"/>
                    <a:pt x="4411294" y="4013"/>
                    <a:pt x="4411294" y="4013"/>
                  </a:cubicBezTo>
                  <a:lnTo>
                    <a:pt x="4411294" y="686931"/>
                  </a:lnTo>
                  <a:lnTo>
                    <a:pt x="0" y="68693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5" name="Google Shape;725;p18"/>
            <p:cNvSpPr/>
            <p:nvPr/>
          </p:nvSpPr>
          <p:spPr>
            <a:xfrm>
              <a:off x="6235260" y="3362608"/>
              <a:ext cx="2354581" cy="1842190"/>
            </a:xfrm>
            <a:custGeom>
              <a:avLst/>
              <a:gdLst/>
              <a:ahLst/>
              <a:cxnLst/>
              <a:rect l="l" t="t" r="r" b="b"/>
              <a:pathLst>
                <a:path w="1127943" h="882486" extrusionOk="0">
                  <a:moveTo>
                    <a:pt x="791511" y="581111"/>
                  </a:moveTo>
                  <a:lnTo>
                    <a:pt x="1002663" y="290852"/>
                  </a:lnTo>
                  <a:cubicBezTo>
                    <a:pt x="973372" y="231741"/>
                    <a:pt x="937259" y="176689"/>
                    <a:pt x="892735" y="130753"/>
                  </a:cubicBezTo>
                  <a:lnTo>
                    <a:pt x="749928" y="370254"/>
                  </a:lnTo>
                  <a:lnTo>
                    <a:pt x="815567" y="66820"/>
                  </a:lnTo>
                  <a:cubicBezTo>
                    <a:pt x="736047" y="15061"/>
                    <a:pt x="636295" y="-11112"/>
                    <a:pt x="511074" y="4474"/>
                  </a:cubicBezTo>
                  <a:cubicBezTo>
                    <a:pt x="376326" y="21237"/>
                    <a:pt x="276514" y="71937"/>
                    <a:pt x="202641" y="140987"/>
                  </a:cubicBezTo>
                  <a:lnTo>
                    <a:pt x="247459" y="359432"/>
                  </a:lnTo>
                  <a:lnTo>
                    <a:pt x="123239" y="235800"/>
                  </a:lnTo>
                  <a:cubicBezTo>
                    <a:pt x="66187" y="322730"/>
                    <a:pt x="34426" y="423189"/>
                    <a:pt x="17545" y="518648"/>
                  </a:cubicBezTo>
                  <a:lnTo>
                    <a:pt x="143236" y="659572"/>
                  </a:lnTo>
                  <a:lnTo>
                    <a:pt x="4488" y="619283"/>
                  </a:lnTo>
                  <a:cubicBezTo>
                    <a:pt x="-7981" y="766853"/>
                    <a:pt x="9488" y="882487"/>
                    <a:pt x="9488" y="882487"/>
                  </a:cubicBezTo>
                  <a:lnTo>
                    <a:pt x="1127942" y="882487"/>
                  </a:lnTo>
                  <a:cubicBezTo>
                    <a:pt x="1127942" y="882487"/>
                    <a:pt x="1129177" y="671747"/>
                    <a:pt x="1066067" y="456244"/>
                  </a:cubicBezTo>
                  <a:lnTo>
                    <a:pt x="791452" y="581052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6" name="Google Shape;726;p18"/>
            <p:cNvSpPr/>
            <p:nvPr/>
          </p:nvSpPr>
          <p:spPr>
            <a:xfrm>
              <a:off x="-39" y="4151562"/>
              <a:ext cx="1495575" cy="1053699"/>
            </a:xfrm>
            <a:custGeom>
              <a:avLst/>
              <a:gdLst/>
              <a:ahLst/>
              <a:cxnLst/>
              <a:rect l="l" t="t" r="r" b="b"/>
              <a:pathLst>
                <a:path w="716443" h="504766" extrusionOk="0">
                  <a:moveTo>
                    <a:pt x="627219" y="139869"/>
                  </a:moveTo>
                  <a:lnTo>
                    <a:pt x="541817" y="241798"/>
                  </a:lnTo>
                  <a:lnTo>
                    <a:pt x="577695" y="102109"/>
                  </a:lnTo>
                  <a:cubicBezTo>
                    <a:pt x="549581" y="83582"/>
                    <a:pt x="519643" y="68231"/>
                    <a:pt x="488824" y="55585"/>
                  </a:cubicBezTo>
                  <a:lnTo>
                    <a:pt x="468120" y="164219"/>
                  </a:lnTo>
                  <a:lnTo>
                    <a:pt x="461062" y="44998"/>
                  </a:lnTo>
                  <a:cubicBezTo>
                    <a:pt x="328843" y="-1820"/>
                    <a:pt x="184860" y="-3408"/>
                    <a:pt x="93577" y="2356"/>
                  </a:cubicBezTo>
                  <a:lnTo>
                    <a:pt x="93577" y="139810"/>
                  </a:lnTo>
                  <a:lnTo>
                    <a:pt x="34761" y="7591"/>
                  </a:lnTo>
                  <a:cubicBezTo>
                    <a:pt x="12704" y="10179"/>
                    <a:pt x="0" y="12414"/>
                    <a:pt x="0" y="12414"/>
                  </a:cubicBezTo>
                  <a:lnTo>
                    <a:pt x="0" y="504766"/>
                  </a:lnTo>
                  <a:lnTo>
                    <a:pt x="566814" y="504766"/>
                  </a:lnTo>
                  <a:cubicBezTo>
                    <a:pt x="566814" y="504766"/>
                    <a:pt x="609927" y="439598"/>
                    <a:pt x="716443" y="251973"/>
                  </a:cubicBezTo>
                  <a:cubicBezTo>
                    <a:pt x="692270" y="207390"/>
                    <a:pt x="661803" y="170454"/>
                    <a:pt x="627101" y="139869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27" name="Google Shape;727;p18"/>
            <p:cNvSpPr/>
            <p:nvPr/>
          </p:nvSpPr>
          <p:spPr>
            <a:xfrm>
              <a:off x="8030860" y="-935898"/>
              <a:ext cx="1181260" cy="6138968"/>
            </a:xfrm>
            <a:custGeom>
              <a:avLst/>
              <a:gdLst/>
              <a:ahLst/>
              <a:cxnLst/>
              <a:rect l="l" t="t" r="r" b="b"/>
              <a:pathLst>
                <a:path w="565873" h="2940823" extrusionOk="0">
                  <a:moveTo>
                    <a:pt x="405716" y="2940823"/>
                  </a:moveTo>
                  <a:lnTo>
                    <a:pt x="0" y="0"/>
                  </a:lnTo>
                  <a:lnTo>
                    <a:pt x="92342" y="0"/>
                  </a:lnTo>
                  <a:lnTo>
                    <a:pt x="565873" y="2600276"/>
                  </a:lnTo>
                  <a:lnTo>
                    <a:pt x="565873" y="2940823"/>
                  </a:lnTo>
                  <a:lnTo>
                    <a:pt x="405716" y="2940823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28" name="Google Shape;728;p18"/>
            <p:cNvGrpSpPr/>
            <p:nvPr/>
          </p:nvGrpSpPr>
          <p:grpSpPr>
            <a:xfrm>
              <a:off x="-228392" y="-935898"/>
              <a:ext cx="1349188" cy="6141615"/>
              <a:chOff x="973086" y="0"/>
              <a:chExt cx="646039" cy="2940823"/>
            </a:xfrm>
          </p:grpSpPr>
          <p:sp>
            <p:nvSpPr>
              <p:cNvPr id="729" name="Google Shape;729;p18"/>
              <p:cNvSpPr/>
              <p:nvPr/>
            </p:nvSpPr>
            <p:spPr>
              <a:xfrm>
                <a:off x="1132302" y="0"/>
                <a:ext cx="262909" cy="2940823"/>
              </a:xfrm>
              <a:custGeom>
                <a:avLst/>
                <a:gdLst/>
                <a:ahLst/>
                <a:cxnLst/>
                <a:rect l="l" t="t" r="r" b="b"/>
                <a:pathLst>
                  <a:path w="262909" h="2940823" extrusionOk="0">
                    <a:moveTo>
                      <a:pt x="88754" y="0"/>
                    </a:moveTo>
                    <a:lnTo>
                      <a:pt x="197153" y="0"/>
                    </a:lnTo>
                    <a:lnTo>
                      <a:pt x="262910" y="2940823"/>
                    </a:lnTo>
                    <a:lnTo>
                      <a:pt x="0" y="2940823"/>
                    </a:lnTo>
                    <a:lnTo>
                      <a:pt x="88754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0" name="Google Shape;730;p18"/>
              <p:cNvSpPr/>
              <p:nvPr/>
            </p:nvSpPr>
            <p:spPr>
              <a:xfrm>
                <a:off x="1296929" y="0"/>
                <a:ext cx="322196" cy="625513"/>
              </a:xfrm>
              <a:custGeom>
                <a:avLst/>
                <a:gdLst/>
                <a:ahLst/>
                <a:cxnLst/>
                <a:rect l="l" t="t" r="r" b="b"/>
                <a:pathLst>
                  <a:path w="322196" h="625513" extrusionOk="0">
                    <a:moveTo>
                      <a:pt x="0" y="625513"/>
                    </a:moveTo>
                    <a:lnTo>
                      <a:pt x="322197" y="0"/>
                    </a:lnTo>
                    <a:lnTo>
                      <a:pt x="275790" y="0"/>
                    </a:lnTo>
                    <a:lnTo>
                      <a:pt x="0" y="457533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1" name="Google Shape;731;p18"/>
              <p:cNvSpPr/>
              <p:nvPr/>
            </p:nvSpPr>
            <p:spPr>
              <a:xfrm>
                <a:off x="973086" y="184389"/>
                <a:ext cx="279260" cy="280260"/>
              </a:xfrm>
              <a:custGeom>
                <a:avLst/>
                <a:gdLst/>
                <a:ahLst/>
                <a:cxnLst/>
                <a:rect l="l" t="t" r="r" b="b"/>
                <a:pathLst>
                  <a:path w="279260" h="280260" extrusionOk="0">
                    <a:moveTo>
                      <a:pt x="279261" y="112339"/>
                    </a:moveTo>
                    <a:lnTo>
                      <a:pt x="0" y="0"/>
                    </a:lnTo>
                    <a:lnTo>
                      <a:pt x="0" y="128338"/>
                    </a:lnTo>
                    <a:lnTo>
                      <a:pt x="259851" y="28026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32" name="Google Shape;732;p18"/>
            <p:cNvSpPr/>
            <p:nvPr/>
          </p:nvSpPr>
          <p:spPr>
            <a:xfrm>
              <a:off x="8414342" y="193912"/>
              <a:ext cx="414133" cy="586270"/>
            </a:xfrm>
            <a:custGeom>
              <a:avLst/>
              <a:gdLst/>
              <a:ahLst/>
              <a:cxnLst/>
              <a:rect l="l" t="t" r="r" b="b"/>
              <a:pathLst>
                <a:path w="198387" h="280848" extrusionOk="0">
                  <a:moveTo>
                    <a:pt x="28056" y="280849"/>
                  </a:moveTo>
                  <a:lnTo>
                    <a:pt x="198388" y="12646"/>
                  </a:lnTo>
                  <a:lnTo>
                    <a:pt x="154569" y="0"/>
                  </a:lnTo>
                  <a:lnTo>
                    <a:pt x="0" y="201152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3" name="Google Shape;733;p18"/>
            <p:cNvSpPr/>
            <p:nvPr/>
          </p:nvSpPr>
          <p:spPr>
            <a:xfrm>
              <a:off x="-228392" y="-428233"/>
              <a:ext cx="582955" cy="2197872"/>
            </a:xfrm>
            <a:custGeom>
              <a:avLst/>
              <a:gdLst/>
              <a:ahLst/>
              <a:cxnLst/>
              <a:rect l="l" t="t" r="r" b="b"/>
              <a:pathLst>
                <a:path w="279260" h="1052873" extrusionOk="0">
                  <a:moveTo>
                    <a:pt x="0" y="69639"/>
                  </a:moveTo>
                  <a:lnTo>
                    <a:pt x="0" y="0"/>
                  </a:lnTo>
                  <a:lnTo>
                    <a:pt x="279261" y="136278"/>
                  </a:lnTo>
                  <a:lnTo>
                    <a:pt x="208857" y="1052874"/>
                  </a:lnTo>
                  <a:lnTo>
                    <a:pt x="220150" y="198388"/>
                  </a:lnTo>
                  <a:lnTo>
                    <a:pt x="0" y="69639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34" name="Google Shape;734;p18"/>
            <p:cNvSpPr/>
            <p:nvPr/>
          </p:nvSpPr>
          <p:spPr>
            <a:xfrm>
              <a:off x="8573656" y="985936"/>
              <a:ext cx="638698" cy="4015375"/>
            </a:xfrm>
            <a:custGeom>
              <a:avLst/>
              <a:gdLst/>
              <a:ahLst/>
              <a:cxnLst/>
              <a:rect l="l" t="t" r="r" b="b"/>
              <a:pathLst>
                <a:path w="305963" h="1923533" extrusionOk="0">
                  <a:moveTo>
                    <a:pt x="0" y="0"/>
                  </a:moveTo>
                  <a:lnTo>
                    <a:pt x="305963" y="1680034"/>
                  </a:lnTo>
                  <a:lnTo>
                    <a:pt x="305963" y="192353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35" name="Google Shape;735;p18"/>
            <p:cNvGrpSpPr/>
            <p:nvPr/>
          </p:nvGrpSpPr>
          <p:grpSpPr>
            <a:xfrm>
              <a:off x="5243174" y="3809170"/>
              <a:ext cx="657652" cy="684853"/>
              <a:chOff x="3483604" y="2272107"/>
              <a:chExt cx="314907" cy="327932"/>
            </a:xfrm>
          </p:grpSpPr>
          <p:sp>
            <p:nvSpPr>
              <p:cNvPr id="736" name="Google Shape;736;p18"/>
              <p:cNvSpPr/>
              <p:nvPr/>
            </p:nvSpPr>
            <p:spPr>
              <a:xfrm>
                <a:off x="3483604" y="2455374"/>
                <a:ext cx="88699" cy="76154"/>
              </a:xfrm>
              <a:custGeom>
                <a:avLst/>
                <a:gdLst/>
                <a:ahLst/>
                <a:cxnLst/>
                <a:rect l="l" t="t" r="r" b="b"/>
                <a:pathLst>
                  <a:path w="88699" h="76154" extrusionOk="0">
                    <a:moveTo>
                      <a:pt x="356" y="64794"/>
                    </a:moveTo>
                    <a:cubicBezTo>
                      <a:pt x="-4114" y="52325"/>
                      <a:pt x="34646" y="-1610"/>
                      <a:pt x="50880" y="37"/>
                    </a:cubicBezTo>
                    <a:cubicBezTo>
                      <a:pt x="67113" y="1625"/>
                      <a:pt x="88581" y="38679"/>
                      <a:pt x="88699" y="57912"/>
                    </a:cubicBezTo>
                    <a:cubicBezTo>
                      <a:pt x="88875" y="77145"/>
                      <a:pt x="7120" y="83850"/>
                      <a:pt x="356" y="6479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7" name="Google Shape;737;p18"/>
              <p:cNvSpPr/>
              <p:nvPr/>
            </p:nvSpPr>
            <p:spPr>
              <a:xfrm>
                <a:off x="3722649" y="2389216"/>
                <a:ext cx="75862" cy="68257"/>
              </a:xfrm>
              <a:custGeom>
                <a:avLst/>
                <a:gdLst/>
                <a:ahLst/>
                <a:cxnLst/>
                <a:rect l="l" t="t" r="r" b="b"/>
                <a:pathLst>
                  <a:path w="75862" h="68257" extrusionOk="0">
                    <a:moveTo>
                      <a:pt x="283" y="50903"/>
                    </a:moveTo>
                    <a:cubicBezTo>
                      <a:pt x="-3246" y="41080"/>
                      <a:pt x="27162" y="-1209"/>
                      <a:pt x="39925" y="27"/>
                    </a:cubicBezTo>
                    <a:cubicBezTo>
                      <a:pt x="52688" y="1320"/>
                      <a:pt x="75744" y="45727"/>
                      <a:pt x="75862" y="60784"/>
                    </a:cubicBezTo>
                    <a:cubicBezTo>
                      <a:pt x="75980" y="75900"/>
                      <a:pt x="5576" y="65783"/>
                      <a:pt x="283" y="50844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8" name="Google Shape;738;p18"/>
              <p:cNvSpPr/>
              <p:nvPr/>
            </p:nvSpPr>
            <p:spPr>
              <a:xfrm>
                <a:off x="3590892" y="2362284"/>
                <a:ext cx="82630" cy="88636"/>
              </a:xfrm>
              <a:custGeom>
                <a:avLst/>
                <a:gdLst/>
                <a:ahLst/>
                <a:cxnLst/>
                <a:rect l="l" t="t" r="r" b="b"/>
                <a:pathLst>
                  <a:path w="82630" h="88636" extrusionOk="0">
                    <a:moveTo>
                      <a:pt x="7172" y="84951"/>
                    </a:moveTo>
                    <a:cubicBezTo>
                      <a:pt x="-4885" y="71070"/>
                      <a:pt x="-1356" y="8843"/>
                      <a:pt x="14877" y="1138"/>
                    </a:cubicBezTo>
                    <a:cubicBezTo>
                      <a:pt x="31110" y="-6567"/>
                      <a:pt x="75987" y="26841"/>
                      <a:pt x="82222" y="41956"/>
                    </a:cubicBezTo>
                    <a:cubicBezTo>
                      <a:pt x="88456" y="57072"/>
                      <a:pt x="21582" y="101537"/>
                      <a:pt x="7172" y="8501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39" name="Google Shape;739;p18"/>
              <p:cNvSpPr/>
              <p:nvPr/>
            </p:nvSpPr>
            <p:spPr>
              <a:xfrm>
                <a:off x="3665113" y="2272107"/>
                <a:ext cx="104937" cy="92813"/>
              </a:xfrm>
              <a:custGeom>
                <a:avLst/>
                <a:gdLst/>
                <a:ahLst/>
                <a:cxnLst/>
                <a:rect l="l" t="t" r="r" b="b"/>
                <a:pathLst>
                  <a:path w="104937" h="92813" extrusionOk="0">
                    <a:moveTo>
                      <a:pt x="2" y="45967"/>
                    </a:moveTo>
                    <a:cubicBezTo>
                      <a:pt x="-410" y="15618"/>
                      <a:pt x="69229" y="-7497"/>
                      <a:pt x="85227" y="2267"/>
                    </a:cubicBezTo>
                    <a:cubicBezTo>
                      <a:pt x="101225" y="12030"/>
                      <a:pt x="111106" y="64377"/>
                      <a:pt x="100578" y="86198"/>
                    </a:cubicBezTo>
                    <a:cubicBezTo>
                      <a:pt x="90050" y="108019"/>
                      <a:pt x="355" y="70964"/>
                      <a:pt x="2" y="4596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0" name="Google Shape;740;p18"/>
              <p:cNvSpPr/>
              <p:nvPr/>
            </p:nvSpPr>
            <p:spPr>
              <a:xfrm>
                <a:off x="3629178" y="2419415"/>
                <a:ext cx="52523" cy="116809"/>
              </a:xfrm>
              <a:custGeom>
                <a:avLst/>
                <a:gdLst/>
                <a:ahLst/>
                <a:cxnLst/>
                <a:rect l="l" t="t" r="r" b="b"/>
                <a:pathLst>
                  <a:path w="52523" h="116809" extrusionOk="0">
                    <a:moveTo>
                      <a:pt x="40819" y="116809"/>
                    </a:moveTo>
                    <a:cubicBezTo>
                      <a:pt x="36760" y="49759"/>
                      <a:pt x="353" y="8293"/>
                      <a:pt x="0" y="7881"/>
                    </a:cubicBezTo>
                    <a:lnTo>
                      <a:pt x="8764" y="0"/>
                    </a:lnTo>
                    <a:cubicBezTo>
                      <a:pt x="10352" y="1823"/>
                      <a:pt x="48230" y="44759"/>
                      <a:pt x="52523" y="116104"/>
                    </a:cubicBezTo>
                    <a:lnTo>
                      <a:pt x="40760" y="116809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1" name="Google Shape;741;p18"/>
              <p:cNvSpPr/>
              <p:nvPr/>
            </p:nvSpPr>
            <p:spPr>
              <a:xfrm>
                <a:off x="3512663" y="2491994"/>
                <a:ext cx="26996" cy="108045"/>
              </a:xfrm>
              <a:custGeom>
                <a:avLst/>
                <a:gdLst/>
                <a:ahLst/>
                <a:cxnLst/>
                <a:rect l="l" t="t" r="r" b="b"/>
                <a:pathLst>
                  <a:path w="26996" h="108045" extrusionOk="0">
                    <a:moveTo>
                      <a:pt x="10175" y="108046"/>
                    </a:moveTo>
                    <a:lnTo>
                      <a:pt x="0" y="102164"/>
                    </a:lnTo>
                    <a:cubicBezTo>
                      <a:pt x="14998" y="76167"/>
                      <a:pt x="15233" y="765"/>
                      <a:pt x="15233" y="0"/>
                    </a:cubicBezTo>
                    <a:lnTo>
                      <a:pt x="26997" y="0"/>
                    </a:lnTo>
                    <a:cubicBezTo>
                      <a:pt x="26997" y="3235"/>
                      <a:pt x="26761" y="79285"/>
                      <a:pt x="10175" y="107987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2" name="Google Shape;742;p18"/>
              <p:cNvSpPr/>
              <p:nvPr/>
            </p:nvSpPr>
            <p:spPr>
              <a:xfrm>
                <a:off x="3688509" y="2328896"/>
                <a:ext cx="34598" cy="217091"/>
              </a:xfrm>
              <a:custGeom>
                <a:avLst/>
                <a:gdLst/>
                <a:ahLst/>
                <a:cxnLst/>
                <a:rect l="l" t="t" r="r" b="b"/>
                <a:pathLst>
                  <a:path w="34598" h="217091" extrusionOk="0">
                    <a:moveTo>
                      <a:pt x="9425" y="217092"/>
                    </a:moveTo>
                    <a:cubicBezTo>
                      <a:pt x="-17572" y="115398"/>
                      <a:pt x="21836" y="4647"/>
                      <a:pt x="23541" y="0"/>
                    </a:cubicBezTo>
                    <a:lnTo>
                      <a:pt x="34599" y="4000"/>
                    </a:lnTo>
                    <a:cubicBezTo>
                      <a:pt x="34187" y="5117"/>
                      <a:pt x="-5279" y="116045"/>
                      <a:pt x="20777" y="214092"/>
                    </a:cubicBezTo>
                    <a:lnTo>
                      <a:pt x="9425" y="21709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43" name="Google Shape;743;p18"/>
              <p:cNvSpPr/>
              <p:nvPr/>
            </p:nvSpPr>
            <p:spPr>
              <a:xfrm>
                <a:off x="3721755" y="2436766"/>
                <a:ext cx="44797" cy="105458"/>
              </a:xfrm>
              <a:custGeom>
                <a:avLst/>
                <a:gdLst/>
                <a:ahLst/>
                <a:cxnLst/>
                <a:rect l="l" t="t" r="r" b="b"/>
                <a:pathLst>
                  <a:path w="44797" h="105458" extrusionOk="0">
                    <a:moveTo>
                      <a:pt x="8999" y="105458"/>
                    </a:moveTo>
                    <a:lnTo>
                      <a:pt x="0" y="97871"/>
                    </a:lnTo>
                    <a:cubicBezTo>
                      <a:pt x="35702" y="55288"/>
                      <a:pt x="32996" y="1235"/>
                      <a:pt x="32937" y="706"/>
                    </a:cubicBezTo>
                    <a:lnTo>
                      <a:pt x="44701" y="0"/>
                    </a:lnTo>
                    <a:cubicBezTo>
                      <a:pt x="44818" y="2411"/>
                      <a:pt x="47818" y="59228"/>
                      <a:pt x="8999" y="105458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744" name="Google Shape;744;p18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5">
  <p:cSld name="TITLE_ONLY_5">
    <p:spTree>
      <p:nvGrpSpPr>
        <p:cNvPr id="1" name="Shape 7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6" name="Google Shape;746;p19"/>
          <p:cNvGrpSpPr/>
          <p:nvPr/>
        </p:nvGrpSpPr>
        <p:grpSpPr>
          <a:xfrm>
            <a:off x="-621418" y="-149424"/>
            <a:ext cx="10356696" cy="6899658"/>
            <a:chOff x="-621418" y="-149424"/>
            <a:chExt cx="10356696" cy="6899658"/>
          </a:xfrm>
        </p:grpSpPr>
        <p:sp>
          <p:nvSpPr>
            <p:cNvPr id="747" name="Google Shape;747;p19"/>
            <p:cNvSpPr/>
            <p:nvPr/>
          </p:nvSpPr>
          <p:spPr>
            <a:xfrm>
              <a:off x="8739909" y="194075"/>
              <a:ext cx="961238" cy="4436945"/>
            </a:xfrm>
            <a:custGeom>
              <a:avLst/>
              <a:gdLst/>
              <a:ahLst/>
              <a:cxnLst/>
              <a:rect l="l" t="t" r="r" b="b"/>
              <a:pathLst>
                <a:path w="517490" h="2388665" extrusionOk="0">
                  <a:moveTo>
                    <a:pt x="517491" y="2388666"/>
                  </a:moveTo>
                  <a:lnTo>
                    <a:pt x="212616" y="2340790"/>
                  </a:lnTo>
                  <a:lnTo>
                    <a:pt x="161544" y="1778843"/>
                  </a:lnTo>
                  <a:lnTo>
                    <a:pt x="149352" y="1644062"/>
                  </a:lnTo>
                  <a:lnTo>
                    <a:pt x="115824" y="1275254"/>
                  </a:lnTo>
                  <a:lnTo>
                    <a:pt x="102294" y="1126273"/>
                  </a:lnTo>
                  <a:lnTo>
                    <a:pt x="92480" y="1018181"/>
                  </a:lnTo>
                  <a:lnTo>
                    <a:pt x="86013" y="946590"/>
                  </a:lnTo>
                  <a:lnTo>
                    <a:pt x="47058" y="518086"/>
                  </a:lnTo>
                  <a:lnTo>
                    <a:pt x="40441" y="445157"/>
                  </a:lnTo>
                  <a:lnTo>
                    <a:pt x="28621" y="315357"/>
                  </a:lnTo>
                  <a:lnTo>
                    <a:pt x="27729" y="305320"/>
                  </a:lnTo>
                  <a:lnTo>
                    <a:pt x="0" y="0"/>
                  </a:lnTo>
                  <a:lnTo>
                    <a:pt x="152994" y="0"/>
                  </a:lnTo>
                  <a:lnTo>
                    <a:pt x="185259" y="211650"/>
                  </a:lnTo>
                  <a:lnTo>
                    <a:pt x="195370" y="277888"/>
                  </a:lnTo>
                  <a:lnTo>
                    <a:pt x="217077" y="419806"/>
                  </a:lnTo>
                  <a:lnTo>
                    <a:pt x="228451" y="494445"/>
                  </a:lnTo>
                  <a:lnTo>
                    <a:pt x="294541" y="927559"/>
                  </a:lnTo>
                  <a:lnTo>
                    <a:pt x="306807" y="1008070"/>
                  </a:lnTo>
                  <a:lnTo>
                    <a:pt x="326434" y="1136681"/>
                  </a:lnTo>
                  <a:lnTo>
                    <a:pt x="350074" y="1291757"/>
                  </a:lnTo>
                  <a:lnTo>
                    <a:pt x="402782" y="1637074"/>
                  </a:lnTo>
                  <a:lnTo>
                    <a:pt x="419063" y="1743679"/>
                  </a:lnTo>
                  <a:lnTo>
                    <a:pt x="517491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8" name="Google Shape;748;p19"/>
            <p:cNvSpPr/>
            <p:nvPr/>
          </p:nvSpPr>
          <p:spPr>
            <a:xfrm>
              <a:off x="8791448" y="340345"/>
              <a:ext cx="311391" cy="192634"/>
            </a:xfrm>
            <a:custGeom>
              <a:avLst/>
              <a:gdLst/>
              <a:ahLst/>
              <a:cxnLst/>
              <a:rect l="l" t="t" r="r" b="b"/>
              <a:pathLst>
                <a:path w="167640" h="103706" extrusionOk="0">
                  <a:moveTo>
                    <a:pt x="167640" y="66238"/>
                  </a:moveTo>
                  <a:lnTo>
                    <a:pt x="892" y="103706"/>
                  </a:lnTo>
                  <a:lnTo>
                    <a:pt x="0" y="93670"/>
                  </a:lnTo>
                  <a:lnTo>
                    <a:pt x="157530" y="0"/>
                  </a:lnTo>
                  <a:lnTo>
                    <a:pt x="167640" y="662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49" name="Google Shape;749;p19"/>
            <p:cNvSpPr/>
            <p:nvPr/>
          </p:nvSpPr>
          <p:spPr>
            <a:xfrm>
              <a:off x="8392941" y="834886"/>
              <a:ext cx="275073" cy="131045"/>
            </a:xfrm>
            <a:custGeom>
              <a:avLst/>
              <a:gdLst/>
              <a:ahLst/>
              <a:cxnLst/>
              <a:rect l="l" t="t" r="r" b="b"/>
              <a:pathLst>
                <a:path w="148088" h="70549" extrusionOk="0">
                  <a:moveTo>
                    <a:pt x="145635" y="17396"/>
                  </a:moveTo>
                  <a:lnTo>
                    <a:pt x="148089" y="51519"/>
                  </a:lnTo>
                  <a:lnTo>
                    <a:pt x="1859" y="70550"/>
                  </a:lnTo>
                  <a:lnTo>
                    <a:pt x="0" y="0"/>
                  </a:lnTo>
                  <a:lnTo>
                    <a:pt x="145635" y="1739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0" name="Google Shape;750;p19"/>
            <p:cNvSpPr/>
            <p:nvPr/>
          </p:nvSpPr>
          <p:spPr>
            <a:xfrm>
              <a:off x="8815076" y="727245"/>
              <a:ext cx="349227" cy="182553"/>
            </a:xfrm>
            <a:custGeom>
              <a:avLst/>
              <a:gdLst/>
              <a:ahLst/>
              <a:cxnLst/>
              <a:rect l="l" t="t" r="r" b="b"/>
              <a:pathLst>
                <a:path w="188009" h="98279" extrusionOk="0">
                  <a:moveTo>
                    <a:pt x="188010" y="74639"/>
                  </a:moveTo>
                  <a:lnTo>
                    <a:pt x="6616" y="98279"/>
                  </a:lnTo>
                  <a:lnTo>
                    <a:pt x="0" y="25350"/>
                  </a:lnTo>
                  <a:lnTo>
                    <a:pt x="176635" y="0"/>
                  </a:lnTo>
                  <a:lnTo>
                    <a:pt x="188010" y="746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1" name="Google Shape;751;p19"/>
            <p:cNvSpPr/>
            <p:nvPr/>
          </p:nvSpPr>
          <p:spPr>
            <a:xfrm>
              <a:off x="8407588" y="1356510"/>
              <a:ext cx="297583" cy="144027"/>
            </a:xfrm>
            <a:custGeom>
              <a:avLst/>
              <a:gdLst/>
              <a:ahLst/>
              <a:cxnLst/>
              <a:rect l="l" t="t" r="r" b="b"/>
              <a:pathLst>
                <a:path w="160206" h="77538" extrusionOk="0">
                  <a:moveTo>
                    <a:pt x="160206" y="49511"/>
                  </a:moveTo>
                  <a:lnTo>
                    <a:pt x="1859" y="77538"/>
                  </a:lnTo>
                  <a:lnTo>
                    <a:pt x="0" y="9070"/>
                  </a:lnTo>
                  <a:lnTo>
                    <a:pt x="156638" y="0"/>
                  </a:lnTo>
                  <a:lnTo>
                    <a:pt x="160206" y="495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2" name="Google Shape;752;p19"/>
            <p:cNvSpPr/>
            <p:nvPr/>
          </p:nvSpPr>
          <p:spPr>
            <a:xfrm>
              <a:off x="8964863" y="645858"/>
              <a:ext cx="644599" cy="936659"/>
            </a:xfrm>
            <a:custGeom>
              <a:avLst/>
              <a:gdLst/>
              <a:ahLst/>
              <a:cxnLst/>
              <a:rect l="l" t="t" r="r" b="b"/>
              <a:pathLst>
                <a:path w="347025" h="504258" extrusionOk="0">
                  <a:moveTo>
                    <a:pt x="0" y="318181"/>
                  </a:moveTo>
                  <a:lnTo>
                    <a:pt x="322121" y="0"/>
                  </a:lnTo>
                  <a:lnTo>
                    <a:pt x="347025" y="7657"/>
                  </a:lnTo>
                  <a:lnTo>
                    <a:pt x="45646" y="50425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3" name="Google Shape;753;p19"/>
            <p:cNvSpPr/>
            <p:nvPr/>
          </p:nvSpPr>
          <p:spPr>
            <a:xfrm>
              <a:off x="-230158" y="4485730"/>
              <a:ext cx="1752730" cy="864005"/>
            </a:xfrm>
            <a:custGeom>
              <a:avLst/>
              <a:gdLst/>
              <a:ahLst/>
              <a:cxnLst/>
              <a:rect l="l" t="t" r="r" b="b"/>
              <a:pathLst>
                <a:path w="943596" h="465144" extrusionOk="0">
                  <a:moveTo>
                    <a:pt x="203" y="361884"/>
                  </a:moveTo>
                  <a:cubicBezTo>
                    <a:pt x="203" y="361884"/>
                    <a:pt x="-21133" y="47717"/>
                    <a:pt x="373324" y="2814"/>
                  </a:cubicBezTo>
                  <a:cubicBezTo>
                    <a:pt x="767779" y="-42088"/>
                    <a:pt x="943597" y="465144"/>
                    <a:pt x="943597" y="46514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4" name="Google Shape;754;p19"/>
            <p:cNvSpPr/>
            <p:nvPr/>
          </p:nvSpPr>
          <p:spPr>
            <a:xfrm>
              <a:off x="273617" y="-149424"/>
              <a:ext cx="464217" cy="5141601"/>
            </a:xfrm>
            <a:custGeom>
              <a:avLst/>
              <a:gdLst/>
              <a:ahLst/>
              <a:cxnLst/>
              <a:rect l="l" t="t" r="r" b="b"/>
              <a:pathLst>
                <a:path w="215664" h="2388665" extrusionOk="0">
                  <a:moveTo>
                    <a:pt x="215665" y="2388666"/>
                  </a:moveTo>
                  <a:lnTo>
                    <a:pt x="63934" y="2340790"/>
                  </a:lnTo>
                  <a:lnTo>
                    <a:pt x="50033" y="1832591"/>
                  </a:lnTo>
                  <a:lnTo>
                    <a:pt x="48248" y="1767468"/>
                  </a:lnTo>
                  <a:lnTo>
                    <a:pt x="40740" y="1490546"/>
                  </a:lnTo>
                  <a:lnTo>
                    <a:pt x="39550" y="1448990"/>
                  </a:lnTo>
                  <a:lnTo>
                    <a:pt x="35090" y="1284398"/>
                  </a:lnTo>
                  <a:lnTo>
                    <a:pt x="32710" y="1196898"/>
                  </a:lnTo>
                  <a:lnTo>
                    <a:pt x="28845" y="1057210"/>
                  </a:lnTo>
                  <a:lnTo>
                    <a:pt x="27060" y="989931"/>
                  </a:lnTo>
                  <a:lnTo>
                    <a:pt x="16579" y="607518"/>
                  </a:lnTo>
                  <a:lnTo>
                    <a:pt x="14943" y="546707"/>
                  </a:lnTo>
                  <a:lnTo>
                    <a:pt x="0" y="0"/>
                  </a:lnTo>
                  <a:lnTo>
                    <a:pt x="42078" y="0"/>
                  </a:lnTo>
                  <a:lnTo>
                    <a:pt x="81404" y="541578"/>
                  </a:lnTo>
                  <a:lnTo>
                    <a:pt x="85567" y="598003"/>
                  </a:lnTo>
                  <a:lnTo>
                    <a:pt x="113074" y="977219"/>
                  </a:lnTo>
                  <a:lnTo>
                    <a:pt x="117683" y="1040037"/>
                  </a:lnTo>
                  <a:lnTo>
                    <a:pt x="129503" y="1203142"/>
                  </a:lnTo>
                  <a:lnTo>
                    <a:pt x="134930" y="1277409"/>
                  </a:lnTo>
                  <a:lnTo>
                    <a:pt x="141472" y="1367883"/>
                  </a:lnTo>
                  <a:lnTo>
                    <a:pt x="147196" y="1446834"/>
                  </a:lnTo>
                  <a:lnTo>
                    <a:pt x="171804" y="1784939"/>
                  </a:lnTo>
                  <a:lnTo>
                    <a:pt x="176339" y="1847980"/>
                  </a:lnTo>
                  <a:lnTo>
                    <a:pt x="215665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5" name="Google Shape;755;p19"/>
            <p:cNvSpPr/>
            <p:nvPr/>
          </p:nvSpPr>
          <p:spPr>
            <a:xfrm>
              <a:off x="8368622" y="99351"/>
              <a:ext cx="546833" cy="4436945"/>
            </a:xfrm>
            <a:custGeom>
              <a:avLst/>
              <a:gdLst/>
              <a:ahLst/>
              <a:cxnLst/>
              <a:rect l="l" t="t" r="r" b="b"/>
              <a:pathLst>
                <a:path w="294392" h="2388665" extrusionOk="0">
                  <a:moveTo>
                    <a:pt x="294392" y="2388666"/>
                  </a:moveTo>
                  <a:lnTo>
                    <a:pt x="63933" y="2340790"/>
                  </a:lnTo>
                  <a:lnTo>
                    <a:pt x="49734" y="1821366"/>
                  </a:lnTo>
                  <a:lnTo>
                    <a:pt x="45125" y="1652388"/>
                  </a:lnTo>
                  <a:lnTo>
                    <a:pt x="34271" y="1255404"/>
                  </a:lnTo>
                  <a:lnTo>
                    <a:pt x="30405" y="1113710"/>
                  </a:lnTo>
                  <a:lnTo>
                    <a:pt x="22822" y="835895"/>
                  </a:lnTo>
                  <a:lnTo>
                    <a:pt x="20964" y="767427"/>
                  </a:lnTo>
                  <a:lnTo>
                    <a:pt x="14943" y="548268"/>
                  </a:lnTo>
                  <a:lnTo>
                    <a:pt x="13084" y="477718"/>
                  </a:lnTo>
                  <a:lnTo>
                    <a:pt x="0" y="0"/>
                  </a:lnTo>
                  <a:lnTo>
                    <a:pt x="123258" y="0"/>
                  </a:lnTo>
                  <a:lnTo>
                    <a:pt x="156043" y="457200"/>
                  </a:lnTo>
                  <a:lnTo>
                    <a:pt x="161173" y="529237"/>
                  </a:lnTo>
                  <a:lnTo>
                    <a:pt x="177602" y="758357"/>
                  </a:lnTo>
                  <a:lnTo>
                    <a:pt x="181170" y="807869"/>
                  </a:lnTo>
                  <a:lnTo>
                    <a:pt x="203621" y="1121738"/>
                  </a:lnTo>
                  <a:lnTo>
                    <a:pt x="214104" y="1268117"/>
                  </a:lnTo>
                  <a:lnTo>
                    <a:pt x="241238" y="1647035"/>
                  </a:lnTo>
                  <a:lnTo>
                    <a:pt x="251795" y="1793785"/>
                  </a:lnTo>
                  <a:lnTo>
                    <a:pt x="294392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6" name="Google Shape;756;p19"/>
            <p:cNvSpPr/>
            <p:nvPr/>
          </p:nvSpPr>
          <p:spPr>
            <a:xfrm>
              <a:off x="-621418" y="4588783"/>
              <a:ext cx="10356696" cy="2028464"/>
            </a:xfrm>
            <a:custGeom>
              <a:avLst/>
              <a:gdLst/>
              <a:ahLst/>
              <a:cxnLst/>
              <a:rect l="l" t="t" r="r" b="b"/>
              <a:pathLst>
                <a:path w="5575610" h="1092040" extrusionOk="0">
                  <a:moveTo>
                    <a:pt x="0" y="783820"/>
                  </a:moveTo>
                  <a:lnTo>
                    <a:pt x="0" y="335393"/>
                  </a:lnTo>
                  <a:cubicBezTo>
                    <a:pt x="0" y="335393"/>
                    <a:pt x="3675814" y="-105749"/>
                    <a:pt x="5575610" y="23828"/>
                  </a:cubicBezTo>
                  <a:cubicBezTo>
                    <a:pt x="5575610" y="672606"/>
                    <a:pt x="5575610" y="1092040"/>
                    <a:pt x="5575610" y="1092040"/>
                  </a:cubicBezTo>
                  <a:lnTo>
                    <a:pt x="0" y="78382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7" name="Google Shape;757;p19"/>
            <p:cNvSpPr/>
            <p:nvPr/>
          </p:nvSpPr>
          <p:spPr>
            <a:xfrm>
              <a:off x="429457" y="1235990"/>
              <a:ext cx="456855" cy="549027"/>
            </a:xfrm>
            <a:custGeom>
              <a:avLst/>
              <a:gdLst/>
              <a:ahLst/>
              <a:cxnLst/>
              <a:rect l="l" t="t" r="r" b="b"/>
              <a:pathLst>
                <a:path w="212244" h="255065" extrusionOk="0">
                  <a:moveTo>
                    <a:pt x="0" y="173810"/>
                  </a:moveTo>
                  <a:lnTo>
                    <a:pt x="193957" y="0"/>
                  </a:lnTo>
                  <a:lnTo>
                    <a:pt x="212244" y="17619"/>
                  </a:lnTo>
                  <a:lnTo>
                    <a:pt x="21038" y="25506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8" name="Google Shape;758;p19"/>
            <p:cNvSpPr/>
            <p:nvPr/>
          </p:nvSpPr>
          <p:spPr>
            <a:xfrm>
              <a:off x="-182957" y="-28350"/>
              <a:ext cx="419929" cy="5127391"/>
            </a:xfrm>
            <a:custGeom>
              <a:avLst/>
              <a:gdLst/>
              <a:ahLst/>
              <a:cxnLst/>
              <a:rect l="l" t="t" r="r" b="b"/>
              <a:pathLst>
                <a:path w="226072" h="2760372" extrusionOk="0">
                  <a:moveTo>
                    <a:pt x="226073" y="2760373"/>
                  </a:moveTo>
                  <a:lnTo>
                    <a:pt x="0" y="2712497"/>
                  </a:lnTo>
                  <a:lnTo>
                    <a:pt x="15612" y="1909015"/>
                  </a:lnTo>
                  <a:lnTo>
                    <a:pt x="19924" y="1790514"/>
                  </a:lnTo>
                  <a:lnTo>
                    <a:pt x="43416" y="1142405"/>
                  </a:lnTo>
                  <a:lnTo>
                    <a:pt x="47653" y="1023979"/>
                  </a:lnTo>
                  <a:lnTo>
                    <a:pt x="61852" y="633018"/>
                  </a:lnTo>
                  <a:lnTo>
                    <a:pt x="64975" y="546707"/>
                  </a:lnTo>
                  <a:lnTo>
                    <a:pt x="71814" y="357657"/>
                  </a:lnTo>
                  <a:lnTo>
                    <a:pt x="73152" y="320561"/>
                  </a:lnTo>
                  <a:lnTo>
                    <a:pt x="84749" y="0"/>
                  </a:lnTo>
                  <a:lnTo>
                    <a:pt x="126827" y="0"/>
                  </a:lnTo>
                  <a:lnTo>
                    <a:pt x="139762" y="311788"/>
                  </a:lnTo>
                  <a:lnTo>
                    <a:pt x="142810" y="384866"/>
                  </a:lnTo>
                  <a:lnTo>
                    <a:pt x="148906" y="532136"/>
                  </a:lnTo>
                  <a:lnTo>
                    <a:pt x="152920" y="627665"/>
                  </a:lnTo>
                  <a:lnTo>
                    <a:pt x="169350" y="1023979"/>
                  </a:lnTo>
                  <a:lnTo>
                    <a:pt x="173959" y="1133559"/>
                  </a:lnTo>
                  <a:lnTo>
                    <a:pt x="200276" y="1768063"/>
                  </a:lnTo>
                  <a:lnTo>
                    <a:pt x="206149" y="1909015"/>
                  </a:lnTo>
                  <a:lnTo>
                    <a:pt x="226073" y="27603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59" name="Google Shape;759;p19"/>
            <p:cNvSpPr/>
            <p:nvPr/>
          </p:nvSpPr>
          <p:spPr>
            <a:xfrm>
              <a:off x="-67993" y="960731"/>
              <a:ext cx="169159" cy="187386"/>
            </a:xfrm>
            <a:custGeom>
              <a:avLst/>
              <a:gdLst/>
              <a:ahLst/>
              <a:cxnLst/>
              <a:rect l="l" t="t" r="r" b="b"/>
              <a:pathLst>
                <a:path w="91068" h="100881" extrusionOk="0">
                  <a:moveTo>
                    <a:pt x="91068" y="95529"/>
                  </a:moveTo>
                  <a:lnTo>
                    <a:pt x="0" y="100881"/>
                  </a:lnTo>
                  <a:lnTo>
                    <a:pt x="3123" y="14571"/>
                  </a:lnTo>
                  <a:lnTo>
                    <a:pt x="87054" y="0"/>
                  </a:lnTo>
                  <a:lnTo>
                    <a:pt x="91068" y="9552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0" name="Google Shape;760;p19"/>
            <p:cNvSpPr/>
            <p:nvPr/>
          </p:nvSpPr>
          <p:spPr>
            <a:xfrm>
              <a:off x="-49476" y="551170"/>
              <a:ext cx="131875" cy="135741"/>
            </a:xfrm>
            <a:custGeom>
              <a:avLst/>
              <a:gdLst/>
              <a:ahLst/>
              <a:cxnLst/>
              <a:rect l="l" t="t" r="r" b="b"/>
              <a:pathLst>
                <a:path w="70996" h="73077" extrusionOk="0">
                  <a:moveTo>
                    <a:pt x="70996" y="73078"/>
                  </a:moveTo>
                  <a:lnTo>
                    <a:pt x="0" y="45869"/>
                  </a:lnTo>
                  <a:lnTo>
                    <a:pt x="1338" y="8772"/>
                  </a:lnTo>
                  <a:lnTo>
                    <a:pt x="67948" y="0"/>
                  </a:lnTo>
                  <a:lnTo>
                    <a:pt x="70996" y="730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1" name="Google Shape;761;p19"/>
            <p:cNvSpPr/>
            <p:nvPr/>
          </p:nvSpPr>
          <p:spPr>
            <a:xfrm>
              <a:off x="27074" y="1283794"/>
              <a:ext cx="256432" cy="411642"/>
            </a:xfrm>
            <a:custGeom>
              <a:avLst/>
              <a:gdLst/>
              <a:ahLst/>
              <a:cxnLst/>
              <a:rect l="l" t="t" r="r" b="b"/>
              <a:pathLst>
                <a:path w="138052" h="221611" extrusionOk="0">
                  <a:moveTo>
                    <a:pt x="0" y="153218"/>
                  </a:moveTo>
                  <a:lnTo>
                    <a:pt x="113074" y="0"/>
                  </a:lnTo>
                  <a:lnTo>
                    <a:pt x="138052" y="0"/>
                  </a:lnTo>
                  <a:lnTo>
                    <a:pt x="29811" y="22161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2" name="Google Shape;762;p19"/>
            <p:cNvSpPr/>
            <p:nvPr/>
          </p:nvSpPr>
          <p:spPr>
            <a:xfrm>
              <a:off x="27074" y="-28341"/>
              <a:ext cx="503748" cy="394106"/>
            </a:xfrm>
            <a:custGeom>
              <a:avLst/>
              <a:gdLst/>
              <a:ahLst/>
              <a:cxnLst/>
              <a:rect l="l" t="t" r="r" b="b"/>
              <a:pathLst>
                <a:path w="271197" h="212170" extrusionOk="0">
                  <a:moveTo>
                    <a:pt x="0" y="172175"/>
                  </a:moveTo>
                  <a:lnTo>
                    <a:pt x="217003" y="0"/>
                  </a:lnTo>
                  <a:lnTo>
                    <a:pt x="271198" y="0"/>
                  </a:lnTo>
                  <a:lnTo>
                    <a:pt x="25351" y="21217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3" name="Google Shape;763;p19"/>
            <p:cNvSpPr/>
            <p:nvPr/>
          </p:nvSpPr>
          <p:spPr>
            <a:xfrm>
              <a:off x="-431998" y="4860289"/>
              <a:ext cx="3298874" cy="1113750"/>
            </a:xfrm>
            <a:custGeom>
              <a:avLst/>
              <a:gdLst/>
              <a:ahLst/>
              <a:cxnLst/>
              <a:rect l="l" t="t" r="r" b="b"/>
              <a:pathLst>
                <a:path w="1775975" h="599596" extrusionOk="0">
                  <a:moveTo>
                    <a:pt x="104152" y="101013"/>
                  </a:moveTo>
                  <a:cubicBezTo>
                    <a:pt x="104152" y="101013"/>
                    <a:pt x="1089028" y="-219770"/>
                    <a:pt x="1678259" y="281960"/>
                  </a:cubicBezTo>
                  <a:cubicBezTo>
                    <a:pt x="2267415" y="783616"/>
                    <a:pt x="0" y="540892"/>
                    <a:pt x="0" y="540892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4" name="Google Shape;764;p19"/>
            <p:cNvSpPr/>
            <p:nvPr/>
          </p:nvSpPr>
          <p:spPr>
            <a:xfrm flipH="1">
              <a:off x="-402524" y="-41546"/>
              <a:ext cx="2998715" cy="420512"/>
            </a:xfrm>
            <a:custGeom>
              <a:avLst/>
              <a:gdLst/>
              <a:ahLst/>
              <a:cxnLst/>
              <a:rect l="l" t="t" r="r" b="b"/>
              <a:pathLst>
                <a:path w="2998715" h="420512" extrusionOk="0">
                  <a:moveTo>
                    <a:pt x="0" y="0"/>
                  </a:moveTo>
                  <a:cubicBezTo>
                    <a:pt x="0" y="0"/>
                    <a:pt x="97387" y="223024"/>
                    <a:pt x="422111" y="134038"/>
                  </a:cubicBezTo>
                  <a:cubicBezTo>
                    <a:pt x="628186" y="356542"/>
                    <a:pt x="1035800" y="284133"/>
                    <a:pt x="1162032" y="142067"/>
                  </a:cubicBezTo>
                  <a:cubicBezTo>
                    <a:pt x="1247450" y="236778"/>
                    <a:pt x="1418807" y="284430"/>
                    <a:pt x="1539463" y="123927"/>
                  </a:cubicBezTo>
                  <a:cubicBezTo>
                    <a:pt x="1698182" y="444488"/>
                    <a:pt x="2221026" y="478536"/>
                    <a:pt x="2321610" y="301678"/>
                  </a:cubicBezTo>
                  <a:cubicBezTo>
                    <a:pt x="2557495" y="562839"/>
                    <a:pt x="3010309" y="362786"/>
                    <a:pt x="2998489" y="0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5" name="Google Shape;765;p19"/>
            <p:cNvSpPr/>
            <p:nvPr/>
          </p:nvSpPr>
          <p:spPr>
            <a:xfrm>
              <a:off x="8899779" y="1671003"/>
              <a:ext cx="410125" cy="168330"/>
            </a:xfrm>
            <a:custGeom>
              <a:avLst/>
              <a:gdLst/>
              <a:ahLst/>
              <a:cxnLst/>
              <a:rect l="l" t="t" r="r" b="b"/>
              <a:pathLst>
                <a:path w="220794" h="90622" extrusionOk="0">
                  <a:moveTo>
                    <a:pt x="220795" y="80512"/>
                  </a:moveTo>
                  <a:lnTo>
                    <a:pt x="6468" y="90622"/>
                  </a:lnTo>
                  <a:lnTo>
                    <a:pt x="0" y="19031"/>
                  </a:lnTo>
                  <a:lnTo>
                    <a:pt x="208528" y="0"/>
                  </a:lnTo>
                  <a:lnTo>
                    <a:pt x="220795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6" name="Google Shape;766;p19"/>
            <p:cNvSpPr/>
            <p:nvPr/>
          </p:nvSpPr>
          <p:spPr>
            <a:xfrm>
              <a:off x="8427902" y="2031926"/>
              <a:ext cx="338455" cy="271897"/>
            </a:xfrm>
            <a:custGeom>
              <a:avLst/>
              <a:gdLst/>
              <a:ahLst/>
              <a:cxnLst/>
              <a:rect l="l" t="t" r="r" b="b"/>
              <a:pathLst>
                <a:path w="182210" h="146378" extrusionOk="0">
                  <a:moveTo>
                    <a:pt x="171729" y="0"/>
                  </a:moveTo>
                  <a:lnTo>
                    <a:pt x="182211" y="146378"/>
                  </a:lnTo>
                  <a:lnTo>
                    <a:pt x="2379" y="133666"/>
                  </a:lnTo>
                  <a:lnTo>
                    <a:pt x="0" y="46909"/>
                  </a:lnTo>
                  <a:lnTo>
                    <a:pt x="1717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7" name="Google Shape;767;p19"/>
            <p:cNvSpPr/>
            <p:nvPr/>
          </p:nvSpPr>
          <p:spPr>
            <a:xfrm>
              <a:off x="8930041" y="2040355"/>
              <a:ext cx="460249" cy="307387"/>
            </a:xfrm>
            <a:custGeom>
              <a:avLst/>
              <a:gdLst/>
              <a:ahLst/>
              <a:cxnLst/>
              <a:rect l="l" t="t" r="r" b="b"/>
              <a:pathLst>
                <a:path w="247779" h="165484" extrusionOk="0">
                  <a:moveTo>
                    <a:pt x="247780" y="165484"/>
                  </a:moveTo>
                  <a:lnTo>
                    <a:pt x="13530" y="148980"/>
                  </a:lnTo>
                  <a:lnTo>
                    <a:pt x="0" y="0"/>
                  </a:lnTo>
                  <a:lnTo>
                    <a:pt x="224140" y="10408"/>
                  </a:lnTo>
                  <a:lnTo>
                    <a:pt x="247780" y="165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8" name="Google Shape;768;p19"/>
            <p:cNvSpPr/>
            <p:nvPr/>
          </p:nvSpPr>
          <p:spPr>
            <a:xfrm>
              <a:off x="8452496" y="3008295"/>
              <a:ext cx="383888" cy="323818"/>
            </a:xfrm>
            <a:custGeom>
              <a:avLst/>
              <a:gdLst/>
              <a:ahLst/>
              <a:cxnLst/>
              <a:rect l="l" t="t" r="r" b="b"/>
              <a:pathLst>
                <a:path w="206669" h="174330" extrusionOk="0">
                  <a:moveTo>
                    <a:pt x="196113" y="0"/>
                  </a:moveTo>
                  <a:lnTo>
                    <a:pt x="206670" y="146750"/>
                  </a:lnTo>
                  <a:lnTo>
                    <a:pt x="4609" y="174331"/>
                  </a:lnTo>
                  <a:lnTo>
                    <a:pt x="0" y="5353"/>
                  </a:lnTo>
                  <a:lnTo>
                    <a:pt x="1961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69" name="Google Shape;769;p19"/>
            <p:cNvSpPr/>
            <p:nvPr/>
          </p:nvSpPr>
          <p:spPr>
            <a:xfrm>
              <a:off x="9017507" y="2989779"/>
              <a:ext cx="500988" cy="263336"/>
            </a:xfrm>
            <a:custGeom>
              <a:avLst/>
              <a:gdLst/>
              <a:ahLst/>
              <a:cxnLst/>
              <a:rect l="l" t="t" r="r" b="b"/>
              <a:pathLst>
                <a:path w="269711" h="141769" extrusionOk="0">
                  <a:moveTo>
                    <a:pt x="269711" y="106605"/>
                  </a:moveTo>
                  <a:lnTo>
                    <a:pt x="12192" y="141769"/>
                  </a:lnTo>
                  <a:lnTo>
                    <a:pt x="0" y="6988"/>
                  </a:lnTo>
                  <a:lnTo>
                    <a:pt x="253431" y="0"/>
                  </a:lnTo>
                  <a:lnTo>
                    <a:pt x="269711" y="1066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70" name="Google Shape;770;p19"/>
            <p:cNvSpPr/>
            <p:nvPr/>
          </p:nvSpPr>
          <p:spPr>
            <a:xfrm>
              <a:off x="9310171" y="2490956"/>
              <a:ext cx="353783" cy="370907"/>
            </a:xfrm>
            <a:custGeom>
              <a:avLst/>
              <a:gdLst/>
              <a:ahLst/>
              <a:cxnLst/>
              <a:rect l="l" t="t" r="r" b="b"/>
              <a:pathLst>
                <a:path w="190462" h="199681" extrusionOk="0">
                  <a:moveTo>
                    <a:pt x="0" y="105342"/>
                  </a:moveTo>
                  <a:lnTo>
                    <a:pt x="146081" y="0"/>
                  </a:lnTo>
                  <a:lnTo>
                    <a:pt x="190463" y="50329"/>
                  </a:lnTo>
                  <a:lnTo>
                    <a:pt x="28176" y="1996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771" name="Google Shape;771;p19"/>
            <p:cNvGrpSpPr/>
            <p:nvPr/>
          </p:nvGrpSpPr>
          <p:grpSpPr>
            <a:xfrm>
              <a:off x="6311391" y="-26334"/>
              <a:ext cx="3061554" cy="471330"/>
              <a:chOff x="7320932" y="177685"/>
              <a:chExt cx="2653683" cy="408573"/>
            </a:xfrm>
          </p:grpSpPr>
          <p:sp>
            <p:nvSpPr>
              <p:cNvPr id="772" name="Google Shape;772;p19"/>
              <p:cNvSpPr/>
              <p:nvPr/>
            </p:nvSpPr>
            <p:spPr>
              <a:xfrm>
                <a:off x="7320932" y="177685"/>
                <a:ext cx="1201295" cy="408573"/>
              </a:xfrm>
              <a:custGeom>
                <a:avLst/>
                <a:gdLst/>
                <a:ahLst/>
                <a:cxnLst/>
                <a:rect l="l" t="t" r="r" b="b"/>
                <a:pathLst>
                  <a:path w="1201295" h="408573" extrusionOk="0">
                    <a:moveTo>
                      <a:pt x="355" y="0"/>
                    </a:moveTo>
                    <a:cubicBezTo>
                      <a:pt x="355" y="0"/>
                      <a:pt x="-17702" y="190859"/>
                      <a:pt x="203625" y="230619"/>
                    </a:cubicBezTo>
                    <a:cubicBezTo>
                      <a:pt x="243032" y="452299"/>
                      <a:pt x="658864" y="458063"/>
                      <a:pt x="735502" y="296729"/>
                    </a:cubicBezTo>
                    <a:cubicBezTo>
                      <a:pt x="847371" y="299729"/>
                      <a:pt x="985649" y="250911"/>
                      <a:pt x="1019174" y="184390"/>
                    </a:cubicBezTo>
                    <a:cubicBezTo>
                      <a:pt x="1099694" y="217562"/>
                      <a:pt x="1280319" y="163863"/>
                      <a:pt x="1162510" y="0"/>
                    </a:cubicBezTo>
                    <a:lnTo>
                      <a:pt x="296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3" name="Google Shape;773;p19"/>
              <p:cNvSpPr/>
              <p:nvPr/>
            </p:nvSpPr>
            <p:spPr>
              <a:xfrm>
                <a:off x="8340106" y="177685"/>
                <a:ext cx="1634509" cy="380955"/>
              </a:xfrm>
              <a:custGeom>
                <a:avLst/>
                <a:gdLst/>
                <a:ahLst/>
                <a:cxnLst/>
                <a:rect l="l" t="t" r="r" b="b"/>
                <a:pathLst>
                  <a:path w="1634509" h="380955" extrusionOk="0">
                    <a:moveTo>
                      <a:pt x="129749" y="118927"/>
                    </a:moveTo>
                    <a:cubicBezTo>
                      <a:pt x="129749" y="118927"/>
                      <a:pt x="86166" y="255969"/>
                      <a:pt x="236325" y="243088"/>
                    </a:cubicBezTo>
                    <a:cubicBezTo>
                      <a:pt x="268321" y="440535"/>
                      <a:pt x="624866" y="402069"/>
                      <a:pt x="704739" y="271673"/>
                    </a:cubicBezTo>
                    <a:cubicBezTo>
                      <a:pt x="822960" y="400599"/>
                      <a:pt x="977295" y="266556"/>
                      <a:pt x="980706" y="192212"/>
                    </a:cubicBezTo>
                    <a:cubicBezTo>
                      <a:pt x="1048580" y="375955"/>
                      <a:pt x="1375247" y="357898"/>
                      <a:pt x="1402655" y="229090"/>
                    </a:cubicBezTo>
                    <a:cubicBezTo>
                      <a:pt x="1441827" y="393600"/>
                      <a:pt x="1634510" y="380719"/>
                      <a:pt x="1634510" y="380719"/>
                    </a:cubicBezTo>
                    <a:lnTo>
                      <a:pt x="1634510" y="0"/>
                    </a:lnTo>
                    <a:lnTo>
                      <a:pt x="0" y="0"/>
                    </a:lnTo>
                    <a:lnTo>
                      <a:pt x="129691" y="118927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4" name="Google Shape;774;p19"/>
            <p:cNvGrpSpPr/>
            <p:nvPr/>
          </p:nvGrpSpPr>
          <p:grpSpPr>
            <a:xfrm>
              <a:off x="-42556" y="4625004"/>
              <a:ext cx="9561054" cy="2125231"/>
              <a:chOff x="309409" y="2851292"/>
              <a:chExt cx="5575609" cy="1239346"/>
            </a:xfrm>
          </p:grpSpPr>
          <p:sp>
            <p:nvSpPr>
              <p:cNvPr id="775" name="Google Shape;775;p19"/>
              <p:cNvSpPr/>
              <p:nvPr/>
            </p:nvSpPr>
            <p:spPr>
              <a:xfrm>
                <a:off x="309409" y="2851292"/>
                <a:ext cx="5575609" cy="1239346"/>
              </a:xfrm>
              <a:custGeom>
                <a:avLst/>
                <a:gdLst/>
                <a:ahLst/>
                <a:cxnLst/>
                <a:rect l="l" t="t" r="r" b="b"/>
                <a:pathLst>
                  <a:path w="5575609" h="1239346" extrusionOk="0">
                    <a:moveTo>
                      <a:pt x="0" y="1239346"/>
                    </a:moveTo>
                    <a:lnTo>
                      <a:pt x="0" y="107126"/>
                    </a:lnTo>
                    <a:lnTo>
                      <a:pt x="5575610" y="0"/>
                    </a:lnTo>
                    <a:lnTo>
                      <a:pt x="5575610" y="1239346"/>
                    </a:lnTo>
                    <a:lnTo>
                      <a:pt x="0" y="12393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6" name="Google Shape;776;p19"/>
              <p:cNvSpPr/>
              <p:nvPr/>
            </p:nvSpPr>
            <p:spPr>
              <a:xfrm>
                <a:off x="3540139" y="2933445"/>
                <a:ext cx="633540" cy="132167"/>
              </a:xfrm>
              <a:custGeom>
                <a:avLst/>
                <a:gdLst/>
                <a:ahLst/>
                <a:cxnLst/>
                <a:rect l="l" t="t" r="r" b="b"/>
                <a:pathLst>
                  <a:path w="633540" h="132167" extrusionOk="0">
                    <a:moveTo>
                      <a:pt x="633539" y="61772"/>
                    </a:moveTo>
                    <a:cubicBezTo>
                      <a:pt x="634060" y="98199"/>
                      <a:pt x="492662" y="129646"/>
                      <a:pt x="317662" y="132025"/>
                    </a:cubicBezTo>
                    <a:cubicBezTo>
                      <a:pt x="142737" y="134404"/>
                      <a:pt x="522" y="106823"/>
                      <a:pt x="1" y="70396"/>
                    </a:cubicBezTo>
                    <a:cubicBezTo>
                      <a:pt x="-519" y="33969"/>
                      <a:pt x="140878" y="2522"/>
                      <a:pt x="315878" y="143"/>
                    </a:cubicBezTo>
                    <a:cubicBezTo>
                      <a:pt x="490803" y="-2236"/>
                      <a:pt x="633019" y="25345"/>
                      <a:pt x="633539" y="6177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77" name="Google Shape;777;p19"/>
              <p:cNvSpPr/>
              <p:nvPr/>
            </p:nvSpPr>
            <p:spPr>
              <a:xfrm>
                <a:off x="1105754" y="3021358"/>
                <a:ext cx="614433" cy="174459"/>
              </a:xfrm>
              <a:custGeom>
                <a:avLst/>
                <a:gdLst/>
                <a:ahLst/>
                <a:cxnLst/>
                <a:rect l="l" t="t" r="r" b="b"/>
                <a:pathLst>
                  <a:path w="614433" h="174459" extrusionOk="0">
                    <a:moveTo>
                      <a:pt x="614433" y="89460"/>
                    </a:moveTo>
                    <a:cubicBezTo>
                      <a:pt x="614061" y="137633"/>
                      <a:pt x="476232" y="175622"/>
                      <a:pt x="306585" y="174432"/>
                    </a:cubicBezTo>
                    <a:cubicBezTo>
                      <a:pt x="136938" y="173243"/>
                      <a:pt x="-371" y="133173"/>
                      <a:pt x="1" y="84999"/>
                    </a:cubicBezTo>
                    <a:cubicBezTo>
                      <a:pt x="372" y="36826"/>
                      <a:pt x="138202" y="-1162"/>
                      <a:pt x="307849" y="27"/>
                    </a:cubicBezTo>
                    <a:cubicBezTo>
                      <a:pt x="477496" y="1216"/>
                      <a:pt x="614805" y="41287"/>
                      <a:pt x="614433" y="894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778" name="Google Shape;778;p19"/>
            <p:cNvGrpSpPr/>
            <p:nvPr/>
          </p:nvGrpSpPr>
          <p:grpSpPr>
            <a:xfrm flipH="1">
              <a:off x="7820130" y="-77794"/>
              <a:ext cx="1787037" cy="5236313"/>
              <a:chOff x="1361414" y="19440"/>
              <a:chExt cx="1151887" cy="3375000"/>
            </a:xfrm>
          </p:grpSpPr>
          <p:grpSp>
            <p:nvGrpSpPr>
              <p:cNvPr id="779" name="Google Shape;779;p19"/>
              <p:cNvGrpSpPr/>
              <p:nvPr/>
            </p:nvGrpSpPr>
            <p:grpSpPr>
              <a:xfrm>
                <a:off x="1361414" y="19440"/>
                <a:ext cx="1151887" cy="3375000"/>
                <a:chOff x="1361414" y="19440"/>
                <a:chExt cx="1151887" cy="3375000"/>
              </a:xfrm>
            </p:grpSpPr>
            <p:sp>
              <p:nvSpPr>
                <p:cNvPr id="780" name="Google Shape;780;p19"/>
                <p:cNvSpPr/>
                <p:nvPr/>
              </p:nvSpPr>
              <p:spPr>
                <a:xfrm>
                  <a:off x="1361414" y="19440"/>
                  <a:ext cx="1085534" cy="337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85534" h="3375000" extrusionOk="0">
                      <a:moveTo>
                        <a:pt x="757080" y="0"/>
                      </a:moveTo>
                      <a:lnTo>
                        <a:pt x="641925" y="2474955"/>
                      </a:lnTo>
                      <a:lnTo>
                        <a:pt x="740610" y="2982420"/>
                      </a:lnTo>
                      <a:lnTo>
                        <a:pt x="1085535" y="3375000"/>
                      </a:lnTo>
                      <a:lnTo>
                        <a:pt x="0" y="3375000"/>
                      </a:lnTo>
                      <a:lnTo>
                        <a:pt x="0" y="0"/>
                      </a:lnTo>
                      <a:lnTo>
                        <a:pt x="757080" y="0"/>
                      </a:lnTo>
                      <a:close/>
                    </a:path>
                  </a:pathLst>
                </a:custGeom>
                <a:solidFill>
                  <a:srgbClr val="06161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1" name="Google Shape;781;p19"/>
                <p:cNvSpPr/>
                <p:nvPr/>
              </p:nvSpPr>
              <p:spPr>
                <a:xfrm>
                  <a:off x="1361414" y="19440"/>
                  <a:ext cx="147757" cy="1032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7757" h="1032750" extrusionOk="0">
                      <a:moveTo>
                        <a:pt x="147758" y="0"/>
                      </a:moveTo>
                      <a:lnTo>
                        <a:pt x="0" y="1032750"/>
                      </a:lnTo>
                      <a:lnTo>
                        <a:pt x="0" y="0"/>
                      </a:lnTo>
                      <a:lnTo>
                        <a:pt x="147758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2" name="Google Shape;782;p19"/>
                <p:cNvSpPr/>
                <p:nvPr/>
              </p:nvSpPr>
              <p:spPr>
                <a:xfrm>
                  <a:off x="1656187" y="19440"/>
                  <a:ext cx="790762" cy="3375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0762" h="3375000" extrusionOk="0">
                      <a:moveTo>
                        <a:pt x="247995" y="0"/>
                      </a:moveTo>
                      <a:lnTo>
                        <a:pt x="0" y="2950020"/>
                      </a:lnTo>
                      <a:lnTo>
                        <a:pt x="143438" y="2852820"/>
                      </a:lnTo>
                      <a:lnTo>
                        <a:pt x="538245" y="3375000"/>
                      </a:lnTo>
                      <a:lnTo>
                        <a:pt x="790762" y="3375000"/>
                      </a:lnTo>
                      <a:lnTo>
                        <a:pt x="445838" y="2982420"/>
                      </a:lnTo>
                      <a:lnTo>
                        <a:pt x="347153" y="2474955"/>
                      </a:lnTo>
                      <a:lnTo>
                        <a:pt x="462308" y="0"/>
                      </a:lnTo>
                      <a:lnTo>
                        <a:pt x="247995" y="0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3" name="Google Shape;783;p19"/>
                <p:cNvSpPr/>
                <p:nvPr/>
              </p:nvSpPr>
              <p:spPr>
                <a:xfrm>
                  <a:off x="1876305" y="2382547"/>
                  <a:ext cx="92880" cy="3799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2880" h="379957" extrusionOk="0">
                      <a:moveTo>
                        <a:pt x="15255" y="0"/>
                      </a:moveTo>
                      <a:lnTo>
                        <a:pt x="92880" y="379958"/>
                      </a:lnTo>
                      <a:lnTo>
                        <a:pt x="0" y="218295"/>
                      </a:lnTo>
                      <a:lnTo>
                        <a:pt x="15255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4" name="Google Shape;784;p19"/>
                <p:cNvSpPr/>
                <p:nvPr/>
              </p:nvSpPr>
              <p:spPr>
                <a:xfrm>
                  <a:off x="2047552" y="19440"/>
                  <a:ext cx="70942" cy="508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0942" h="508612" extrusionOk="0">
                      <a:moveTo>
                        <a:pt x="0" y="0"/>
                      </a:moveTo>
                      <a:lnTo>
                        <a:pt x="70942" y="0"/>
                      </a:lnTo>
                      <a:lnTo>
                        <a:pt x="48465" y="508613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5" name="Google Shape;785;p19"/>
                <p:cNvSpPr/>
                <p:nvPr/>
              </p:nvSpPr>
              <p:spPr>
                <a:xfrm>
                  <a:off x="1656187" y="19440"/>
                  <a:ext cx="857114" cy="17513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57114" h="1751354" extrusionOk="0">
                      <a:moveTo>
                        <a:pt x="143438" y="708008"/>
                      </a:moveTo>
                      <a:lnTo>
                        <a:pt x="708548" y="0"/>
                      </a:lnTo>
                      <a:lnTo>
                        <a:pt x="857115" y="0"/>
                      </a:lnTo>
                      <a:lnTo>
                        <a:pt x="0" y="1751355"/>
                      </a:lnTo>
                    </a:path>
                  </a:pathLst>
                </a:custGeom>
                <a:solidFill>
                  <a:srgbClr val="061619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786" name="Google Shape;786;p19"/>
                <p:cNvSpPr/>
                <p:nvPr/>
              </p:nvSpPr>
              <p:spPr>
                <a:xfrm>
                  <a:off x="2003340" y="1258807"/>
                  <a:ext cx="197369" cy="3539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369" h="353969" extrusionOk="0">
                      <a:moveTo>
                        <a:pt x="0" y="64192"/>
                      </a:moveTo>
                      <a:lnTo>
                        <a:pt x="141818" y="0"/>
                      </a:lnTo>
                      <a:lnTo>
                        <a:pt x="197370" y="125820"/>
                      </a:lnTo>
                      <a:lnTo>
                        <a:pt x="0" y="353970"/>
                      </a:lnTo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787" name="Google Shape;787;p19"/>
              <p:cNvSpPr/>
              <p:nvPr/>
            </p:nvSpPr>
            <p:spPr>
              <a:xfrm>
                <a:off x="1848157" y="3055994"/>
                <a:ext cx="203444" cy="338445"/>
              </a:xfrm>
              <a:custGeom>
                <a:avLst/>
                <a:gdLst/>
                <a:ahLst/>
                <a:cxnLst/>
                <a:rect l="l" t="t" r="r" b="b"/>
                <a:pathLst>
                  <a:path w="203444" h="338445" extrusionOk="0">
                    <a:moveTo>
                      <a:pt x="203445" y="338445"/>
                    </a:moveTo>
                    <a:lnTo>
                      <a:pt x="0" y="0"/>
                    </a:lnTo>
                    <a:lnTo>
                      <a:pt x="56025" y="338445"/>
                    </a:lnTo>
                    <a:lnTo>
                      <a:pt x="203445" y="338445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8" name="Google Shape;788;p19"/>
              <p:cNvSpPr/>
              <p:nvPr/>
            </p:nvSpPr>
            <p:spPr>
              <a:xfrm>
                <a:off x="2102025" y="1258807"/>
                <a:ext cx="98684" cy="126629"/>
              </a:xfrm>
              <a:custGeom>
                <a:avLst/>
                <a:gdLst/>
                <a:ahLst/>
                <a:cxnLst/>
                <a:rect l="l" t="t" r="r" b="b"/>
                <a:pathLst>
                  <a:path w="98684" h="126629" extrusionOk="0">
                    <a:moveTo>
                      <a:pt x="43132" y="0"/>
                    </a:moveTo>
                    <a:lnTo>
                      <a:pt x="0" y="126630"/>
                    </a:lnTo>
                    <a:lnTo>
                      <a:pt x="98685" y="125820"/>
                    </a:lnTo>
                    <a:lnTo>
                      <a:pt x="43132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89" name="Google Shape;789;p19"/>
              <p:cNvSpPr/>
              <p:nvPr/>
            </p:nvSpPr>
            <p:spPr>
              <a:xfrm>
                <a:off x="1361414" y="2180789"/>
                <a:ext cx="205605" cy="1213650"/>
              </a:xfrm>
              <a:custGeom>
                <a:avLst/>
                <a:gdLst/>
                <a:ahLst/>
                <a:cxnLst/>
                <a:rect l="l" t="t" r="r" b="b"/>
                <a:pathLst>
                  <a:path w="205605" h="1213650" extrusionOk="0">
                    <a:moveTo>
                      <a:pt x="0" y="1213650"/>
                    </a:moveTo>
                    <a:lnTo>
                      <a:pt x="0" y="803655"/>
                    </a:lnTo>
                    <a:lnTo>
                      <a:pt x="205605" y="0"/>
                    </a:lnTo>
                    <a:lnTo>
                      <a:pt x="205605" y="1213650"/>
                    </a:lnTo>
                    <a:lnTo>
                      <a:pt x="0" y="121365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0" name="Google Shape;790;p19"/>
              <p:cNvSpPr/>
              <p:nvPr/>
            </p:nvSpPr>
            <p:spPr>
              <a:xfrm>
                <a:off x="1717477" y="19440"/>
                <a:ext cx="98887" cy="580769"/>
              </a:xfrm>
              <a:custGeom>
                <a:avLst/>
                <a:gdLst/>
                <a:ahLst/>
                <a:cxnLst/>
                <a:rect l="l" t="t" r="r" b="b"/>
                <a:pathLst>
                  <a:path w="98887" h="580769" extrusionOk="0">
                    <a:moveTo>
                      <a:pt x="98888" y="0"/>
                    </a:moveTo>
                    <a:lnTo>
                      <a:pt x="51907" y="580770"/>
                    </a:lnTo>
                    <a:lnTo>
                      <a:pt x="0" y="0"/>
                    </a:lnTo>
                    <a:lnTo>
                      <a:pt x="98888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791" name="Google Shape;791;p19"/>
              <p:cNvSpPr/>
              <p:nvPr/>
            </p:nvSpPr>
            <p:spPr>
              <a:xfrm>
                <a:off x="1949880" y="1562692"/>
                <a:ext cx="96794" cy="931702"/>
              </a:xfrm>
              <a:custGeom>
                <a:avLst/>
                <a:gdLst/>
                <a:ahLst/>
                <a:cxnLst/>
                <a:rect l="l" t="t" r="r" b="b"/>
                <a:pathLst>
                  <a:path w="96794" h="931702" extrusionOk="0">
                    <a:moveTo>
                      <a:pt x="96795" y="0"/>
                    </a:moveTo>
                    <a:lnTo>
                      <a:pt x="53460" y="931703"/>
                    </a:lnTo>
                    <a:lnTo>
                      <a:pt x="0" y="144248"/>
                    </a:lnTo>
                    <a:lnTo>
                      <a:pt x="96795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792" name="Google Shape;792;p19"/>
            <p:cNvSpPr/>
            <p:nvPr/>
          </p:nvSpPr>
          <p:spPr>
            <a:xfrm>
              <a:off x="344090" y="2429205"/>
              <a:ext cx="220026" cy="188344"/>
            </a:xfrm>
            <a:custGeom>
              <a:avLst/>
              <a:gdLst/>
              <a:ahLst/>
              <a:cxnLst/>
              <a:rect l="l" t="t" r="r" b="b"/>
              <a:pathLst>
                <a:path w="102219" h="87500" extrusionOk="0">
                  <a:moveTo>
                    <a:pt x="102220" y="80512"/>
                  </a:moveTo>
                  <a:lnTo>
                    <a:pt x="2379" y="87500"/>
                  </a:lnTo>
                  <a:lnTo>
                    <a:pt x="0" y="0"/>
                  </a:lnTo>
                  <a:lnTo>
                    <a:pt x="96793" y="6245"/>
                  </a:lnTo>
                  <a:lnTo>
                    <a:pt x="10222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3" name="Google Shape;793;p19"/>
            <p:cNvSpPr/>
            <p:nvPr/>
          </p:nvSpPr>
          <p:spPr>
            <a:xfrm>
              <a:off x="331918" y="1955922"/>
              <a:ext cx="195064" cy="172181"/>
            </a:xfrm>
            <a:custGeom>
              <a:avLst/>
              <a:gdLst/>
              <a:ahLst/>
              <a:cxnLst/>
              <a:rect l="l" t="t" r="r" b="b"/>
              <a:pathLst>
                <a:path w="90622" h="79991" extrusionOk="0">
                  <a:moveTo>
                    <a:pt x="90623" y="62819"/>
                  </a:moveTo>
                  <a:lnTo>
                    <a:pt x="1784" y="79991"/>
                  </a:lnTo>
                  <a:lnTo>
                    <a:pt x="0" y="12712"/>
                  </a:lnTo>
                  <a:lnTo>
                    <a:pt x="86014" y="0"/>
                  </a:lnTo>
                  <a:lnTo>
                    <a:pt x="90623" y="628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4" name="Google Shape;794;p19"/>
            <p:cNvSpPr/>
            <p:nvPr/>
          </p:nvSpPr>
          <p:spPr>
            <a:xfrm>
              <a:off x="358824" y="2797582"/>
              <a:ext cx="231708" cy="264032"/>
            </a:xfrm>
            <a:custGeom>
              <a:avLst/>
              <a:gdLst/>
              <a:ahLst/>
              <a:cxnLst/>
              <a:rect l="l" t="t" r="r" b="b"/>
              <a:pathLst>
                <a:path w="107646" h="122663" extrusionOk="0">
                  <a:moveTo>
                    <a:pt x="107646" y="78951"/>
                  </a:moveTo>
                  <a:lnTo>
                    <a:pt x="1190" y="122663"/>
                  </a:lnTo>
                  <a:lnTo>
                    <a:pt x="0" y="81107"/>
                  </a:lnTo>
                  <a:lnTo>
                    <a:pt x="101922" y="0"/>
                  </a:lnTo>
                  <a:lnTo>
                    <a:pt x="107646" y="789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5" name="Google Shape;795;p19"/>
            <p:cNvSpPr/>
            <p:nvPr/>
          </p:nvSpPr>
          <p:spPr>
            <a:xfrm>
              <a:off x="377566" y="3658460"/>
              <a:ext cx="275714" cy="173300"/>
            </a:xfrm>
            <a:custGeom>
              <a:avLst/>
              <a:gdLst/>
              <a:ahLst/>
              <a:cxnLst/>
              <a:rect l="l" t="t" r="r" b="b"/>
              <a:pathLst>
                <a:path w="128090" h="80511" extrusionOk="0">
                  <a:moveTo>
                    <a:pt x="128090" y="80512"/>
                  </a:moveTo>
                  <a:lnTo>
                    <a:pt x="1784" y="65123"/>
                  </a:lnTo>
                  <a:lnTo>
                    <a:pt x="0" y="0"/>
                  </a:lnTo>
                  <a:lnTo>
                    <a:pt x="123555" y="17471"/>
                  </a:lnTo>
                  <a:lnTo>
                    <a:pt x="12809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6" name="Google Shape;796;p19"/>
            <p:cNvSpPr/>
            <p:nvPr/>
          </p:nvSpPr>
          <p:spPr>
            <a:xfrm>
              <a:off x="-307775" y="1970338"/>
              <a:ext cx="689043" cy="373485"/>
            </a:xfrm>
            <a:custGeom>
              <a:avLst/>
              <a:gdLst/>
              <a:ahLst/>
              <a:cxnLst/>
              <a:rect l="l" t="t" r="r" b="b"/>
              <a:pathLst>
                <a:path w="320113" h="173512" extrusionOk="0">
                  <a:moveTo>
                    <a:pt x="320114" y="106234"/>
                  </a:moveTo>
                  <a:lnTo>
                    <a:pt x="0" y="0"/>
                  </a:lnTo>
                  <a:lnTo>
                    <a:pt x="0" y="40070"/>
                  </a:lnTo>
                  <a:lnTo>
                    <a:pt x="318107" y="17351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7" name="Google Shape;797;p19"/>
            <p:cNvSpPr/>
            <p:nvPr/>
          </p:nvSpPr>
          <p:spPr>
            <a:xfrm>
              <a:off x="-102261" y="1874920"/>
              <a:ext cx="242484" cy="219974"/>
            </a:xfrm>
            <a:custGeom>
              <a:avLst/>
              <a:gdLst/>
              <a:ahLst/>
              <a:cxnLst/>
              <a:rect l="l" t="t" r="r" b="b"/>
              <a:pathLst>
                <a:path w="130543" h="118425" extrusionOk="0">
                  <a:moveTo>
                    <a:pt x="130544" y="109579"/>
                  </a:moveTo>
                  <a:lnTo>
                    <a:pt x="0" y="118426"/>
                  </a:lnTo>
                  <a:lnTo>
                    <a:pt x="4238" y="0"/>
                  </a:lnTo>
                  <a:lnTo>
                    <a:pt x="125934" y="0"/>
                  </a:lnTo>
                  <a:lnTo>
                    <a:pt x="130544" y="1095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798" name="Google Shape;798;p19"/>
            <p:cNvSpPr/>
            <p:nvPr/>
          </p:nvSpPr>
          <p:spPr>
            <a:xfrm>
              <a:off x="-153939" y="3257949"/>
              <a:ext cx="353921" cy="261816"/>
            </a:xfrm>
            <a:custGeom>
              <a:avLst/>
              <a:gdLst/>
              <a:ahLst/>
              <a:cxnLst/>
              <a:rect l="l" t="t" r="r" b="b"/>
              <a:pathLst>
                <a:path w="190536" h="140951" extrusionOk="0">
                  <a:moveTo>
                    <a:pt x="190537" y="140952"/>
                  </a:moveTo>
                  <a:lnTo>
                    <a:pt x="0" y="140952"/>
                  </a:lnTo>
                  <a:lnTo>
                    <a:pt x="4312" y="22451"/>
                  </a:lnTo>
                  <a:lnTo>
                    <a:pt x="184664" y="0"/>
                  </a:lnTo>
                  <a:lnTo>
                    <a:pt x="190537" y="1409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799" name="Google Shape;799;p1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6">
  <p:cSld name="TITLE_ONLY_6">
    <p:spTree>
      <p:nvGrpSpPr>
        <p:cNvPr id="1" name="Shape 8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01" name="Google Shape;801;p20"/>
          <p:cNvGrpSpPr/>
          <p:nvPr/>
        </p:nvGrpSpPr>
        <p:grpSpPr>
          <a:xfrm>
            <a:off x="-708365" y="-149424"/>
            <a:ext cx="10361296" cy="6823458"/>
            <a:chOff x="-708365" y="-149424"/>
            <a:chExt cx="10361296" cy="6823458"/>
          </a:xfrm>
        </p:grpSpPr>
        <p:sp>
          <p:nvSpPr>
            <p:cNvPr id="802" name="Google Shape;802;p20"/>
            <p:cNvSpPr/>
            <p:nvPr/>
          </p:nvSpPr>
          <p:spPr>
            <a:xfrm flipH="1">
              <a:off x="7393562" y="4485730"/>
              <a:ext cx="1752730" cy="864005"/>
            </a:xfrm>
            <a:custGeom>
              <a:avLst/>
              <a:gdLst/>
              <a:ahLst/>
              <a:cxnLst/>
              <a:rect l="l" t="t" r="r" b="b"/>
              <a:pathLst>
                <a:path w="943596" h="465144" extrusionOk="0">
                  <a:moveTo>
                    <a:pt x="203" y="361884"/>
                  </a:moveTo>
                  <a:cubicBezTo>
                    <a:pt x="203" y="361884"/>
                    <a:pt x="-21133" y="47717"/>
                    <a:pt x="373324" y="2814"/>
                  </a:cubicBezTo>
                  <a:cubicBezTo>
                    <a:pt x="767779" y="-42088"/>
                    <a:pt x="943597" y="465144"/>
                    <a:pt x="943597" y="465144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3" name="Google Shape;803;p20"/>
            <p:cNvSpPr/>
            <p:nvPr/>
          </p:nvSpPr>
          <p:spPr>
            <a:xfrm flipH="1">
              <a:off x="8254500" y="-149424"/>
              <a:ext cx="464217" cy="5141601"/>
            </a:xfrm>
            <a:custGeom>
              <a:avLst/>
              <a:gdLst/>
              <a:ahLst/>
              <a:cxnLst/>
              <a:rect l="l" t="t" r="r" b="b"/>
              <a:pathLst>
                <a:path w="215664" h="2388665" extrusionOk="0">
                  <a:moveTo>
                    <a:pt x="215665" y="2388666"/>
                  </a:moveTo>
                  <a:lnTo>
                    <a:pt x="63934" y="2340790"/>
                  </a:lnTo>
                  <a:lnTo>
                    <a:pt x="50033" y="1832591"/>
                  </a:lnTo>
                  <a:lnTo>
                    <a:pt x="48248" y="1767468"/>
                  </a:lnTo>
                  <a:lnTo>
                    <a:pt x="40740" y="1490546"/>
                  </a:lnTo>
                  <a:lnTo>
                    <a:pt x="39550" y="1448990"/>
                  </a:lnTo>
                  <a:lnTo>
                    <a:pt x="35090" y="1284398"/>
                  </a:lnTo>
                  <a:lnTo>
                    <a:pt x="32710" y="1196898"/>
                  </a:lnTo>
                  <a:lnTo>
                    <a:pt x="28845" y="1057210"/>
                  </a:lnTo>
                  <a:lnTo>
                    <a:pt x="27060" y="989931"/>
                  </a:lnTo>
                  <a:lnTo>
                    <a:pt x="16579" y="607518"/>
                  </a:lnTo>
                  <a:lnTo>
                    <a:pt x="14943" y="546707"/>
                  </a:lnTo>
                  <a:lnTo>
                    <a:pt x="0" y="0"/>
                  </a:lnTo>
                  <a:lnTo>
                    <a:pt x="42078" y="0"/>
                  </a:lnTo>
                  <a:lnTo>
                    <a:pt x="81404" y="541578"/>
                  </a:lnTo>
                  <a:lnTo>
                    <a:pt x="85567" y="598003"/>
                  </a:lnTo>
                  <a:lnTo>
                    <a:pt x="113074" y="977219"/>
                  </a:lnTo>
                  <a:lnTo>
                    <a:pt x="117683" y="1040037"/>
                  </a:lnTo>
                  <a:lnTo>
                    <a:pt x="129503" y="1203142"/>
                  </a:lnTo>
                  <a:lnTo>
                    <a:pt x="134930" y="1277409"/>
                  </a:lnTo>
                  <a:lnTo>
                    <a:pt x="141472" y="1367883"/>
                  </a:lnTo>
                  <a:lnTo>
                    <a:pt x="147196" y="1446834"/>
                  </a:lnTo>
                  <a:lnTo>
                    <a:pt x="171804" y="1784939"/>
                  </a:lnTo>
                  <a:lnTo>
                    <a:pt x="176339" y="1847980"/>
                  </a:lnTo>
                  <a:lnTo>
                    <a:pt x="215665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4" name="Google Shape;804;p20"/>
            <p:cNvSpPr/>
            <p:nvPr/>
          </p:nvSpPr>
          <p:spPr>
            <a:xfrm flipH="1">
              <a:off x="157871" y="-53050"/>
              <a:ext cx="602768" cy="4890792"/>
            </a:xfrm>
            <a:custGeom>
              <a:avLst/>
              <a:gdLst/>
              <a:ahLst/>
              <a:cxnLst/>
              <a:rect l="l" t="t" r="r" b="b"/>
              <a:pathLst>
                <a:path w="294392" h="2388665" extrusionOk="0">
                  <a:moveTo>
                    <a:pt x="294392" y="2388666"/>
                  </a:moveTo>
                  <a:lnTo>
                    <a:pt x="63933" y="2340790"/>
                  </a:lnTo>
                  <a:lnTo>
                    <a:pt x="49734" y="1821366"/>
                  </a:lnTo>
                  <a:lnTo>
                    <a:pt x="45125" y="1652388"/>
                  </a:lnTo>
                  <a:lnTo>
                    <a:pt x="34271" y="1255404"/>
                  </a:lnTo>
                  <a:lnTo>
                    <a:pt x="30405" y="1113710"/>
                  </a:lnTo>
                  <a:lnTo>
                    <a:pt x="22822" y="835895"/>
                  </a:lnTo>
                  <a:lnTo>
                    <a:pt x="20964" y="767427"/>
                  </a:lnTo>
                  <a:lnTo>
                    <a:pt x="14943" y="548268"/>
                  </a:lnTo>
                  <a:lnTo>
                    <a:pt x="13084" y="477718"/>
                  </a:lnTo>
                  <a:lnTo>
                    <a:pt x="0" y="0"/>
                  </a:lnTo>
                  <a:lnTo>
                    <a:pt x="123258" y="0"/>
                  </a:lnTo>
                  <a:lnTo>
                    <a:pt x="156043" y="457200"/>
                  </a:lnTo>
                  <a:lnTo>
                    <a:pt x="161173" y="529237"/>
                  </a:lnTo>
                  <a:lnTo>
                    <a:pt x="177602" y="758357"/>
                  </a:lnTo>
                  <a:lnTo>
                    <a:pt x="181170" y="807869"/>
                  </a:lnTo>
                  <a:lnTo>
                    <a:pt x="203621" y="1121738"/>
                  </a:lnTo>
                  <a:lnTo>
                    <a:pt x="214104" y="1268117"/>
                  </a:lnTo>
                  <a:lnTo>
                    <a:pt x="241238" y="1647035"/>
                  </a:lnTo>
                  <a:lnTo>
                    <a:pt x="251795" y="1793785"/>
                  </a:lnTo>
                  <a:lnTo>
                    <a:pt x="294392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5" name="Google Shape;805;p20"/>
            <p:cNvSpPr/>
            <p:nvPr/>
          </p:nvSpPr>
          <p:spPr>
            <a:xfrm flipH="1">
              <a:off x="-708365" y="-32622"/>
              <a:ext cx="1059561" cy="4890792"/>
            </a:xfrm>
            <a:custGeom>
              <a:avLst/>
              <a:gdLst/>
              <a:ahLst/>
              <a:cxnLst/>
              <a:rect l="l" t="t" r="r" b="b"/>
              <a:pathLst>
                <a:path w="517490" h="2388665" extrusionOk="0">
                  <a:moveTo>
                    <a:pt x="517491" y="2388666"/>
                  </a:moveTo>
                  <a:lnTo>
                    <a:pt x="212616" y="2340790"/>
                  </a:lnTo>
                  <a:lnTo>
                    <a:pt x="161544" y="1778843"/>
                  </a:lnTo>
                  <a:lnTo>
                    <a:pt x="149352" y="1644062"/>
                  </a:lnTo>
                  <a:lnTo>
                    <a:pt x="115824" y="1275254"/>
                  </a:lnTo>
                  <a:lnTo>
                    <a:pt x="102294" y="1126273"/>
                  </a:lnTo>
                  <a:lnTo>
                    <a:pt x="92480" y="1018181"/>
                  </a:lnTo>
                  <a:lnTo>
                    <a:pt x="86013" y="946590"/>
                  </a:lnTo>
                  <a:lnTo>
                    <a:pt x="47058" y="518086"/>
                  </a:lnTo>
                  <a:lnTo>
                    <a:pt x="40441" y="445157"/>
                  </a:lnTo>
                  <a:lnTo>
                    <a:pt x="28621" y="315357"/>
                  </a:lnTo>
                  <a:lnTo>
                    <a:pt x="27729" y="305320"/>
                  </a:lnTo>
                  <a:lnTo>
                    <a:pt x="0" y="0"/>
                  </a:lnTo>
                  <a:lnTo>
                    <a:pt x="152994" y="0"/>
                  </a:lnTo>
                  <a:lnTo>
                    <a:pt x="185259" y="211650"/>
                  </a:lnTo>
                  <a:lnTo>
                    <a:pt x="195370" y="277888"/>
                  </a:lnTo>
                  <a:lnTo>
                    <a:pt x="217077" y="419806"/>
                  </a:lnTo>
                  <a:lnTo>
                    <a:pt x="228451" y="494445"/>
                  </a:lnTo>
                  <a:lnTo>
                    <a:pt x="294541" y="927559"/>
                  </a:lnTo>
                  <a:lnTo>
                    <a:pt x="306807" y="1008070"/>
                  </a:lnTo>
                  <a:lnTo>
                    <a:pt x="326434" y="1136681"/>
                  </a:lnTo>
                  <a:lnTo>
                    <a:pt x="350074" y="1291757"/>
                  </a:lnTo>
                  <a:lnTo>
                    <a:pt x="402782" y="1637074"/>
                  </a:lnTo>
                  <a:lnTo>
                    <a:pt x="419063" y="1743679"/>
                  </a:lnTo>
                  <a:lnTo>
                    <a:pt x="517491" y="2388666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6" name="Google Shape;806;p20"/>
            <p:cNvSpPr/>
            <p:nvPr/>
          </p:nvSpPr>
          <p:spPr>
            <a:xfrm flipH="1">
              <a:off x="-277180" y="1848180"/>
              <a:ext cx="452076" cy="185549"/>
            </a:xfrm>
            <a:custGeom>
              <a:avLst/>
              <a:gdLst/>
              <a:ahLst/>
              <a:cxnLst/>
              <a:rect l="l" t="t" r="r" b="b"/>
              <a:pathLst>
                <a:path w="220794" h="90622" extrusionOk="0">
                  <a:moveTo>
                    <a:pt x="220795" y="80512"/>
                  </a:moveTo>
                  <a:lnTo>
                    <a:pt x="6468" y="90622"/>
                  </a:lnTo>
                  <a:lnTo>
                    <a:pt x="0" y="19031"/>
                  </a:lnTo>
                  <a:lnTo>
                    <a:pt x="208528" y="0"/>
                  </a:lnTo>
                  <a:lnTo>
                    <a:pt x="220795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7" name="Google Shape;807;p20"/>
            <p:cNvSpPr/>
            <p:nvPr/>
          </p:nvSpPr>
          <p:spPr>
            <a:xfrm flipH="1">
              <a:off x="-48884" y="380772"/>
              <a:ext cx="343243" cy="212338"/>
            </a:xfrm>
            <a:custGeom>
              <a:avLst/>
              <a:gdLst/>
              <a:ahLst/>
              <a:cxnLst/>
              <a:rect l="l" t="t" r="r" b="b"/>
              <a:pathLst>
                <a:path w="167640" h="103706" extrusionOk="0">
                  <a:moveTo>
                    <a:pt x="167640" y="66238"/>
                  </a:moveTo>
                  <a:lnTo>
                    <a:pt x="892" y="103706"/>
                  </a:lnTo>
                  <a:lnTo>
                    <a:pt x="0" y="93670"/>
                  </a:lnTo>
                  <a:lnTo>
                    <a:pt x="157530" y="0"/>
                  </a:lnTo>
                  <a:lnTo>
                    <a:pt x="167640" y="6623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8" name="Google Shape;808;p20"/>
            <p:cNvSpPr/>
            <p:nvPr/>
          </p:nvSpPr>
          <p:spPr>
            <a:xfrm flipH="1">
              <a:off x="430610" y="926136"/>
              <a:ext cx="303210" cy="144449"/>
            </a:xfrm>
            <a:custGeom>
              <a:avLst/>
              <a:gdLst/>
              <a:ahLst/>
              <a:cxnLst/>
              <a:rect l="l" t="t" r="r" b="b"/>
              <a:pathLst>
                <a:path w="148088" h="70549" extrusionOk="0">
                  <a:moveTo>
                    <a:pt x="145635" y="17396"/>
                  </a:moveTo>
                  <a:lnTo>
                    <a:pt x="148089" y="51519"/>
                  </a:lnTo>
                  <a:lnTo>
                    <a:pt x="1859" y="70550"/>
                  </a:lnTo>
                  <a:lnTo>
                    <a:pt x="0" y="0"/>
                  </a:lnTo>
                  <a:lnTo>
                    <a:pt x="145635" y="17396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09" name="Google Shape;809;p20"/>
            <p:cNvSpPr/>
            <p:nvPr/>
          </p:nvSpPr>
          <p:spPr>
            <a:xfrm flipH="1">
              <a:off x="-116645" y="807433"/>
              <a:ext cx="384948" cy="201226"/>
            </a:xfrm>
            <a:custGeom>
              <a:avLst/>
              <a:gdLst/>
              <a:ahLst/>
              <a:cxnLst/>
              <a:rect l="l" t="t" r="r" b="b"/>
              <a:pathLst>
                <a:path w="188009" h="98279" extrusionOk="0">
                  <a:moveTo>
                    <a:pt x="188010" y="74639"/>
                  </a:moveTo>
                  <a:lnTo>
                    <a:pt x="6616" y="98279"/>
                  </a:lnTo>
                  <a:lnTo>
                    <a:pt x="0" y="25350"/>
                  </a:lnTo>
                  <a:lnTo>
                    <a:pt x="176635" y="0"/>
                  </a:lnTo>
                  <a:lnTo>
                    <a:pt x="188010" y="7463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0" name="Google Shape;810;p20"/>
            <p:cNvSpPr/>
            <p:nvPr/>
          </p:nvSpPr>
          <p:spPr>
            <a:xfrm flipH="1">
              <a:off x="322192" y="2246193"/>
              <a:ext cx="373075" cy="299709"/>
            </a:xfrm>
            <a:custGeom>
              <a:avLst/>
              <a:gdLst/>
              <a:ahLst/>
              <a:cxnLst/>
              <a:rect l="l" t="t" r="r" b="b"/>
              <a:pathLst>
                <a:path w="182210" h="146378" extrusionOk="0">
                  <a:moveTo>
                    <a:pt x="171729" y="0"/>
                  </a:moveTo>
                  <a:lnTo>
                    <a:pt x="182211" y="146378"/>
                  </a:lnTo>
                  <a:lnTo>
                    <a:pt x="2379" y="133666"/>
                  </a:lnTo>
                  <a:lnTo>
                    <a:pt x="0" y="46909"/>
                  </a:lnTo>
                  <a:lnTo>
                    <a:pt x="171729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1" name="Google Shape;811;p20"/>
            <p:cNvSpPr/>
            <p:nvPr/>
          </p:nvSpPr>
          <p:spPr>
            <a:xfrm flipH="1">
              <a:off x="-365803" y="2255489"/>
              <a:ext cx="507328" cy="338828"/>
            </a:xfrm>
            <a:custGeom>
              <a:avLst/>
              <a:gdLst/>
              <a:ahLst/>
              <a:cxnLst/>
              <a:rect l="l" t="t" r="r" b="b"/>
              <a:pathLst>
                <a:path w="247779" h="165484" extrusionOk="0">
                  <a:moveTo>
                    <a:pt x="247780" y="165484"/>
                  </a:moveTo>
                  <a:lnTo>
                    <a:pt x="13530" y="148980"/>
                  </a:lnTo>
                  <a:lnTo>
                    <a:pt x="0" y="0"/>
                  </a:lnTo>
                  <a:lnTo>
                    <a:pt x="224140" y="10408"/>
                  </a:lnTo>
                  <a:lnTo>
                    <a:pt x="247780" y="165484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2" name="Google Shape;812;p20"/>
            <p:cNvSpPr/>
            <p:nvPr/>
          </p:nvSpPr>
          <p:spPr>
            <a:xfrm flipH="1">
              <a:off x="244990" y="3322903"/>
              <a:ext cx="423155" cy="356941"/>
            </a:xfrm>
            <a:custGeom>
              <a:avLst/>
              <a:gdLst/>
              <a:ahLst/>
              <a:cxnLst/>
              <a:rect l="l" t="t" r="r" b="b"/>
              <a:pathLst>
                <a:path w="206669" h="174330" extrusionOk="0">
                  <a:moveTo>
                    <a:pt x="196113" y="0"/>
                  </a:moveTo>
                  <a:lnTo>
                    <a:pt x="206670" y="146750"/>
                  </a:lnTo>
                  <a:lnTo>
                    <a:pt x="4609" y="174331"/>
                  </a:lnTo>
                  <a:lnTo>
                    <a:pt x="0" y="5353"/>
                  </a:lnTo>
                  <a:lnTo>
                    <a:pt x="196113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3" name="Google Shape;813;p20"/>
            <p:cNvSpPr/>
            <p:nvPr/>
          </p:nvSpPr>
          <p:spPr>
            <a:xfrm flipH="1">
              <a:off x="-507165" y="3302483"/>
              <a:ext cx="552233" cy="290272"/>
            </a:xfrm>
            <a:custGeom>
              <a:avLst/>
              <a:gdLst/>
              <a:ahLst/>
              <a:cxnLst/>
              <a:rect l="l" t="t" r="r" b="b"/>
              <a:pathLst>
                <a:path w="269711" h="141769" extrusionOk="0">
                  <a:moveTo>
                    <a:pt x="269711" y="106605"/>
                  </a:moveTo>
                  <a:lnTo>
                    <a:pt x="12192" y="141769"/>
                  </a:lnTo>
                  <a:lnTo>
                    <a:pt x="0" y="6988"/>
                  </a:lnTo>
                  <a:lnTo>
                    <a:pt x="253431" y="0"/>
                  </a:lnTo>
                  <a:lnTo>
                    <a:pt x="269711" y="106605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4" name="Google Shape;814;p20"/>
            <p:cNvSpPr/>
            <p:nvPr/>
          </p:nvSpPr>
          <p:spPr>
            <a:xfrm flipH="1">
              <a:off x="389646" y="1501366"/>
              <a:ext cx="328022" cy="158759"/>
            </a:xfrm>
            <a:custGeom>
              <a:avLst/>
              <a:gdLst/>
              <a:ahLst/>
              <a:cxnLst/>
              <a:rect l="l" t="t" r="r" b="b"/>
              <a:pathLst>
                <a:path w="160206" h="77538" extrusionOk="0">
                  <a:moveTo>
                    <a:pt x="160206" y="49511"/>
                  </a:moveTo>
                  <a:lnTo>
                    <a:pt x="1859" y="77538"/>
                  </a:lnTo>
                  <a:lnTo>
                    <a:pt x="0" y="9070"/>
                  </a:lnTo>
                  <a:lnTo>
                    <a:pt x="156638" y="0"/>
                  </a:lnTo>
                  <a:lnTo>
                    <a:pt x="160206" y="4951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5" name="Google Shape;815;p20"/>
            <p:cNvSpPr/>
            <p:nvPr/>
          </p:nvSpPr>
          <p:spPr>
            <a:xfrm flipH="1">
              <a:off x="8428217" y="2429205"/>
              <a:ext cx="220026" cy="188344"/>
            </a:xfrm>
            <a:custGeom>
              <a:avLst/>
              <a:gdLst/>
              <a:ahLst/>
              <a:cxnLst/>
              <a:rect l="l" t="t" r="r" b="b"/>
              <a:pathLst>
                <a:path w="102219" h="87500" extrusionOk="0">
                  <a:moveTo>
                    <a:pt x="102220" y="80512"/>
                  </a:moveTo>
                  <a:lnTo>
                    <a:pt x="2379" y="87500"/>
                  </a:lnTo>
                  <a:lnTo>
                    <a:pt x="0" y="0"/>
                  </a:lnTo>
                  <a:lnTo>
                    <a:pt x="96793" y="6245"/>
                  </a:lnTo>
                  <a:lnTo>
                    <a:pt x="10222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6" name="Google Shape;816;p20"/>
            <p:cNvSpPr/>
            <p:nvPr/>
          </p:nvSpPr>
          <p:spPr>
            <a:xfrm flipH="1">
              <a:off x="8465352" y="1955922"/>
              <a:ext cx="195064" cy="172181"/>
            </a:xfrm>
            <a:custGeom>
              <a:avLst/>
              <a:gdLst/>
              <a:ahLst/>
              <a:cxnLst/>
              <a:rect l="l" t="t" r="r" b="b"/>
              <a:pathLst>
                <a:path w="90622" h="79991" extrusionOk="0">
                  <a:moveTo>
                    <a:pt x="90623" y="62819"/>
                  </a:moveTo>
                  <a:lnTo>
                    <a:pt x="1784" y="79991"/>
                  </a:lnTo>
                  <a:lnTo>
                    <a:pt x="0" y="12712"/>
                  </a:lnTo>
                  <a:lnTo>
                    <a:pt x="86014" y="0"/>
                  </a:lnTo>
                  <a:lnTo>
                    <a:pt x="90623" y="6281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7" name="Google Shape;817;p20"/>
            <p:cNvSpPr/>
            <p:nvPr/>
          </p:nvSpPr>
          <p:spPr>
            <a:xfrm flipH="1">
              <a:off x="8401801" y="2797582"/>
              <a:ext cx="231708" cy="264032"/>
            </a:xfrm>
            <a:custGeom>
              <a:avLst/>
              <a:gdLst/>
              <a:ahLst/>
              <a:cxnLst/>
              <a:rect l="l" t="t" r="r" b="b"/>
              <a:pathLst>
                <a:path w="107646" h="122663" extrusionOk="0">
                  <a:moveTo>
                    <a:pt x="107646" y="78951"/>
                  </a:moveTo>
                  <a:lnTo>
                    <a:pt x="1190" y="122663"/>
                  </a:lnTo>
                  <a:lnTo>
                    <a:pt x="0" y="81107"/>
                  </a:lnTo>
                  <a:lnTo>
                    <a:pt x="101922" y="0"/>
                  </a:lnTo>
                  <a:lnTo>
                    <a:pt x="107646" y="789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8" name="Google Shape;818;p20"/>
            <p:cNvSpPr/>
            <p:nvPr/>
          </p:nvSpPr>
          <p:spPr>
            <a:xfrm flipH="1">
              <a:off x="8339054" y="3658460"/>
              <a:ext cx="275714" cy="173300"/>
            </a:xfrm>
            <a:custGeom>
              <a:avLst/>
              <a:gdLst/>
              <a:ahLst/>
              <a:cxnLst/>
              <a:rect l="l" t="t" r="r" b="b"/>
              <a:pathLst>
                <a:path w="128090" h="80511" extrusionOk="0">
                  <a:moveTo>
                    <a:pt x="128090" y="80512"/>
                  </a:moveTo>
                  <a:lnTo>
                    <a:pt x="1784" y="65123"/>
                  </a:lnTo>
                  <a:lnTo>
                    <a:pt x="0" y="0"/>
                  </a:lnTo>
                  <a:lnTo>
                    <a:pt x="123555" y="17471"/>
                  </a:lnTo>
                  <a:lnTo>
                    <a:pt x="128090" y="8051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19" name="Google Shape;819;p20"/>
            <p:cNvSpPr/>
            <p:nvPr/>
          </p:nvSpPr>
          <p:spPr>
            <a:xfrm flipH="1">
              <a:off x="8611065" y="1970338"/>
              <a:ext cx="689043" cy="373485"/>
            </a:xfrm>
            <a:custGeom>
              <a:avLst/>
              <a:gdLst/>
              <a:ahLst/>
              <a:cxnLst/>
              <a:rect l="l" t="t" r="r" b="b"/>
              <a:pathLst>
                <a:path w="320113" h="173512" extrusionOk="0">
                  <a:moveTo>
                    <a:pt x="320114" y="106234"/>
                  </a:moveTo>
                  <a:lnTo>
                    <a:pt x="0" y="0"/>
                  </a:lnTo>
                  <a:lnTo>
                    <a:pt x="0" y="40070"/>
                  </a:lnTo>
                  <a:lnTo>
                    <a:pt x="318107" y="173513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0" name="Google Shape;820;p20"/>
            <p:cNvSpPr/>
            <p:nvPr/>
          </p:nvSpPr>
          <p:spPr>
            <a:xfrm flipH="1">
              <a:off x="8106021" y="1235990"/>
              <a:ext cx="456855" cy="549027"/>
            </a:xfrm>
            <a:custGeom>
              <a:avLst/>
              <a:gdLst/>
              <a:ahLst/>
              <a:cxnLst/>
              <a:rect l="l" t="t" r="r" b="b"/>
              <a:pathLst>
                <a:path w="212244" h="255065" extrusionOk="0">
                  <a:moveTo>
                    <a:pt x="0" y="173810"/>
                  </a:moveTo>
                  <a:lnTo>
                    <a:pt x="193957" y="0"/>
                  </a:lnTo>
                  <a:lnTo>
                    <a:pt x="212244" y="17619"/>
                  </a:lnTo>
                  <a:lnTo>
                    <a:pt x="21038" y="255066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1" name="Google Shape;821;p20"/>
            <p:cNvSpPr/>
            <p:nvPr/>
          </p:nvSpPr>
          <p:spPr>
            <a:xfrm flipH="1">
              <a:off x="-607411" y="717682"/>
              <a:ext cx="710534" cy="1032468"/>
            </a:xfrm>
            <a:custGeom>
              <a:avLst/>
              <a:gdLst/>
              <a:ahLst/>
              <a:cxnLst/>
              <a:rect l="l" t="t" r="r" b="b"/>
              <a:pathLst>
                <a:path w="347025" h="504258" extrusionOk="0">
                  <a:moveTo>
                    <a:pt x="0" y="318181"/>
                  </a:moveTo>
                  <a:lnTo>
                    <a:pt x="322121" y="0"/>
                  </a:lnTo>
                  <a:lnTo>
                    <a:pt x="347025" y="7657"/>
                  </a:lnTo>
                  <a:lnTo>
                    <a:pt x="45646" y="504258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2" name="Google Shape;822;p20"/>
            <p:cNvSpPr/>
            <p:nvPr/>
          </p:nvSpPr>
          <p:spPr>
            <a:xfrm flipH="1">
              <a:off x="-667642" y="2752397"/>
              <a:ext cx="389971" cy="408847"/>
            </a:xfrm>
            <a:custGeom>
              <a:avLst/>
              <a:gdLst/>
              <a:ahLst/>
              <a:cxnLst/>
              <a:rect l="l" t="t" r="r" b="b"/>
              <a:pathLst>
                <a:path w="190462" h="199681" extrusionOk="0">
                  <a:moveTo>
                    <a:pt x="0" y="105342"/>
                  </a:moveTo>
                  <a:lnTo>
                    <a:pt x="146081" y="0"/>
                  </a:lnTo>
                  <a:lnTo>
                    <a:pt x="190463" y="50329"/>
                  </a:lnTo>
                  <a:lnTo>
                    <a:pt x="28176" y="19968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3" name="Google Shape;823;p20"/>
            <p:cNvSpPr/>
            <p:nvPr/>
          </p:nvSpPr>
          <p:spPr>
            <a:xfrm flipH="1">
              <a:off x="8755361" y="-28350"/>
              <a:ext cx="419929" cy="5127391"/>
            </a:xfrm>
            <a:custGeom>
              <a:avLst/>
              <a:gdLst/>
              <a:ahLst/>
              <a:cxnLst/>
              <a:rect l="l" t="t" r="r" b="b"/>
              <a:pathLst>
                <a:path w="226072" h="2760372" extrusionOk="0">
                  <a:moveTo>
                    <a:pt x="226073" y="2760373"/>
                  </a:moveTo>
                  <a:lnTo>
                    <a:pt x="0" y="2712497"/>
                  </a:lnTo>
                  <a:lnTo>
                    <a:pt x="15612" y="1909015"/>
                  </a:lnTo>
                  <a:lnTo>
                    <a:pt x="19924" y="1790514"/>
                  </a:lnTo>
                  <a:lnTo>
                    <a:pt x="43416" y="1142405"/>
                  </a:lnTo>
                  <a:lnTo>
                    <a:pt x="47653" y="1023979"/>
                  </a:lnTo>
                  <a:lnTo>
                    <a:pt x="61852" y="633018"/>
                  </a:lnTo>
                  <a:lnTo>
                    <a:pt x="64975" y="546707"/>
                  </a:lnTo>
                  <a:lnTo>
                    <a:pt x="71814" y="357657"/>
                  </a:lnTo>
                  <a:lnTo>
                    <a:pt x="73152" y="320561"/>
                  </a:lnTo>
                  <a:lnTo>
                    <a:pt x="84749" y="0"/>
                  </a:lnTo>
                  <a:lnTo>
                    <a:pt x="126827" y="0"/>
                  </a:lnTo>
                  <a:lnTo>
                    <a:pt x="139762" y="311788"/>
                  </a:lnTo>
                  <a:lnTo>
                    <a:pt x="142810" y="384866"/>
                  </a:lnTo>
                  <a:lnTo>
                    <a:pt x="148906" y="532136"/>
                  </a:lnTo>
                  <a:lnTo>
                    <a:pt x="152920" y="627665"/>
                  </a:lnTo>
                  <a:lnTo>
                    <a:pt x="169350" y="1023979"/>
                  </a:lnTo>
                  <a:lnTo>
                    <a:pt x="173959" y="1133559"/>
                  </a:lnTo>
                  <a:lnTo>
                    <a:pt x="200276" y="1768063"/>
                  </a:lnTo>
                  <a:lnTo>
                    <a:pt x="206149" y="1909015"/>
                  </a:lnTo>
                  <a:lnTo>
                    <a:pt x="226073" y="2760373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4" name="Google Shape;824;p20"/>
            <p:cNvSpPr/>
            <p:nvPr/>
          </p:nvSpPr>
          <p:spPr>
            <a:xfrm flipH="1">
              <a:off x="8891167" y="960731"/>
              <a:ext cx="169159" cy="187386"/>
            </a:xfrm>
            <a:custGeom>
              <a:avLst/>
              <a:gdLst/>
              <a:ahLst/>
              <a:cxnLst/>
              <a:rect l="l" t="t" r="r" b="b"/>
              <a:pathLst>
                <a:path w="91068" h="100881" extrusionOk="0">
                  <a:moveTo>
                    <a:pt x="91068" y="95529"/>
                  </a:moveTo>
                  <a:lnTo>
                    <a:pt x="0" y="100881"/>
                  </a:lnTo>
                  <a:lnTo>
                    <a:pt x="3123" y="14571"/>
                  </a:lnTo>
                  <a:lnTo>
                    <a:pt x="87054" y="0"/>
                  </a:lnTo>
                  <a:lnTo>
                    <a:pt x="91068" y="9552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5" name="Google Shape;825;p20"/>
            <p:cNvSpPr/>
            <p:nvPr/>
          </p:nvSpPr>
          <p:spPr>
            <a:xfrm flipH="1">
              <a:off x="8909934" y="551170"/>
              <a:ext cx="131875" cy="135741"/>
            </a:xfrm>
            <a:custGeom>
              <a:avLst/>
              <a:gdLst/>
              <a:ahLst/>
              <a:cxnLst/>
              <a:rect l="l" t="t" r="r" b="b"/>
              <a:pathLst>
                <a:path w="70996" h="73077" extrusionOk="0">
                  <a:moveTo>
                    <a:pt x="70996" y="73078"/>
                  </a:moveTo>
                  <a:lnTo>
                    <a:pt x="0" y="45869"/>
                  </a:lnTo>
                  <a:lnTo>
                    <a:pt x="1338" y="8772"/>
                  </a:lnTo>
                  <a:lnTo>
                    <a:pt x="67948" y="0"/>
                  </a:lnTo>
                  <a:lnTo>
                    <a:pt x="70996" y="73078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6" name="Google Shape;826;p20"/>
            <p:cNvSpPr/>
            <p:nvPr/>
          </p:nvSpPr>
          <p:spPr>
            <a:xfrm flipH="1">
              <a:off x="8852111" y="1874920"/>
              <a:ext cx="242484" cy="219974"/>
            </a:xfrm>
            <a:custGeom>
              <a:avLst/>
              <a:gdLst/>
              <a:ahLst/>
              <a:cxnLst/>
              <a:rect l="l" t="t" r="r" b="b"/>
              <a:pathLst>
                <a:path w="130543" h="118425" extrusionOk="0">
                  <a:moveTo>
                    <a:pt x="130544" y="109579"/>
                  </a:moveTo>
                  <a:lnTo>
                    <a:pt x="0" y="118426"/>
                  </a:lnTo>
                  <a:lnTo>
                    <a:pt x="4238" y="0"/>
                  </a:lnTo>
                  <a:lnTo>
                    <a:pt x="125934" y="0"/>
                  </a:lnTo>
                  <a:lnTo>
                    <a:pt x="130544" y="109579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7" name="Google Shape;827;p20"/>
            <p:cNvSpPr/>
            <p:nvPr/>
          </p:nvSpPr>
          <p:spPr>
            <a:xfrm flipH="1">
              <a:off x="8792351" y="3257949"/>
              <a:ext cx="353921" cy="261816"/>
            </a:xfrm>
            <a:custGeom>
              <a:avLst/>
              <a:gdLst/>
              <a:ahLst/>
              <a:cxnLst/>
              <a:rect l="l" t="t" r="r" b="b"/>
              <a:pathLst>
                <a:path w="190536" h="140951" extrusionOk="0">
                  <a:moveTo>
                    <a:pt x="190537" y="140952"/>
                  </a:moveTo>
                  <a:lnTo>
                    <a:pt x="0" y="140952"/>
                  </a:lnTo>
                  <a:lnTo>
                    <a:pt x="4312" y="22451"/>
                  </a:lnTo>
                  <a:lnTo>
                    <a:pt x="184664" y="0"/>
                  </a:lnTo>
                  <a:lnTo>
                    <a:pt x="190537" y="14095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8" name="Google Shape;828;p20"/>
            <p:cNvSpPr/>
            <p:nvPr/>
          </p:nvSpPr>
          <p:spPr>
            <a:xfrm flipH="1">
              <a:off x="8708827" y="1283794"/>
              <a:ext cx="256432" cy="411642"/>
            </a:xfrm>
            <a:custGeom>
              <a:avLst/>
              <a:gdLst/>
              <a:ahLst/>
              <a:cxnLst/>
              <a:rect l="l" t="t" r="r" b="b"/>
              <a:pathLst>
                <a:path w="138052" h="221611" extrusionOk="0">
                  <a:moveTo>
                    <a:pt x="0" y="153218"/>
                  </a:moveTo>
                  <a:lnTo>
                    <a:pt x="113074" y="0"/>
                  </a:lnTo>
                  <a:lnTo>
                    <a:pt x="138052" y="0"/>
                  </a:lnTo>
                  <a:lnTo>
                    <a:pt x="29811" y="221612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29" name="Google Shape;829;p20"/>
            <p:cNvSpPr/>
            <p:nvPr/>
          </p:nvSpPr>
          <p:spPr>
            <a:xfrm flipH="1">
              <a:off x="8461510" y="-28341"/>
              <a:ext cx="503748" cy="394106"/>
            </a:xfrm>
            <a:custGeom>
              <a:avLst/>
              <a:gdLst/>
              <a:ahLst/>
              <a:cxnLst/>
              <a:rect l="l" t="t" r="r" b="b"/>
              <a:pathLst>
                <a:path w="271197" h="212170" extrusionOk="0">
                  <a:moveTo>
                    <a:pt x="0" y="172175"/>
                  </a:moveTo>
                  <a:lnTo>
                    <a:pt x="217003" y="0"/>
                  </a:lnTo>
                  <a:lnTo>
                    <a:pt x="271198" y="0"/>
                  </a:lnTo>
                  <a:lnTo>
                    <a:pt x="25351" y="212171"/>
                  </a:ln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0" name="Google Shape;830;p20"/>
            <p:cNvSpPr/>
            <p:nvPr/>
          </p:nvSpPr>
          <p:spPr>
            <a:xfrm flipH="1">
              <a:off x="6354057" y="4860289"/>
              <a:ext cx="3298874" cy="1113750"/>
            </a:xfrm>
            <a:custGeom>
              <a:avLst/>
              <a:gdLst/>
              <a:ahLst/>
              <a:cxnLst/>
              <a:rect l="l" t="t" r="r" b="b"/>
              <a:pathLst>
                <a:path w="1775975" h="599596" extrusionOk="0">
                  <a:moveTo>
                    <a:pt x="104152" y="101013"/>
                  </a:moveTo>
                  <a:cubicBezTo>
                    <a:pt x="104152" y="101013"/>
                    <a:pt x="1089028" y="-219770"/>
                    <a:pt x="1678259" y="281960"/>
                  </a:cubicBezTo>
                  <a:cubicBezTo>
                    <a:pt x="2267415" y="783616"/>
                    <a:pt x="0" y="540892"/>
                    <a:pt x="0" y="540892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31" name="Google Shape;831;p20"/>
            <p:cNvSpPr/>
            <p:nvPr/>
          </p:nvSpPr>
          <p:spPr>
            <a:xfrm>
              <a:off x="6396142" y="-41546"/>
              <a:ext cx="2998715" cy="420512"/>
            </a:xfrm>
            <a:custGeom>
              <a:avLst/>
              <a:gdLst/>
              <a:ahLst/>
              <a:cxnLst/>
              <a:rect l="l" t="t" r="r" b="b"/>
              <a:pathLst>
                <a:path w="2998715" h="420512" extrusionOk="0">
                  <a:moveTo>
                    <a:pt x="0" y="0"/>
                  </a:moveTo>
                  <a:cubicBezTo>
                    <a:pt x="0" y="0"/>
                    <a:pt x="97387" y="223024"/>
                    <a:pt x="422111" y="134038"/>
                  </a:cubicBezTo>
                  <a:cubicBezTo>
                    <a:pt x="628186" y="356542"/>
                    <a:pt x="1035800" y="284133"/>
                    <a:pt x="1162032" y="142067"/>
                  </a:cubicBezTo>
                  <a:cubicBezTo>
                    <a:pt x="1247450" y="236778"/>
                    <a:pt x="1418807" y="284430"/>
                    <a:pt x="1539463" y="123927"/>
                  </a:cubicBezTo>
                  <a:cubicBezTo>
                    <a:pt x="1698182" y="444488"/>
                    <a:pt x="2221026" y="478536"/>
                    <a:pt x="2321610" y="301678"/>
                  </a:cubicBezTo>
                  <a:cubicBezTo>
                    <a:pt x="2557495" y="562839"/>
                    <a:pt x="3010309" y="362786"/>
                    <a:pt x="2998489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832" name="Google Shape;832;p20"/>
            <p:cNvGrpSpPr/>
            <p:nvPr/>
          </p:nvGrpSpPr>
          <p:grpSpPr>
            <a:xfrm flipH="1">
              <a:off x="-75812" y="-26334"/>
              <a:ext cx="3061554" cy="471330"/>
              <a:chOff x="7915367" y="177685"/>
              <a:chExt cx="2653683" cy="408573"/>
            </a:xfrm>
          </p:grpSpPr>
          <p:sp>
            <p:nvSpPr>
              <p:cNvPr id="833" name="Google Shape;833;p20"/>
              <p:cNvSpPr/>
              <p:nvPr/>
            </p:nvSpPr>
            <p:spPr>
              <a:xfrm>
                <a:off x="7915367" y="177685"/>
                <a:ext cx="1201295" cy="408573"/>
              </a:xfrm>
              <a:custGeom>
                <a:avLst/>
                <a:gdLst/>
                <a:ahLst/>
                <a:cxnLst/>
                <a:rect l="l" t="t" r="r" b="b"/>
                <a:pathLst>
                  <a:path w="1201295" h="408573" extrusionOk="0">
                    <a:moveTo>
                      <a:pt x="355" y="0"/>
                    </a:moveTo>
                    <a:cubicBezTo>
                      <a:pt x="355" y="0"/>
                      <a:pt x="-17702" y="190859"/>
                      <a:pt x="203625" y="230619"/>
                    </a:cubicBezTo>
                    <a:cubicBezTo>
                      <a:pt x="243032" y="452299"/>
                      <a:pt x="658864" y="458063"/>
                      <a:pt x="735502" y="296729"/>
                    </a:cubicBezTo>
                    <a:cubicBezTo>
                      <a:pt x="847371" y="299729"/>
                      <a:pt x="985649" y="250911"/>
                      <a:pt x="1019174" y="184390"/>
                    </a:cubicBezTo>
                    <a:cubicBezTo>
                      <a:pt x="1099694" y="217562"/>
                      <a:pt x="1280319" y="163863"/>
                      <a:pt x="1162510" y="0"/>
                    </a:cubicBezTo>
                    <a:lnTo>
                      <a:pt x="29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4" name="Google Shape;834;p20"/>
              <p:cNvSpPr/>
              <p:nvPr/>
            </p:nvSpPr>
            <p:spPr>
              <a:xfrm>
                <a:off x="8934541" y="177685"/>
                <a:ext cx="1634509" cy="380955"/>
              </a:xfrm>
              <a:custGeom>
                <a:avLst/>
                <a:gdLst/>
                <a:ahLst/>
                <a:cxnLst/>
                <a:rect l="l" t="t" r="r" b="b"/>
                <a:pathLst>
                  <a:path w="1634509" h="380955" extrusionOk="0">
                    <a:moveTo>
                      <a:pt x="129749" y="118927"/>
                    </a:moveTo>
                    <a:cubicBezTo>
                      <a:pt x="129749" y="118927"/>
                      <a:pt x="86166" y="255969"/>
                      <a:pt x="236325" y="243088"/>
                    </a:cubicBezTo>
                    <a:cubicBezTo>
                      <a:pt x="268321" y="440535"/>
                      <a:pt x="624866" y="402069"/>
                      <a:pt x="704739" y="271673"/>
                    </a:cubicBezTo>
                    <a:cubicBezTo>
                      <a:pt x="822960" y="400599"/>
                      <a:pt x="977295" y="266556"/>
                      <a:pt x="980706" y="192212"/>
                    </a:cubicBezTo>
                    <a:cubicBezTo>
                      <a:pt x="1048580" y="375955"/>
                      <a:pt x="1375247" y="357898"/>
                      <a:pt x="1402655" y="229090"/>
                    </a:cubicBezTo>
                    <a:cubicBezTo>
                      <a:pt x="1441827" y="393600"/>
                      <a:pt x="1634510" y="380719"/>
                      <a:pt x="1634510" y="380719"/>
                    </a:cubicBezTo>
                    <a:lnTo>
                      <a:pt x="1634510" y="0"/>
                    </a:lnTo>
                    <a:lnTo>
                      <a:pt x="0" y="0"/>
                    </a:lnTo>
                    <a:lnTo>
                      <a:pt x="129691" y="11892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35" name="Google Shape;835;p20"/>
            <p:cNvGrpSpPr/>
            <p:nvPr/>
          </p:nvGrpSpPr>
          <p:grpSpPr>
            <a:xfrm flipH="1">
              <a:off x="-297565" y="4548804"/>
              <a:ext cx="9561054" cy="2125231"/>
              <a:chOff x="309409" y="2895729"/>
              <a:chExt cx="5575609" cy="1239346"/>
            </a:xfrm>
          </p:grpSpPr>
          <p:sp>
            <p:nvSpPr>
              <p:cNvPr id="836" name="Google Shape;836;p20"/>
              <p:cNvSpPr/>
              <p:nvPr/>
            </p:nvSpPr>
            <p:spPr>
              <a:xfrm>
                <a:off x="309409" y="2895729"/>
                <a:ext cx="5575609" cy="1239346"/>
              </a:xfrm>
              <a:custGeom>
                <a:avLst/>
                <a:gdLst/>
                <a:ahLst/>
                <a:cxnLst/>
                <a:rect l="l" t="t" r="r" b="b"/>
                <a:pathLst>
                  <a:path w="5575609" h="1239346" extrusionOk="0">
                    <a:moveTo>
                      <a:pt x="0" y="1239346"/>
                    </a:moveTo>
                    <a:lnTo>
                      <a:pt x="0" y="107126"/>
                    </a:lnTo>
                    <a:lnTo>
                      <a:pt x="5575610" y="0"/>
                    </a:lnTo>
                    <a:lnTo>
                      <a:pt x="5575610" y="1239346"/>
                    </a:lnTo>
                    <a:lnTo>
                      <a:pt x="0" y="12393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7" name="Google Shape;837;p20"/>
              <p:cNvSpPr/>
              <p:nvPr/>
            </p:nvSpPr>
            <p:spPr>
              <a:xfrm>
                <a:off x="3540139" y="2977882"/>
                <a:ext cx="633540" cy="132167"/>
              </a:xfrm>
              <a:custGeom>
                <a:avLst/>
                <a:gdLst/>
                <a:ahLst/>
                <a:cxnLst/>
                <a:rect l="l" t="t" r="r" b="b"/>
                <a:pathLst>
                  <a:path w="633540" h="132167" extrusionOk="0">
                    <a:moveTo>
                      <a:pt x="633539" y="61772"/>
                    </a:moveTo>
                    <a:cubicBezTo>
                      <a:pt x="634060" y="98199"/>
                      <a:pt x="492662" y="129646"/>
                      <a:pt x="317662" y="132025"/>
                    </a:cubicBezTo>
                    <a:cubicBezTo>
                      <a:pt x="142737" y="134404"/>
                      <a:pt x="522" y="106823"/>
                      <a:pt x="1" y="70396"/>
                    </a:cubicBezTo>
                    <a:cubicBezTo>
                      <a:pt x="-519" y="33969"/>
                      <a:pt x="140878" y="2522"/>
                      <a:pt x="315878" y="143"/>
                    </a:cubicBezTo>
                    <a:cubicBezTo>
                      <a:pt x="490803" y="-2236"/>
                      <a:pt x="633019" y="25345"/>
                      <a:pt x="633539" y="61772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38" name="Google Shape;838;p20"/>
              <p:cNvSpPr/>
              <p:nvPr/>
            </p:nvSpPr>
            <p:spPr>
              <a:xfrm>
                <a:off x="1105754" y="3021358"/>
                <a:ext cx="614433" cy="174459"/>
              </a:xfrm>
              <a:custGeom>
                <a:avLst/>
                <a:gdLst/>
                <a:ahLst/>
                <a:cxnLst/>
                <a:rect l="l" t="t" r="r" b="b"/>
                <a:pathLst>
                  <a:path w="614433" h="174459" extrusionOk="0">
                    <a:moveTo>
                      <a:pt x="614433" y="89460"/>
                    </a:moveTo>
                    <a:cubicBezTo>
                      <a:pt x="614061" y="137633"/>
                      <a:pt x="476232" y="175622"/>
                      <a:pt x="306585" y="174432"/>
                    </a:cubicBezTo>
                    <a:cubicBezTo>
                      <a:pt x="136938" y="173243"/>
                      <a:pt x="-371" y="133173"/>
                      <a:pt x="1" y="84999"/>
                    </a:cubicBezTo>
                    <a:cubicBezTo>
                      <a:pt x="372" y="36826"/>
                      <a:pt x="138202" y="-1162"/>
                      <a:pt x="307849" y="27"/>
                    </a:cubicBezTo>
                    <a:cubicBezTo>
                      <a:pt x="477496" y="1216"/>
                      <a:pt x="614805" y="41287"/>
                      <a:pt x="614433" y="8946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839" name="Google Shape;839;p2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7">
  <p:cSld name="TITLE_ONLY_7">
    <p:spTree>
      <p:nvGrpSpPr>
        <p:cNvPr id="1" name="Shape 8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1" name="Google Shape;841;p21"/>
          <p:cNvGrpSpPr/>
          <p:nvPr/>
        </p:nvGrpSpPr>
        <p:grpSpPr>
          <a:xfrm>
            <a:off x="-533400" y="-199277"/>
            <a:ext cx="11535742" cy="7342037"/>
            <a:chOff x="-533400" y="-199277"/>
            <a:chExt cx="11535742" cy="7342037"/>
          </a:xfrm>
        </p:grpSpPr>
        <p:grpSp>
          <p:nvGrpSpPr>
            <p:cNvPr id="842" name="Google Shape;842;p21"/>
            <p:cNvGrpSpPr/>
            <p:nvPr/>
          </p:nvGrpSpPr>
          <p:grpSpPr>
            <a:xfrm>
              <a:off x="33186" y="-46923"/>
              <a:ext cx="9252889" cy="7189682"/>
              <a:chOff x="6717717" y="-345763"/>
              <a:chExt cx="5427551" cy="4217317"/>
            </a:xfrm>
          </p:grpSpPr>
          <p:sp>
            <p:nvSpPr>
              <p:cNvPr id="843" name="Google Shape;843;p21"/>
              <p:cNvSpPr/>
              <p:nvPr/>
            </p:nvSpPr>
            <p:spPr>
              <a:xfrm>
                <a:off x="6822268" y="-345763"/>
                <a:ext cx="175148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75148" h="2029224" extrusionOk="0">
                    <a:moveTo>
                      <a:pt x="175149" y="2029224"/>
                    </a:moveTo>
                    <a:lnTo>
                      <a:pt x="74341" y="2029224"/>
                    </a:lnTo>
                    <a:lnTo>
                      <a:pt x="0" y="0"/>
                    </a:lnTo>
                    <a:lnTo>
                      <a:pt x="100807" y="0"/>
                    </a:lnTo>
                    <a:lnTo>
                      <a:pt x="175149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4" name="Google Shape;844;p21"/>
              <p:cNvSpPr/>
              <p:nvPr/>
            </p:nvSpPr>
            <p:spPr>
              <a:xfrm>
                <a:off x="6976777" y="-345763"/>
                <a:ext cx="100880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00880" h="2029224" extrusionOk="0">
                    <a:moveTo>
                      <a:pt x="100881" y="2029224"/>
                    </a:moveTo>
                    <a:lnTo>
                      <a:pt x="52039" y="2029224"/>
                    </a:lnTo>
                    <a:lnTo>
                      <a:pt x="0" y="0"/>
                    </a:lnTo>
                    <a:lnTo>
                      <a:pt x="71144" y="0"/>
                    </a:lnTo>
                    <a:lnTo>
                      <a:pt x="100881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5" name="Google Shape;845;p21"/>
              <p:cNvSpPr/>
              <p:nvPr/>
            </p:nvSpPr>
            <p:spPr>
              <a:xfrm>
                <a:off x="11706241" y="-345763"/>
                <a:ext cx="115749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15749" h="2029224" extrusionOk="0">
                    <a:moveTo>
                      <a:pt x="115749" y="2029224"/>
                    </a:moveTo>
                    <a:lnTo>
                      <a:pt x="14868" y="2029224"/>
                    </a:lnTo>
                    <a:lnTo>
                      <a:pt x="0" y="0"/>
                    </a:lnTo>
                    <a:lnTo>
                      <a:pt x="41408" y="0"/>
                    </a:lnTo>
                    <a:lnTo>
                      <a:pt x="115749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6" name="Google Shape;846;p21"/>
              <p:cNvSpPr/>
              <p:nvPr/>
            </p:nvSpPr>
            <p:spPr>
              <a:xfrm>
                <a:off x="11880911" y="-345763"/>
                <a:ext cx="264357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264357" h="2029224" extrusionOk="0">
                    <a:moveTo>
                      <a:pt x="264358" y="2029224"/>
                    </a:moveTo>
                    <a:lnTo>
                      <a:pt x="133815" y="2029224"/>
                    </a:lnTo>
                    <a:lnTo>
                      <a:pt x="0" y="0"/>
                    </a:lnTo>
                    <a:lnTo>
                      <a:pt x="41333" y="0"/>
                    </a:lnTo>
                    <a:lnTo>
                      <a:pt x="264358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47" name="Google Shape;847;p21"/>
              <p:cNvSpPr/>
              <p:nvPr/>
            </p:nvSpPr>
            <p:spPr>
              <a:xfrm>
                <a:off x="6717717" y="2405389"/>
                <a:ext cx="3708589" cy="1466165"/>
              </a:xfrm>
              <a:custGeom>
                <a:avLst/>
                <a:gdLst/>
                <a:ahLst/>
                <a:cxnLst/>
                <a:rect l="l" t="t" r="r" b="b"/>
                <a:pathLst>
                  <a:path w="3708589" h="1466165" extrusionOk="0">
                    <a:moveTo>
                      <a:pt x="0" y="248452"/>
                    </a:moveTo>
                    <a:cubicBezTo>
                      <a:pt x="0" y="248452"/>
                      <a:pt x="1574181" y="-240863"/>
                      <a:pt x="3281209" y="153890"/>
                    </a:cubicBezTo>
                    <a:cubicBezTo>
                      <a:pt x="4988238" y="548717"/>
                      <a:pt x="1030521" y="1466165"/>
                      <a:pt x="1030521" y="1466165"/>
                    </a:cubicBezTo>
                    <a:lnTo>
                      <a:pt x="0" y="2484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48" name="Google Shape;848;p21"/>
            <p:cNvGrpSpPr/>
            <p:nvPr/>
          </p:nvGrpSpPr>
          <p:grpSpPr>
            <a:xfrm>
              <a:off x="-533400" y="-199277"/>
              <a:ext cx="2519270" cy="5342921"/>
              <a:chOff x="0" y="2658446"/>
              <a:chExt cx="1804118" cy="3826211"/>
            </a:xfrm>
          </p:grpSpPr>
          <p:sp>
            <p:nvSpPr>
              <p:cNvPr id="849" name="Google Shape;849;p21"/>
              <p:cNvSpPr/>
              <p:nvPr/>
            </p:nvSpPr>
            <p:spPr>
              <a:xfrm>
                <a:off x="389428" y="5790753"/>
                <a:ext cx="600575" cy="652004"/>
              </a:xfrm>
              <a:custGeom>
                <a:avLst/>
                <a:gdLst/>
                <a:ahLst/>
                <a:cxnLst/>
                <a:rect l="l" t="t" r="r" b="b"/>
                <a:pathLst>
                  <a:path w="600575" h="652004" extrusionOk="0">
                    <a:moveTo>
                      <a:pt x="594258" y="207487"/>
                    </a:moveTo>
                    <a:cubicBezTo>
                      <a:pt x="547720" y="209791"/>
                      <a:pt x="498729" y="204959"/>
                      <a:pt x="500514" y="174256"/>
                    </a:cubicBezTo>
                    <a:cubicBezTo>
                      <a:pt x="502521" y="139985"/>
                      <a:pt x="556493" y="129280"/>
                      <a:pt x="600354" y="126157"/>
                    </a:cubicBezTo>
                    <a:cubicBezTo>
                      <a:pt x="601246" y="87054"/>
                      <a:pt x="599462" y="45125"/>
                      <a:pt x="594556" y="0"/>
                    </a:cubicBezTo>
                    <a:cubicBezTo>
                      <a:pt x="503859" y="15091"/>
                      <a:pt x="426841" y="36799"/>
                      <a:pt x="361272" y="63190"/>
                    </a:cubicBezTo>
                    <a:lnTo>
                      <a:pt x="349229" y="172695"/>
                    </a:lnTo>
                    <a:lnTo>
                      <a:pt x="297041" y="92258"/>
                    </a:lnTo>
                    <a:cubicBezTo>
                      <a:pt x="-82323" y="285323"/>
                      <a:pt x="9860" y="651380"/>
                      <a:pt x="9860" y="651380"/>
                    </a:cubicBezTo>
                    <a:cubicBezTo>
                      <a:pt x="9860" y="651380"/>
                      <a:pt x="412345" y="679407"/>
                      <a:pt x="552850" y="360036"/>
                    </a:cubicBezTo>
                    <a:lnTo>
                      <a:pt x="499101" y="324649"/>
                    </a:lnTo>
                    <a:lnTo>
                      <a:pt x="567793" y="321750"/>
                    </a:lnTo>
                    <a:cubicBezTo>
                      <a:pt x="579687" y="287330"/>
                      <a:pt x="588683" y="249341"/>
                      <a:pt x="594184" y="2074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0" name="Google Shape;850;p21"/>
              <p:cNvSpPr/>
              <p:nvPr/>
            </p:nvSpPr>
            <p:spPr>
              <a:xfrm>
                <a:off x="0" y="6154999"/>
                <a:ext cx="1804118" cy="329657"/>
              </a:xfrm>
              <a:custGeom>
                <a:avLst/>
                <a:gdLst/>
                <a:ahLst/>
                <a:cxnLst/>
                <a:rect l="l" t="t" r="r" b="b"/>
                <a:pathLst>
                  <a:path w="1804118" h="329657" extrusionOk="0">
                    <a:moveTo>
                      <a:pt x="0" y="329658"/>
                    </a:moveTo>
                    <a:lnTo>
                      <a:pt x="1804119" y="329658"/>
                    </a:lnTo>
                    <a:cubicBezTo>
                      <a:pt x="1804119" y="329658"/>
                      <a:pt x="837085" y="-95947"/>
                      <a:pt x="218118" y="200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1" name="Google Shape;851;p21"/>
              <p:cNvSpPr/>
              <p:nvPr/>
            </p:nvSpPr>
            <p:spPr>
              <a:xfrm>
                <a:off x="389549" y="6229368"/>
                <a:ext cx="418589" cy="255288"/>
              </a:xfrm>
              <a:custGeom>
                <a:avLst/>
                <a:gdLst/>
                <a:ahLst/>
                <a:cxnLst/>
                <a:rect l="l" t="t" r="r" b="b"/>
                <a:pathLst>
                  <a:path w="418589" h="255288" extrusionOk="0">
                    <a:moveTo>
                      <a:pt x="137457" y="0"/>
                    </a:moveTo>
                    <a:cubicBezTo>
                      <a:pt x="137457" y="0"/>
                      <a:pt x="427166" y="11002"/>
                      <a:pt x="418394" y="255289"/>
                    </a:cubicBezTo>
                    <a:lnTo>
                      <a:pt x="0" y="2552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2" name="Google Shape;852;p21"/>
              <p:cNvSpPr/>
              <p:nvPr/>
            </p:nvSpPr>
            <p:spPr>
              <a:xfrm>
                <a:off x="0" y="2767584"/>
                <a:ext cx="757911" cy="3717073"/>
              </a:xfrm>
              <a:custGeom>
                <a:avLst/>
                <a:gdLst/>
                <a:ahLst/>
                <a:cxnLst/>
                <a:rect l="l" t="t" r="r" b="b"/>
                <a:pathLst>
                  <a:path w="757911" h="3717073" extrusionOk="0">
                    <a:moveTo>
                      <a:pt x="757911" y="0"/>
                    </a:moveTo>
                    <a:lnTo>
                      <a:pt x="0" y="0"/>
                    </a:lnTo>
                    <a:lnTo>
                      <a:pt x="0" y="3717073"/>
                    </a:lnTo>
                    <a:lnTo>
                      <a:pt x="546410" y="3717073"/>
                    </a:lnTo>
                    <a:lnTo>
                      <a:pt x="7579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3" name="Google Shape;853;p21"/>
              <p:cNvSpPr/>
              <p:nvPr/>
            </p:nvSpPr>
            <p:spPr>
              <a:xfrm>
                <a:off x="0" y="4566795"/>
                <a:ext cx="256478" cy="1315621"/>
              </a:xfrm>
              <a:custGeom>
                <a:avLst/>
                <a:gdLst/>
                <a:ahLst/>
                <a:cxnLst/>
                <a:rect l="l" t="t" r="r" b="b"/>
                <a:pathLst>
                  <a:path w="256478" h="1315621" extrusionOk="0">
                    <a:moveTo>
                      <a:pt x="0" y="1315621"/>
                    </a:moveTo>
                    <a:lnTo>
                      <a:pt x="0" y="541503"/>
                    </a:lnTo>
                    <a:lnTo>
                      <a:pt x="256478" y="0"/>
                    </a:lnTo>
                    <a:lnTo>
                      <a:pt x="0" y="131562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4" name="Google Shape;854;p21"/>
              <p:cNvSpPr/>
              <p:nvPr/>
            </p:nvSpPr>
            <p:spPr>
              <a:xfrm>
                <a:off x="164368" y="3211253"/>
                <a:ext cx="568266" cy="3273403"/>
              </a:xfrm>
              <a:custGeom>
                <a:avLst/>
                <a:gdLst/>
                <a:ahLst/>
                <a:cxnLst/>
                <a:rect l="l" t="t" r="r" b="b"/>
                <a:pathLst>
                  <a:path w="568266" h="3273403" extrusionOk="0">
                    <a:moveTo>
                      <a:pt x="568266" y="0"/>
                    </a:moveTo>
                    <a:lnTo>
                      <a:pt x="382041" y="3273404"/>
                    </a:lnTo>
                    <a:lnTo>
                      <a:pt x="0" y="3273404"/>
                    </a:lnTo>
                    <a:lnTo>
                      <a:pt x="5682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5" name="Google Shape;855;p21"/>
              <p:cNvSpPr/>
              <p:nvPr/>
            </p:nvSpPr>
            <p:spPr>
              <a:xfrm>
                <a:off x="477619" y="4778900"/>
                <a:ext cx="551985" cy="671675"/>
              </a:xfrm>
              <a:custGeom>
                <a:avLst/>
                <a:gdLst/>
                <a:ahLst/>
                <a:cxnLst/>
                <a:rect l="l" t="t" r="r" b="b"/>
                <a:pathLst>
                  <a:path w="551985" h="671675" extrusionOk="0">
                    <a:moveTo>
                      <a:pt x="0" y="671675"/>
                    </a:moveTo>
                    <a:lnTo>
                      <a:pt x="551985" y="29439"/>
                    </a:lnTo>
                    <a:lnTo>
                      <a:pt x="501210" y="0"/>
                    </a:lnTo>
                    <a:lnTo>
                      <a:pt x="669" y="383602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6" name="Google Shape;856;p21"/>
              <p:cNvSpPr/>
              <p:nvPr/>
            </p:nvSpPr>
            <p:spPr>
              <a:xfrm>
                <a:off x="527006" y="5600291"/>
                <a:ext cx="260492" cy="479353"/>
              </a:xfrm>
              <a:custGeom>
                <a:avLst/>
                <a:gdLst/>
                <a:ahLst/>
                <a:cxnLst/>
                <a:rect l="l" t="t" r="r" b="b"/>
                <a:pathLst>
                  <a:path w="260492" h="479353" extrusionOk="0">
                    <a:moveTo>
                      <a:pt x="0" y="479354"/>
                    </a:moveTo>
                    <a:cubicBezTo>
                      <a:pt x="2974" y="463890"/>
                      <a:pt x="38063" y="84303"/>
                      <a:pt x="260493" y="0"/>
                    </a:cubicBezTo>
                    <a:cubicBezTo>
                      <a:pt x="136268" y="191280"/>
                      <a:pt x="43638" y="458241"/>
                      <a:pt x="43638" y="458241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7" name="Google Shape;857;p21"/>
              <p:cNvSpPr/>
              <p:nvPr/>
            </p:nvSpPr>
            <p:spPr>
              <a:xfrm rot="-5047105">
                <a:off x="64059" y="3222128"/>
                <a:ext cx="593997" cy="328527"/>
              </a:xfrm>
              <a:custGeom>
                <a:avLst/>
                <a:gdLst/>
                <a:ahLst/>
                <a:cxnLst/>
                <a:rect l="l" t="t" r="r" b="b"/>
                <a:pathLst>
                  <a:path w="593839" h="328440" extrusionOk="0">
                    <a:moveTo>
                      <a:pt x="593840" y="164220"/>
                    </a:moveTo>
                    <a:cubicBezTo>
                      <a:pt x="593840" y="254917"/>
                      <a:pt x="460904" y="328441"/>
                      <a:pt x="296920" y="328441"/>
                    </a:cubicBezTo>
                    <a:cubicBezTo>
                      <a:pt x="132936" y="328441"/>
                      <a:pt x="0" y="254917"/>
                      <a:pt x="0" y="164220"/>
                    </a:cubicBezTo>
                    <a:cubicBezTo>
                      <a:pt x="0" y="73524"/>
                      <a:pt x="132936" y="0"/>
                      <a:pt x="296920" y="0"/>
                    </a:cubicBezTo>
                    <a:cubicBezTo>
                      <a:pt x="460904" y="0"/>
                      <a:pt x="593840" y="73524"/>
                      <a:pt x="593840" y="16422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8" name="Google Shape;858;p21"/>
              <p:cNvSpPr/>
              <p:nvPr/>
            </p:nvSpPr>
            <p:spPr>
              <a:xfrm>
                <a:off x="105645" y="3742988"/>
                <a:ext cx="117368" cy="208810"/>
              </a:xfrm>
              <a:custGeom>
                <a:avLst/>
                <a:gdLst/>
                <a:ahLst/>
                <a:cxnLst/>
                <a:rect l="l" t="t" r="r" b="b"/>
                <a:pathLst>
                  <a:path w="117368" h="208810" extrusionOk="0">
                    <a:moveTo>
                      <a:pt x="116338" y="110427"/>
                    </a:moveTo>
                    <a:cubicBezTo>
                      <a:pt x="110316" y="167967"/>
                      <a:pt x="79687" y="211978"/>
                      <a:pt x="47795" y="208632"/>
                    </a:cubicBezTo>
                    <a:cubicBezTo>
                      <a:pt x="15902" y="205287"/>
                      <a:pt x="-4988" y="155924"/>
                      <a:pt x="1034" y="98384"/>
                    </a:cubicBezTo>
                    <a:cubicBezTo>
                      <a:pt x="7056" y="40844"/>
                      <a:pt x="37684" y="-3167"/>
                      <a:pt x="69577" y="179"/>
                    </a:cubicBezTo>
                    <a:cubicBezTo>
                      <a:pt x="101395" y="3524"/>
                      <a:pt x="122359" y="52887"/>
                      <a:pt x="116338" y="1104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59" name="Google Shape;859;p21"/>
              <p:cNvSpPr/>
              <p:nvPr/>
            </p:nvSpPr>
            <p:spPr>
              <a:xfrm>
                <a:off x="598446" y="2658446"/>
                <a:ext cx="989721" cy="401114"/>
              </a:xfrm>
              <a:custGeom>
                <a:avLst/>
                <a:gdLst/>
                <a:ahLst/>
                <a:cxnLst/>
                <a:rect l="l" t="t" r="r" b="b"/>
                <a:pathLst>
                  <a:path w="989721" h="401114" extrusionOk="0">
                    <a:moveTo>
                      <a:pt x="0" y="236778"/>
                    </a:moveTo>
                    <a:cubicBezTo>
                      <a:pt x="0" y="236778"/>
                      <a:pt x="432742" y="549829"/>
                      <a:pt x="650191" y="311788"/>
                    </a:cubicBezTo>
                    <a:cubicBezTo>
                      <a:pt x="756722" y="348364"/>
                      <a:pt x="727877" y="248821"/>
                      <a:pt x="727877" y="248821"/>
                    </a:cubicBezTo>
                    <a:cubicBezTo>
                      <a:pt x="727877" y="248821"/>
                      <a:pt x="991938" y="201763"/>
                      <a:pt x="989708" y="0"/>
                    </a:cubicBezTo>
                    <a:lnTo>
                      <a:pt x="33305" y="0"/>
                    </a:lnTo>
                    <a:lnTo>
                      <a:pt x="0" y="2367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60" name="Google Shape;860;p21"/>
            <p:cNvGrpSpPr/>
            <p:nvPr/>
          </p:nvGrpSpPr>
          <p:grpSpPr>
            <a:xfrm>
              <a:off x="7537565" y="-41529"/>
              <a:ext cx="3464777" cy="5190519"/>
              <a:chOff x="3742646" y="2706921"/>
              <a:chExt cx="2481221" cy="3717072"/>
            </a:xfrm>
          </p:grpSpPr>
          <p:grpSp>
            <p:nvGrpSpPr>
              <p:cNvPr id="861" name="Google Shape;861;p21"/>
              <p:cNvGrpSpPr/>
              <p:nvPr/>
            </p:nvGrpSpPr>
            <p:grpSpPr>
              <a:xfrm>
                <a:off x="3742646" y="4832786"/>
                <a:ext cx="2481221" cy="1591207"/>
                <a:chOff x="3742646" y="4832786"/>
                <a:chExt cx="2481221" cy="1591207"/>
              </a:xfrm>
            </p:grpSpPr>
            <p:grpSp>
              <p:nvGrpSpPr>
                <p:cNvPr id="862" name="Google Shape;862;p21"/>
                <p:cNvGrpSpPr/>
                <p:nvPr/>
              </p:nvGrpSpPr>
              <p:grpSpPr>
                <a:xfrm>
                  <a:off x="4624340" y="4832786"/>
                  <a:ext cx="1407442" cy="1197495"/>
                  <a:chOff x="4624340" y="4832786"/>
                  <a:chExt cx="1407442" cy="1197495"/>
                </a:xfrm>
              </p:grpSpPr>
              <p:sp>
                <p:nvSpPr>
                  <p:cNvPr id="863" name="Google Shape;863;p21"/>
                  <p:cNvSpPr/>
                  <p:nvPr/>
                </p:nvSpPr>
                <p:spPr>
                  <a:xfrm>
                    <a:off x="4624340" y="5154465"/>
                    <a:ext cx="503776" cy="7866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776" h="786681" extrusionOk="0">
                        <a:moveTo>
                          <a:pt x="497043" y="199607"/>
                        </a:moveTo>
                        <a:cubicBezTo>
                          <a:pt x="452884" y="214550"/>
                          <a:pt x="404488" y="223396"/>
                          <a:pt x="397797" y="193362"/>
                        </a:cubicBezTo>
                        <a:cubicBezTo>
                          <a:pt x="390363" y="159834"/>
                          <a:pt x="439279" y="134707"/>
                          <a:pt x="480688" y="119764"/>
                        </a:cubicBezTo>
                        <a:cubicBezTo>
                          <a:pt x="470800" y="81924"/>
                          <a:pt x="457568" y="42078"/>
                          <a:pt x="440469" y="0"/>
                        </a:cubicBezTo>
                        <a:cubicBezTo>
                          <a:pt x="357429" y="39401"/>
                          <a:pt x="289258" y="81404"/>
                          <a:pt x="233428" y="124671"/>
                        </a:cubicBezTo>
                        <a:lnTo>
                          <a:pt x="251864" y="233284"/>
                        </a:lnTo>
                        <a:lnTo>
                          <a:pt x="179679" y="170242"/>
                        </a:lnTo>
                        <a:cubicBezTo>
                          <a:pt x="-132258" y="459877"/>
                          <a:pt x="56718" y="786681"/>
                          <a:pt x="56718" y="786681"/>
                        </a:cubicBezTo>
                        <a:cubicBezTo>
                          <a:pt x="56718" y="786681"/>
                          <a:pt x="451471" y="703345"/>
                          <a:pt x="499124" y="357731"/>
                        </a:cubicBezTo>
                        <a:lnTo>
                          <a:pt x="437718" y="338477"/>
                        </a:lnTo>
                        <a:lnTo>
                          <a:pt x="502990" y="316918"/>
                        </a:lnTo>
                        <a:cubicBezTo>
                          <a:pt x="504997" y="280565"/>
                          <a:pt x="503213" y="241536"/>
                          <a:pt x="497043" y="199682"/>
                        </a:cubicBezTo>
                        <a:close/>
                        <a:moveTo>
                          <a:pt x="343156" y="493999"/>
                        </a:moveTo>
                        <a:cubicBezTo>
                          <a:pt x="296915" y="462478"/>
                          <a:pt x="353638" y="380480"/>
                          <a:pt x="389396" y="393341"/>
                        </a:cubicBezTo>
                        <a:cubicBezTo>
                          <a:pt x="425154" y="406202"/>
                          <a:pt x="389396" y="525520"/>
                          <a:pt x="343156" y="49399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4" name="Google Shape;864;p21"/>
                  <p:cNvSpPr/>
                  <p:nvPr/>
                </p:nvSpPr>
                <p:spPr>
                  <a:xfrm>
                    <a:off x="4882226" y="5441125"/>
                    <a:ext cx="519869" cy="4877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869" h="487754" extrusionOk="0">
                        <a:moveTo>
                          <a:pt x="0" y="486342"/>
                        </a:moveTo>
                        <a:cubicBezTo>
                          <a:pt x="0" y="486342"/>
                          <a:pt x="175075" y="42078"/>
                          <a:pt x="519870" y="0"/>
                        </a:cubicBezTo>
                        <a:cubicBezTo>
                          <a:pt x="204959" y="200796"/>
                          <a:pt x="105862" y="477570"/>
                          <a:pt x="105862" y="477570"/>
                        </a:cubicBezTo>
                        <a:cubicBezTo>
                          <a:pt x="105862" y="477570"/>
                          <a:pt x="304874" y="162957"/>
                          <a:pt x="466121" y="129132"/>
                        </a:cubicBezTo>
                        <a:cubicBezTo>
                          <a:pt x="371261" y="351115"/>
                          <a:pt x="150765" y="487755"/>
                          <a:pt x="150765" y="487755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5" name="Google Shape;865;p21"/>
                  <p:cNvSpPr/>
                  <p:nvPr/>
                </p:nvSpPr>
                <p:spPr>
                  <a:xfrm>
                    <a:off x="5623411" y="5469768"/>
                    <a:ext cx="408371" cy="478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8371" h="478663" extrusionOk="0">
                        <a:moveTo>
                          <a:pt x="0" y="362989"/>
                        </a:moveTo>
                        <a:cubicBezTo>
                          <a:pt x="0" y="362989"/>
                          <a:pt x="202283" y="-9908"/>
                          <a:pt x="260790" y="202"/>
                        </a:cubicBezTo>
                        <a:cubicBezTo>
                          <a:pt x="319297" y="10238"/>
                          <a:pt x="197525" y="280767"/>
                          <a:pt x="197525" y="280767"/>
                        </a:cubicBezTo>
                        <a:cubicBezTo>
                          <a:pt x="197525" y="280767"/>
                          <a:pt x="339220" y="101455"/>
                          <a:pt x="398991" y="130299"/>
                        </a:cubicBezTo>
                        <a:cubicBezTo>
                          <a:pt x="458761" y="159218"/>
                          <a:pt x="213360" y="478664"/>
                          <a:pt x="213360" y="478664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6" name="Google Shape;866;p21"/>
                  <p:cNvSpPr/>
                  <p:nvPr/>
                </p:nvSpPr>
                <p:spPr>
                  <a:xfrm>
                    <a:off x="5486485" y="5053286"/>
                    <a:ext cx="200264" cy="976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264" h="976995" extrusionOk="0">
                        <a:moveTo>
                          <a:pt x="18946" y="818574"/>
                        </a:moveTo>
                        <a:cubicBezTo>
                          <a:pt x="18946" y="818574"/>
                          <a:pt x="-39561" y="397727"/>
                          <a:pt x="49054" y="0"/>
                        </a:cubicBezTo>
                        <a:lnTo>
                          <a:pt x="107933" y="0"/>
                        </a:lnTo>
                        <a:cubicBezTo>
                          <a:pt x="107933" y="0"/>
                          <a:pt x="94997" y="671452"/>
                          <a:pt x="200265" y="976995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7" name="Google Shape;867;p21"/>
                  <p:cNvSpPr/>
                  <p:nvPr/>
                </p:nvSpPr>
                <p:spPr>
                  <a:xfrm>
                    <a:off x="5272048" y="4832786"/>
                    <a:ext cx="593472" cy="3216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3472" h="321689" extrusionOk="0">
                        <a:moveTo>
                          <a:pt x="620" y="282204"/>
                        </a:moveTo>
                        <a:cubicBezTo>
                          <a:pt x="9392" y="346435"/>
                          <a:pt x="546360" y="331641"/>
                          <a:pt x="592526" y="242654"/>
                        </a:cubicBezTo>
                        <a:cubicBezTo>
                          <a:pt x="609550" y="209795"/>
                          <a:pt x="392325" y="10263"/>
                          <a:pt x="306163" y="375"/>
                        </a:cubicBezTo>
                        <a:cubicBezTo>
                          <a:pt x="220076" y="-9512"/>
                          <a:pt x="-13579" y="178349"/>
                          <a:pt x="620" y="28220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8" name="Google Shape;868;p21"/>
                  <p:cNvSpPr/>
                  <p:nvPr/>
                </p:nvSpPr>
                <p:spPr>
                  <a:xfrm>
                    <a:off x="5419418" y="5246170"/>
                    <a:ext cx="519670" cy="1768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670" h="176898" extrusionOk="0">
                        <a:moveTo>
                          <a:pt x="0" y="134144"/>
                        </a:moveTo>
                        <a:cubicBezTo>
                          <a:pt x="0" y="188785"/>
                          <a:pt x="505596" y="193468"/>
                          <a:pt x="519127" y="134144"/>
                        </a:cubicBezTo>
                        <a:cubicBezTo>
                          <a:pt x="532657" y="74819"/>
                          <a:pt x="289635" y="4641"/>
                          <a:pt x="270083" y="181"/>
                        </a:cubicBezTo>
                        <a:cubicBezTo>
                          <a:pt x="250531" y="-4280"/>
                          <a:pt x="0" y="74819"/>
                          <a:pt x="0" y="13414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869" name="Google Shape;869;p21"/>
                  <p:cNvSpPr/>
                  <p:nvPr/>
                </p:nvSpPr>
                <p:spPr>
                  <a:xfrm>
                    <a:off x="5379050" y="5487617"/>
                    <a:ext cx="341810" cy="117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810" h="117573" extrusionOk="0">
                        <a:moveTo>
                          <a:pt x="0" y="89182"/>
                        </a:moveTo>
                        <a:cubicBezTo>
                          <a:pt x="0" y="125460"/>
                          <a:pt x="332455" y="128583"/>
                          <a:pt x="341450" y="89182"/>
                        </a:cubicBezTo>
                        <a:cubicBezTo>
                          <a:pt x="350371" y="49781"/>
                          <a:pt x="190537" y="3095"/>
                          <a:pt x="177676" y="121"/>
                        </a:cubicBezTo>
                        <a:cubicBezTo>
                          <a:pt x="164815" y="-2853"/>
                          <a:pt x="74" y="49706"/>
                          <a:pt x="74" y="8918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870" name="Google Shape;870;p21"/>
                <p:cNvSpPr/>
                <p:nvPr/>
              </p:nvSpPr>
              <p:spPr>
                <a:xfrm>
                  <a:off x="3742646" y="5724821"/>
                  <a:ext cx="2481146" cy="699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1146" h="699172" extrusionOk="0">
                      <a:moveTo>
                        <a:pt x="74" y="699173"/>
                      </a:moveTo>
                      <a:cubicBezTo>
                        <a:pt x="74" y="699173"/>
                        <a:pt x="442852" y="149566"/>
                        <a:pt x="1154821" y="23483"/>
                      </a:cubicBezTo>
                      <a:cubicBezTo>
                        <a:pt x="1866788" y="-102600"/>
                        <a:pt x="2481146" y="320106"/>
                        <a:pt x="2481146" y="320106"/>
                      </a:cubicBezTo>
                      <a:lnTo>
                        <a:pt x="2481146" y="699173"/>
                      </a:lnTo>
                      <a:lnTo>
                        <a:pt x="0" y="69917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1" name="Google Shape;871;p21"/>
                <p:cNvSpPr/>
                <p:nvPr/>
              </p:nvSpPr>
              <p:spPr>
                <a:xfrm>
                  <a:off x="4518474" y="5879517"/>
                  <a:ext cx="1705393" cy="544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393" h="544476" extrusionOk="0">
                      <a:moveTo>
                        <a:pt x="92778" y="21485"/>
                      </a:moveTo>
                      <a:cubicBezTo>
                        <a:pt x="92778" y="21485"/>
                        <a:pt x="1036692" y="-113445"/>
                        <a:pt x="1705393" y="292979"/>
                      </a:cubicBezTo>
                      <a:lnTo>
                        <a:pt x="1705393" y="544477"/>
                      </a:lnTo>
                      <a:lnTo>
                        <a:pt x="0" y="544477"/>
                      </a:lnTo>
                      <a:lnTo>
                        <a:pt x="92778" y="2148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2" name="Google Shape;872;p21"/>
                <p:cNvSpPr/>
                <p:nvPr/>
              </p:nvSpPr>
              <p:spPr>
                <a:xfrm>
                  <a:off x="4586422" y="6075295"/>
                  <a:ext cx="686246" cy="348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246" h="348698" extrusionOk="0">
                      <a:moveTo>
                        <a:pt x="686246" y="348699"/>
                      </a:moveTo>
                      <a:lnTo>
                        <a:pt x="0" y="348699"/>
                      </a:lnTo>
                      <a:lnTo>
                        <a:pt x="9813" y="262686"/>
                      </a:lnTo>
                      <a:lnTo>
                        <a:pt x="37914" y="15798"/>
                      </a:lnTo>
                      <a:cubicBezTo>
                        <a:pt x="37914" y="15798"/>
                        <a:pt x="345837" y="-47170"/>
                        <a:pt x="537712" y="78319"/>
                      </a:cubicBezTo>
                      <a:cubicBezTo>
                        <a:pt x="617034" y="130283"/>
                        <a:pt x="676582" y="214438"/>
                        <a:pt x="686246" y="34869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3" name="Google Shape;873;p21"/>
                <p:cNvSpPr/>
                <p:nvPr/>
              </p:nvSpPr>
              <p:spPr>
                <a:xfrm>
                  <a:off x="4586422" y="6153614"/>
                  <a:ext cx="686246" cy="270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246" h="270379" extrusionOk="0">
                      <a:moveTo>
                        <a:pt x="686246" y="270380"/>
                      </a:moveTo>
                      <a:lnTo>
                        <a:pt x="0" y="270380"/>
                      </a:lnTo>
                      <a:lnTo>
                        <a:pt x="9813" y="184367"/>
                      </a:lnTo>
                      <a:cubicBezTo>
                        <a:pt x="26094" y="185854"/>
                        <a:pt x="43862" y="188827"/>
                        <a:pt x="62967" y="193437"/>
                      </a:cubicBezTo>
                      <a:cubicBezTo>
                        <a:pt x="265176" y="241981"/>
                        <a:pt x="449171" y="90399"/>
                        <a:pt x="537712" y="0"/>
                      </a:cubicBezTo>
                      <a:cubicBezTo>
                        <a:pt x="617034" y="51965"/>
                        <a:pt x="676582" y="136119"/>
                        <a:pt x="686246" y="2703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874" name="Google Shape;874;p21"/>
              <p:cNvGrpSpPr/>
              <p:nvPr/>
            </p:nvGrpSpPr>
            <p:grpSpPr>
              <a:xfrm>
                <a:off x="4215978" y="2706921"/>
                <a:ext cx="596962" cy="3717072"/>
                <a:chOff x="4215978" y="2706921"/>
                <a:chExt cx="596962" cy="3717072"/>
              </a:xfrm>
            </p:grpSpPr>
            <p:sp>
              <p:nvSpPr>
                <p:cNvPr id="875" name="Google Shape;875;p21"/>
                <p:cNvSpPr/>
                <p:nvPr/>
              </p:nvSpPr>
              <p:spPr>
                <a:xfrm>
                  <a:off x="4215978" y="2706921"/>
                  <a:ext cx="596961" cy="371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961" h="3717072" extrusionOk="0">
                      <a:moveTo>
                        <a:pt x="0" y="3717073"/>
                      </a:moveTo>
                      <a:lnTo>
                        <a:pt x="218341" y="0"/>
                      </a:lnTo>
                      <a:lnTo>
                        <a:pt x="596962" y="0"/>
                      </a:lnTo>
                      <a:lnTo>
                        <a:pt x="467682" y="3717073"/>
                      </a:lnTo>
                      <a:lnTo>
                        <a:pt x="0" y="371707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876" name="Google Shape;876;p21"/>
                <p:cNvSpPr/>
                <p:nvPr/>
              </p:nvSpPr>
              <p:spPr>
                <a:xfrm>
                  <a:off x="4359978" y="2706921"/>
                  <a:ext cx="452962" cy="371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962" h="3717072" extrusionOk="0">
                      <a:moveTo>
                        <a:pt x="452962" y="0"/>
                      </a:moveTo>
                      <a:lnTo>
                        <a:pt x="323683" y="3717073"/>
                      </a:lnTo>
                      <a:lnTo>
                        <a:pt x="0" y="3717073"/>
                      </a:lnTo>
                      <a:lnTo>
                        <a:pt x="164889" y="0"/>
                      </a:lnTo>
                      <a:lnTo>
                        <a:pt x="4529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877" name="Google Shape;877;p21"/>
              <p:cNvSpPr/>
              <p:nvPr/>
            </p:nvSpPr>
            <p:spPr>
              <a:xfrm>
                <a:off x="4694366" y="3028671"/>
                <a:ext cx="238189" cy="419062"/>
              </a:xfrm>
              <a:custGeom>
                <a:avLst/>
                <a:gdLst/>
                <a:ahLst/>
                <a:cxnLst/>
                <a:rect l="l" t="t" r="r" b="b"/>
                <a:pathLst>
                  <a:path w="238189" h="419062" extrusionOk="0">
                    <a:moveTo>
                      <a:pt x="10036" y="229938"/>
                    </a:moveTo>
                    <a:lnTo>
                      <a:pt x="198194" y="0"/>
                    </a:lnTo>
                    <a:lnTo>
                      <a:pt x="238190" y="14868"/>
                    </a:lnTo>
                    <a:cubicBezTo>
                      <a:pt x="238190" y="14868"/>
                      <a:pt x="144297" y="392969"/>
                      <a:pt x="0" y="4190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8" name="Google Shape;878;p21"/>
              <p:cNvSpPr/>
              <p:nvPr/>
            </p:nvSpPr>
            <p:spPr>
              <a:xfrm>
                <a:off x="4672137" y="4136135"/>
                <a:ext cx="520985" cy="429821"/>
              </a:xfrm>
              <a:custGeom>
                <a:avLst/>
                <a:gdLst/>
                <a:ahLst/>
                <a:cxnLst/>
                <a:rect l="l" t="t" r="r" b="b"/>
                <a:pathLst>
                  <a:path w="520985" h="429821" extrusionOk="0">
                    <a:moveTo>
                      <a:pt x="22228" y="258857"/>
                    </a:moveTo>
                    <a:cubicBezTo>
                      <a:pt x="22228" y="258857"/>
                      <a:pt x="353048" y="267926"/>
                      <a:pt x="456011" y="0"/>
                    </a:cubicBezTo>
                    <a:lnTo>
                      <a:pt x="520985" y="0"/>
                    </a:lnTo>
                    <a:cubicBezTo>
                      <a:pt x="520985" y="0"/>
                      <a:pt x="456011" y="440622"/>
                      <a:pt x="0" y="4296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79" name="Google Shape;879;p21"/>
              <p:cNvSpPr/>
              <p:nvPr/>
            </p:nvSpPr>
            <p:spPr>
              <a:xfrm>
                <a:off x="4262025" y="2854386"/>
                <a:ext cx="287403" cy="427091"/>
              </a:xfrm>
              <a:custGeom>
                <a:avLst/>
                <a:gdLst/>
                <a:ahLst/>
                <a:cxnLst/>
                <a:rect l="l" t="t" r="r" b="b"/>
                <a:pathLst>
                  <a:path w="287403" h="427091" extrusionOk="0">
                    <a:moveTo>
                      <a:pt x="287404" y="193139"/>
                    </a:moveTo>
                    <a:lnTo>
                      <a:pt x="32338" y="0"/>
                    </a:lnTo>
                    <a:lnTo>
                      <a:pt x="0" y="42746"/>
                    </a:lnTo>
                    <a:lnTo>
                      <a:pt x="283390" y="4270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0" name="Google Shape;880;p21"/>
              <p:cNvSpPr/>
              <p:nvPr/>
            </p:nvSpPr>
            <p:spPr>
              <a:xfrm>
                <a:off x="5551198" y="5348496"/>
                <a:ext cx="179787" cy="185407"/>
              </a:xfrm>
              <a:custGeom>
                <a:avLst/>
                <a:gdLst/>
                <a:ahLst/>
                <a:cxnLst/>
                <a:rect l="l" t="t" r="r" b="b"/>
                <a:pathLst>
                  <a:path w="179787" h="185407" extrusionOk="0">
                    <a:moveTo>
                      <a:pt x="134289" y="0"/>
                    </a:moveTo>
                    <a:cubicBezTo>
                      <a:pt x="134289" y="0"/>
                      <a:pt x="122468" y="145337"/>
                      <a:pt x="32217" y="152400"/>
                    </a:cubicBezTo>
                    <a:cubicBezTo>
                      <a:pt x="-58033" y="159388"/>
                      <a:pt x="69983" y="185408"/>
                      <a:pt x="69983" y="185408"/>
                    </a:cubicBezTo>
                    <a:cubicBezTo>
                      <a:pt x="69983" y="185408"/>
                      <a:pt x="180305" y="182583"/>
                      <a:pt x="179785" y="254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881" name="Google Shape;881;p21"/>
            <p:cNvSpPr/>
            <p:nvPr/>
          </p:nvSpPr>
          <p:spPr>
            <a:xfrm>
              <a:off x="-277206" y="4688509"/>
              <a:ext cx="9562169" cy="2125478"/>
            </a:xfrm>
            <a:custGeom>
              <a:avLst/>
              <a:gdLst/>
              <a:ahLst/>
              <a:cxnLst/>
              <a:rect l="l" t="t" r="r" b="b"/>
              <a:pathLst>
                <a:path w="5575609" h="1239346" extrusionOk="0">
                  <a:moveTo>
                    <a:pt x="0" y="1239346"/>
                  </a:moveTo>
                  <a:lnTo>
                    <a:pt x="0" y="107126"/>
                  </a:lnTo>
                  <a:lnTo>
                    <a:pt x="5575610" y="0"/>
                  </a:lnTo>
                  <a:lnTo>
                    <a:pt x="5575610" y="1239346"/>
                  </a:lnTo>
                  <a:lnTo>
                    <a:pt x="0" y="12393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882" name="Google Shape;882;p2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BLANK_1_1_1_2">
    <p:spTree>
      <p:nvGrpSpPr>
        <p:cNvPr id="1" name="Shape 8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4" name="Google Shape;884;p22"/>
          <p:cNvGrpSpPr/>
          <p:nvPr/>
        </p:nvGrpSpPr>
        <p:grpSpPr>
          <a:xfrm>
            <a:off x="-533400" y="-46923"/>
            <a:ext cx="11383342" cy="7563176"/>
            <a:chOff x="-533400" y="-46923"/>
            <a:chExt cx="11383342" cy="7563176"/>
          </a:xfrm>
        </p:grpSpPr>
        <p:grpSp>
          <p:nvGrpSpPr>
            <p:cNvPr id="885" name="Google Shape;885;p22"/>
            <p:cNvGrpSpPr/>
            <p:nvPr/>
          </p:nvGrpSpPr>
          <p:grpSpPr>
            <a:xfrm>
              <a:off x="-242214" y="-46923"/>
              <a:ext cx="9528289" cy="7563176"/>
              <a:chOff x="6556173" y="-345763"/>
              <a:chExt cx="5589095" cy="4436401"/>
            </a:xfrm>
          </p:grpSpPr>
          <p:sp>
            <p:nvSpPr>
              <p:cNvPr id="886" name="Google Shape;886;p22"/>
              <p:cNvSpPr/>
              <p:nvPr/>
            </p:nvSpPr>
            <p:spPr>
              <a:xfrm>
                <a:off x="6556173" y="2180445"/>
                <a:ext cx="5575609" cy="1910193"/>
              </a:xfrm>
              <a:custGeom>
                <a:avLst/>
                <a:gdLst/>
                <a:ahLst/>
                <a:cxnLst/>
                <a:rect l="l" t="t" r="r" b="b"/>
                <a:pathLst>
                  <a:path w="5575609" h="1910193" extrusionOk="0">
                    <a:moveTo>
                      <a:pt x="0" y="1257550"/>
                    </a:moveTo>
                    <a:lnTo>
                      <a:pt x="0" y="78495"/>
                    </a:lnTo>
                    <a:cubicBezTo>
                      <a:pt x="0" y="78495"/>
                      <a:pt x="3155423" y="-203260"/>
                      <a:pt x="5575610" y="300850"/>
                    </a:cubicBezTo>
                    <a:lnTo>
                      <a:pt x="5575610" y="1910194"/>
                    </a:lnTo>
                    <a:lnTo>
                      <a:pt x="0" y="125755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7" name="Google Shape;887;p22"/>
              <p:cNvSpPr/>
              <p:nvPr/>
            </p:nvSpPr>
            <p:spPr>
              <a:xfrm>
                <a:off x="6822268" y="-345763"/>
                <a:ext cx="175148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75148" h="2029224" extrusionOk="0">
                    <a:moveTo>
                      <a:pt x="175149" y="2029224"/>
                    </a:moveTo>
                    <a:lnTo>
                      <a:pt x="74341" y="2029224"/>
                    </a:lnTo>
                    <a:lnTo>
                      <a:pt x="0" y="0"/>
                    </a:lnTo>
                    <a:lnTo>
                      <a:pt x="100807" y="0"/>
                    </a:lnTo>
                    <a:lnTo>
                      <a:pt x="175149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8" name="Google Shape;888;p22"/>
              <p:cNvSpPr/>
              <p:nvPr/>
            </p:nvSpPr>
            <p:spPr>
              <a:xfrm>
                <a:off x="7066172" y="-345763"/>
                <a:ext cx="100880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00880" h="2029224" extrusionOk="0">
                    <a:moveTo>
                      <a:pt x="100881" y="2029224"/>
                    </a:moveTo>
                    <a:lnTo>
                      <a:pt x="52039" y="2029224"/>
                    </a:lnTo>
                    <a:lnTo>
                      <a:pt x="0" y="0"/>
                    </a:lnTo>
                    <a:lnTo>
                      <a:pt x="71144" y="0"/>
                    </a:lnTo>
                    <a:lnTo>
                      <a:pt x="100881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89" name="Google Shape;889;p22"/>
              <p:cNvSpPr/>
              <p:nvPr/>
            </p:nvSpPr>
            <p:spPr>
              <a:xfrm>
                <a:off x="11706241" y="-345763"/>
                <a:ext cx="115749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115749" h="2029224" extrusionOk="0">
                    <a:moveTo>
                      <a:pt x="115749" y="2029224"/>
                    </a:moveTo>
                    <a:lnTo>
                      <a:pt x="14868" y="2029224"/>
                    </a:lnTo>
                    <a:lnTo>
                      <a:pt x="0" y="0"/>
                    </a:lnTo>
                    <a:lnTo>
                      <a:pt x="41408" y="0"/>
                    </a:lnTo>
                    <a:lnTo>
                      <a:pt x="115749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0" name="Google Shape;890;p22"/>
              <p:cNvSpPr/>
              <p:nvPr/>
            </p:nvSpPr>
            <p:spPr>
              <a:xfrm>
                <a:off x="11880911" y="-345763"/>
                <a:ext cx="264357" cy="2906863"/>
              </a:xfrm>
              <a:custGeom>
                <a:avLst/>
                <a:gdLst/>
                <a:ahLst/>
                <a:cxnLst/>
                <a:rect l="l" t="t" r="r" b="b"/>
                <a:pathLst>
                  <a:path w="264357" h="2029224" extrusionOk="0">
                    <a:moveTo>
                      <a:pt x="264358" y="2029224"/>
                    </a:moveTo>
                    <a:lnTo>
                      <a:pt x="133815" y="2029224"/>
                    </a:lnTo>
                    <a:lnTo>
                      <a:pt x="0" y="0"/>
                    </a:lnTo>
                    <a:lnTo>
                      <a:pt x="41333" y="0"/>
                    </a:lnTo>
                    <a:lnTo>
                      <a:pt x="264358" y="2029224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1" name="Google Shape;891;p22"/>
              <p:cNvSpPr/>
              <p:nvPr/>
            </p:nvSpPr>
            <p:spPr>
              <a:xfrm>
                <a:off x="6717717" y="2405389"/>
                <a:ext cx="3708589" cy="1466165"/>
              </a:xfrm>
              <a:custGeom>
                <a:avLst/>
                <a:gdLst/>
                <a:ahLst/>
                <a:cxnLst/>
                <a:rect l="l" t="t" r="r" b="b"/>
                <a:pathLst>
                  <a:path w="3708589" h="1466165" extrusionOk="0">
                    <a:moveTo>
                      <a:pt x="0" y="248452"/>
                    </a:moveTo>
                    <a:cubicBezTo>
                      <a:pt x="0" y="248452"/>
                      <a:pt x="1574181" y="-240863"/>
                      <a:pt x="3281209" y="153890"/>
                    </a:cubicBezTo>
                    <a:cubicBezTo>
                      <a:pt x="4988238" y="548717"/>
                      <a:pt x="1030521" y="1466165"/>
                      <a:pt x="1030521" y="1466165"/>
                    </a:cubicBezTo>
                    <a:lnTo>
                      <a:pt x="0" y="248452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892" name="Google Shape;892;p22"/>
            <p:cNvGrpSpPr/>
            <p:nvPr/>
          </p:nvGrpSpPr>
          <p:grpSpPr>
            <a:xfrm>
              <a:off x="-533400" y="-46877"/>
              <a:ext cx="2519270" cy="5190521"/>
              <a:chOff x="0" y="2767584"/>
              <a:chExt cx="1804118" cy="3717073"/>
            </a:xfrm>
          </p:grpSpPr>
          <p:sp>
            <p:nvSpPr>
              <p:cNvPr id="893" name="Google Shape;893;p22"/>
              <p:cNvSpPr/>
              <p:nvPr/>
            </p:nvSpPr>
            <p:spPr>
              <a:xfrm>
                <a:off x="389428" y="5790753"/>
                <a:ext cx="600575" cy="652004"/>
              </a:xfrm>
              <a:custGeom>
                <a:avLst/>
                <a:gdLst/>
                <a:ahLst/>
                <a:cxnLst/>
                <a:rect l="l" t="t" r="r" b="b"/>
                <a:pathLst>
                  <a:path w="600575" h="652004" extrusionOk="0">
                    <a:moveTo>
                      <a:pt x="594258" y="207487"/>
                    </a:moveTo>
                    <a:cubicBezTo>
                      <a:pt x="547720" y="209791"/>
                      <a:pt x="498729" y="204959"/>
                      <a:pt x="500514" y="174256"/>
                    </a:cubicBezTo>
                    <a:cubicBezTo>
                      <a:pt x="502521" y="139985"/>
                      <a:pt x="556493" y="129280"/>
                      <a:pt x="600354" y="126157"/>
                    </a:cubicBezTo>
                    <a:cubicBezTo>
                      <a:pt x="601246" y="87054"/>
                      <a:pt x="599462" y="45125"/>
                      <a:pt x="594556" y="0"/>
                    </a:cubicBezTo>
                    <a:cubicBezTo>
                      <a:pt x="503859" y="15091"/>
                      <a:pt x="426841" y="36799"/>
                      <a:pt x="361272" y="63190"/>
                    </a:cubicBezTo>
                    <a:lnTo>
                      <a:pt x="349229" y="172695"/>
                    </a:lnTo>
                    <a:lnTo>
                      <a:pt x="297041" y="92258"/>
                    </a:lnTo>
                    <a:cubicBezTo>
                      <a:pt x="-82323" y="285323"/>
                      <a:pt x="9860" y="651380"/>
                      <a:pt x="9860" y="651380"/>
                    </a:cubicBezTo>
                    <a:cubicBezTo>
                      <a:pt x="9860" y="651380"/>
                      <a:pt x="412345" y="679407"/>
                      <a:pt x="552850" y="360036"/>
                    </a:cubicBezTo>
                    <a:lnTo>
                      <a:pt x="499101" y="324649"/>
                    </a:lnTo>
                    <a:lnTo>
                      <a:pt x="567793" y="321750"/>
                    </a:lnTo>
                    <a:cubicBezTo>
                      <a:pt x="579687" y="287330"/>
                      <a:pt x="588683" y="249341"/>
                      <a:pt x="594184" y="20741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4" name="Google Shape;894;p22"/>
              <p:cNvSpPr/>
              <p:nvPr/>
            </p:nvSpPr>
            <p:spPr>
              <a:xfrm>
                <a:off x="0" y="6154999"/>
                <a:ext cx="1804118" cy="329657"/>
              </a:xfrm>
              <a:custGeom>
                <a:avLst/>
                <a:gdLst/>
                <a:ahLst/>
                <a:cxnLst/>
                <a:rect l="l" t="t" r="r" b="b"/>
                <a:pathLst>
                  <a:path w="1804118" h="329657" extrusionOk="0">
                    <a:moveTo>
                      <a:pt x="0" y="329658"/>
                    </a:moveTo>
                    <a:lnTo>
                      <a:pt x="1804119" y="329658"/>
                    </a:lnTo>
                    <a:cubicBezTo>
                      <a:pt x="1804119" y="329658"/>
                      <a:pt x="837085" y="-95947"/>
                      <a:pt x="218118" y="20025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5" name="Google Shape;895;p22"/>
              <p:cNvSpPr/>
              <p:nvPr/>
            </p:nvSpPr>
            <p:spPr>
              <a:xfrm>
                <a:off x="389549" y="6229368"/>
                <a:ext cx="418589" cy="255288"/>
              </a:xfrm>
              <a:custGeom>
                <a:avLst/>
                <a:gdLst/>
                <a:ahLst/>
                <a:cxnLst/>
                <a:rect l="l" t="t" r="r" b="b"/>
                <a:pathLst>
                  <a:path w="418589" h="255288" extrusionOk="0">
                    <a:moveTo>
                      <a:pt x="137457" y="0"/>
                    </a:moveTo>
                    <a:cubicBezTo>
                      <a:pt x="137457" y="0"/>
                      <a:pt x="427166" y="11002"/>
                      <a:pt x="418394" y="255289"/>
                    </a:cubicBezTo>
                    <a:lnTo>
                      <a:pt x="0" y="25528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6" name="Google Shape;896;p22"/>
              <p:cNvSpPr/>
              <p:nvPr/>
            </p:nvSpPr>
            <p:spPr>
              <a:xfrm>
                <a:off x="0" y="2767584"/>
                <a:ext cx="757911" cy="3717073"/>
              </a:xfrm>
              <a:custGeom>
                <a:avLst/>
                <a:gdLst/>
                <a:ahLst/>
                <a:cxnLst/>
                <a:rect l="l" t="t" r="r" b="b"/>
                <a:pathLst>
                  <a:path w="757911" h="3717073" extrusionOk="0">
                    <a:moveTo>
                      <a:pt x="757911" y="0"/>
                    </a:moveTo>
                    <a:lnTo>
                      <a:pt x="0" y="0"/>
                    </a:lnTo>
                    <a:lnTo>
                      <a:pt x="0" y="3717073"/>
                    </a:lnTo>
                    <a:lnTo>
                      <a:pt x="546410" y="3717073"/>
                    </a:lnTo>
                    <a:lnTo>
                      <a:pt x="757911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7" name="Google Shape;897;p22"/>
              <p:cNvSpPr/>
              <p:nvPr/>
            </p:nvSpPr>
            <p:spPr>
              <a:xfrm>
                <a:off x="0" y="4566795"/>
                <a:ext cx="256478" cy="1315621"/>
              </a:xfrm>
              <a:custGeom>
                <a:avLst/>
                <a:gdLst/>
                <a:ahLst/>
                <a:cxnLst/>
                <a:rect l="l" t="t" r="r" b="b"/>
                <a:pathLst>
                  <a:path w="256478" h="1315621" extrusionOk="0">
                    <a:moveTo>
                      <a:pt x="0" y="1315621"/>
                    </a:moveTo>
                    <a:lnTo>
                      <a:pt x="0" y="541503"/>
                    </a:lnTo>
                    <a:lnTo>
                      <a:pt x="256478" y="0"/>
                    </a:lnTo>
                    <a:lnTo>
                      <a:pt x="0" y="131562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8" name="Google Shape;898;p22"/>
              <p:cNvSpPr/>
              <p:nvPr/>
            </p:nvSpPr>
            <p:spPr>
              <a:xfrm>
                <a:off x="164368" y="3211253"/>
                <a:ext cx="568266" cy="3273403"/>
              </a:xfrm>
              <a:custGeom>
                <a:avLst/>
                <a:gdLst/>
                <a:ahLst/>
                <a:cxnLst/>
                <a:rect l="l" t="t" r="r" b="b"/>
                <a:pathLst>
                  <a:path w="568266" h="3273403" extrusionOk="0">
                    <a:moveTo>
                      <a:pt x="568266" y="0"/>
                    </a:moveTo>
                    <a:lnTo>
                      <a:pt x="382041" y="3273404"/>
                    </a:lnTo>
                    <a:lnTo>
                      <a:pt x="0" y="3273404"/>
                    </a:lnTo>
                    <a:lnTo>
                      <a:pt x="568266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899" name="Google Shape;899;p22"/>
              <p:cNvSpPr/>
              <p:nvPr/>
            </p:nvSpPr>
            <p:spPr>
              <a:xfrm>
                <a:off x="477619" y="4778900"/>
                <a:ext cx="551985" cy="671675"/>
              </a:xfrm>
              <a:custGeom>
                <a:avLst/>
                <a:gdLst/>
                <a:ahLst/>
                <a:cxnLst/>
                <a:rect l="l" t="t" r="r" b="b"/>
                <a:pathLst>
                  <a:path w="551985" h="671675" extrusionOk="0">
                    <a:moveTo>
                      <a:pt x="0" y="671675"/>
                    </a:moveTo>
                    <a:lnTo>
                      <a:pt x="551985" y="29439"/>
                    </a:lnTo>
                    <a:lnTo>
                      <a:pt x="501210" y="0"/>
                    </a:lnTo>
                    <a:lnTo>
                      <a:pt x="669" y="383602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0" name="Google Shape;900;p22"/>
              <p:cNvSpPr/>
              <p:nvPr/>
            </p:nvSpPr>
            <p:spPr>
              <a:xfrm>
                <a:off x="527006" y="5600291"/>
                <a:ext cx="260492" cy="479353"/>
              </a:xfrm>
              <a:custGeom>
                <a:avLst/>
                <a:gdLst/>
                <a:ahLst/>
                <a:cxnLst/>
                <a:rect l="l" t="t" r="r" b="b"/>
                <a:pathLst>
                  <a:path w="260492" h="479353" extrusionOk="0">
                    <a:moveTo>
                      <a:pt x="0" y="479354"/>
                    </a:moveTo>
                    <a:cubicBezTo>
                      <a:pt x="2974" y="463890"/>
                      <a:pt x="38063" y="84303"/>
                      <a:pt x="260493" y="0"/>
                    </a:cubicBezTo>
                    <a:cubicBezTo>
                      <a:pt x="136268" y="191280"/>
                      <a:pt x="43638" y="458241"/>
                      <a:pt x="43638" y="458241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1" name="Google Shape;901;p22"/>
              <p:cNvSpPr/>
              <p:nvPr/>
            </p:nvSpPr>
            <p:spPr>
              <a:xfrm rot="-5047105">
                <a:off x="64059" y="3222128"/>
                <a:ext cx="593997" cy="328527"/>
              </a:xfrm>
              <a:custGeom>
                <a:avLst/>
                <a:gdLst/>
                <a:ahLst/>
                <a:cxnLst/>
                <a:rect l="l" t="t" r="r" b="b"/>
                <a:pathLst>
                  <a:path w="593839" h="328440" extrusionOk="0">
                    <a:moveTo>
                      <a:pt x="593840" y="164220"/>
                    </a:moveTo>
                    <a:cubicBezTo>
                      <a:pt x="593840" y="254917"/>
                      <a:pt x="460904" y="328441"/>
                      <a:pt x="296920" y="328441"/>
                    </a:cubicBezTo>
                    <a:cubicBezTo>
                      <a:pt x="132936" y="328441"/>
                      <a:pt x="0" y="254917"/>
                      <a:pt x="0" y="164220"/>
                    </a:cubicBezTo>
                    <a:cubicBezTo>
                      <a:pt x="0" y="73524"/>
                      <a:pt x="132936" y="0"/>
                      <a:pt x="296920" y="0"/>
                    </a:cubicBezTo>
                    <a:cubicBezTo>
                      <a:pt x="460904" y="0"/>
                      <a:pt x="593840" y="73524"/>
                      <a:pt x="593840" y="16422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2" name="Google Shape;902;p22"/>
              <p:cNvSpPr/>
              <p:nvPr/>
            </p:nvSpPr>
            <p:spPr>
              <a:xfrm>
                <a:off x="105645" y="3742988"/>
                <a:ext cx="117368" cy="208810"/>
              </a:xfrm>
              <a:custGeom>
                <a:avLst/>
                <a:gdLst/>
                <a:ahLst/>
                <a:cxnLst/>
                <a:rect l="l" t="t" r="r" b="b"/>
                <a:pathLst>
                  <a:path w="117368" h="208810" extrusionOk="0">
                    <a:moveTo>
                      <a:pt x="116338" y="110427"/>
                    </a:moveTo>
                    <a:cubicBezTo>
                      <a:pt x="110316" y="167967"/>
                      <a:pt x="79687" y="211978"/>
                      <a:pt x="47795" y="208632"/>
                    </a:cubicBezTo>
                    <a:cubicBezTo>
                      <a:pt x="15902" y="205287"/>
                      <a:pt x="-4988" y="155924"/>
                      <a:pt x="1034" y="98384"/>
                    </a:cubicBezTo>
                    <a:cubicBezTo>
                      <a:pt x="7056" y="40844"/>
                      <a:pt x="37684" y="-3167"/>
                      <a:pt x="69577" y="179"/>
                    </a:cubicBezTo>
                    <a:cubicBezTo>
                      <a:pt x="101395" y="3524"/>
                      <a:pt x="122359" y="52887"/>
                      <a:pt x="116338" y="11042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03" name="Google Shape;903;p22"/>
              <p:cNvSpPr/>
              <p:nvPr/>
            </p:nvSpPr>
            <p:spPr>
              <a:xfrm>
                <a:off x="653015" y="2767584"/>
                <a:ext cx="989721" cy="401114"/>
              </a:xfrm>
              <a:custGeom>
                <a:avLst/>
                <a:gdLst/>
                <a:ahLst/>
                <a:cxnLst/>
                <a:rect l="l" t="t" r="r" b="b"/>
                <a:pathLst>
                  <a:path w="989721" h="401114" extrusionOk="0">
                    <a:moveTo>
                      <a:pt x="0" y="236778"/>
                    </a:moveTo>
                    <a:cubicBezTo>
                      <a:pt x="0" y="236778"/>
                      <a:pt x="432742" y="549829"/>
                      <a:pt x="650191" y="311788"/>
                    </a:cubicBezTo>
                    <a:cubicBezTo>
                      <a:pt x="756722" y="348364"/>
                      <a:pt x="727877" y="248821"/>
                      <a:pt x="727877" y="248821"/>
                    </a:cubicBezTo>
                    <a:cubicBezTo>
                      <a:pt x="727877" y="248821"/>
                      <a:pt x="991938" y="201763"/>
                      <a:pt x="989708" y="0"/>
                    </a:cubicBezTo>
                    <a:lnTo>
                      <a:pt x="33305" y="0"/>
                    </a:lnTo>
                    <a:lnTo>
                      <a:pt x="0" y="236778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904" name="Google Shape;904;p22"/>
            <p:cNvGrpSpPr/>
            <p:nvPr/>
          </p:nvGrpSpPr>
          <p:grpSpPr>
            <a:xfrm>
              <a:off x="7343930" y="-41529"/>
              <a:ext cx="3506011" cy="5190519"/>
              <a:chOff x="3713117" y="2706921"/>
              <a:chExt cx="2510750" cy="3717072"/>
            </a:xfrm>
          </p:grpSpPr>
          <p:grpSp>
            <p:nvGrpSpPr>
              <p:cNvPr id="905" name="Google Shape;905;p22"/>
              <p:cNvGrpSpPr/>
              <p:nvPr/>
            </p:nvGrpSpPr>
            <p:grpSpPr>
              <a:xfrm>
                <a:off x="3713117" y="4832786"/>
                <a:ext cx="2510750" cy="1591207"/>
                <a:chOff x="3713117" y="4832786"/>
                <a:chExt cx="2510750" cy="1591207"/>
              </a:xfrm>
            </p:grpSpPr>
            <p:grpSp>
              <p:nvGrpSpPr>
                <p:cNvPr id="906" name="Google Shape;906;p22"/>
                <p:cNvGrpSpPr/>
                <p:nvPr/>
              </p:nvGrpSpPr>
              <p:grpSpPr>
                <a:xfrm>
                  <a:off x="3713117" y="4832786"/>
                  <a:ext cx="2318665" cy="1513138"/>
                  <a:chOff x="3713117" y="4832786"/>
                  <a:chExt cx="2318665" cy="1513138"/>
                </a:xfrm>
              </p:grpSpPr>
              <p:sp>
                <p:nvSpPr>
                  <p:cNvPr id="907" name="Google Shape;907;p22"/>
                  <p:cNvSpPr/>
                  <p:nvPr/>
                </p:nvSpPr>
                <p:spPr>
                  <a:xfrm>
                    <a:off x="3713117" y="5802916"/>
                    <a:ext cx="730182" cy="54300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30182" h="543008" extrusionOk="0">
                        <a:moveTo>
                          <a:pt x="205257" y="84"/>
                        </a:moveTo>
                        <a:cubicBezTo>
                          <a:pt x="214327" y="45804"/>
                          <a:pt x="216780" y="94944"/>
                          <a:pt x="186151" y="97694"/>
                        </a:cubicBezTo>
                        <a:cubicBezTo>
                          <a:pt x="151954" y="100742"/>
                          <a:pt x="133443" y="48926"/>
                          <a:pt x="123928" y="5957"/>
                        </a:cubicBezTo>
                        <a:cubicBezTo>
                          <a:pt x="85121" y="10864"/>
                          <a:pt x="43862" y="18744"/>
                          <a:pt x="0" y="30267"/>
                        </a:cubicBezTo>
                        <a:cubicBezTo>
                          <a:pt x="28250" y="117767"/>
                          <a:pt x="61035" y="190770"/>
                          <a:pt x="96718" y="251730"/>
                        </a:cubicBezTo>
                        <a:lnTo>
                          <a:pt x="206818" y="247567"/>
                        </a:lnTo>
                        <a:lnTo>
                          <a:pt x="134930" y="310980"/>
                        </a:lnTo>
                        <a:cubicBezTo>
                          <a:pt x="381520" y="657932"/>
                          <a:pt x="730182" y="512966"/>
                          <a:pt x="730182" y="512966"/>
                        </a:cubicBezTo>
                        <a:cubicBezTo>
                          <a:pt x="730182" y="512966"/>
                          <a:pt x="698810" y="110704"/>
                          <a:pt x="362341" y="18595"/>
                        </a:cubicBezTo>
                        <a:lnTo>
                          <a:pt x="335206" y="76953"/>
                        </a:lnTo>
                        <a:lnTo>
                          <a:pt x="322271" y="9451"/>
                        </a:lnTo>
                        <a:cubicBezTo>
                          <a:pt x="286512" y="2760"/>
                          <a:pt x="247557" y="-585"/>
                          <a:pt x="205257" y="84"/>
                        </a:cubicBezTo>
                        <a:close/>
                        <a:moveTo>
                          <a:pt x="477123" y="190918"/>
                        </a:moveTo>
                        <a:cubicBezTo>
                          <a:pt x="439879" y="232698"/>
                          <a:pt x="365909" y="165717"/>
                          <a:pt x="383379" y="131966"/>
                        </a:cubicBezTo>
                        <a:cubicBezTo>
                          <a:pt x="400775" y="98215"/>
                          <a:pt x="514443" y="149139"/>
                          <a:pt x="477123" y="190918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8" name="Google Shape;908;p22"/>
                  <p:cNvSpPr/>
                  <p:nvPr/>
                </p:nvSpPr>
                <p:spPr>
                  <a:xfrm>
                    <a:off x="4624340" y="5154465"/>
                    <a:ext cx="503776" cy="786681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03776" h="786681" extrusionOk="0">
                        <a:moveTo>
                          <a:pt x="497043" y="199607"/>
                        </a:moveTo>
                        <a:cubicBezTo>
                          <a:pt x="452884" y="214550"/>
                          <a:pt x="404488" y="223396"/>
                          <a:pt x="397797" y="193362"/>
                        </a:cubicBezTo>
                        <a:cubicBezTo>
                          <a:pt x="390363" y="159834"/>
                          <a:pt x="439279" y="134707"/>
                          <a:pt x="480688" y="119764"/>
                        </a:cubicBezTo>
                        <a:cubicBezTo>
                          <a:pt x="470800" y="81924"/>
                          <a:pt x="457568" y="42078"/>
                          <a:pt x="440469" y="0"/>
                        </a:cubicBezTo>
                        <a:cubicBezTo>
                          <a:pt x="357429" y="39401"/>
                          <a:pt x="289258" y="81404"/>
                          <a:pt x="233428" y="124671"/>
                        </a:cubicBezTo>
                        <a:lnTo>
                          <a:pt x="251864" y="233284"/>
                        </a:lnTo>
                        <a:lnTo>
                          <a:pt x="179679" y="170242"/>
                        </a:lnTo>
                        <a:cubicBezTo>
                          <a:pt x="-132258" y="459877"/>
                          <a:pt x="56718" y="786681"/>
                          <a:pt x="56718" y="786681"/>
                        </a:cubicBezTo>
                        <a:cubicBezTo>
                          <a:pt x="56718" y="786681"/>
                          <a:pt x="451471" y="703345"/>
                          <a:pt x="499124" y="357731"/>
                        </a:cubicBezTo>
                        <a:lnTo>
                          <a:pt x="437718" y="338477"/>
                        </a:lnTo>
                        <a:lnTo>
                          <a:pt x="502990" y="316918"/>
                        </a:lnTo>
                        <a:cubicBezTo>
                          <a:pt x="504997" y="280565"/>
                          <a:pt x="503213" y="241536"/>
                          <a:pt x="497043" y="199682"/>
                        </a:cubicBezTo>
                        <a:close/>
                        <a:moveTo>
                          <a:pt x="343156" y="493999"/>
                        </a:moveTo>
                        <a:cubicBezTo>
                          <a:pt x="296915" y="462478"/>
                          <a:pt x="353638" y="380480"/>
                          <a:pt x="389396" y="393341"/>
                        </a:cubicBezTo>
                        <a:cubicBezTo>
                          <a:pt x="425154" y="406202"/>
                          <a:pt x="389396" y="525520"/>
                          <a:pt x="343156" y="49399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09" name="Google Shape;909;p22"/>
                  <p:cNvSpPr/>
                  <p:nvPr/>
                </p:nvSpPr>
                <p:spPr>
                  <a:xfrm>
                    <a:off x="4882226" y="5441125"/>
                    <a:ext cx="519869" cy="487754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869" h="487754" extrusionOk="0">
                        <a:moveTo>
                          <a:pt x="0" y="486342"/>
                        </a:moveTo>
                        <a:cubicBezTo>
                          <a:pt x="0" y="486342"/>
                          <a:pt x="175075" y="42078"/>
                          <a:pt x="519870" y="0"/>
                        </a:cubicBezTo>
                        <a:cubicBezTo>
                          <a:pt x="204959" y="200796"/>
                          <a:pt x="105862" y="477570"/>
                          <a:pt x="105862" y="477570"/>
                        </a:cubicBezTo>
                        <a:cubicBezTo>
                          <a:pt x="105862" y="477570"/>
                          <a:pt x="304874" y="162957"/>
                          <a:pt x="466121" y="129132"/>
                        </a:cubicBezTo>
                        <a:cubicBezTo>
                          <a:pt x="371261" y="351115"/>
                          <a:pt x="150765" y="487755"/>
                          <a:pt x="150765" y="487755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0" name="Google Shape;910;p22"/>
                  <p:cNvSpPr/>
                  <p:nvPr/>
                </p:nvSpPr>
                <p:spPr>
                  <a:xfrm>
                    <a:off x="3760042" y="6103007"/>
                    <a:ext cx="535779" cy="190736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35779" h="190736" extrusionOk="0">
                        <a:moveTo>
                          <a:pt x="535779" y="30902"/>
                        </a:moveTo>
                        <a:cubicBezTo>
                          <a:pt x="535779" y="30902"/>
                          <a:pt x="221017" y="-104251"/>
                          <a:pt x="0" y="190736"/>
                        </a:cubicBezTo>
                        <a:cubicBezTo>
                          <a:pt x="316249" y="30902"/>
                          <a:pt x="512064" y="104054"/>
                          <a:pt x="512064" y="104054"/>
                        </a:cubicBezTo>
                      </a:path>
                    </a:pathLst>
                  </a:custGeom>
                  <a:solidFill>
                    <a:schemeClr val="accent4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1" name="Google Shape;911;p22"/>
                  <p:cNvSpPr/>
                  <p:nvPr/>
                </p:nvSpPr>
                <p:spPr>
                  <a:xfrm>
                    <a:off x="5623411" y="5469768"/>
                    <a:ext cx="408371" cy="47866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408371" h="478663" extrusionOk="0">
                        <a:moveTo>
                          <a:pt x="0" y="362989"/>
                        </a:moveTo>
                        <a:cubicBezTo>
                          <a:pt x="0" y="362989"/>
                          <a:pt x="202283" y="-9908"/>
                          <a:pt x="260790" y="202"/>
                        </a:cubicBezTo>
                        <a:cubicBezTo>
                          <a:pt x="319297" y="10238"/>
                          <a:pt x="197525" y="280767"/>
                          <a:pt x="197525" y="280767"/>
                        </a:cubicBezTo>
                        <a:cubicBezTo>
                          <a:pt x="197525" y="280767"/>
                          <a:pt x="339220" y="101455"/>
                          <a:pt x="398991" y="130299"/>
                        </a:cubicBezTo>
                        <a:cubicBezTo>
                          <a:pt x="458761" y="159218"/>
                          <a:pt x="213360" y="478664"/>
                          <a:pt x="213360" y="478664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2" name="Google Shape;912;p22"/>
                  <p:cNvSpPr/>
                  <p:nvPr/>
                </p:nvSpPr>
                <p:spPr>
                  <a:xfrm>
                    <a:off x="5486485" y="5053286"/>
                    <a:ext cx="200264" cy="9769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00264" h="976995" extrusionOk="0">
                        <a:moveTo>
                          <a:pt x="18946" y="818574"/>
                        </a:moveTo>
                        <a:cubicBezTo>
                          <a:pt x="18946" y="818574"/>
                          <a:pt x="-39561" y="397727"/>
                          <a:pt x="49054" y="0"/>
                        </a:cubicBezTo>
                        <a:lnTo>
                          <a:pt x="107933" y="0"/>
                        </a:lnTo>
                        <a:cubicBezTo>
                          <a:pt x="107933" y="0"/>
                          <a:pt x="94997" y="671452"/>
                          <a:pt x="200265" y="976995"/>
                        </a:cubicBez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3" name="Google Shape;913;p22"/>
                  <p:cNvSpPr/>
                  <p:nvPr/>
                </p:nvSpPr>
                <p:spPr>
                  <a:xfrm>
                    <a:off x="5272048" y="4832786"/>
                    <a:ext cx="593472" cy="32168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93472" h="321689" extrusionOk="0">
                        <a:moveTo>
                          <a:pt x="620" y="282204"/>
                        </a:moveTo>
                        <a:cubicBezTo>
                          <a:pt x="9392" y="346435"/>
                          <a:pt x="546360" y="331641"/>
                          <a:pt x="592526" y="242654"/>
                        </a:cubicBezTo>
                        <a:cubicBezTo>
                          <a:pt x="609550" y="209795"/>
                          <a:pt x="392325" y="10263"/>
                          <a:pt x="306163" y="375"/>
                        </a:cubicBezTo>
                        <a:cubicBezTo>
                          <a:pt x="220076" y="-9512"/>
                          <a:pt x="-13579" y="178349"/>
                          <a:pt x="620" y="28220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4" name="Google Shape;914;p22"/>
                  <p:cNvSpPr/>
                  <p:nvPr/>
                </p:nvSpPr>
                <p:spPr>
                  <a:xfrm>
                    <a:off x="5419418" y="5246170"/>
                    <a:ext cx="519670" cy="176898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19670" h="176898" extrusionOk="0">
                        <a:moveTo>
                          <a:pt x="0" y="134144"/>
                        </a:moveTo>
                        <a:cubicBezTo>
                          <a:pt x="0" y="188785"/>
                          <a:pt x="505596" y="193468"/>
                          <a:pt x="519127" y="134144"/>
                        </a:cubicBezTo>
                        <a:cubicBezTo>
                          <a:pt x="532657" y="74819"/>
                          <a:pt x="289635" y="4641"/>
                          <a:pt x="270083" y="181"/>
                        </a:cubicBezTo>
                        <a:cubicBezTo>
                          <a:pt x="250531" y="-4280"/>
                          <a:pt x="0" y="74819"/>
                          <a:pt x="0" y="134144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915" name="Google Shape;915;p22"/>
                  <p:cNvSpPr/>
                  <p:nvPr/>
                </p:nvSpPr>
                <p:spPr>
                  <a:xfrm>
                    <a:off x="5379050" y="5487617"/>
                    <a:ext cx="341810" cy="117573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41810" h="117573" extrusionOk="0">
                        <a:moveTo>
                          <a:pt x="0" y="89182"/>
                        </a:moveTo>
                        <a:cubicBezTo>
                          <a:pt x="0" y="125460"/>
                          <a:pt x="332455" y="128583"/>
                          <a:pt x="341450" y="89182"/>
                        </a:cubicBezTo>
                        <a:cubicBezTo>
                          <a:pt x="350371" y="49781"/>
                          <a:pt x="190537" y="3095"/>
                          <a:pt x="177676" y="121"/>
                        </a:cubicBezTo>
                        <a:cubicBezTo>
                          <a:pt x="164815" y="-2853"/>
                          <a:pt x="74" y="49706"/>
                          <a:pt x="74" y="89182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916" name="Google Shape;916;p22"/>
                <p:cNvSpPr/>
                <p:nvPr/>
              </p:nvSpPr>
              <p:spPr>
                <a:xfrm>
                  <a:off x="3742646" y="5724821"/>
                  <a:ext cx="2481146" cy="6991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81146" h="699172" extrusionOk="0">
                      <a:moveTo>
                        <a:pt x="74" y="699173"/>
                      </a:moveTo>
                      <a:cubicBezTo>
                        <a:pt x="74" y="699173"/>
                        <a:pt x="442852" y="149566"/>
                        <a:pt x="1154821" y="23483"/>
                      </a:cubicBezTo>
                      <a:cubicBezTo>
                        <a:pt x="1866788" y="-102600"/>
                        <a:pt x="2481146" y="320106"/>
                        <a:pt x="2481146" y="320106"/>
                      </a:cubicBezTo>
                      <a:lnTo>
                        <a:pt x="2481146" y="699173"/>
                      </a:lnTo>
                      <a:lnTo>
                        <a:pt x="0" y="69917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7" name="Google Shape;917;p22"/>
                <p:cNvSpPr/>
                <p:nvPr/>
              </p:nvSpPr>
              <p:spPr>
                <a:xfrm>
                  <a:off x="4518474" y="5879517"/>
                  <a:ext cx="1705393" cy="54447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393" h="544476" extrusionOk="0">
                      <a:moveTo>
                        <a:pt x="92778" y="21485"/>
                      </a:moveTo>
                      <a:cubicBezTo>
                        <a:pt x="92778" y="21485"/>
                        <a:pt x="1036692" y="-113445"/>
                        <a:pt x="1705393" y="292979"/>
                      </a:cubicBezTo>
                      <a:lnTo>
                        <a:pt x="1705393" y="544477"/>
                      </a:lnTo>
                      <a:lnTo>
                        <a:pt x="0" y="544477"/>
                      </a:lnTo>
                      <a:lnTo>
                        <a:pt x="92778" y="21485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8" name="Google Shape;918;p22"/>
                <p:cNvSpPr/>
                <p:nvPr/>
              </p:nvSpPr>
              <p:spPr>
                <a:xfrm>
                  <a:off x="4586422" y="6075295"/>
                  <a:ext cx="686246" cy="3486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246" h="348698" extrusionOk="0">
                      <a:moveTo>
                        <a:pt x="686246" y="348699"/>
                      </a:moveTo>
                      <a:lnTo>
                        <a:pt x="0" y="348699"/>
                      </a:lnTo>
                      <a:lnTo>
                        <a:pt x="9813" y="262686"/>
                      </a:lnTo>
                      <a:lnTo>
                        <a:pt x="37914" y="15798"/>
                      </a:lnTo>
                      <a:cubicBezTo>
                        <a:pt x="37914" y="15798"/>
                        <a:pt x="345837" y="-47170"/>
                        <a:pt x="537712" y="78319"/>
                      </a:cubicBezTo>
                      <a:cubicBezTo>
                        <a:pt x="617034" y="130283"/>
                        <a:pt x="676582" y="214438"/>
                        <a:pt x="686246" y="348699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19" name="Google Shape;919;p22"/>
                <p:cNvSpPr/>
                <p:nvPr/>
              </p:nvSpPr>
              <p:spPr>
                <a:xfrm>
                  <a:off x="4586422" y="6153614"/>
                  <a:ext cx="686246" cy="2703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6246" h="270379" extrusionOk="0">
                      <a:moveTo>
                        <a:pt x="686246" y="270380"/>
                      </a:moveTo>
                      <a:lnTo>
                        <a:pt x="0" y="270380"/>
                      </a:lnTo>
                      <a:lnTo>
                        <a:pt x="9813" y="184367"/>
                      </a:lnTo>
                      <a:cubicBezTo>
                        <a:pt x="26094" y="185854"/>
                        <a:pt x="43862" y="188827"/>
                        <a:pt x="62967" y="193437"/>
                      </a:cubicBezTo>
                      <a:cubicBezTo>
                        <a:pt x="265176" y="241981"/>
                        <a:pt x="449171" y="90399"/>
                        <a:pt x="537712" y="0"/>
                      </a:cubicBezTo>
                      <a:cubicBezTo>
                        <a:pt x="617034" y="51965"/>
                        <a:pt x="676582" y="136119"/>
                        <a:pt x="686246" y="27038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920" name="Google Shape;920;p22"/>
              <p:cNvGrpSpPr/>
              <p:nvPr/>
            </p:nvGrpSpPr>
            <p:grpSpPr>
              <a:xfrm>
                <a:off x="4215978" y="2706921"/>
                <a:ext cx="596962" cy="3717072"/>
                <a:chOff x="4215978" y="2706921"/>
                <a:chExt cx="596962" cy="3717072"/>
              </a:xfrm>
            </p:grpSpPr>
            <p:sp>
              <p:nvSpPr>
                <p:cNvPr id="921" name="Google Shape;921;p22"/>
                <p:cNvSpPr/>
                <p:nvPr/>
              </p:nvSpPr>
              <p:spPr>
                <a:xfrm>
                  <a:off x="4215978" y="2706921"/>
                  <a:ext cx="596961" cy="371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6961" h="3717072" extrusionOk="0">
                      <a:moveTo>
                        <a:pt x="0" y="3717073"/>
                      </a:moveTo>
                      <a:lnTo>
                        <a:pt x="218341" y="0"/>
                      </a:lnTo>
                      <a:lnTo>
                        <a:pt x="596962" y="0"/>
                      </a:lnTo>
                      <a:lnTo>
                        <a:pt x="467682" y="3717073"/>
                      </a:lnTo>
                      <a:lnTo>
                        <a:pt x="0" y="3717073"/>
                      </a:ln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922" name="Google Shape;922;p22"/>
                <p:cNvSpPr/>
                <p:nvPr/>
              </p:nvSpPr>
              <p:spPr>
                <a:xfrm>
                  <a:off x="4359978" y="2706921"/>
                  <a:ext cx="452962" cy="371707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2962" h="3717072" extrusionOk="0">
                      <a:moveTo>
                        <a:pt x="452962" y="0"/>
                      </a:moveTo>
                      <a:lnTo>
                        <a:pt x="323683" y="3717073"/>
                      </a:lnTo>
                      <a:lnTo>
                        <a:pt x="0" y="3717073"/>
                      </a:lnTo>
                      <a:lnTo>
                        <a:pt x="164889" y="0"/>
                      </a:lnTo>
                      <a:lnTo>
                        <a:pt x="452962" y="0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923" name="Google Shape;923;p22"/>
              <p:cNvSpPr/>
              <p:nvPr/>
            </p:nvSpPr>
            <p:spPr>
              <a:xfrm>
                <a:off x="4694366" y="3028671"/>
                <a:ext cx="238189" cy="419062"/>
              </a:xfrm>
              <a:custGeom>
                <a:avLst/>
                <a:gdLst/>
                <a:ahLst/>
                <a:cxnLst/>
                <a:rect l="l" t="t" r="r" b="b"/>
                <a:pathLst>
                  <a:path w="238189" h="419062" extrusionOk="0">
                    <a:moveTo>
                      <a:pt x="10036" y="229938"/>
                    </a:moveTo>
                    <a:lnTo>
                      <a:pt x="198194" y="0"/>
                    </a:lnTo>
                    <a:lnTo>
                      <a:pt x="238190" y="14868"/>
                    </a:lnTo>
                    <a:cubicBezTo>
                      <a:pt x="238190" y="14868"/>
                      <a:pt x="144297" y="392969"/>
                      <a:pt x="0" y="419063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4" name="Google Shape;924;p22"/>
              <p:cNvSpPr/>
              <p:nvPr/>
            </p:nvSpPr>
            <p:spPr>
              <a:xfrm>
                <a:off x="4672137" y="4136135"/>
                <a:ext cx="520985" cy="429821"/>
              </a:xfrm>
              <a:custGeom>
                <a:avLst/>
                <a:gdLst/>
                <a:ahLst/>
                <a:cxnLst/>
                <a:rect l="l" t="t" r="r" b="b"/>
                <a:pathLst>
                  <a:path w="520985" h="429821" extrusionOk="0">
                    <a:moveTo>
                      <a:pt x="22228" y="258857"/>
                    </a:moveTo>
                    <a:cubicBezTo>
                      <a:pt x="22228" y="258857"/>
                      <a:pt x="353048" y="267926"/>
                      <a:pt x="456011" y="0"/>
                    </a:cubicBezTo>
                    <a:lnTo>
                      <a:pt x="520985" y="0"/>
                    </a:lnTo>
                    <a:cubicBezTo>
                      <a:pt x="520985" y="0"/>
                      <a:pt x="456011" y="440622"/>
                      <a:pt x="0" y="42961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5" name="Google Shape;925;p22"/>
              <p:cNvSpPr/>
              <p:nvPr/>
            </p:nvSpPr>
            <p:spPr>
              <a:xfrm>
                <a:off x="4262025" y="2854386"/>
                <a:ext cx="287403" cy="427091"/>
              </a:xfrm>
              <a:custGeom>
                <a:avLst/>
                <a:gdLst/>
                <a:ahLst/>
                <a:cxnLst/>
                <a:rect l="l" t="t" r="r" b="b"/>
                <a:pathLst>
                  <a:path w="287403" h="427091" extrusionOk="0">
                    <a:moveTo>
                      <a:pt x="287404" y="193139"/>
                    </a:moveTo>
                    <a:lnTo>
                      <a:pt x="32338" y="0"/>
                    </a:lnTo>
                    <a:lnTo>
                      <a:pt x="0" y="42746"/>
                    </a:lnTo>
                    <a:lnTo>
                      <a:pt x="283390" y="427092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926" name="Google Shape;926;p22"/>
              <p:cNvSpPr/>
              <p:nvPr/>
            </p:nvSpPr>
            <p:spPr>
              <a:xfrm>
                <a:off x="5551198" y="5348496"/>
                <a:ext cx="179787" cy="185407"/>
              </a:xfrm>
              <a:custGeom>
                <a:avLst/>
                <a:gdLst/>
                <a:ahLst/>
                <a:cxnLst/>
                <a:rect l="l" t="t" r="r" b="b"/>
                <a:pathLst>
                  <a:path w="179787" h="185407" extrusionOk="0">
                    <a:moveTo>
                      <a:pt x="134289" y="0"/>
                    </a:moveTo>
                    <a:cubicBezTo>
                      <a:pt x="134289" y="0"/>
                      <a:pt x="122468" y="145337"/>
                      <a:pt x="32217" y="152400"/>
                    </a:cubicBezTo>
                    <a:cubicBezTo>
                      <a:pt x="-58033" y="159388"/>
                      <a:pt x="69983" y="185408"/>
                      <a:pt x="69983" y="185408"/>
                    </a:cubicBezTo>
                    <a:cubicBezTo>
                      <a:pt x="69983" y="185408"/>
                      <a:pt x="180305" y="182583"/>
                      <a:pt x="179785" y="25499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927" name="Google Shape;927;p22"/>
            <p:cNvSpPr/>
            <p:nvPr/>
          </p:nvSpPr>
          <p:spPr>
            <a:xfrm>
              <a:off x="-277206" y="4688509"/>
              <a:ext cx="9562169" cy="2125478"/>
            </a:xfrm>
            <a:custGeom>
              <a:avLst/>
              <a:gdLst/>
              <a:ahLst/>
              <a:cxnLst/>
              <a:rect l="l" t="t" r="r" b="b"/>
              <a:pathLst>
                <a:path w="5575609" h="1239346" extrusionOk="0">
                  <a:moveTo>
                    <a:pt x="0" y="1239346"/>
                  </a:moveTo>
                  <a:lnTo>
                    <a:pt x="0" y="107126"/>
                  </a:lnTo>
                  <a:lnTo>
                    <a:pt x="5575610" y="0"/>
                  </a:lnTo>
                  <a:lnTo>
                    <a:pt x="5575610" y="1239346"/>
                  </a:lnTo>
                  <a:lnTo>
                    <a:pt x="0" y="123934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sp>
        <p:nvSpPr>
          <p:cNvPr id="928" name="Google Shape;928;p22"/>
          <p:cNvSpPr txBox="1">
            <a:spLocks noGrp="1"/>
          </p:cNvSpPr>
          <p:nvPr>
            <p:ph type="subTitle" idx="1"/>
          </p:nvPr>
        </p:nvSpPr>
        <p:spPr>
          <a:xfrm>
            <a:off x="1663700" y="1203174"/>
            <a:ext cx="6115200" cy="8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29" name="Google Shape;929;p22"/>
          <p:cNvSpPr txBox="1">
            <a:spLocks noGrp="1"/>
          </p:cNvSpPr>
          <p:nvPr>
            <p:ph type="subTitle" idx="2"/>
          </p:nvPr>
        </p:nvSpPr>
        <p:spPr>
          <a:xfrm>
            <a:off x="1663700" y="2184950"/>
            <a:ext cx="6115200" cy="8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0" name="Google Shape;930;p22"/>
          <p:cNvSpPr txBox="1">
            <a:spLocks noGrp="1"/>
          </p:cNvSpPr>
          <p:nvPr>
            <p:ph type="subTitle" idx="3"/>
          </p:nvPr>
        </p:nvSpPr>
        <p:spPr>
          <a:xfrm>
            <a:off x="1663700" y="3166726"/>
            <a:ext cx="6115200" cy="8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1" name="Google Shape;931;p2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3_1">
    <p:spTree>
      <p:nvGrpSpPr>
        <p:cNvPr id="1" name="Shape 9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98" name="Google Shape;998;p25"/>
          <p:cNvGrpSpPr/>
          <p:nvPr/>
        </p:nvGrpSpPr>
        <p:grpSpPr>
          <a:xfrm>
            <a:off x="-507242" y="-18530"/>
            <a:ext cx="10037844" cy="5679760"/>
            <a:chOff x="-507242" y="-18530"/>
            <a:chExt cx="10037844" cy="5679760"/>
          </a:xfrm>
        </p:grpSpPr>
        <p:grpSp>
          <p:nvGrpSpPr>
            <p:cNvPr id="999" name="Google Shape;999;p25"/>
            <p:cNvGrpSpPr/>
            <p:nvPr/>
          </p:nvGrpSpPr>
          <p:grpSpPr>
            <a:xfrm flipH="1">
              <a:off x="-465829" y="-15986"/>
              <a:ext cx="9996432" cy="5677216"/>
              <a:chOff x="6596010" y="4019772"/>
              <a:chExt cx="4741465" cy="2692793"/>
            </a:xfrm>
          </p:grpSpPr>
          <p:sp>
            <p:nvSpPr>
              <p:cNvPr id="1000" name="Google Shape;1000;p25"/>
              <p:cNvSpPr/>
              <p:nvPr/>
            </p:nvSpPr>
            <p:spPr>
              <a:xfrm>
                <a:off x="6596010" y="5215028"/>
                <a:ext cx="4719550" cy="1497537"/>
              </a:xfrm>
              <a:custGeom>
                <a:avLst/>
                <a:gdLst/>
                <a:ahLst/>
                <a:cxnLst/>
                <a:rect l="l" t="t" r="r" b="b"/>
                <a:pathLst>
                  <a:path w="4719550" h="1497537" extrusionOk="0">
                    <a:moveTo>
                      <a:pt x="149760" y="429330"/>
                    </a:moveTo>
                    <a:cubicBezTo>
                      <a:pt x="149760" y="429330"/>
                      <a:pt x="994574" y="1035328"/>
                      <a:pt x="2326142" y="1022531"/>
                    </a:cubicBezTo>
                    <a:cubicBezTo>
                      <a:pt x="3657644" y="1009799"/>
                      <a:pt x="4719551" y="0"/>
                      <a:pt x="4719551" y="0"/>
                    </a:cubicBezTo>
                    <a:lnTo>
                      <a:pt x="4719551" y="1497538"/>
                    </a:lnTo>
                    <a:lnTo>
                      <a:pt x="0" y="1410648"/>
                    </a:lnTo>
                    <a:lnTo>
                      <a:pt x="149760" y="42933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1" name="Google Shape;1001;p25"/>
              <p:cNvSpPr/>
              <p:nvPr/>
            </p:nvSpPr>
            <p:spPr>
              <a:xfrm>
                <a:off x="6895622" y="5596180"/>
                <a:ext cx="171089" cy="153829"/>
              </a:xfrm>
              <a:custGeom>
                <a:avLst/>
                <a:gdLst/>
                <a:ahLst/>
                <a:cxnLst/>
                <a:rect l="l" t="t" r="r" b="b"/>
                <a:pathLst>
                  <a:path w="171089" h="153829" extrusionOk="0">
                    <a:moveTo>
                      <a:pt x="136898" y="0"/>
                    </a:moveTo>
                    <a:lnTo>
                      <a:pt x="0" y="134207"/>
                    </a:lnTo>
                    <a:lnTo>
                      <a:pt x="50926" y="153829"/>
                    </a:lnTo>
                    <a:lnTo>
                      <a:pt x="171089" y="17916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2" name="Google Shape;1002;p25"/>
              <p:cNvSpPr/>
              <p:nvPr/>
            </p:nvSpPr>
            <p:spPr>
              <a:xfrm>
                <a:off x="10822108" y="4019772"/>
                <a:ext cx="515367" cy="2033774"/>
              </a:xfrm>
              <a:custGeom>
                <a:avLst/>
                <a:gdLst/>
                <a:ahLst/>
                <a:cxnLst/>
                <a:rect l="l" t="t" r="r" b="b"/>
                <a:pathLst>
                  <a:path w="515367" h="2033774" extrusionOk="0">
                    <a:moveTo>
                      <a:pt x="198914" y="2033774"/>
                    </a:moveTo>
                    <a:lnTo>
                      <a:pt x="0" y="0"/>
                    </a:lnTo>
                    <a:lnTo>
                      <a:pt x="95159" y="0"/>
                    </a:lnTo>
                    <a:lnTo>
                      <a:pt x="198914" y="412661"/>
                    </a:lnTo>
                    <a:lnTo>
                      <a:pt x="368757" y="0"/>
                    </a:lnTo>
                    <a:lnTo>
                      <a:pt x="434187" y="0"/>
                    </a:lnTo>
                    <a:lnTo>
                      <a:pt x="238619" y="564719"/>
                    </a:lnTo>
                    <a:lnTo>
                      <a:pt x="515367" y="1957056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3" name="Google Shape;1003;p25"/>
              <p:cNvSpPr/>
              <p:nvPr/>
            </p:nvSpPr>
            <p:spPr>
              <a:xfrm>
                <a:off x="10655673" y="4019776"/>
                <a:ext cx="155881" cy="1824546"/>
              </a:xfrm>
              <a:custGeom>
                <a:avLst/>
                <a:gdLst/>
                <a:ahLst/>
                <a:cxnLst/>
                <a:rect l="l" t="t" r="r" b="b"/>
                <a:pathLst>
                  <a:path w="181785" h="2127751" extrusionOk="0">
                    <a:moveTo>
                      <a:pt x="181786" y="2127752"/>
                    </a:moveTo>
                    <a:lnTo>
                      <a:pt x="108284" y="0"/>
                    </a:lnTo>
                    <a:lnTo>
                      <a:pt x="33667" y="0"/>
                    </a:lnTo>
                    <a:lnTo>
                      <a:pt x="0" y="2127752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4" name="Google Shape;1004;p25"/>
              <p:cNvSpPr/>
              <p:nvPr/>
            </p:nvSpPr>
            <p:spPr>
              <a:xfrm>
                <a:off x="10482319" y="4019776"/>
                <a:ext cx="225775" cy="364437"/>
              </a:xfrm>
              <a:custGeom>
                <a:avLst/>
                <a:gdLst/>
                <a:ahLst/>
                <a:cxnLst/>
                <a:rect l="l" t="t" r="r" b="b"/>
                <a:pathLst>
                  <a:path w="263294" h="424999" extrusionOk="0">
                    <a:moveTo>
                      <a:pt x="263295" y="247741"/>
                    </a:moveTo>
                    <a:lnTo>
                      <a:pt x="53158" y="0"/>
                    </a:lnTo>
                    <a:lnTo>
                      <a:pt x="0" y="0"/>
                    </a:lnTo>
                    <a:lnTo>
                      <a:pt x="263295" y="42499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5" name="Google Shape;1005;p25"/>
              <p:cNvSpPr/>
              <p:nvPr/>
            </p:nvSpPr>
            <p:spPr>
              <a:xfrm>
                <a:off x="10586995" y="4657186"/>
                <a:ext cx="137143" cy="112325"/>
              </a:xfrm>
              <a:custGeom>
                <a:avLst/>
                <a:gdLst/>
                <a:ahLst/>
                <a:cxnLst/>
                <a:rect l="l" t="t" r="r" b="b"/>
                <a:pathLst>
                  <a:path w="159933" h="130991" extrusionOk="0">
                    <a:moveTo>
                      <a:pt x="159933" y="61099"/>
                    </a:moveTo>
                    <a:lnTo>
                      <a:pt x="9713" y="0"/>
                    </a:lnTo>
                    <a:lnTo>
                      <a:pt x="0" y="30582"/>
                    </a:lnTo>
                    <a:lnTo>
                      <a:pt x="141360" y="130991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6" name="Google Shape;1006;p25"/>
              <p:cNvSpPr/>
              <p:nvPr/>
            </p:nvSpPr>
            <p:spPr>
              <a:xfrm>
                <a:off x="6737921" y="5334788"/>
                <a:ext cx="410309" cy="474547"/>
              </a:xfrm>
              <a:custGeom>
                <a:avLst/>
                <a:gdLst/>
                <a:ahLst/>
                <a:cxnLst/>
                <a:rect l="l" t="t" r="r" b="b"/>
                <a:pathLst>
                  <a:path w="410309" h="474547" extrusionOk="0">
                    <a:moveTo>
                      <a:pt x="25660" y="0"/>
                    </a:moveTo>
                    <a:cubicBezTo>
                      <a:pt x="25660" y="0"/>
                      <a:pt x="412661" y="81574"/>
                      <a:pt x="410299" y="474547"/>
                    </a:cubicBezTo>
                    <a:cubicBezTo>
                      <a:pt x="353532" y="458272"/>
                      <a:pt x="379585" y="444819"/>
                      <a:pt x="379585" y="444819"/>
                    </a:cubicBezTo>
                    <a:cubicBezTo>
                      <a:pt x="379585" y="444819"/>
                      <a:pt x="264542" y="129679"/>
                      <a:pt x="0" y="104741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7" name="Google Shape;1007;p25"/>
              <p:cNvSpPr/>
              <p:nvPr/>
            </p:nvSpPr>
            <p:spPr>
              <a:xfrm>
                <a:off x="10358967" y="5320400"/>
                <a:ext cx="347406" cy="538326"/>
              </a:xfrm>
              <a:custGeom>
                <a:avLst/>
                <a:gdLst/>
                <a:ahLst/>
                <a:cxnLst/>
                <a:rect l="l" t="t" r="r" b="b"/>
                <a:pathLst>
                  <a:path w="405138" h="627785" extrusionOk="0">
                    <a:moveTo>
                      <a:pt x="556" y="627786"/>
                    </a:moveTo>
                    <a:cubicBezTo>
                      <a:pt x="556" y="627786"/>
                      <a:pt x="-31864" y="157111"/>
                      <a:pt x="398255" y="0"/>
                    </a:cubicBezTo>
                    <a:cubicBezTo>
                      <a:pt x="413742" y="61099"/>
                      <a:pt x="398255" y="38063"/>
                      <a:pt x="398255" y="38063"/>
                    </a:cubicBezTo>
                    <a:cubicBezTo>
                      <a:pt x="398255" y="38063"/>
                      <a:pt x="42951" y="207250"/>
                      <a:pt x="58307" y="601798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8" name="Google Shape;1008;p25"/>
              <p:cNvSpPr/>
              <p:nvPr/>
            </p:nvSpPr>
            <p:spPr>
              <a:xfrm>
                <a:off x="6871996" y="5310178"/>
                <a:ext cx="43444" cy="43444"/>
              </a:xfrm>
              <a:custGeom>
                <a:avLst/>
                <a:gdLst/>
                <a:ahLst/>
                <a:cxnLst/>
                <a:rect l="l" t="t" r="r" b="b"/>
                <a:pathLst>
                  <a:path w="43444" h="43444" extrusionOk="0">
                    <a:moveTo>
                      <a:pt x="43445" y="21722"/>
                    </a:moveTo>
                    <a:cubicBezTo>
                      <a:pt x="43445" y="33732"/>
                      <a:pt x="33732" y="43445"/>
                      <a:pt x="21722" y="43445"/>
                    </a:cubicBezTo>
                    <a:cubicBezTo>
                      <a:pt x="9713" y="43445"/>
                      <a:pt x="0" y="33732"/>
                      <a:pt x="0" y="21722"/>
                    </a:cubicBezTo>
                    <a:cubicBezTo>
                      <a:pt x="0" y="9713"/>
                      <a:pt x="9713" y="0"/>
                      <a:pt x="21722" y="0"/>
                    </a:cubicBezTo>
                    <a:cubicBezTo>
                      <a:pt x="33732" y="0"/>
                      <a:pt x="43445" y="9713"/>
                      <a:pt x="43445" y="217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09" name="Google Shape;1009;p25"/>
              <p:cNvSpPr/>
              <p:nvPr/>
            </p:nvSpPr>
            <p:spPr>
              <a:xfrm>
                <a:off x="6915507" y="5243501"/>
                <a:ext cx="61820" cy="61820"/>
              </a:xfrm>
              <a:custGeom>
                <a:avLst/>
                <a:gdLst/>
                <a:ahLst/>
                <a:cxnLst/>
                <a:rect l="l" t="t" r="r" b="b"/>
                <a:pathLst>
                  <a:path w="61820" h="61820" extrusionOk="0">
                    <a:moveTo>
                      <a:pt x="61820" y="30910"/>
                    </a:moveTo>
                    <a:cubicBezTo>
                      <a:pt x="61820" y="47981"/>
                      <a:pt x="47981" y="61820"/>
                      <a:pt x="30910" y="61820"/>
                    </a:cubicBezTo>
                    <a:cubicBezTo>
                      <a:pt x="13839" y="61820"/>
                      <a:pt x="0" y="47981"/>
                      <a:pt x="0" y="30910"/>
                    </a:cubicBezTo>
                    <a:cubicBezTo>
                      <a:pt x="0" y="13839"/>
                      <a:pt x="13839" y="0"/>
                      <a:pt x="30910" y="0"/>
                    </a:cubicBezTo>
                    <a:cubicBezTo>
                      <a:pt x="47981" y="0"/>
                      <a:pt x="61820" y="13839"/>
                      <a:pt x="61820" y="3091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0" name="Google Shape;1010;p25"/>
              <p:cNvSpPr/>
              <p:nvPr/>
            </p:nvSpPr>
            <p:spPr>
              <a:xfrm>
                <a:off x="6946417" y="5342270"/>
                <a:ext cx="48826" cy="48826"/>
              </a:xfrm>
              <a:custGeom>
                <a:avLst/>
                <a:gdLst/>
                <a:ahLst/>
                <a:cxnLst/>
                <a:rect l="l" t="t" r="r" b="b"/>
                <a:pathLst>
                  <a:path w="48826" h="48826" extrusionOk="0">
                    <a:moveTo>
                      <a:pt x="48826" y="24413"/>
                    </a:moveTo>
                    <a:cubicBezTo>
                      <a:pt x="48826" y="37867"/>
                      <a:pt x="37866" y="48826"/>
                      <a:pt x="24413" y="48826"/>
                    </a:cubicBezTo>
                    <a:cubicBezTo>
                      <a:pt x="10960" y="48826"/>
                      <a:pt x="0" y="37867"/>
                      <a:pt x="0" y="24413"/>
                    </a:cubicBezTo>
                    <a:cubicBezTo>
                      <a:pt x="0" y="10960"/>
                      <a:pt x="10960" y="0"/>
                      <a:pt x="24413" y="0"/>
                    </a:cubicBezTo>
                    <a:cubicBezTo>
                      <a:pt x="37866" y="0"/>
                      <a:pt x="48826" y="10960"/>
                      <a:pt x="48826" y="244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1" name="Google Shape;1011;p25"/>
              <p:cNvSpPr/>
              <p:nvPr/>
            </p:nvSpPr>
            <p:spPr>
              <a:xfrm rot="-4664114">
                <a:off x="6851825" y="5365074"/>
                <a:ext cx="68996" cy="6564"/>
              </a:xfrm>
              <a:custGeom>
                <a:avLst/>
                <a:gdLst/>
                <a:ahLst/>
                <a:cxnLst/>
                <a:rect l="l" t="t" r="r" b="b"/>
                <a:pathLst>
                  <a:path w="68973" h="6562" extrusionOk="0">
                    <a:moveTo>
                      <a:pt x="0" y="0"/>
                    </a:moveTo>
                    <a:lnTo>
                      <a:pt x="68974" y="0"/>
                    </a:lnTo>
                    <a:lnTo>
                      <a:pt x="68974" y="6563"/>
                    </a:lnTo>
                    <a:lnTo>
                      <a:pt x="0" y="65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2" name="Google Shape;1012;p25"/>
              <p:cNvSpPr/>
              <p:nvPr/>
            </p:nvSpPr>
            <p:spPr>
              <a:xfrm rot="-4106279">
                <a:off x="6851963" y="5343239"/>
                <a:ext cx="138010" cy="6562"/>
              </a:xfrm>
              <a:custGeom>
                <a:avLst/>
                <a:gdLst/>
                <a:ahLst/>
                <a:cxnLst/>
                <a:rect l="l" t="t" r="r" b="b"/>
                <a:pathLst>
                  <a:path w="138013" h="6562" extrusionOk="0">
                    <a:moveTo>
                      <a:pt x="0" y="0"/>
                    </a:moveTo>
                    <a:lnTo>
                      <a:pt x="138013" y="0"/>
                    </a:lnTo>
                    <a:lnTo>
                      <a:pt x="138013" y="6562"/>
                    </a:lnTo>
                    <a:lnTo>
                      <a:pt x="0" y="65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3" name="Google Shape;1013;p25"/>
              <p:cNvSpPr/>
              <p:nvPr/>
            </p:nvSpPr>
            <p:spPr>
              <a:xfrm rot="-2119258">
                <a:off x="6894140" y="5388195"/>
                <a:ext cx="84365" cy="6555"/>
              </a:xfrm>
              <a:custGeom>
                <a:avLst/>
                <a:gdLst/>
                <a:ahLst/>
                <a:cxnLst/>
                <a:rect l="l" t="t" r="r" b="b"/>
                <a:pathLst>
                  <a:path w="84461" h="6562" extrusionOk="0">
                    <a:moveTo>
                      <a:pt x="0" y="0"/>
                    </a:moveTo>
                    <a:lnTo>
                      <a:pt x="84462" y="0"/>
                    </a:lnTo>
                    <a:lnTo>
                      <a:pt x="84462" y="6563"/>
                    </a:lnTo>
                    <a:lnTo>
                      <a:pt x="0" y="65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4" name="Google Shape;1014;p25"/>
              <p:cNvSpPr/>
              <p:nvPr/>
            </p:nvSpPr>
            <p:spPr>
              <a:xfrm rot="-2657561">
                <a:off x="10516082" y="5337767"/>
                <a:ext cx="5638" cy="104992"/>
              </a:xfrm>
              <a:custGeom>
                <a:avLst/>
                <a:gdLst/>
                <a:ahLst/>
                <a:cxnLst/>
                <a:rect l="l" t="t" r="r" b="b"/>
                <a:pathLst>
                  <a:path w="6562" h="122197" extrusionOk="0">
                    <a:moveTo>
                      <a:pt x="0" y="0"/>
                    </a:moveTo>
                    <a:lnTo>
                      <a:pt x="6563" y="0"/>
                    </a:lnTo>
                    <a:lnTo>
                      <a:pt x="6563" y="122197"/>
                    </a:lnTo>
                    <a:lnTo>
                      <a:pt x="0" y="12219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5" name="Google Shape;1015;p25"/>
              <p:cNvSpPr/>
              <p:nvPr/>
            </p:nvSpPr>
            <p:spPr>
              <a:xfrm rot="-1508872">
                <a:off x="10558617" y="5250615"/>
                <a:ext cx="5636" cy="146781"/>
              </a:xfrm>
              <a:custGeom>
                <a:avLst/>
                <a:gdLst/>
                <a:ahLst/>
                <a:cxnLst/>
                <a:rect l="l" t="t" r="r" b="b"/>
                <a:pathLst>
                  <a:path w="6562" h="170892" extrusionOk="0">
                    <a:moveTo>
                      <a:pt x="0" y="0"/>
                    </a:moveTo>
                    <a:lnTo>
                      <a:pt x="6563" y="0"/>
                    </a:lnTo>
                    <a:lnTo>
                      <a:pt x="6563" y="170892"/>
                    </a:lnTo>
                    <a:lnTo>
                      <a:pt x="0" y="1708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6" name="Google Shape;1016;p25"/>
              <p:cNvSpPr/>
              <p:nvPr/>
            </p:nvSpPr>
            <p:spPr>
              <a:xfrm rot="-912670">
                <a:off x="10601360" y="5312036"/>
                <a:ext cx="5627" cy="67420"/>
              </a:xfrm>
              <a:custGeom>
                <a:avLst/>
                <a:gdLst/>
                <a:ahLst/>
                <a:cxnLst/>
                <a:rect l="l" t="t" r="r" b="b"/>
                <a:pathLst>
                  <a:path w="6562" h="78620" extrusionOk="0">
                    <a:moveTo>
                      <a:pt x="0" y="0"/>
                    </a:moveTo>
                    <a:lnTo>
                      <a:pt x="6563" y="0"/>
                    </a:lnTo>
                    <a:lnTo>
                      <a:pt x="6563" y="78621"/>
                    </a:lnTo>
                    <a:lnTo>
                      <a:pt x="0" y="7862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7" name="Google Shape;1017;p25"/>
              <p:cNvSpPr/>
              <p:nvPr/>
            </p:nvSpPr>
            <p:spPr>
              <a:xfrm>
                <a:off x="10468853" y="5339216"/>
                <a:ext cx="35340" cy="35340"/>
              </a:xfrm>
              <a:custGeom>
                <a:avLst/>
                <a:gdLst/>
                <a:ahLst/>
                <a:cxnLst/>
                <a:rect l="l" t="t" r="r" b="b"/>
                <a:pathLst>
                  <a:path w="41213" h="41213" extrusionOk="0">
                    <a:moveTo>
                      <a:pt x="41214" y="20607"/>
                    </a:moveTo>
                    <a:cubicBezTo>
                      <a:pt x="41214" y="9254"/>
                      <a:pt x="32026" y="0"/>
                      <a:pt x="20607" y="0"/>
                    </a:cubicBezTo>
                    <a:cubicBezTo>
                      <a:pt x="9188" y="0"/>
                      <a:pt x="0" y="9188"/>
                      <a:pt x="0" y="20607"/>
                    </a:cubicBezTo>
                    <a:cubicBezTo>
                      <a:pt x="0" y="32026"/>
                      <a:pt x="9188" y="41214"/>
                      <a:pt x="20607" y="41214"/>
                    </a:cubicBezTo>
                    <a:cubicBezTo>
                      <a:pt x="32026" y="41214"/>
                      <a:pt x="41214" y="32026"/>
                      <a:pt x="41214" y="20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8" name="Google Shape;1018;p25"/>
              <p:cNvSpPr/>
              <p:nvPr/>
            </p:nvSpPr>
            <p:spPr>
              <a:xfrm>
                <a:off x="10577644" y="5295442"/>
                <a:ext cx="35340" cy="35340"/>
              </a:xfrm>
              <a:custGeom>
                <a:avLst/>
                <a:gdLst/>
                <a:ahLst/>
                <a:cxnLst/>
                <a:rect l="l" t="t" r="r" b="b"/>
                <a:pathLst>
                  <a:path w="41213" h="41213" extrusionOk="0">
                    <a:moveTo>
                      <a:pt x="41214" y="20607"/>
                    </a:moveTo>
                    <a:cubicBezTo>
                      <a:pt x="41214" y="9253"/>
                      <a:pt x="32026" y="0"/>
                      <a:pt x="20607" y="0"/>
                    </a:cubicBezTo>
                    <a:cubicBezTo>
                      <a:pt x="9188" y="0"/>
                      <a:pt x="0" y="9188"/>
                      <a:pt x="0" y="20607"/>
                    </a:cubicBezTo>
                    <a:cubicBezTo>
                      <a:pt x="0" y="32026"/>
                      <a:pt x="9188" y="41213"/>
                      <a:pt x="20607" y="41213"/>
                    </a:cubicBezTo>
                    <a:cubicBezTo>
                      <a:pt x="32026" y="41213"/>
                      <a:pt x="41214" y="32026"/>
                      <a:pt x="41214" y="20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19" name="Google Shape;1019;p25"/>
              <p:cNvSpPr/>
              <p:nvPr/>
            </p:nvSpPr>
            <p:spPr>
              <a:xfrm>
                <a:off x="10515164" y="5240230"/>
                <a:ext cx="35340" cy="35340"/>
              </a:xfrm>
              <a:custGeom>
                <a:avLst/>
                <a:gdLst/>
                <a:ahLst/>
                <a:cxnLst/>
                <a:rect l="l" t="t" r="r" b="b"/>
                <a:pathLst>
                  <a:path w="41213" h="41213" extrusionOk="0">
                    <a:moveTo>
                      <a:pt x="41214" y="20607"/>
                    </a:moveTo>
                    <a:cubicBezTo>
                      <a:pt x="41214" y="9253"/>
                      <a:pt x="32026" y="0"/>
                      <a:pt x="20607" y="0"/>
                    </a:cubicBezTo>
                    <a:cubicBezTo>
                      <a:pt x="9188" y="0"/>
                      <a:pt x="0" y="9188"/>
                      <a:pt x="0" y="20607"/>
                    </a:cubicBezTo>
                    <a:cubicBezTo>
                      <a:pt x="0" y="32026"/>
                      <a:pt x="9188" y="41213"/>
                      <a:pt x="20607" y="41213"/>
                    </a:cubicBezTo>
                    <a:cubicBezTo>
                      <a:pt x="32026" y="41213"/>
                      <a:pt x="41214" y="32026"/>
                      <a:pt x="41214" y="20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0" name="Google Shape;1020;p25"/>
              <p:cNvSpPr/>
              <p:nvPr/>
            </p:nvSpPr>
            <p:spPr>
              <a:xfrm>
                <a:off x="10486601" y="5483386"/>
                <a:ext cx="209737" cy="91012"/>
              </a:xfrm>
              <a:custGeom>
                <a:avLst/>
                <a:gdLst/>
                <a:ahLst/>
                <a:cxnLst/>
                <a:rect l="l" t="t" r="r" b="b"/>
                <a:pathLst>
                  <a:path w="244591" h="106137" extrusionOk="0">
                    <a:moveTo>
                      <a:pt x="0" y="23495"/>
                    </a:moveTo>
                    <a:cubicBezTo>
                      <a:pt x="0" y="23495"/>
                      <a:pt x="123247" y="139785"/>
                      <a:pt x="244591" y="96471"/>
                    </a:cubicBezTo>
                    <a:cubicBezTo>
                      <a:pt x="231663" y="79277"/>
                      <a:pt x="244591" y="64774"/>
                      <a:pt x="244591" y="64774"/>
                    </a:cubicBezTo>
                    <a:cubicBezTo>
                      <a:pt x="244591" y="64774"/>
                      <a:pt x="109203" y="92468"/>
                      <a:pt x="11813" y="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21" name="Google Shape;1021;p25"/>
            <p:cNvGrpSpPr/>
            <p:nvPr/>
          </p:nvGrpSpPr>
          <p:grpSpPr>
            <a:xfrm flipH="1">
              <a:off x="3977934" y="-4656"/>
              <a:ext cx="5197779" cy="5156135"/>
              <a:chOff x="-76152" y="-4656"/>
              <a:chExt cx="5197779" cy="5156135"/>
            </a:xfrm>
          </p:grpSpPr>
          <p:sp>
            <p:nvSpPr>
              <p:cNvPr id="1022" name="Google Shape;1022;p25"/>
              <p:cNvSpPr/>
              <p:nvPr/>
            </p:nvSpPr>
            <p:spPr>
              <a:xfrm>
                <a:off x="927263" y="3558435"/>
                <a:ext cx="3015685" cy="1571520"/>
              </a:xfrm>
              <a:custGeom>
                <a:avLst/>
                <a:gdLst/>
                <a:ahLst/>
                <a:cxnLst/>
                <a:rect l="l" t="t" r="r" b="b"/>
                <a:pathLst>
                  <a:path w="1926955" h="1004166" extrusionOk="0">
                    <a:moveTo>
                      <a:pt x="1926956" y="1004167"/>
                    </a:moveTo>
                    <a:lnTo>
                      <a:pt x="1569093" y="1004167"/>
                    </a:lnTo>
                    <a:cubicBezTo>
                      <a:pt x="1569093" y="1004167"/>
                      <a:pt x="1335396" y="217827"/>
                      <a:pt x="8750" y="289163"/>
                    </a:cubicBezTo>
                    <a:cubicBezTo>
                      <a:pt x="-10938" y="211264"/>
                      <a:pt x="8750" y="2702"/>
                      <a:pt x="8750" y="2702"/>
                    </a:cubicBezTo>
                    <a:cubicBezTo>
                      <a:pt x="8750" y="2702"/>
                      <a:pt x="159692" y="-6683"/>
                      <a:pt x="377507" y="9527"/>
                    </a:cubicBezTo>
                    <a:cubicBezTo>
                      <a:pt x="862358" y="45622"/>
                      <a:pt x="1678493" y="208770"/>
                      <a:pt x="1896243" y="886039"/>
                    </a:cubicBezTo>
                    <a:cubicBezTo>
                      <a:pt x="1908449" y="923774"/>
                      <a:pt x="1918687" y="963150"/>
                      <a:pt x="1926956" y="100416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3" name="Google Shape;1023;p25"/>
              <p:cNvSpPr/>
              <p:nvPr/>
            </p:nvSpPr>
            <p:spPr>
              <a:xfrm>
                <a:off x="1517948" y="3573343"/>
                <a:ext cx="2376820" cy="1371740"/>
              </a:xfrm>
              <a:custGeom>
                <a:avLst/>
                <a:gdLst/>
                <a:ahLst/>
                <a:cxnLst/>
                <a:rect l="l" t="t" r="r" b="b"/>
                <a:pathLst>
                  <a:path w="1518735" h="876511" extrusionOk="0">
                    <a:moveTo>
                      <a:pt x="1518735" y="876511"/>
                    </a:moveTo>
                    <a:cubicBezTo>
                      <a:pt x="1088224" y="194058"/>
                      <a:pt x="0" y="0"/>
                      <a:pt x="0" y="0"/>
                    </a:cubicBezTo>
                    <a:cubicBezTo>
                      <a:pt x="484851" y="36095"/>
                      <a:pt x="1300986" y="199243"/>
                      <a:pt x="1518735" y="8765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4" name="Google Shape;1024;p25"/>
              <p:cNvSpPr/>
              <p:nvPr/>
            </p:nvSpPr>
            <p:spPr>
              <a:xfrm>
                <a:off x="2583318" y="4377890"/>
                <a:ext cx="473474" cy="751909"/>
              </a:xfrm>
              <a:custGeom>
                <a:avLst/>
                <a:gdLst/>
                <a:ahLst/>
                <a:cxnLst/>
                <a:rect l="l" t="t" r="r" b="b"/>
                <a:pathLst>
                  <a:path w="302539" h="480453" extrusionOk="0">
                    <a:moveTo>
                      <a:pt x="261785" y="0"/>
                    </a:moveTo>
                    <a:lnTo>
                      <a:pt x="0" y="480454"/>
                    </a:lnTo>
                    <a:lnTo>
                      <a:pt x="108612" y="480454"/>
                    </a:lnTo>
                    <a:lnTo>
                      <a:pt x="302540" y="8183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5" name="Google Shape;1025;p25"/>
              <p:cNvSpPr/>
              <p:nvPr/>
            </p:nvSpPr>
            <p:spPr>
              <a:xfrm>
                <a:off x="2488655" y="4203425"/>
                <a:ext cx="377121" cy="634620"/>
              </a:xfrm>
              <a:custGeom>
                <a:avLst/>
                <a:gdLst/>
                <a:ahLst/>
                <a:cxnLst/>
                <a:rect l="l" t="t" r="r" b="b"/>
                <a:pathLst>
                  <a:path w="240972" h="405508" extrusionOk="0">
                    <a:moveTo>
                      <a:pt x="74281" y="0"/>
                    </a:moveTo>
                    <a:cubicBezTo>
                      <a:pt x="74281" y="0"/>
                      <a:pt x="36939" y="295977"/>
                      <a:pt x="240973" y="318421"/>
                    </a:cubicBezTo>
                    <a:cubicBezTo>
                      <a:pt x="223582" y="385557"/>
                      <a:pt x="211834" y="405508"/>
                      <a:pt x="211834" y="405508"/>
                    </a:cubicBezTo>
                    <a:cubicBezTo>
                      <a:pt x="211834" y="405508"/>
                      <a:pt x="-51329" y="350775"/>
                      <a:pt x="8982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6" name="Google Shape;1026;p25"/>
              <p:cNvSpPr/>
              <p:nvPr/>
            </p:nvSpPr>
            <p:spPr>
              <a:xfrm>
                <a:off x="3468474" y="4437153"/>
                <a:ext cx="1653153" cy="692635"/>
              </a:xfrm>
              <a:custGeom>
                <a:avLst/>
                <a:gdLst/>
                <a:ahLst/>
                <a:cxnLst/>
                <a:rect l="l" t="t" r="r" b="b"/>
                <a:pathLst>
                  <a:path w="1056328" h="442578" extrusionOk="0">
                    <a:moveTo>
                      <a:pt x="79933" y="134133"/>
                    </a:moveTo>
                    <a:cubicBezTo>
                      <a:pt x="79933" y="134133"/>
                      <a:pt x="656399" y="83206"/>
                      <a:pt x="850261" y="442578"/>
                    </a:cubicBezTo>
                    <a:lnTo>
                      <a:pt x="1056329" y="442578"/>
                    </a:lnTo>
                    <a:cubicBezTo>
                      <a:pt x="1056329" y="442578"/>
                      <a:pt x="700894" y="-160532"/>
                      <a:pt x="0" y="413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7" name="Google Shape;1027;p25"/>
              <p:cNvSpPr/>
              <p:nvPr/>
            </p:nvSpPr>
            <p:spPr>
              <a:xfrm>
                <a:off x="-76152" y="-4656"/>
                <a:ext cx="1367735" cy="5135296"/>
              </a:xfrm>
              <a:custGeom>
                <a:avLst/>
                <a:gdLst/>
                <a:ahLst/>
                <a:cxnLst/>
                <a:rect l="l" t="t" r="r" b="b"/>
                <a:pathLst>
                  <a:path w="873952" h="3281339" extrusionOk="0">
                    <a:moveTo>
                      <a:pt x="352219" y="0"/>
                    </a:moveTo>
                    <a:lnTo>
                      <a:pt x="873952" y="3281340"/>
                    </a:lnTo>
                    <a:lnTo>
                      <a:pt x="245641" y="3281340"/>
                    </a:lnTo>
                    <a:lnTo>
                      <a:pt x="0" y="1151816"/>
                    </a:lnTo>
                    <a:lnTo>
                      <a:pt x="0" y="0"/>
                    </a:lnTo>
                    <a:lnTo>
                      <a:pt x="3522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8" name="Google Shape;1028;p25"/>
              <p:cNvSpPr/>
              <p:nvPr/>
            </p:nvSpPr>
            <p:spPr>
              <a:xfrm>
                <a:off x="1039739" y="3930178"/>
                <a:ext cx="944585" cy="676626"/>
              </a:xfrm>
              <a:custGeom>
                <a:avLst/>
                <a:gdLst/>
                <a:ahLst/>
                <a:cxnLst/>
                <a:rect l="l" t="t" r="r" b="b"/>
                <a:pathLst>
                  <a:path w="603569" h="432349" extrusionOk="0">
                    <a:moveTo>
                      <a:pt x="16800" y="432349"/>
                    </a:moveTo>
                    <a:lnTo>
                      <a:pt x="603570" y="33470"/>
                    </a:lnTo>
                    <a:lnTo>
                      <a:pt x="533415" y="0"/>
                    </a:lnTo>
                    <a:lnTo>
                      <a:pt x="0" y="30463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29" name="Google Shape;1029;p25"/>
              <p:cNvSpPr/>
              <p:nvPr/>
            </p:nvSpPr>
            <p:spPr>
              <a:xfrm>
                <a:off x="387783" y="-4656"/>
                <a:ext cx="1404298" cy="1501458"/>
              </a:xfrm>
              <a:custGeom>
                <a:avLst/>
                <a:gdLst/>
                <a:ahLst/>
                <a:cxnLst/>
                <a:rect l="l" t="t" r="r" b="b"/>
                <a:pathLst>
                  <a:path w="897315" h="959398" extrusionOk="0">
                    <a:moveTo>
                      <a:pt x="17457" y="959398"/>
                    </a:moveTo>
                    <a:cubicBezTo>
                      <a:pt x="17457" y="959398"/>
                      <a:pt x="22707" y="958283"/>
                      <a:pt x="32354" y="955854"/>
                    </a:cubicBezTo>
                    <a:cubicBezTo>
                      <a:pt x="143854" y="927700"/>
                      <a:pt x="845404" y="722485"/>
                      <a:pt x="897315" y="0"/>
                    </a:cubicBezTo>
                    <a:lnTo>
                      <a:pt x="822763" y="0"/>
                    </a:lnTo>
                    <a:cubicBezTo>
                      <a:pt x="822763" y="0"/>
                      <a:pt x="643799" y="595432"/>
                      <a:pt x="0" y="66900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0" name="Google Shape;1030;p25"/>
              <p:cNvSpPr/>
              <p:nvPr/>
            </p:nvSpPr>
            <p:spPr>
              <a:xfrm>
                <a:off x="515943" y="-4656"/>
                <a:ext cx="626402" cy="579775"/>
              </a:xfrm>
              <a:custGeom>
                <a:avLst/>
                <a:gdLst/>
                <a:ahLst/>
                <a:cxnLst/>
                <a:rect l="l" t="t" r="r" b="b"/>
                <a:pathLst>
                  <a:path w="400257" h="370463" extrusionOk="0">
                    <a:moveTo>
                      <a:pt x="16407" y="370463"/>
                    </a:moveTo>
                    <a:lnTo>
                      <a:pt x="400258" y="0"/>
                    </a:lnTo>
                    <a:lnTo>
                      <a:pt x="308905" y="0"/>
                    </a:lnTo>
                    <a:lnTo>
                      <a:pt x="0" y="185199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1" name="Google Shape;1031;p25"/>
              <p:cNvSpPr/>
              <p:nvPr/>
            </p:nvSpPr>
            <p:spPr>
              <a:xfrm>
                <a:off x="732194" y="1612857"/>
                <a:ext cx="559232" cy="3517472"/>
              </a:xfrm>
              <a:custGeom>
                <a:avLst/>
                <a:gdLst/>
                <a:ahLst/>
                <a:cxnLst/>
                <a:rect l="l" t="t" r="r" b="b"/>
                <a:pathLst>
                  <a:path w="357337" h="2247586" extrusionOk="0">
                    <a:moveTo>
                      <a:pt x="0" y="0"/>
                    </a:moveTo>
                    <a:lnTo>
                      <a:pt x="357338" y="2247587"/>
                    </a:lnTo>
                    <a:lnTo>
                      <a:pt x="178702" y="22475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2" name="Google Shape;1032;p25"/>
              <p:cNvSpPr/>
              <p:nvPr/>
            </p:nvSpPr>
            <p:spPr>
              <a:xfrm>
                <a:off x="-76152" y="-4656"/>
                <a:ext cx="464024" cy="4710606"/>
              </a:xfrm>
              <a:custGeom>
                <a:avLst/>
                <a:gdLst/>
                <a:ahLst/>
                <a:cxnLst/>
                <a:rect l="l" t="t" r="r" b="b"/>
                <a:pathLst>
                  <a:path w="296501" h="3009972" extrusionOk="0">
                    <a:moveTo>
                      <a:pt x="0" y="0"/>
                    </a:moveTo>
                    <a:lnTo>
                      <a:pt x="85774" y="0"/>
                    </a:lnTo>
                    <a:lnTo>
                      <a:pt x="296502" y="2972894"/>
                    </a:lnTo>
                    <a:lnTo>
                      <a:pt x="214337" y="3009973"/>
                    </a:lnTo>
                    <a:lnTo>
                      <a:pt x="0" y="11518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33" name="Google Shape;1033;p25"/>
              <p:cNvSpPr/>
              <p:nvPr/>
            </p:nvSpPr>
            <p:spPr>
              <a:xfrm>
                <a:off x="422286" y="1457082"/>
                <a:ext cx="188939" cy="1354074"/>
              </a:xfrm>
              <a:custGeom>
                <a:avLst/>
                <a:gdLst/>
                <a:ahLst/>
                <a:cxnLst/>
                <a:rect l="l" t="t" r="r" b="b"/>
                <a:pathLst>
                  <a:path w="120728" h="865223" extrusionOk="0">
                    <a:moveTo>
                      <a:pt x="120556" y="865224"/>
                    </a:moveTo>
                    <a:cubicBezTo>
                      <a:pt x="126003" y="849342"/>
                      <a:pt x="0" y="14897"/>
                      <a:pt x="0" y="14897"/>
                    </a:cubicBezTo>
                    <a:lnTo>
                      <a:pt x="107300" y="0"/>
                    </a:lnTo>
                    <a:lnTo>
                      <a:pt x="120556" y="8652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34" name="Google Shape;1034;p25"/>
              <p:cNvGrpSpPr/>
              <p:nvPr/>
            </p:nvGrpSpPr>
            <p:grpSpPr>
              <a:xfrm>
                <a:off x="892651" y="2841600"/>
                <a:ext cx="1683891" cy="1227840"/>
                <a:chOff x="1786747" y="1819043"/>
                <a:chExt cx="1076175" cy="784713"/>
              </a:xfrm>
            </p:grpSpPr>
            <p:grpSp>
              <p:nvGrpSpPr>
                <p:cNvPr id="1035" name="Google Shape;1035;p25"/>
                <p:cNvGrpSpPr/>
                <p:nvPr/>
              </p:nvGrpSpPr>
              <p:grpSpPr>
                <a:xfrm>
                  <a:off x="1813760" y="1973660"/>
                  <a:ext cx="666372" cy="463692"/>
                  <a:chOff x="1813760" y="1973660"/>
                  <a:chExt cx="666372" cy="463692"/>
                </a:xfrm>
              </p:grpSpPr>
              <p:sp>
                <p:nvSpPr>
                  <p:cNvPr id="1036" name="Google Shape;1036;p25"/>
                  <p:cNvSpPr/>
                  <p:nvPr/>
                </p:nvSpPr>
                <p:spPr>
                  <a:xfrm>
                    <a:off x="1813760" y="1973660"/>
                    <a:ext cx="666372" cy="463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6372" h="463692" extrusionOk="0">
                        <a:moveTo>
                          <a:pt x="272376" y="458141"/>
                        </a:moveTo>
                        <a:cubicBezTo>
                          <a:pt x="598738" y="508280"/>
                          <a:pt x="682871" y="204165"/>
                          <a:pt x="663840" y="133551"/>
                        </a:cubicBezTo>
                        <a:cubicBezTo>
                          <a:pt x="644808" y="62936"/>
                          <a:pt x="535080" y="194255"/>
                          <a:pt x="535080" y="194255"/>
                        </a:cubicBezTo>
                        <a:cubicBezTo>
                          <a:pt x="535080" y="194255"/>
                          <a:pt x="533505" y="24938"/>
                          <a:pt x="465712" y="7941"/>
                        </a:cubicBezTo>
                        <a:cubicBezTo>
                          <a:pt x="408355" y="-6431"/>
                          <a:pt x="340693" y="99162"/>
                          <a:pt x="340693" y="99162"/>
                        </a:cubicBezTo>
                        <a:cubicBezTo>
                          <a:pt x="340693" y="99162"/>
                          <a:pt x="308799" y="0"/>
                          <a:pt x="237725" y="0"/>
                        </a:cubicBezTo>
                        <a:cubicBezTo>
                          <a:pt x="174592" y="0"/>
                          <a:pt x="134035" y="155208"/>
                          <a:pt x="134035" y="155208"/>
                        </a:cubicBezTo>
                        <a:cubicBezTo>
                          <a:pt x="134035" y="155208"/>
                          <a:pt x="99121" y="7875"/>
                          <a:pt x="39335" y="22182"/>
                        </a:cubicBezTo>
                        <a:cubicBezTo>
                          <a:pt x="3437" y="30779"/>
                          <a:pt x="-95134" y="401636"/>
                          <a:pt x="272310" y="45807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7" name="Google Shape;1037;p25"/>
                  <p:cNvSpPr/>
                  <p:nvPr/>
                </p:nvSpPr>
                <p:spPr>
                  <a:xfrm>
                    <a:off x="1990670" y="2103807"/>
                    <a:ext cx="304991" cy="1673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91" h="167395" extrusionOk="0">
                        <a:moveTo>
                          <a:pt x="304619" y="103353"/>
                        </a:moveTo>
                        <a:cubicBezTo>
                          <a:pt x="298844" y="148307"/>
                          <a:pt x="225998" y="175870"/>
                          <a:pt x="141996" y="165042"/>
                        </a:cubicBezTo>
                        <a:cubicBezTo>
                          <a:pt x="57993" y="154214"/>
                          <a:pt x="-5468" y="108997"/>
                          <a:pt x="373" y="64042"/>
                        </a:cubicBezTo>
                        <a:cubicBezTo>
                          <a:pt x="6148" y="19088"/>
                          <a:pt x="78994" y="-8475"/>
                          <a:pt x="162996" y="2353"/>
                        </a:cubicBezTo>
                        <a:cubicBezTo>
                          <a:pt x="246998" y="13182"/>
                          <a:pt x="310460" y="58399"/>
                          <a:pt x="304619" y="103353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38" name="Google Shape;1038;p25"/>
                  <p:cNvSpPr/>
                  <p:nvPr/>
                </p:nvSpPr>
                <p:spPr>
                  <a:xfrm>
                    <a:off x="1968796" y="2148367"/>
                    <a:ext cx="325377" cy="2027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377" h="202712" extrusionOk="0">
                        <a:moveTo>
                          <a:pt x="0" y="101319"/>
                        </a:moveTo>
                        <a:cubicBezTo>
                          <a:pt x="0" y="101319"/>
                          <a:pt x="36226" y="-5062"/>
                          <a:pt x="90368" y="188"/>
                        </a:cubicBezTo>
                        <a:cubicBezTo>
                          <a:pt x="144510" y="5438"/>
                          <a:pt x="161967" y="113657"/>
                          <a:pt x="161967" y="113657"/>
                        </a:cubicBezTo>
                        <a:cubicBezTo>
                          <a:pt x="161967" y="113657"/>
                          <a:pt x="198521" y="16792"/>
                          <a:pt x="248332" y="18957"/>
                        </a:cubicBezTo>
                        <a:cubicBezTo>
                          <a:pt x="298142" y="21123"/>
                          <a:pt x="325378" y="129604"/>
                          <a:pt x="325378" y="129604"/>
                        </a:cubicBezTo>
                        <a:lnTo>
                          <a:pt x="167151" y="202712"/>
                        </a:ln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039" name="Google Shape;1039;p25"/>
                <p:cNvGrpSpPr/>
                <p:nvPr/>
              </p:nvGrpSpPr>
              <p:grpSpPr>
                <a:xfrm>
                  <a:off x="2468391" y="2287347"/>
                  <a:ext cx="394531" cy="316409"/>
                  <a:chOff x="2468391" y="2287347"/>
                  <a:chExt cx="394531" cy="316409"/>
                </a:xfrm>
              </p:grpSpPr>
              <p:sp>
                <p:nvSpPr>
                  <p:cNvPr id="1040" name="Google Shape;1040;p25"/>
                  <p:cNvSpPr/>
                  <p:nvPr/>
                </p:nvSpPr>
                <p:spPr>
                  <a:xfrm>
                    <a:off x="2468391" y="2287347"/>
                    <a:ext cx="394531" cy="3164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531" h="316409" extrusionOk="0">
                        <a:moveTo>
                          <a:pt x="112703" y="290801"/>
                        </a:moveTo>
                        <a:cubicBezTo>
                          <a:pt x="290355" y="377757"/>
                          <a:pt x="392798" y="218940"/>
                          <a:pt x="394504" y="175167"/>
                        </a:cubicBezTo>
                        <a:cubicBezTo>
                          <a:pt x="396276" y="131394"/>
                          <a:pt x="310043" y="186914"/>
                          <a:pt x="310043" y="186914"/>
                        </a:cubicBezTo>
                        <a:cubicBezTo>
                          <a:pt x="310043" y="186914"/>
                          <a:pt x="339378" y="89852"/>
                          <a:pt x="303677" y="67998"/>
                        </a:cubicBezTo>
                        <a:cubicBezTo>
                          <a:pt x="273423" y="49557"/>
                          <a:pt x="215934" y="97858"/>
                          <a:pt x="215934" y="97858"/>
                        </a:cubicBezTo>
                        <a:cubicBezTo>
                          <a:pt x="215934" y="97858"/>
                          <a:pt x="215409" y="35447"/>
                          <a:pt x="174786" y="22781"/>
                        </a:cubicBezTo>
                        <a:cubicBezTo>
                          <a:pt x="138691" y="11493"/>
                          <a:pt x="87765" y="93002"/>
                          <a:pt x="87765" y="93002"/>
                        </a:cubicBezTo>
                        <a:cubicBezTo>
                          <a:pt x="87765" y="93002"/>
                          <a:pt x="94130" y="2568"/>
                          <a:pt x="57380" y="9"/>
                        </a:cubicBezTo>
                        <a:cubicBezTo>
                          <a:pt x="35329" y="-1501"/>
                          <a:pt x="-87328" y="192951"/>
                          <a:pt x="112703" y="29086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1" name="Google Shape;1041;p25"/>
                  <p:cNvSpPr/>
                  <p:nvPr/>
                </p:nvSpPr>
                <p:spPr>
                  <a:xfrm>
                    <a:off x="2571294" y="2389812"/>
                    <a:ext cx="171984" cy="117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984" h="117730" extrusionOk="0">
                        <a:moveTo>
                          <a:pt x="169470" y="97246"/>
                        </a:moveTo>
                        <a:cubicBezTo>
                          <a:pt x="158116" y="121922"/>
                          <a:pt x="111587" y="124678"/>
                          <a:pt x="65451" y="103481"/>
                        </a:cubicBezTo>
                        <a:cubicBezTo>
                          <a:pt x="19315" y="82283"/>
                          <a:pt x="-8838" y="45073"/>
                          <a:pt x="2515" y="20463"/>
                        </a:cubicBezTo>
                        <a:cubicBezTo>
                          <a:pt x="13868" y="-4147"/>
                          <a:pt x="60398" y="-6969"/>
                          <a:pt x="106533" y="14228"/>
                        </a:cubicBezTo>
                        <a:cubicBezTo>
                          <a:pt x="152669" y="35426"/>
                          <a:pt x="180823" y="72636"/>
                          <a:pt x="169470" y="97246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042" name="Google Shape;1042;p25"/>
                  <p:cNvSpPr/>
                  <p:nvPr/>
                </p:nvSpPr>
                <p:spPr>
                  <a:xfrm>
                    <a:off x="2546508" y="2409476"/>
                    <a:ext cx="181171" cy="1313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171" h="131395" extrusionOk="0">
                        <a:moveTo>
                          <a:pt x="0" y="43587"/>
                        </a:moveTo>
                        <a:cubicBezTo>
                          <a:pt x="0" y="43587"/>
                          <a:pt x="39704" y="-10752"/>
                          <a:pt x="69761" y="1914"/>
                        </a:cubicBezTo>
                        <a:cubicBezTo>
                          <a:pt x="99753" y="14580"/>
                          <a:pt x="90434" y="79551"/>
                          <a:pt x="90434" y="79551"/>
                        </a:cubicBezTo>
                        <a:cubicBezTo>
                          <a:pt x="90434" y="79551"/>
                          <a:pt x="128628" y="30659"/>
                          <a:pt x="156717" y="40831"/>
                        </a:cubicBezTo>
                        <a:cubicBezTo>
                          <a:pt x="184805" y="51003"/>
                          <a:pt x="180999" y="117877"/>
                          <a:pt x="180999" y="117877"/>
                        </a:cubicBezTo>
                        <a:lnTo>
                          <a:pt x="77505" y="131396"/>
                        </a:ln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043" name="Google Shape;1043;p25"/>
                <p:cNvSpPr/>
                <p:nvPr/>
              </p:nvSpPr>
              <p:spPr>
                <a:xfrm>
                  <a:off x="1786747" y="2325453"/>
                  <a:ext cx="137881" cy="93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81" h="93090" extrusionOk="0">
                      <a:moveTo>
                        <a:pt x="137882" y="1147"/>
                      </a:moveTo>
                      <a:cubicBezTo>
                        <a:pt x="137882" y="1147"/>
                        <a:pt x="7350" y="-17228"/>
                        <a:pt x="0" y="93091"/>
                      </a:cubicBezTo>
                      <a:cubicBezTo>
                        <a:pt x="108481" y="93091"/>
                        <a:pt x="137882" y="1147"/>
                        <a:pt x="137882" y="114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4" name="Google Shape;1044;p25"/>
                <p:cNvSpPr/>
                <p:nvPr/>
              </p:nvSpPr>
              <p:spPr>
                <a:xfrm>
                  <a:off x="1873849" y="2315575"/>
                  <a:ext cx="103465" cy="168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65" h="168988" extrusionOk="0">
                      <a:moveTo>
                        <a:pt x="84774" y="0"/>
                      </a:moveTo>
                      <a:cubicBezTo>
                        <a:pt x="84774" y="0"/>
                        <a:pt x="-45101" y="64314"/>
                        <a:pt x="16654" y="168989"/>
                      </a:cubicBezTo>
                      <a:cubicBezTo>
                        <a:pt x="157292" y="112091"/>
                        <a:pt x="84774" y="0"/>
                        <a:pt x="8477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5" name="Google Shape;1045;p25"/>
                <p:cNvSpPr/>
                <p:nvPr/>
              </p:nvSpPr>
              <p:spPr>
                <a:xfrm>
                  <a:off x="1957639" y="1934546"/>
                  <a:ext cx="39244" cy="39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4" h="39244" extrusionOk="0">
                      <a:moveTo>
                        <a:pt x="39245" y="19622"/>
                      </a:moveTo>
                      <a:cubicBezTo>
                        <a:pt x="39245" y="30460"/>
                        <a:pt x="30460" y="39245"/>
                        <a:pt x="19622" y="39245"/>
                      </a:cubicBezTo>
                      <a:cubicBezTo>
                        <a:pt x="8785" y="39245"/>
                        <a:pt x="0" y="30460"/>
                        <a:pt x="0" y="19622"/>
                      </a:cubicBezTo>
                      <a:cubicBezTo>
                        <a:pt x="0" y="8785"/>
                        <a:pt x="8785" y="0"/>
                        <a:pt x="19622" y="0"/>
                      </a:cubicBezTo>
                      <a:cubicBezTo>
                        <a:pt x="30460" y="0"/>
                        <a:pt x="39245" y="8785"/>
                        <a:pt x="39245" y="1962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6" name="Google Shape;1046;p25"/>
                <p:cNvSpPr/>
                <p:nvPr/>
              </p:nvSpPr>
              <p:spPr>
                <a:xfrm>
                  <a:off x="2109828" y="1912889"/>
                  <a:ext cx="43313" cy="43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13" h="43313" extrusionOk="0">
                      <a:moveTo>
                        <a:pt x="43314" y="21657"/>
                      </a:moveTo>
                      <a:cubicBezTo>
                        <a:pt x="43314" y="33601"/>
                        <a:pt x="33601" y="43314"/>
                        <a:pt x="21657" y="43314"/>
                      </a:cubicBezTo>
                      <a:cubicBezTo>
                        <a:pt x="9713" y="43314"/>
                        <a:pt x="0" y="33601"/>
                        <a:pt x="0" y="21657"/>
                      </a:cubicBezTo>
                      <a:cubicBezTo>
                        <a:pt x="0" y="9713"/>
                        <a:pt x="9713" y="0"/>
                        <a:pt x="21657" y="0"/>
                      </a:cubicBezTo>
                      <a:cubicBezTo>
                        <a:pt x="33601" y="0"/>
                        <a:pt x="43314" y="9713"/>
                        <a:pt x="43314" y="2165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7" name="Google Shape;1047;p25"/>
                <p:cNvSpPr/>
                <p:nvPr/>
              </p:nvSpPr>
              <p:spPr>
                <a:xfrm>
                  <a:off x="2219884" y="1934546"/>
                  <a:ext cx="27694" cy="27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94" h="27694" extrusionOk="0">
                      <a:moveTo>
                        <a:pt x="27695" y="13847"/>
                      </a:moveTo>
                      <a:cubicBezTo>
                        <a:pt x="27695" y="21526"/>
                        <a:pt x="21460" y="27695"/>
                        <a:pt x="13847" y="27695"/>
                      </a:cubicBezTo>
                      <a:cubicBezTo>
                        <a:pt x="6235" y="27695"/>
                        <a:pt x="0" y="21460"/>
                        <a:pt x="0" y="13847"/>
                      </a:cubicBezTo>
                      <a:cubicBezTo>
                        <a:pt x="0" y="6235"/>
                        <a:pt x="6235" y="0"/>
                        <a:pt x="13847" y="0"/>
                      </a:cubicBezTo>
                      <a:cubicBezTo>
                        <a:pt x="21460" y="0"/>
                        <a:pt x="27695" y="6235"/>
                        <a:pt x="27695" y="1384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8" name="Google Shape;1048;p25"/>
                <p:cNvSpPr/>
                <p:nvPr/>
              </p:nvSpPr>
              <p:spPr>
                <a:xfrm>
                  <a:off x="2192058" y="1819043"/>
                  <a:ext cx="39244" cy="39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4" h="39244" extrusionOk="0">
                      <a:moveTo>
                        <a:pt x="39245" y="19623"/>
                      </a:moveTo>
                      <a:cubicBezTo>
                        <a:pt x="39245" y="30451"/>
                        <a:pt x="30451" y="39245"/>
                        <a:pt x="19622" y="39245"/>
                      </a:cubicBezTo>
                      <a:cubicBezTo>
                        <a:pt x="8794" y="39245"/>
                        <a:pt x="0" y="30451"/>
                        <a:pt x="0" y="19623"/>
                      </a:cubicBezTo>
                      <a:cubicBezTo>
                        <a:pt x="0" y="8794"/>
                        <a:pt x="8794" y="0"/>
                        <a:pt x="19622" y="0"/>
                      </a:cubicBezTo>
                      <a:cubicBezTo>
                        <a:pt x="30451" y="0"/>
                        <a:pt x="39245" y="8794"/>
                        <a:pt x="39245" y="1962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49" name="Google Shape;1049;p25"/>
                <p:cNvSpPr/>
                <p:nvPr/>
              </p:nvSpPr>
              <p:spPr>
                <a:xfrm>
                  <a:off x="2726326" y="2224157"/>
                  <a:ext cx="20344" cy="20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4" h="20344" extrusionOk="0">
                      <a:moveTo>
                        <a:pt x="20344" y="10172"/>
                      </a:moveTo>
                      <a:cubicBezTo>
                        <a:pt x="20344" y="15750"/>
                        <a:pt x="15816" y="20344"/>
                        <a:pt x="10172" y="20344"/>
                      </a:cubicBezTo>
                      <a:cubicBezTo>
                        <a:pt x="4528" y="20344"/>
                        <a:pt x="0" y="15816"/>
                        <a:pt x="0" y="10172"/>
                      </a:cubicBezTo>
                      <a:cubicBezTo>
                        <a:pt x="0" y="4528"/>
                        <a:pt x="4528" y="0"/>
                        <a:pt x="10172" y="0"/>
                      </a:cubicBezTo>
                      <a:cubicBezTo>
                        <a:pt x="15816" y="0"/>
                        <a:pt x="20344" y="4528"/>
                        <a:pt x="20344" y="1017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0" name="Google Shape;1050;p25"/>
                <p:cNvSpPr/>
                <p:nvPr/>
              </p:nvSpPr>
              <p:spPr>
                <a:xfrm>
                  <a:off x="2633004" y="2223960"/>
                  <a:ext cx="41082" cy="41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82" h="41082" extrusionOk="0">
                      <a:moveTo>
                        <a:pt x="41082" y="20541"/>
                      </a:moveTo>
                      <a:cubicBezTo>
                        <a:pt x="41082" y="31886"/>
                        <a:pt x="31886" y="41082"/>
                        <a:pt x="20541" y="41082"/>
                      </a:cubicBezTo>
                      <a:cubicBezTo>
                        <a:pt x="9197" y="41082"/>
                        <a:pt x="0" y="31886"/>
                        <a:pt x="0" y="20541"/>
                      </a:cubicBezTo>
                      <a:cubicBezTo>
                        <a:pt x="0" y="9197"/>
                        <a:pt x="9196" y="0"/>
                        <a:pt x="20541" y="0"/>
                      </a:cubicBezTo>
                      <a:cubicBezTo>
                        <a:pt x="31886" y="0"/>
                        <a:pt x="41082" y="9197"/>
                        <a:pt x="41082" y="2054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51" name="Google Shape;1051;p25"/>
                <p:cNvSpPr/>
                <p:nvPr/>
              </p:nvSpPr>
              <p:spPr>
                <a:xfrm>
                  <a:off x="2756776" y="2286700"/>
                  <a:ext cx="28875" cy="28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75" h="28875" extrusionOk="0">
                      <a:moveTo>
                        <a:pt x="28876" y="14438"/>
                      </a:moveTo>
                      <a:cubicBezTo>
                        <a:pt x="28876" y="22412"/>
                        <a:pt x="22412" y="28876"/>
                        <a:pt x="14438" y="28876"/>
                      </a:cubicBezTo>
                      <a:cubicBezTo>
                        <a:pt x="6464" y="28876"/>
                        <a:pt x="0" y="22412"/>
                        <a:pt x="0" y="14438"/>
                      </a:cubicBezTo>
                      <a:cubicBezTo>
                        <a:pt x="0" y="6464"/>
                        <a:pt x="6464" y="0"/>
                        <a:pt x="14438" y="0"/>
                      </a:cubicBezTo>
                      <a:cubicBezTo>
                        <a:pt x="22412" y="0"/>
                        <a:pt x="28876" y="6464"/>
                        <a:pt x="28876" y="1443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52" name="Google Shape;1052;p25"/>
              <p:cNvSpPr/>
              <p:nvPr/>
            </p:nvSpPr>
            <p:spPr>
              <a:xfrm>
                <a:off x="-1809" y="4470305"/>
                <a:ext cx="2272881" cy="681174"/>
              </a:xfrm>
              <a:custGeom>
                <a:avLst/>
                <a:gdLst/>
                <a:ahLst/>
                <a:cxnLst/>
                <a:rect l="l" t="t" r="r" b="b"/>
                <a:pathLst>
                  <a:path w="1452320" h="435255" extrusionOk="0">
                    <a:moveTo>
                      <a:pt x="1084286" y="337275"/>
                    </a:moveTo>
                    <a:lnTo>
                      <a:pt x="1170716" y="252879"/>
                    </a:lnTo>
                    <a:cubicBezTo>
                      <a:pt x="1121037" y="228072"/>
                      <a:pt x="1070242" y="205693"/>
                      <a:pt x="1018856" y="185546"/>
                    </a:cubicBezTo>
                    <a:lnTo>
                      <a:pt x="921860" y="317062"/>
                    </a:lnTo>
                    <a:lnTo>
                      <a:pt x="958479" y="162905"/>
                    </a:lnTo>
                    <a:cubicBezTo>
                      <a:pt x="488985" y="-5297"/>
                      <a:pt x="0" y="19"/>
                      <a:pt x="0" y="19"/>
                    </a:cubicBezTo>
                    <a:lnTo>
                      <a:pt x="0" y="435256"/>
                    </a:lnTo>
                    <a:lnTo>
                      <a:pt x="1452321" y="435256"/>
                    </a:lnTo>
                    <a:cubicBezTo>
                      <a:pt x="1389779" y="382426"/>
                      <a:pt x="1321592" y="336094"/>
                      <a:pt x="1250059" y="295274"/>
                    </a:cubicBezTo>
                    <a:lnTo>
                      <a:pt x="1084286" y="3372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3" name="Google Shape;1053;p25"/>
              <p:cNvSpPr/>
              <p:nvPr/>
            </p:nvSpPr>
            <p:spPr>
              <a:xfrm>
                <a:off x="596414" y="3735484"/>
                <a:ext cx="603993" cy="900011"/>
              </a:xfrm>
              <a:custGeom>
                <a:avLst/>
                <a:gdLst/>
                <a:ahLst/>
                <a:cxnLst/>
                <a:rect l="l" t="t" r="r" b="b"/>
                <a:pathLst>
                  <a:path w="385938" h="575087" extrusionOk="0">
                    <a:moveTo>
                      <a:pt x="250056" y="346575"/>
                    </a:moveTo>
                    <a:lnTo>
                      <a:pt x="373106" y="307658"/>
                    </a:lnTo>
                    <a:cubicBezTo>
                      <a:pt x="395091" y="228972"/>
                      <a:pt x="391547" y="128235"/>
                      <a:pt x="341015" y="0"/>
                    </a:cubicBezTo>
                    <a:cubicBezTo>
                      <a:pt x="282738" y="11222"/>
                      <a:pt x="233846" y="27104"/>
                      <a:pt x="192961" y="46333"/>
                    </a:cubicBezTo>
                    <a:lnTo>
                      <a:pt x="192961" y="196027"/>
                    </a:lnTo>
                    <a:lnTo>
                      <a:pt x="144200" y="73174"/>
                    </a:lnTo>
                    <a:cubicBezTo>
                      <a:pt x="90123" y="107956"/>
                      <a:pt x="54751" y="150023"/>
                      <a:pt x="32569" y="194846"/>
                    </a:cubicBezTo>
                    <a:lnTo>
                      <a:pt x="54619" y="274451"/>
                    </a:lnTo>
                    <a:lnTo>
                      <a:pt x="8549" y="262966"/>
                    </a:lnTo>
                    <a:cubicBezTo>
                      <a:pt x="-25839" y="416336"/>
                      <a:pt x="54619" y="575087"/>
                      <a:pt x="54619" y="575087"/>
                    </a:cubicBezTo>
                    <a:cubicBezTo>
                      <a:pt x="54619" y="575087"/>
                      <a:pt x="264297" y="534858"/>
                      <a:pt x="350071" y="366722"/>
                    </a:cubicBezTo>
                    <a:lnTo>
                      <a:pt x="250122" y="3465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4" name="Google Shape;1054;p25"/>
              <p:cNvSpPr/>
              <p:nvPr/>
            </p:nvSpPr>
            <p:spPr>
              <a:xfrm>
                <a:off x="72023" y="4113561"/>
                <a:ext cx="734552" cy="552777"/>
              </a:xfrm>
              <a:custGeom>
                <a:avLst/>
                <a:gdLst/>
                <a:ahLst/>
                <a:cxnLst/>
                <a:rect l="l" t="t" r="r" b="b"/>
                <a:pathLst>
                  <a:path w="469362" h="353212" extrusionOk="0">
                    <a:moveTo>
                      <a:pt x="469363" y="353212"/>
                    </a:moveTo>
                    <a:cubicBezTo>
                      <a:pt x="469363" y="353212"/>
                      <a:pt x="326953" y="-46718"/>
                      <a:pt x="0" y="4537"/>
                    </a:cubicBezTo>
                    <a:cubicBezTo>
                      <a:pt x="177324" y="294082"/>
                      <a:pt x="469363" y="353212"/>
                      <a:pt x="469363" y="3532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055" name="Google Shape;1055;p25"/>
            <p:cNvGrpSpPr/>
            <p:nvPr/>
          </p:nvGrpSpPr>
          <p:grpSpPr>
            <a:xfrm flipH="1">
              <a:off x="-507242" y="-18530"/>
              <a:ext cx="3874609" cy="5163926"/>
              <a:chOff x="5732194" y="-18530"/>
              <a:chExt cx="3874609" cy="5163926"/>
            </a:xfrm>
          </p:grpSpPr>
          <p:sp>
            <p:nvSpPr>
              <p:cNvPr id="1056" name="Google Shape;1056;p25"/>
              <p:cNvSpPr/>
              <p:nvPr/>
            </p:nvSpPr>
            <p:spPr>
              <a:xfrm>
                <a:off x="8108426" y="-4656"/>
                <a:ext cx="1498376" cy="5135296"/>
              </a:xfrm>
              <a:custGeom>
                <a:avLst/>
                <a:gdLst/>
                <a:ahLst/>
                <a:cxnLst/>
                <a:rect l="l" t="t" r="r" b="b"/>
                <a:pathLst>
                  <a:path w="957429" h="3281339" extrusionOk="0">
                    <a:moveTo>
                      <a:pt x="445737" y="0"/>
                    </a:moveTo>
                    <a:lnTo>
                      <a:pt x="0" y="3281340"/>
                    </a:lnTo>
                    <a:lnTo>
                      <a:pt x="957429" y="3281340"/>
                    </a:lnTo>
                    <a:lnTo>
                      <a:pt x="957429" y="0"/>
                    </a:lnTo>
                    <a:lnTo>
                      <a:pt x="4457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7" name="Google Shape;1057;p25"/>
              <p:cNvSpPr/>
              <p:nvPr/>
            </p:nvSpPr>
            <p:spPr>
              <a:xfrm>
                <a:off x="8079058" y="-4656"/>
                <a:ext cx="1106392" cy="984435"/>
              </a:xfrm>
              <a:custGeom>
                <a:avLst/>
                <a:gdLst/>
                <a:ahLst/>
                <a:cxnLst/>
                <a:rect l="l" t="t" r="r" b="b"/>
                <a:pathLst>
                  <a:path w="706960" h="629032" extrusionOk="0">
                    <a:moveTo>
                      <a:pt x="464507" y="629033"/>
                    </a:moveTo>
                    <a:cubicBezTo>
                      <a:pt x="464507" y="629033"/>
                      <a:pt x="20082" y="607573"/>
                      <a:pt x="0" y="0"/>
                    </a:cubicBezTo>
                    <a:lnTo>
                      <a:pt x="75930" y="0"/>
                    </a:lnTo>
                    <a:cubicBezTo>
                      <a:pt x="75930" y="0"/>
                      <a:pt x="132697" y="424737"/>
                      <a:pt x="542930" y="415615"/>
                    </a:cubicBezTo>
                    <a:cubicBezTo>
                      <a:pt x="953229" y="406427"/>
                      <a:pt x="464507" y="629033"/>
                      <a:pt x="464507" y="6290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8" name="Google Shape;1058;p25"/>
              <p:cNvSpPr/>
              <p:nvPr/>
            </p:nvSpPr>
            <p:spPr>
              <a:xfrm>
                <a:off x="8108426" y="1164015"/>
                <a:ext cx="956603" cy="3966400"/>
              </a:xfrm>
              <a:custGeom>
                <a:avLst/>
                <a:gdLst/>
                <a:ahLst/>
                <a:cxnLst/>
                <a:rect l="l" t="t" r="r" b="b"/>
                <a:pathLst>
                  <a:path w="611248" h="2534441" extrusionOk="0">
                    <a:moveTo>
                      <a:pt x="344278" y="0"/>
                    </a:moveTo>
                    <a:lnTo>
                      <a:pt x="0" y="2534441"/>
                    </a:lnTo>
                    <a:lnTo>
                      <a:pt x="445737" y="2534441"/>
                    </a:lnTo>
                    <a:lnTo>
                      <a:pt x="611248" y="404917"/>
                    </a:lnTo>
                    <a:lnTo>
                      <a:pt x="478682" y="788047"/>
                    </a:lnTo>
                    <a:lnTo>
                      <a:pt x="365804" y="605867"/>
                    </a:lnTo>
                    <a:lnTo>
                      <a:pt x="34427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59" name="Google Shape;1059;p25"/>
              <p:cNvSpPr/>
              <p:nvPr/>
            </p:nvSpPr>
            <p:spPr>
              <a:xfrm>
                <a:off x="8603887" y="2425515"/>
                <a:ext cx="202023" cy="1504949"/>
              </a:xfrm>
              <a:custGeom>
                <a:avLst/>
                <a:gdLst/>
                <a:ahLst/>
                <a:cxnLst/>
                <a:rect l="l" t="t" r="r" b="b"/>
                <a:pathLst>
                  <a:path w="129088" h="961629" extrusionOk="0">
                    <a:moveTo>
                      <a:pt x="40033" y="0"/>
                    </a:moveTo>
                    <a:lnTo>
                      <a:pt x="129088" y="87546"/>
                    </a:lnTo>
                    <a:lnTo>
                      <a:pt x="0" y="961629"/>
                    </a:lnTo>
                    <a:lnTo>
                      <a:pt x="400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0" name="Google Shape;1060;p25"/>
              <p:cNvSpPr/>
              <p:nvPr/>
            </p:nvSpPr>
            <p:spPr>
              <a:xfrm>
                <a:off x="9369926" y="752154"/>
                <a:ext cx="236633" cy="4384515"/>
              </a:xfrm>
              <a:custGeom>
                <a:avLst/>
                <a:gdLst/>
                <a:ahLst/>
                <a:cxnLst/>
                <a:rect l="l" t="t" r="r" b="b"/>
                <a:pathLst>
                  <a:path w="151203" h="2801607" extrusionOk="0">
                    <a:moveTo>
                      <a:pt x="151204" y="0"/>
                    </a:moveTo>
                    <a:lnTo>
                      <a:pt x="151204" y="2801608"/>
                    </a:lnTo>
                    <a:lnTo>
                      <a:pt x="0" y="2801608"/>
                    </a:lnTo>
                    <a:lnTo>
                      <a:pt x="1512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61" name="Google Shape;1061;p25"/>
              <p:cNvGrpSpPr/>
              <p:nvPr/>
            </p:nvGrpSpPr>
            <p:grpSpPr>
              <a:xfrm>
                <a:off x="7296281" y="3992919"/>
                <a:ext cx="822413" cy="1030045"/>
                <a:chOff x="4320926" y="2554851"/>
                <a:chExt cx="525604" cy="658302"/>
              </a:xfrm>
            </p:grpSpPr>
            <p:sp>
              <p:nvSpPr>
                <p:cNvPr id="1062" name="Google Shape;1062;p25"/>
                <p:cNvSpPr/>
                <p:nvPr/>
              </p:nvSpPr>
              <p:spPr>
                <a:xfrm>
                  <a:off x="4320926" y="2800820"/>
                  <a:ext cx="360356" cy="412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356" h="412333" extrusionOk="0">
                      <a:moveTo>
                        <a:pt x="357797" y="412333"/>
                      </a:moveTo>
                      <a:cubicBezTo>
                        <a:pt x="355238" y="411808"/>
                        <a:pt x="99949" y="356813"/>
                        <a:pt x="0" y="3544"/>
                      </a:cubicBezTo>
                      <a:lnTo>
                        <a:pt x="12600" y="0"/>
                      </a:lnTo>
                      <a:cubicBezTo>
                        <a:pt x="63658" y="180408"/>
                        <a:pt x="155470" y="279439"/>
                        <a:pt x="223525" y="330694"/>
                      </a:cubicBezTo>
                      <a:cubicBezTo>
                        <a:pt x="297224" y="386214"/>
                        <a:pt x="359766" y="399339"/>
                        <a:pt x="360357" y="399470"/>
                      </a:cubicBezTo>
                      <a:lnTo>
                        <a:pt x="357797" y="41233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3" name="Google Shape;1063;p25"/>
                <p:cNvSpPr/>
                <p:nvPr/>
              </p:nvSpPr>
              <p:spPr>
                <a:xfrm>
                  <a:off x="4468685" y="2554851"/>
                  <a:ext cx="258075" cy="613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075" h="613938" extrusionOk="0">
                      <a:moveTo>
                        <a:pt x="251382" y="613939"/>
                      </a:moveTo>
                      <a:cubicBezTo>
                        <a:pt x="248298" y="612101"/>
                        <a:pt x="174533" y="567081"/>
                        <a:pt x="107003" y="468575"/>
                      </a:cubicBezTo>
                      <a:cubicBezTo>
                        <a:pt x="44789" y="377814"/>
                        <a:pt x="-23003" y="222803"/>
                        <a:pt x="7579" y="0"/>
                      </a:cubicBezTo>
                      <a:lnTo>
                        <a:pt x="20573" y="1772"/>
                      </a:lnTo>
                      <a:cubicBezTo>
                        <a:pt x="-9419" y="220178"/>
                        <a:pt x="56733" y="371841"/>
                        <a:pt x="117438" y="460635"/>
                      </a:cubicBezTo>
                      <a:cubicBezTo>
                        <a:pt x="183327" y="556975"/>
                        <a:pt x="257354" y="602257"/>
                        <a:pt x="258076" y="602717"/>
                      </a:cubicBezTo>
                      <a:lnTo>
                        <a:pt x="251317" y="61393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64" name="Google Shape;1064;p25"/>
                <p:cNvSpPr/>
                <p:nvPr/>
              </p:nvSpPr>
              <p:spPr>
                <a:xfrm>
                  <a:off x="4703005" y="2591995"/>
                  <a:ext cx="143525" cy="33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25" h="335352" extrusionOk="0">
                      <a:moveTo>
                        <a:pt x="130400" y="335353"/>
                      </a:moveTo>
                      <a:cubicBezTo>
                        <a:pt x="130269" y="333450"/>
                        <a:pt x="114650" y="141885"/>
                        <a:pt x="0" y="8532"/>
                      </a:cubicBezTo>
                      <a:lnTo>
                        <a:pt x="9975" y="0"/>
                      </a:lnTo>
                      <a:cubicBezTo>
                        <a:pt x="127513" y="136701"/>
                        <a:pt x="143329" y="332465"/>
                        <a:pt x="143526" y="334369"/>
                      </a:cubicBezTo>
                      <a:lnTo>
                        <a:pt x="130466" y="33535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065" name="Google Shape;1065;p25"/>
              <p:cNvSpPr/>
              <p:nvPr/>
            </p:nvSpPr>
            <p:spPr>
              <a:xfrm>
                <a:off x="7826757" y="3982547"/>
                <a:ext cx="150361" cy="150361"/>
              </a:xfrm>
              <a:custGeom>
                <a:avLst/>
                <a:gdLst/>
                <a:ahLst/>
                <a:cxnLst/>
                <a:rect l="l" t="t" r="r" b="b"/>
                <a:pathLst>
                  <a:path w="96077" h="96077" extrusionOk="0">
                    <a:moveTo>
                      <a:pt x="96078" y="48039"/>
                    </a:moveTo>
                    <a:cubicBezTo>
                      <a:pt x="96078" y="74570"/>
                      <a:pt x="74570" y="96078"/>
                      <a:pt x="48039" y="96078"/>
                    </a:cubicBezTo>
                    <a:cubicBezTo>
                      <a:pt x="21508" y="96078"/>
                      <a:pt x="0" y="74570"/>
                      <a:pt x="0" y="48039"/>
                    </a:cubicBezTo>
                    <a:cubicBezTo>
                      <a:pt x="0" y="21508"/>
                      <a:pt x="21508" y="0"/>
                      <a:pt x="48039" y="0"/>
                    </a:cubicBezTo>
                    <a:cubicBezTo>
                      <a:pt x="74570" y="0"/>
                      <a:pt x="96078" y="21508"/>
                      <a:pt x="96078" y="480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6" name="Google Shape;1066;p25"/>
              <p:cNvSpPr/>
              <p:nvPr/>
            </p:nvSpPr>
            <p:spPr>
              <a:xfrm>
                <a:off x="7456369" y="3901117"/>
                <a:ext cx="186309" cy="186309"/>
              </a:xfrm>
              <a:custGeom>
                <a:avLst/>
                <a:gdLst/>
                <a:ahLst/>
                <a:cxnLst/>
                <a:rect l="l" t="t" r="r" b="b"/>
                <a:pathLst>
                  <a:path w="119047" h="119047" extrusionOk="0">
                    <a:moveTo>
                      <a:pt x="119047" y="59523"/>
                    </a:moveTo>
                    <a:cubicBezTo>
                      <a:pt x="119047" y="92397"/>
                      <a:pt x="92397" y="119047"/>
                      <a:pt x="59523" y="119047"/>
                    </a:cubicBezTo>
                    <a:cubicBezTo>
                      <a:pt x="26650" y="119047"/>
                      <a:pt x="0" y="92397"/>
                      <a:pt x="0" y="59523"/>
                    </a:cubicBezTo>
                    <a:cubicBezTo>
                      <a:pt x="0" y="26650"/>
                      <a:pt x="26650" y="0"/>
                      <a:pt x="59523" y="0"/>
                    </a:cubicBezTo>
                    <a:cubicBezTo>
                      <a:pt x="92397" y="0"/>
                      <a:pt x="119047" y="26650"/>
                      <a:pt x="119047" y="595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7" name="Google Shape;1067;p25"/>
              <p:cNvSpPr/>
              <p:nvPr/>
            </p:nvSpPr>
            <p:spPr>
              <a:xfrm>
                <a:off x="7241959" y="4316380"/>
                <a:ext cx="128382" cy="128382"/>
              </a:xfrm>
              <a:custGeom>
                <a:avLst/>
                <a:gdLst/>
                <a:ahLst/>
                <a:cxnLst/>
                <a:rect l="l" t="t" r="r" b="b"/>
                <a:pathLst>
                  <a:path w="82033" h="82033" extrusionOk="0">
                    <a:moveTo>
                      <a:pt x="82033" y="41017"/>
                    </a:moveTo>
                    <a:cubicBezTo>
                      <a:pt x="82033" y="18376"/>
                      <a:pt x="63658" y="0"/>
                      <a:pt x="41017" y="0"/>
                    </a:cubicBezTo>
                    <a:cubicBezTo>
                      <a:pt x="18376" y="0"/>
                      <a:pt x="0" y="18376"/>
                      <a:pt x="0" y="41017"/>
                    </a:cubicBezTo>
                    <a:cubicBezTo>
                      <a:pt x="0" y="63658"/>
                      <a:pt x="18376" y="82033"/>
                      <a:pt x="41017" y="82033"/>
                    </a:cubicBezTo>
                    <a:cubicBezTo>
                      <a:pt x="63658" y="82033"/>
                      <a:pt x="82033" y="63658"/>
                      <a:pt x="82033" y="410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8" name="Google Shape;1068;p25"/>
              <p:cNvSpPr/>
              <p:nvPr/>
            </p:nvSpPr>
            <p:spPr>
              <a:xfrm>
                <a:off x="7753028" y="4211229"/>
                <a:ext cx="105170" cy="105170"/>
              </a:xfrm>
              <a:custGeom>
                <a:avLst/>
                <a:gdLst/>
                <a:ahLst/>
                <a:cxnLst/>
                <a:rect l="l" t="t" r="r" b="b"/>
                <a:pathLst>
                  <a:path w="67201" h="67201" extrusionOk="0">
                    <a:moveTo>
                      <a:pt x="67202" y="33601"/>
                    </a:moveTo>
                    <a:cubicBezTo>
                      <a:pt x="67202" y="15029"/>
                      <a:pt x="52173" y="0"/>
                      <a:pt x="33601" y="0"/>
                    </a:cubicBezTo>
                    <a:cubicBezTo>
                      <a:pt x="15028" y="0"/>
                      <a:pt x="0" y="15029"/>
                      <a:pt x="0" y="33601"/>
                    </a:cubicBezTo>
                    <a:cubicBezTo>
                      <a:pt x="0" y="52173"/>
                      <a:pt x="15028" y="67202"/>
                      <a:pt x="33601" y="67202"/>
                    </a:cubicBezTo>
                    <a:cubicBezTo>
                      <a:pt x="52173" y="67202"/>
                      <a:pt x="67202" y="52173"/>
                      <a:pt x="67202" y="336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69" name="Google Shape;1069;p25"/>
              <p:cNvSpPr/>
              <p:nvPr/>
            </p:nvSpPr>
            <p:spPr>
              <a:xfrm>
                <a:off x="7325032" y="4758855"/>
                <a:ext cx="119754" cy="119754"/>
              </a:xfrm>
              <a:custGeom>
                <a:avLst/>
                <a:gdLst/>
                <a:ahLst/>
                <a:cxnLst/>
                <a:rect l="l" t="t" r="r" b="b"/>
                <a:pathLst>
                  <a:path w="76520" h="76520" extrusionOk="0">
                    <a:moveTo>
                      <a:pt x="76521" y="38260"/>
                    </a:moveTo>
                    <a:cubicBezTo>
                      <a:pt x="76521" y="59391"/>
                      <a:pt x="59391" y="76521"/>
                      <a:pt x="38260" y="76521"/>
                    </a:cubicBezTo>
                    <a:cubicBezTo>
                      <a:pt x="17129" y="76521"/>
                      <a:pt x="0" y="59391"/>
                      <a:pt x="0" y="38260"/>
                    </a:cubicBezTo>
                    <a:cubicBezTo>
                      <a:pt x="0" y="17130"/>
                      <a:pt x="17129" y="0"/>
                      <a:pt x="38260" y="0"/>
                    </a:cubicBezTo>
                    <a:cubicBezTo>
                      <a:pt x="59391" y="0"/>
                      <a:pt x="76521" y="17130"/>
                      <a:pt x="76521" y="382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0" name="Google Shape;1070;p25"/>
              <p:cNvSpPr/>
              <p:nvPr/>
            </p:nvSpPr>
            <p:spPr>
              <a:xfrm>
                <a:off x="7375760" y="4813895"/>
                <a:ext cx="578440" cy="265186"/>
              </a:xfrm>
              <a:custGeom>
                <a:avLst/>
                <a:gdLst/>
                <a:ahLst/>
                <a:cxnLst/>
                <a:rect l="l" t="t" r="r" b="b"/>
                <a:pathLst>
                  <a:path w="369610" h="169448" extrusionOk="0">
                    <a:moveTo>
                      <a:pt x="279308" y="169448"/>
                    </a:moveTo>
                    <a:cubicBezTo>
                      <a:pt x="88071" y="169448"/>
                      <a:pt x="984" y="8006"/>
                      <a:pt x="0" y="6103"/>
                    </a:cubicBezTo>
                    <a:lnTo>
                      <a:pt x="11616" y="0"/>
                    </a:lnTo>
                    <a:cubicBezTo>
                      <a:pt x="12666" y="2034"/>
                      <a:pt x="122328" y="204690"/>
                      <a:pt x="366526" y="145363"/>
                    </a:cubicBezTo>
                    <a:lnTo>
                      <a:pt x="369610" y="158095"/>
                    </a:lnTo>
                    <a:cubicBezTo>
                      <a:pt x="337256" y="165970"/>
                      <a:pt x="307133" y="169383"/>
                      <a:pt x="279242" y="1693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1" name="Google Shape;1071;p25"/>
              <p:cNvSpPr/>
              <p:nvPr/>
            </p:nvSpPr>
            <p:spPr>
              <a:xfrm>
                <a:off x="7799032" y="4255898"/>
                <a:ext cx="257791" cy="323111"/>
              </a:xfrm>
              <a:custGeom>
                <a:avLst/>
                <a:gdLst/>
                <a:ahLst/>
                <a:cxnLst/>
                <a:rect l="l" t="t" r="r" b="b"/>
                <a:pathLst>
                  <a:path w="164723" h="206461" extrusionOk="0">
                    <a:moveTo>
                      <a:pt x="152582" y="206462"/>
                    </a:moveTo>
                    <a:cubicBezTo>
                      <a:pt x="110056" y="102837"/>
                      <a:pt x="1116" y="11025"/>
                      <a:pt x="0" y="10107"/>
                    </a:cubicBezTo>
                    <a:lnTo>
                      <a:pt x="8400" y="0"/>
                    </a:lnTo>
                    <a:cubicBezTo>
                      <a:pt x="12994" y="3806"/>
                      <a:pt x="120950" y="94765"/>
                      <a:pt x="164724" y="201409"/>
                    </a:cubicBezTo>
                    <a:lnTo>
                      <a:pt x="152582" y="2063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2" name="Google Shape;1072;p25"/>
              <p:cNvSpPr/>
              <p:nvPr/>
            </p:nvSpPr>
            <p:spPr>
              <a:xfrm>
                <a:off x="7598670" y="3978776"/>
                <a:ext cx="1853738" cy="1166620"/>
              </a:xfrm>
              <a:custGeom>
                <a:avLst/>
                <a:gdLst/>
                <a:ahLst/>
                <a:cxnLst/>
                <a:rect l="l" t="t" r="r" b="b"/>
                <a:pathLst>
                  <a:path w="1184497" h="745444" extrusionOk="0">
                    <a:moveTo>
                      <a:pt x="954608" y="449"/>
                    </a:moveTo>
                    <a:lnTo>
                      <a:pt x="871787" y="311980"/>
                    </a:lnTo>
                    <a:lnTo>
                      <a:pt x="851967" y="6224"/>
                    </a:lnTo>
                    <a:cubicBezTo>
                      <a:pt x="789162" y="11868"/>
                      <a:pt x="721501" y="21975"/>
                      <a:pt x="652659" y="38841"/>
                    </a:cubicBezTo>
                    <a:lnTo>
                      <a:pt x="672872" y="243334"/>
                    </a:lnTo>
                    <a:lnTo>
                      <a:pt x="566097" y="63648"/>
                    </a:lnTo>
                    <a:cubicBezTo>
                      <a:pt x="401439" y="118184"/>
                      <a:pt x="238685" y="216558"/>
                      <a:pt x="127579" y="390076"/>
                    </a:cubicBezTo>
                    <a:lnTo>
                      <a:pt x="271892" y="538852"/>
                    </a:lnTo>
                    <a:lnTo>
                      <a:pt x="72387" y="492453"/>
                    </a:lnTo>
                    <a:cubicBezTo>
                      <a:pt x="39507" y="565693"/>
                      <a:pt x="14569" y="649498"/>
                      <a:pt x="0" y="745445"/>
                    </a:cubicBezTo>
                    <a:lnTo>
                      <a:pt x="1184498" y="745445"/>
                    </a:lnTo>
                    <a:lnTo>
                      <a:pt x="1184498" y="12328"/>
                    </a:lnTo>
                    <a:cubicBezTo>
                      <a:pt x="1184498" y="12328"/>
                      <a:pt x="1090192" y="-2766"/>
                      <a:pt x="954542" y="4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73" name="Google Shape;1073;p25"/>
              <p:cNvSpPr/>
              <p:nvPr/>
            </p:nvSpPr>
            <p:spPr>
              <a:xfrm>
                <a:off x="5732194" y="-18530"/>
                <a:ext cx="2376221" cy="419948"/>
              </a:xfrm>
              <a:custGeom>
                <a:avLst/>
                <a:gdLst/>
                <a:ahLst/>
                <a:cxnLst/>
                <a:rect l="l" t="t" r="r" b="b"/>
                <a:pathLst>
                  <a:path w="1327498" h="234608" extrusionOk="0">
                    <a:moveTo>
                      <a:pt x="1327499" y="79146"/>
                    </a:moveTo>
                    <a:cubicBezTo>
                      <a:pt x="1327499" y="79146"/>
                      <a:pt x="1277754" y="160195"/>
                      <a:pt x="1169338" y="115766"/>
                    </a:cubicBezTo>
                    <a:cubicBezTo>
                      <a:pt x="1100627" y="300374"/>
                      <a:pt x="831885" y="248988"/>
                      <a:pt x="848226" y="104084"/>
                    </a:cubicBezTo>
                    <a:cubicBezTo>
                      <a:pt x="752739" y="234616"/>
                      <a:pt x="198455" y="284361"/>
                      <a:pt x="0" y="0"/>
                    </a:cubicBezTo>
                    <a:lnTo>
                      <a:pt x="1327499" y="0"/>
                    </a:lnTo>
                    <a:lnTo>
                      <a:pt x="1327499" y="7908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  <p:sp>
        <p:nvSpPr>
          <p:cNvPr id="1074" name="Google Shape;1074;p25"/>
          <p:cNvSpPr txBox="1">
            <a:spLocks noGrp="1"/>
          </p:cNvSpPr>
          <p:nvPr>
            <p:ph type="title"/>
          </p:nvPr>
        </p:nvSpPr>
        <p:spPr>
          <a:xfrm>
            <a:off x="1970413" y="6093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1075" name="Google Shape;1075;p25"/>
          <p:cNvSpPr txBox="1">
            <a:spLocks noGrp="1"/>
          </p:cNvSpPr>
          <p:nvPr>
            <p:ph type="subTitle" idx="1"/>
          </p:nvPr>
        </p:nvSpPr>
        <p:spPr>
          <a:xfrm>
            <a:off x="1970375" y="15366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76" name="Google Shape;1076;p25"/>
          <p:cNvSpPr txBox="1"/>
          <p:nvPr/>
        </p:nvSpPr>
        <p:spPr>
          <a:xfrm>
            <a:off x="1970375" y="3078550"/>
            <a:ext cx="4223400" cy="55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CREDITS: This presentation template was created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ustat"/>
                <a:ea typeface="Fustat"/>
                <a:cs typeface="Fustat"/>
                <a:sym typeface="Fustat"/>
                <a:hlinkClick r:id="rId2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Slidesgo</a:t>
            </a:r>
            <a:r>
              <a:rPr lang="en" sz="1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, and includes icons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ustat"/>
                <a:ea typeface="Fustat"/>
                <a:cs typeface="Fustat"/>
                <a:sym typeface="Fustat"/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Flaticon</a:t>
            </a:r>
            <a:r>
              <a:rPr lang="en" sz="1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, infographics &amp; images by </a:t>
            </a:r>
            <a:r>
              <a:rPr lang="en" sz="1000" b="1">
                <a:solidFill>
                  <a:schemeClr val="dk1"/>
                </a:solidFill>
                <a:uFill>
                  <a:noFill/>
                </a:uFill>
                <a:latin typeface="Fustat"/>
                <a:ea typeface="Fustat"/>
                <a:cs typeface="Fustat"/>
                <a:sym typeface="Fustat"/>
                <a:hlinkClick r:id="rId4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Freepik</a:t>
            </a:r>
            <a:r>
              <a:rPr lang="en" sz="1000" b="1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 </a:t>
            </a:r>
            <a:r>
              <a:rPr lang="en" sz="1000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and content from </a:t>
            </a:r>
            <a:r>
              <a:rPr lang="en" sz="1000" b="1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Eliana Delacour</a:t>
            </a:r>
            <a:endParaRPr sz="1000" b="1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78" name="Google Shape;1078;p26"/>
          <p:cNvGrpSpPr/>
          <p:nvPr/>
        </p:nvGrpSpPr>
        <p:grpSpPr>
          <a:xfrm>
            <a:off x="-1219421" y="-788325"/>
            <a:ext cx="11221771" cy="7624710"/>
            <a:chOff x="-1219421" y="-788325"/>
            <a:chExt cx="11221771" cy="7624710"/>
          </a:xfrm>
        </p:grpSpPr>
        <p:grpSp>
          <p:nvGrpSpPr>
            <p:cNvPr id="1079" name="Google Shape;1079;p26"/>
            <p:cNvGrpSpPr/>
            <p:nvPr/>
          </p:nvGrpSpPr>
          <p:grpSpPr>
            <a:xfrm flipH="1">
              <a:off x="-1219421" y="-406558"/>
              <a:ext cx="11221771" cy="7242943"/>
              <a:chOff x="5766079" y="-86020"/>
              <a:chExt cx="5466035" cy="3527980"/>
            </a:xfrm>
          </p:grpSpPr>
          <p:sp>
            <p:nvSpPr>
              <p:cNvPr id="1080" name="Google Shape;1080;p26"/>
              <p:cNvSpPr/>
              <p:nvPr/>
            </p:nvSpPr>
            <p:spPr>
              <a:xfrm>
                <a:off x="5798527" y="1403055"/>
                <a:ext cx="5062500" cy="2038905"/>
              </a:xfrm>
              <a:custGeom>
                <a:avLst/>
                <a:gdLst/>
                <a:ahLst/>
                <a:cxnLst/>
                <a:rect l="l" t="t" r="r" b="b"/>
                <a:pathLst>
                  <a:path w="5062500" h="2038905" extrusionOk="0">
                    <a:moveTo>
                      <a:pt x="0" y="67"/>
                    </a:moveTo>
                    <a:cubicBezTo>
                      <a:pt x="0" y="67"/>
                      <a:pt x="3267338" y="1061303"/>
                      <a:pt x="5062501" y="504427"/>
                    </a:cubicBezTo>
                    <a:cubicBezTo>
                      <a:pt x="5062501" y="1202377"/>
                      <a:pt x="5062501" y="2038905"/>
                      <a:pt x="5062501" y="2038905"/>
                    </a:cubicBezTo>
                    <a:lnTo>
                      <a:pt x="0" y="164646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1" name="Google Shape;1081;p26"/>
              <p:cNvSpPr/>
              <p:nvPr/>
            </p:nvSpPr>
            <p:spPr>
              <a:xfrm>
                <a:off x="9056684" y="2393860"/>
                <a:ext cx="249885" cy="60954"/>
              </a:xfrm>
              <a:custGeom>
                <a:avLst/>
                <a:gdLst/>
                <a:ahLst/>
                <a:cxnLst/>
                <a:rect l="l" t="t" r="r" b="b"/>
                <a:pathLst>
                  <a:path w="249885" h="60954" extrusionOk="0">
                    <a:moveTo>
                      <a:pt x="0" y="28714"/>
                    </a:moveTo>
                    <a:cubicBezTo>
                      <a:pt x="0" y="28714"/>
                      <a:pt x="62843" y="-5981"/>
                      <a:pt x="146677" y="904"/>
                    </a:cubicBezTo>
                    <a:cubicBezTo>
                      <a:pt x="230445" y="7789"/>
                      <a:pt x="249885" y="52677"/>
                      <a:pt x="249885" y="52677"/>
                    </a:cubicBezTo>
                    <a:cubicBezTo>
                      <a:pt x="249885" y="52677"/>
                      <a:pt x="158693" y="82579"/>
                      <a:pt x="68" y="28714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2" name="Google Shape;1082;p26"/>
              <p:cNvSpPr/>
              <p:nvPr/>
            </p:nvSpPr>
            <p:spPr>
              <a:xfrm>
                <a:off x="7529565" y="1932711"/>
                <a:ext cx="118529" cy="77978"/>
              </a:xfrm>
              <a:custGeom>
                <a:avLst/>
                <a:gdLst/>
                <a:ahLst/>
                <a:cxnLst/>
                <a:rect l="l" t="t" r="r" b="b"/>
                <a:pathLst>
                  <a:path w="118529" h="77978" extrusionOk="0">
                    <a:moveTo>
                      <a:pt x="0" y="47941"/>
                    </a:moveTo>
                    <a:cubicBezTo>
                      <a:pt x="0" y="47941"/>
                      <a:pt x="-203" y="-4304"/>
                      <a:pt x="52313" y="286"/>
                    </a:cubicBezTo>
                    <a:cubicBezTo>
                      <a:pt x="104827" y="4876"/>
                      <a:pt x="118530" y="77978"/>
                      <a:pt x="118530" y="77978"/>
                    </a:cubicBezTo>
                    <a:cubicBezTo>
                      <a:pt x="118530" y="77978"/>
                      <a:pt x="52785" y="72713"/>
                      <a:pt x="0" y="4794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3" name="Google Shape;1083;p26"/>
              <p:cNvSpPr/>
              <p:nvPr/>
            </p:nvSpPr>
            <p:spPr>
              <a:xfrm>
                <a:off x="7646888" y="2028007"/>
                <a:ext cx="217274" cy="120922"/>
              </a:xfrm>
              <a:custGeom>
                <a:avLst/>
                <a:gdLst/>
                <a:ahLst/>
                <a:cxnLst/>
                <a:rect l="l" t="t" r="r" b="b"/>
                <a:pathLst>
                  <a:path w="217274" h="120922" extrusionOk="0">
                    <a:moveTo>
                      <a:pt x="869" y="78330"/>
                    </a:moveTo>
                    <a:cubicBezTo>
                      <a:pt x="869" y="78330"/>
                      <a:pt x="-14926" y="-6788"/>
                      <a:pt x="88147" y="435"/>
                    </a:cubicBezTo>
                    <a:cubicBezTo>
                      <a:pt x="191219" y="7657"/>
                      <a:pt x="217274" y="120922"/>
                      <a:pt x="217274" y="120922"/>
                    </a:cubicBezTo>
                    <a:cubicBezTo>
                      <a:pt x="217274" y="120922"/>
                      <a:pt x="72419" y="106815"/>
                      <a:pt x="869" y="7833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84" name="Google Shape;1084;p26"/>
              <p:cNvSpPr/>
              <p:nvPr/>
            </p:nvSpPr>
            <p:spPr>
              <a:xfrm>
                <a:off x="8440072" y="2171205"/>
                <a:ext cx="2420955" cy="339997"/>
              </a:xfrm>
              <a:custGeom>
                <a:avLst/>
                <a:gdLst/>
                <a:ahLst/>
                <a:cxnLst/>
                <a:rect l="l" t="t" r="r" b="b"/>
                <a:pathLst>
                  <a:path w="2420955" h="339997" extrusionOk="0">
                    <a:moveTo>
                      <a:pt x="0" y="0"/>
                    </a:moveTo>
                    <a:lnTo>
                      <a:pt x="2420955" y="229298"/>
                    </a:lnTo>
                    <a:lnTo>
                      <a:pt x="2420955" y="33999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085" name="Google Shape;1085;p26"/>
              <p:cNvGrpSpPr/>
              <p:nvPr/>
            </p:nvGrpSpPr>
            <p:grpSpPr>
              <a:xfrm>
                <a:off x="5766079" y="-86020"/>
                <a:ext cx="5466035" cy="2277406"/>
                <a:chOff x="5766079" y="-86020"/>
                <a:chExt cx="5466035" cy="2277406"/>
              </a:xfrm>
            </p:grpSpPr>
            <p:sp>
              <p:nvSpPr>
                <p:cNvPr id="1086" name="Google Shape;1086;p26"/>
                <p:cNvSpPr/>
                <p:nvPr/>
              </p:nvSpPr>
              <p:spPr>
                <a:xfrm>
                  <a:off x="5766079" y="99494"/>
                  <a:ext cx="1521500" cy="4245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21500" h="424507" extrusionOk="0">
                      <a:moveTo>
                        <a:pt x="0" y="331020"/>
                      </a:moveTo>
                      <a:cubicBezTo>
                        <a:pt x="0" y="331020"/>
                        <a:pt x="311310" y="498353"/>
                        <a:pt x="509963" y="331020"/>
                      </a:cubicBezTo>
                      <a:cubicBezTo>
                        <a:pt x="609795" y="526163"/>
                        <a:pt x="931028" y="390690"/>
                        <a:pt x="911048" y="155453"/>
                      </a:cubicBezTo>
                      <a:cubicBezTo>
                        <a:pt x="1035585" y="338580"/>
                        <a:pt x="1542240" y="277425"/>
                        <a:pt x="1520843" y="0"/>
                      </a:cubicBezTo>
                      <a:lnTo>
                        <a:pt x="87683" y="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7" name="Google Shape;1087;p26"/>
                <p:cNvSpPr/>
                <p:nvPr/>
              </p:nvSpPr>
              <p:spPr>
                <a:xfrm>
                  <a:off x="6561972" y="99562"/>
                  <a:ext cx="306247" cy="18191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6247" h="1819192" extrusionOk="0">
                      <a:moveTo>
                        <a:pt x="306247" y="1819193"/>
                      </a:moveTo>
                      <a:lnTo>
                        <a:pt x="266490" y="0"/>
                      </a:lnTo>
                      <a:lnTo>
                        <a:pt x="197370" y="0"/>
                      </a:lnTo>
                      <a:lnTo>
                        <a:pt x="0" y="1751355"/>
                      </a:lnTo>
                      <a:lnTo>
                        <a:pt x="306247" y="1819193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8" name="Google Shape;1088;p26"/>
                <p:cNvSpPr/>
                <p:nvPr/>
              </p:nvSpPr>
              <p:spPr>
                <a:xfrm>
                  <a:off x="6160887" y="99562"/>
                  <a:ext cx="347692" cy="173049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7692" h="1730497" extrusionOk="0">
                      <a:moveTo>
                        <a:pt x="0" y="1650712"/>
                      </a:moveTo>
                      <a:lnTo>
                        <a:pt x="217890" y="0"/>
                      </a:lnTo>
                      <a:lnTo>
                        <a:pt x="347692" y="0"/>
                      </a:lnTo>
                      <a:lnTo>
                        <a:pt x="197370" y="1730498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89" name="Google Shape;1089;p26"/>
                <p:cNvSpPr/>
                <p:nvPr/>
              </p:nvSpPr>
              <p:spPr>
                <a:xfrm>
                  <a:off x="9810024" y="1605239"/>
                  <a:ext cx="612157" cy="56596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2157" h="565965" extrusionOk="0">
                      <a:moveTo>
                        <a:pt x="0" y="542003"/>
                      </a:moveTo>
                      <a:cubicBezTo>
                        <a:pt x="0" y="542003"/>
                        <a:pt x="17955" y="341056"/>
                        <a:pt x="144518" y="313516"/>
                      </a:cubicBezTo>
                      <a:cubicBezTo>
                        <a:pt x="83700" y="201803"/>
                        <a:pt x="341482" y="-135697"/>
                        <a:pt x="558563" y="59648"/>
                      </a:cubicBezTo>
                      <a:cubicBezTo>
                        <a:pt x="608378" y="376696"/>
                        <a:pt x="612157" y="565966"/>
                        <a:pt x="612157" y="565966"/>
                      </a:cubicBez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0" name="Google Shape;1090;p26"/>
                <p:cNvSpPr/>
                <p:nvPr/>
              </p:nvSpPr>
              <p:spPr>
                <a:xfrm>
                  <a:off x="9060253" y="-86020"/>
                  <a:ext cx="1925016" cy="5509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25016" h="550966" extrusionOk="0">
                      <a:moveTo>
                        <a:pt x="0" y="0"/>
                      </a:moveTo>
                      <a:cubicBezTo>
                        <a:pt x="0" y="0"/>
                        <a:pt x="21128" y="204053"/>
                        <a:pt x="272092" y="229500"/>
                      </a:cubicBezTo>
                      <a:cubicBezTo>
                        <a:pt x="302535" y="369023"/>
                        <a:pt x="407834" y="285323"/>
                        <a:pt x="407834" y="285323"/>
                      </a:cubicBezTo>
                      <a:cubicBezTo>
                        <a:pt x="407834" y="285323"/>
                        <a:pt x="693292" y="563760"/>
                        <a:pt x="948915" y="310230"/>
                      </a:cubicBezTo>
                      <a:cubicBezTo>
                        <a:pt x="990764" y="680805"/>
                        <a:pt x="1983150" y="657653"/>
                        <a:pt x="1922332" y="0"/>
                      </a:cubicBez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1" name="Google Shape;1091;p26"/>
                <p:cNvSpPr/>
                <p:nvPr/>
              </p:nvSpPr>
              <p:spPr>
                <a:xfrm>
                  <a:off x="6393087" y="802979"/>
                  <a:ext cx="343372" cy="2614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3372" h="261427" extrusionOk="0">
                      <a:moveTo>
                        <a:pt x="0" y="197843"/>
                      </a:moveTo>
                      <a:lnTo>
                        <a:pt x="331830" y="0"/>
                      </a:lnTo>
                      <a:lnTo>
                        <a:pt x="343372" y="22005"/>
                      </a:lnTo>
                      <a:lnTo>
                        <a:pt x="12555" y="261428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2" name="Google Shape;1092;p26"/>
                <p:cNvSpPr/>
                <p:nvPr/>
              </p:nvSpPr>
              <p:spPr>
                <a:xfrm>
                  <a:off x="6115325" y="435509"/>
                  <a:ext cx="256972" cy="2149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972" h="214987" extrusionOk="0">
                      <a:moveTo>
                        <a:pt x="219375" y="214988"/>
                      </a:moveTo>
                      <a:lnTo>
                        <a:pt x="0" y="46170"/>
                      </a:lnTo>
                      <a:lnTo>
                        <a:pt x="58522" y="0"/>
                      </a:lnTo>
                      <a:lnTo>
                        <a:pt x="256972" y="13932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3" name="Google Shape;1093;p26"/>
                <p:cNvSpPr/>
                <p:nvPr/>
              </p:nvSpPr>
              <p:spPr>
                <a:xfrm>
                  <a:off x="10193559" y="733117"/>
                  <a:ext cx="155250" cy="5238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5250" h="52380" extrusionOk="0">
                      <a:moveTo>
                        <a:pt x="155250" y="9653"/>
                      </a:moveTo>
                      <a:lnTo>
                        <a:pt x="0" y="0"/>
                      </a:lnTo>
                      <a:lnTo>
                        <a:pt x="0" y="33682"/>
                      </a:lnTo>
                      <a:lnTo>
                        <a:pt x="155250" y="5238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4" name="Google Shape;1094;p26"/>
                <p:cNvSpPr/>
                <p:nvPr/>
              </p:nvSpPr>
              <p:spPr>
                <a:xfrm>
                  <a:off x="10638924" y="602099"/>
                  <a:ext cx="179414" cy="2641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9414" h="264194" extrusionOk="0">
                      <a:moveTo>
                        <a:pt x="179415" y="183398"/>
                      </a:moveTo>
                      <a:lnTo>
                        <a:pt x="47790" y="6818"/>
                      </a:lnTo>
                      <a:lnTo>
                        <a:pt x="0" y="0"/>
                      </a:lnTo>
                      <a:lnTo>
                        <a:pt x="179415" y="264195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5" name="Google Shape;1095;p26"/>
                <p:cNvSpPr/>
                <p:nvPr/>
              </p:nvSpPr>
              <p:spPr>
                <a:xfrm>
                  <a:off x="10818339" y="1096739"/>
                  <a:ext cx="253664" cy="21545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3664" h="215459" extrusionOk="0">
                      <a:moveTo>
                        <a:pt x="0" y="157140"/>
                      </a:moveTo>
                      <a:cubicBezTo>
                        <a:pt x="11948" y="146678"/>
                        <a:pt x="253665" y="0"/>
                        <a:pt x="253665" y="0"/>
                      </a:cubicBezTo>
                      <a:lnTo>
                        <a:pt x="253665" y="35573"/>
                      </a:lnTo>
                      <a:lnTo>
                        <a:pt x="20925" y="215460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096" name="Google Shape;1096;p26"/>
                <p:cNvSpPr/>
                <p:nvPr/>
              </p:nvSpPr>
              <p:spPr>
                <a:xfrm>
                  <a:off x="10266527" y="99562"/>
                  <a:ext cx="965587" cy="209182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5587" h="2091824" extrusionOk="0">
                      <a:moveTo>
                        <a:pt x="433215" y="2071643"/>
                      </a:moveTo>
                      <a:lnTo>
                        <a:pt x="554917" y="0"/>
                      </a:lnTo>
                      <a:lnTo>
                        <a:pt x="661365" y="0"/>
                      </a:lnTo>
                      <a:lnTo>
                        <a:pt x="547290" y="2055443"/>
                      </a:lnTo>
                      <a:lnTo>
                        <a:pt x="661365" y="2047680"/>
                      </a:lnTo>
                      <a:lnTo>
                        <a:pt x="836055" y="0"/>
                      </a:lnTo>
                      <a:lnTo>
                        <a:pt x="904703" y="0"/>
                      </a:lnTo>
                      <a:lnTo>
                        <a:pt x="965588" y="2091825"/>
                      </a:lnTo>
                      <a:lnTo>
                        <a:pt x="155655" y="2071643"/>
                      </a:lnTo>
                      <a:lnTo>
                        <a:pt x="155655" y="0"/>
                      </a:lnTo>
                      <a:lnTo>
                        <a:pt x="60615" y="0"/>
                      </a:lnTo>
                      <a:lnTo>
                        <a:pt x="0" y="2071643"/>
                      </a:lnTo>
                    </a:path>
                  </a:pathLst>
                </a:custGeom>
                <a:solidFill>
                  <a:schemeClr val="dk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</p:grpSp>
        <p:grpSp>
          <p:nvGrpSpPr>
            <p:cNvPr id="1097" name="Google Shape;1097;p26"/>
            <p:cNvGrpSpPr/>
            <p:nvPr/>
          </p:nvGrpSpPr>
          <p:grpSpPr>
            <a:xfrm flipH="1">
              <a:off x="-235485" y="-788325"/>
              <a:ext cx="9818958" cy="6559694"/>
              <a:chOff x="-267143" y="-788325"/>
              <a:chExt cx="9818958" cy="6559694"/>
            </a:xfrm>
          </p:grpSpPr>
          <p:sp>
            <p:nvSpPr>
              <p:cNvPr id="1098" name="Google Shape;1098;p26"/>
              <p:cNvSpPr/>
              <p:nvPr/>
            </p:nvSpPr>
            <p:spPr>
              <a:xfrm>
                <a:off x="-12350" y="2470148"/>
                <a:ext cx="9188438" cy="3157882"/>
              </a:xfrm>
              <a:custGeom>
                <a:avLst/>
                <a:gdLst/>
                <a:ahLst/>
                <a:cxnLst/>
                <a:rect l="l" t="t" r="r" b="b"/>
                <a:pathLst>
                  <a:path w="5062500" h="1739880" extrusionOk="0">
                    <a:moveTo>
                      <a:pt x="0" y="0"/>
                    </a:moveTo>
                    <a:lnTo>
                      <a:pt x="5062500" y="1468868"/>
                    </a:lnTo>
                    <a:lnTo>
                      <a:pt x="5062500" y="1739880"/>
                    </a:lnTo>
                    <a:lnTo>
                      <a:pt x="0" y="124854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099" name="Google Shape;1099;p26"/>
              <p:cNvSpPr/>
              <p:nvPr/>
            </p:nvSpPr>
            <p:spPr>
              <a:xfrm>
                <a:off x="8359514" y="4210319"/>
                <a:ext cx="1192301" cy="921091"/>
              </a:xfrm>
              <a:custGeom>
                <a:avLst/>
                <a:gdLst/>
                <a:ahLst/>
                <a:cxnLst/>
                <a:rect l="l" t="t" r="r" b="b"/>
                <a:pathLst>
                  <a:path w="656915" h="507488" extrusionOk="0">
                    <a:moveTo>
                      <a:pt x="63180" y="175253"/>
                    </a:moveTo>
                    <a:cubicBezTo>
                      <a:pt x="63180" y="175253"/>
                      <a:pt x="152888" y="159593"/>
                      <a:pt x="160380" y="250718"/>
                    </a:cubicBezTo>
                    <a:cubicBezTo>
                      <a:pt x="230918" y="106268"/>
                      <a:pt x="335948" y="165668"/>
                      <a:pt x="335948" y="165668"/>
                    </a:cubicBezTo>
                    <a:cubicBezTo>
                      <a:pt x="335948" y="165668"/>
                      <a:pt x="292073" y="-43042"/>
                      <a:pt x="552218" y="8055"/>
                    </a:cubicBezTo>
                    <a:cubicBezTo>
                      <a:pt x="812430" y="59153"/>
                      <a:pt x="505643" y="507488"/>
                      <a:pt x="505643" y="507488"/>
                    </a:cubicBezTo>
                    <a:lnTo>
                      <a:pt x="0" y="364861"/>
                    </a:lnTo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00" name="Google Shape;1100;p26"/>
              <p:cNvSpPr/>
              <p:nvPr/>
            </p:nvSpPr>
            <p:spPr>
              <a:xfrm>
                <a:off x="7771048" y="4386310"/>
                <a:ext cx="788873" cy="509471"/>
              </a:xfrm>
              <a:custGeom>
                <a:avLst/>
                <a:gdLst/>
                <a:ahLst/>
                <a:cxnLst/>
                <a:rect l="l" t="t" r="r" b="b"/>
                <a:pathLst>
                  <a:path w="434641" h="280700" extrusionOk="0">
                    <a:moveTo>
                      <a:pt x="0" y="159470"/>
                    </a:moveTo>
                    <a:cubicBezTo>
                      <a:pt x="0" y="159470"/>
                      <a:pt x="18630" y="74150"/>
                      <a:pt x="95783" y="79685"/>
                    </a:cubicBezTo>
                    <a:cubicBezTo>
                      <a:pt x="105435" y="10835"/>
                      <a:pt x="180630" y="16910"/>
                      <a:pt x="189135" y="52415"/>
                    </a:cubicBezTo>
                    <a:cubicBezTo>
                      <a:pt x="227948" y="-9819"/>
                      <a:pt x="436253" y="-42827"/>
                      <a:pt x="434633" y="107225"/>
                    </a:cubicBezTo>
                    <a:cubicBezTo>
                      <a:pt x="433013" y="257278"/>
                      <a:pt x="254070" y="280700"/>
                      <a:pt x="254070" y="280700"/>
                    </a:cubicBezTo>
                    <a:lnTo>
                      <a:pt x="0" y="159538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01" name="Google Shape;1101;p26"/>
              <p:cNvGrpSpPr/>
              <p:nvPr/>
            </p:nvGrpSpPr>
            <p:grpSpPr>
              <a:xfrm>
                <a:off x="-267143" y="2874296"/>
                <a:ext cx="9440654" cy="2897072"/>
                <a:chOff x="1190104" y="5259216"/>
                <a:chExt cx="5202896" cy="1596623"/>
              </a:xfrm>
            </p:grpSpPr>
            <p:sp>
              <p:nvSpPr>
                <p:cNvPr id="1102" name="Google Shape;1102;p26"/>
                <p:cNvSpPr/>
                <p:nvPr/>
              </p:nvSpPr>
              <p:spPr>
                <a:xfrm>
                  <a:off x="1330500" y="5268644"/>
                  <a:ext cx="5062500" cy="15871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062500" h="1587195" extrusionOk="0">
                      <a:moveTo>
                        <a:pt x="0" y="0"/>
                      </a:moveTo>
                      <a:lnTo>
                        <a:pt x="5062500" y="1318883"/>
                      </a:lnTo>
                      <a:lnTo>
                        <a:pt x="5062500" y="1587195"/>
                      </a:lnTo>
                      <a:lnTo>
                        <a:pt x="0" y="1587195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3" name="Google Shape;1103;p26"/>
                <p:cNvSpPr/>
                <p:nvPr/>
              </p:nvSpPr>
              <p:spPr>
                <a:xfrm>
                  <a:off x="4372587" y="6174624"/>
                  <a:ext cx="228042" cy="7571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073" h="101284" extrusionOk="0">
                      <a:moveTo>
                        <a:pt x="305019" y="63062"/>
                      </a:moveTo>
                      <a:cubicBezTo>
                        <a:pt x="302792" y="90197"/>
                        <a:pt x="232727" y="106600"/>
                        <a:pt x="148554" y="99715"/>
                      </a:cubicBezTo>
                      <a:cubicBezTo>
                        <a:pt x="64314" y="92830"/>
                        <a:pt x="-2173" y="65357"/>
                        <a:pt x="54" y="38222"/>
                      </a:cubicBezTo>
                      <a:cubicBezTo>
                        <a:pt x="2282" y="11087"/>
                        <a:pt x="72347" y="-5315"/>
                        <a:pt x="156519" y="1570"/>
                      </a:cubicBezTo>
                      <a:cubicBezTo>
                        <a:pt x="240759" y="8387"/>
                        <a:pt x="307247" y="35927"/>
                        <a:pt x="305019" y="6306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4" name="Google Shape;1104;p26"/>
                <p:cNvSpPr/>
                <p:nvPr/>
              </p:nvSpPr>
              <p:spPr>
                <a:xfrm>
                  <a:off x="1542224" y="6250335"/>
                  <a:ext cx="139908" cy="4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08" h="46469" extrusionOk="0">
                      <a:moveTo>
                        <a:pt x="139885" y="28939"/>
                      </a:moveTo>
                      <a:cubicBezTo>
                        <a:pt x="138872" y="41358"/>
                        <a:pt x="106742" y="48918"/>
                        <a:pt x="68132" y="45746"/>
                      </a:cubicBezTo>
                      <a:cubicBezTo>
                        <a:pt x="29522" y="42573"/>
                        <a:pt x="-988" y="29951"/>
                        <a:pt x="24" y="17531"/>
                      </a:cubicBezTo>
                      <a:cubicBezTo>
                        <a:pt x="1037" y="5111"/>
                        <a:pt x="33167" y="-2449"/>
                        <a:pt x="71777" y="724"/>
                      </a:cubicBezTo>
                      <a:cubicBezTo>
                        <a:pt x="110387" y="3896"/>
                        <a:pt x="140897" y="16518"/>
                        <a:pt x="139885" y="28939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5" name="Google Shape;1105;p26"/>
                <p:cNvSpPr/>
                <p:nvPr/>
              </p:nvSpPr>
              <p:spPr>
                <a:xfrm>
                  <a:off x="3162098" y="6181680"/>
                  <a:ext cx="88722" cy="2943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88722" h="29435" extrusionOk="0">
                      <a:moveTo>
                        <a:pt x="88709" y="18329"/>
                      </a:moveTo>
                      <a:cubicBezTo>
                        <a:pt x="88101" y="26227"/>
                        <a:pt x="67716" y="30952"/>
                        <a:pt x="43214" y="28994"/>
                      </a:cubicBezTo>
                      <a:cubicBezTo>
                        <a:pt x="18711" y="26969"/>
                        <a:pt x="-594" y="19004"/>
                        <a:pt x="14" y="11107"/>
                      </a:cubicBezTo>
                      <a:cubicBezTo>
                        <a:pt x="689" y="3209"/>
                        <a:pt x="21006" y="-1516"/>
                        <a:pt x="45509" y="442"/>
                      </a:cubicBezTo>
                      <a:cubicBezTo>
                        <a:pt x="70011" y="2467"/>
                        <a:pt x="89316" y="10432"/>
                        <a:pt x="88709" y="18329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6" name="Google Shape;1106;p26"/>
                <p:cNvSpPr/>
                <p:nvPr/>
              </p:nvSpPr>
              <p:spPr>
                <a:xfrm>
                  <a:off x="4651996" y="6262556"/>
                  <a:ext cx="139908" cy="464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9908" h="46469" extrusionOk="0">
                      <a:moveTo>
                        <a:pt x="139885" y="28938"/>
                      </a:moveTo>
                      <a:cubicBezTo>
                        <a:pt x="138872" y="41359"/>
                        <a:pt x="106742" y="48919"/>
                        <a:pt x="68132" y="45746"/>
                      </a:cubicBezTo>
                      <a:cubicBezTo>
                        <a:pt x="29522" y="42574"/>
                        <a:pt x="-988" y="29951"/>
                        <a:pt x="24" y="17531"/>
                      </a:cubicBezTo>
                      <a:cubicBezTo>
                        <a:pt x="1037" y="5111"/>
                        <a:pt x="33167" y="-2449"/>
                        <a:pt x="71777" y="723"/>
                      </a:cubicBezTo>
                      <a:cubicBezTo>
                        <a:pt x="110387" y="3896"/>
                        <a:pt x="140897" y="16519"/>
                        <a:pt x="139885" y="28938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7" name="Google Shape;1107;p26"/>
                <p:cNvSpPr/>
                <p:nvPr/>
              </p:nvSpPr>
              <p:spPr>
                <a:xfrm>
                  <a:off x="1239514" y="5259216"/>
                  <a:ext cx="956204" cy="51590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56204" h="515902" extrusionOk="0">
                      <a:moveTo>
                        <a:pt x="0" y="368753"/>
                      </a:moveTo>
                      <a:lnTo>
                        <a:pt x="713812" y="515902"/>
                      </a:lnTo>
                      <a:lnTo>
                        <a:pt x="956205" y="404932"/>
                      </a:lnTo>
                      <a:lnTo>
                        <a:pt x="302130" y="70470"/>
                      </a:lnTo>
                      <a:lnTo>
                        <a:pt x="31792" y="0"/>
                      </a:lnTo>
                      <a:lnTo>
                        <a:pt x="0" y="368753"/>
                      </a:ln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08" name="Google Shape;1108;p26"/>
                <p:cNvSpPr/>
                <p:nvPr/>
              </p:nvSpPr>
              <p:spPr>
                <a:xfrm>
                  <a:off x="1190104" y="5691621"/>
                  <a:ext cx="2633715" cy="7172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633715" h="717255" extrusionOk="0">
                      <a:moveTo>
                        <a:pt x="49410" y="0"/>
                      </a:moveTo>
                      <a:lnTo>
                        <a:pt x="1387193" y="315900"/>
                      </a:lnTo>
                      <a:lnTo>
                        <a:pt x="1108283" y="328185"/>
                      </a:lnTo>
                      <a:lnTo>
                        <a:pt x="2633715" y="717255"/>
                      </a:lnTo>
                      <a:lnTo>
                        <a:pt x="0" y="362408"/>
                      </a:lnTo>
                      <a:lnTo>
                        <a:pt x="49410" y="0"/>
                      </a:ln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09" name="Google Shape;1109;p26"/>
              <p:cNvSpPr/>
              <p:nvPr/>
            </p:nvSpPr>
            <p:spPr>
              <a:xfrm>
                <a:off x="8436158" y="1596202"/>
                <a:ext cx="541093" cy="404004"/>
              </a:xfrm>
              <a:custGeom>
                <a:avLst/>
                <a:gdLst/>
                <a:ahLst/>
                <a:cxnLst/>
                <a:rect l="l" t="t" r="r" b="b"/>
                <a:pathLst>
                  <a:path w="286672" h="214042" extrusionOk="0">
                    <a:moveTo>
                      <a:pt x="0" y="169155"/>
                    </a:moveTo>
                    <a:lnTo>
                      <a:pt x="286672" y="0"/>
                    </a:lnTo>
                    <a:lnTo>
                      <a:pt x="23152" y="214043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0" name="Google Shape;1110;p26"/>
              <p:cNvSpPr/>
              <p:nvPr/>
            </p:nvSpPr>
            <p:spPr>
              <a:xfrm>
                <a:off x="8267517" y="222505"/>
                <a:ext cx="292396" cy="453693"/>
              </a:xfrm>
              <a:custGeom>
                <a:avLst/>
                <a:gdLst/>
                <a:ahLst/>
                <a:cxnLst/>
                <a:rect l="l" t="t" r="r" b="b"/>
                <a:pathLst>
                  <a:path w="154912" h="240367" extrusionOk="0">
                    <a:moveTo>
                      <a:pt x="16403" y="93420"/>
                    </a:moveTo>
                    <a:lnTo>
                      <a:pt x="154913" y="0"/>
                    </a:lnTo>
                    <a:lnTo>
                      <a:pt x="0" y="240367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1" name="Google Shape;1111;p26"/>
              <p:cNvSpPr/>
              <p:nvPr/>
            </p:nvSpPr>
            <p:spPr>
              <a:xfrm>
                <a:off x="475677" y="1221339"/>
                <a:ext cx="569805" cy="384444"/>
              </a:xfrm>
              <a:custGeom>
                <a:avLst/>
                <a:gdLst/>
                <a:ahLst/>
                <a:cxnLst/>
                <a:rect l="l" t="t" r="r" b="b"/>
                <a:pathLst>
                  <a:path w="313942" h="211815" extrusionOk="0">
                    <a:moveTo>
                      <a:pt x="0" y="134257"/>
                    </a:moveTo>
                    <a:lnTo>
                      <a:pt x="313942" y="0"/>
                    </a:lnTo>
                    <a:lnTo>
                      <a:pt x="313942" y="29700"/>
                    </a:lnTo>
                    <a:lnTo>
                      <a:pt x="12420" y="211815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2" name="Google Shape;1112;p26"/>
              <p:cNvSpPr/>
              <p:nvPr/>
            </p:nvSpPr>
            <p:spPr>
              <a:xfrm>
                <a:off x="8131232" y="-177950"/>
                <a:ext cx="635119" cy="5373229"/>
              </a:xfrm>
              <a:custGeom>
                <a:avLst/>
                <a:gdLst/>
                <a:ahLst/>
                <a:cxnLst/>
                <a:rect l="l" t="t" r="r" b="b"/>
                <a:pathLst>
                  <a:path w="336487" h="2846744" extrusionOk="0">
                    <a:moveTo>
                      <a:pt x="58185" y="2805570"/>
                    </a:moveTo>
                    <a:lnTo>
                      <a:pt x="0" y="0"/>
                    </a:lnTo>
                    <a:lnTo>
                      <a:pt x="140467" y="0"/>
                    </a:lnTo>
                    <a:lnTo>
                      <a:pt x="336487" y="2846745"/>
                    </a:lnTo>
                    <a:lnTo>
                      <a:pt x="58185" y="280557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3" name="Google Shape;1113;p26"/>
              <p:cNvSpPr/>
              <p:nvPr/>
            </p:nvSpPr>
            <p:spPr>
              <a:xfrm>
                <a:off x="8301526" y="-177950"/>
                <a:ext cx="464776" cy="5373229"/>
              </a:xfrm>
              <a:custGeom>
                <a:avLst/>
                <a:gdLst/>
                <a:ahLst/>
                <a:cxnLst/>
                <a:rect l="l" t="t" r="r" b="b"/>
                <a:pathLst>
                  <a:path w="246239" h="2846744" extrusionOk="0">
                    <a:moveTo>
                      <a:pt x="0" y="0"/>
                    </a:moveTo>
                    <a:lnTo>
                      <a:pt x="58050" y="2709383"/>
                    </a:lnTo>
                    <a:lnTo>
                      <a:pt x="246240" y="2846745"/>
                    </a:lnTo>
                    <a:lnTo>
                      <a:pt x="5022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4" name="Google Shape;1114;p26"/>
              <p:cNvSpPr/>
              <p:nvPr/>
            </p:nvSpPr>
            <p:spPr>
              <a:xfrm>
                <a:off x="46266" y="-123969"/>
                <a:ext cx="667448" cy="3922727"/>
              </a:xfrm>
              <a:custGeom>
                <a:avLst/>
                <a:gdLst/>
                <a:ahLst/>
                <a:cxnLst/>
                <a:rect l="l" t="t" r="r" b="b"/>
                <a:pathLst>
                  <a:path w="367740" h="2161282" extrusionOk="0">
                    <a:moveTo>
                      <a:pt x="197438" y="2161283"/>
                    </a:moveTo>
                    <a:lnTo>
                      <a:pt x="367740" y="0"/>
                    </a:lnTo>
                    <a:lnTo>
                      <a:pt x="285458" y="0"/>
                    </a:lnTo>
                    <a:lnTo>
                      <a:pt x="0" y="2091758"/>
                    </a:lnTo>
                    <a:lnTo>
                      <a:pt x="197438" y="216128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5" name="Google Shape;1115;p26"/>
              <p:cNvSpPr/>
              <p:nvPr/>
            </p:nvSpPr>
            <p:spPr>
              <a:xfrm>
                <a:off x="56188" y="222646"/>
                <a:ext cx="532438" cy="3449829"/>
              </a:xfrm>
              <a:custGeom>
                <a:avLst/>
                <a:gdLst/>
                <a:ahLst/>
                <a:cxnLst/>
                <a:rect l="l" t="t" r="r" b="b"/>
                <a:pathLst>
                  <a:path w="293354" h="1900732" extrusionOk="0">
                    <a:moveTo>
                      <a:pt x="129330" y="1900733"/>
                    </a:moveTo>
                    <a:lnTo>
                      <a:pt x="293355" y="0"/>
                    </a:lnTo>
                    <a:lnTo>
                      <a:pt x="248670" y="38475"/>
                    </a:lnTo>
                    <a:lnTo>
                      <a:pt x="0" y="1843830"/>
                    </a:lnTo>
                    <a:lnTo>
                      <a:pt x="129330" y="19007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6" name="Google Shape;1116;p26"/>
              <p:cNvSpPr/>
              <p:nvPr/>
            </p:nvSpPr>
            <p:spPr>
              <a:xfrm>
                <a:off x="-100708" y="3374427"/>
                <a:ext cx="689324" cy="472688"/>
              </a:xfrm>
              <a:custGeom>
                <a:avLst/>
                <a:gdLst/>
                <a:ahLst/>
                <a:cxnLst/>
                <a:rect l="l" t="t" r="r" b="b"/>
                <a:pathLst>
                  <a:path w="379793" h="260434" extrusionOk="0">
                    <a:moveTo>
                      <a:pt x="378540" y="254793"/>
                    </a:moveTo>
                    <a:cubicBezTo>
                      <a:pt x="378540" y="254793"/>
                      <a:pt x="221535" y="293336"/>
                      <a:pt x="0" y="168933"/>
                    </a:cubicBezTo>
                    <a:cubicBezTo>
                      <a:pt x="0" y="168933"/>
                      <a:pt x="52583" y="15708"/>
                      <a:pt x="181575" y="1128"/>
                    </a:cubicBezTo>
                    <a:cubicBezTo>
                      <a:pt x="198112" y="-762"/>
                      <a:pt x="215932" y="-357"/>
                      <a:pt x="235035" y="2951"/>
                    </a:cubicBezTo>
                    <a:cubicBezTo>
                      <a:pt x="336015" y="20433"/>
                      <a:pt x="367403" y="107643"/>
                      <a:pt x="376447" y="174603"/>
                    </a:cubicBezTo>
                    <a:cubicBezTo>
                      <a:pt x="382455" y="219220"/>
                      <a:pt x="378540" y="254793"/>
                      <a:pt x="378540" y="254793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7" name="Google Shape;1117;p26"/>
              <p:cNvSpPr/>
              <p:nvPr/>
            </p:nvSpPr>
            <p:spPr>
              <a:xfrm>
                <a:off x="-100708" y="3376597"/>
                <a:ext cx="689384" cy="470608"/>
              </a:xfrm>
              <a:custGeom>
                <a:avLst/>
                <a:gdLst/>
                <a:ahLst/>
                <a:cxnLst/>
                <a:rect l="l" t="t" r="r" b="b"/>
                <a:pathLst>
                  <a:path w="379826" h="259288" extrusionOk="0">
                    <a:moveTo>
                      <a:pt x="379822" y="226733"/>
                    </a:moveTo>
                    <a:cubicBezTo>
                      <a:pt x="379688" y="243270"/>
                      <a:pt x="378540" y="253665"/>
                      <a:pt x="378540" y="253665"/>
                    </a:cubicBezTo>
                    <a:cubicBezTo>
                      <a:pt x="378540" y="253665"/>
                      <a:pt x="221535" y="292140"/>
                      <a:pt x="0" y="167805"/>
                    </a:cubicBezTo>
                    <a:cubicBezTo>
                      <a:pt x="0" y="167805"/>
                      <a:pt x="20048" y="109350"/>
                      <a:pt x="65745" y="61223"/>
                    </a:cubicBezTo>
                    <a:cubicBezTo>
                      <a:pt x="94028" y="31455"/>
                      <a:pt x="132233" y="5603"/>
                      <a:pt x="181575" y="0"/>
                    </a:cubicBezTo>
                    <a:cubicBezTo>
                      <a:pt x="199935" y="67095"/>
                      <a:pt x="248873" y="169358"/>
                      <a:pt x="376447" y="173475"/>
                    </a:cubicBezTo>
                    <a:cubicBezTo>
                      <a:pt x="379215" y="193995"/>
                      <a:pt x="379890" y="212557"/>
                      <a:pt x="379822" y="226733"/>
                    </a:cubicBezTo>
                    <a:close/>
                  </a:path>
                </a:pathLst>
              </a:custGeom>
              <a:solidFill>
                <a:srgbClr val="1E3639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8" name="Google Shape;1118;p26"/>
              <p:cNvSpPr/>
              <p:nvPr/>
            </p:nvSpPr>
            <p:spPr>
              <a:xfrm>
                <a:off x="-100708" y="3487684"/>
                <a:ext cx="689377" cy="359488"/>
              </a:xfrm>
              <a:custGeom>
                <a:avLst/>
                <a:gdLst/>
                <a:ahLst/>
                <a:cxnLst/>
                <a:rect l="l" t="t" r="r" b="b"/>
                <a:pathLst>
                  <a:path w="379822" h="198065" extrusionOk="0">
                    <a:moveTo>
                      <a:pt x="379822" y="165510"/>
                    </a:moveTo>
                    <a:cubicBezTo>
                      <a:pt x="379688" y="182048"/>
                      <a:pt x="378540" y="192443"/>
                      <a:pt x="378540" y="192443"/>
                    </a:cubicBezTo>
                    <a:cubicBezTo>
                      <a:pt x="378540" y="192443"/>
                      <a:pt x="221535" y="230918"/>
                      <a:pt x="0" y="106582"/>
                    </a:cubicBezTo>
                    <a:cubicBezTo>
                      <a:pt x="0" y="106582"/>
                      <a:pt x="20048" y="48128"/>
                      <a:pt x="65745" y="0"/>
                    </a:cubicBezTo>
                    <a:cubicBezTo>
                      <a:pt x="90923" y="68378"/>
                      <a:pt x="164903" y="159233"/>
                      <a:pt x="379822" y="165510"/>
                    </a:cubicBezTo>
                    <a:close/>
                  </a:path>
                </a:pathLst>
              </a:custGeom>
              <a:solidFill>
                <a:srgbClr val="1E3639">
                  <a:alpha val="9800"/>
                </a:srgbClr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19" name="Google Shape;1119;p26"/>
              <p:cNvSpPr/>
              <p:nvPr/>
            </p:nvSpPr>
            <p:spPr>
              <a:xfrm>
                <a:off x="475677" y="-123969"/>
                <a:ext cx="978138" cy="4351766"/>
              </a:xfrm>
              <a:custGeom>
                <a:avLst/>
                <a:gdLst/>
                <a:ahLst/>
                <a:cxnLst/>
                <a:rect l="l" t="t" r="r" b="b"/>
                <a:pathLst>
                  <a:path w="538919" h="2397667" extrusionOk="0">
                    <a:moveTo>
                      <a:pt x="0" y="2306677"/>
                    </a:moveTo>
                    <a:lnTo>
                      <a:pt x="361868" y="0"/>
                    </a:lnTo>
                    <a:lnTo>
                      <a:pt x="538920" y="0"/>
                    </a:lnTo>
                    <a:lnTo>
                      <a:pt x="346883" y="2397668"/>
                    </a:lnTo>
                    <a:lnTo>
                      <a:pt x="0" y="2306677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0" name="Google Shape;1120;p26"/>
              <p:cNvSpPr/>
              <p:nvPr/>
            </p:nvSpPr>
            <p:spPr>
              <a:xfrm>
                <a:off x="475677" y="-123969"/>
                <a:ext cx="768887" cy="4248610"/>
              </a:xfrm>
              <a:custGeom>
                <a:avLst/>
                <a:gdLst/>
                <a:ahLst/>
                <a:cxnLst/>
                <a:rect l="l" t="t" r="r" b="b"/>
                <a:pathLst>
                  <a:path w="423629" h="2340832" extrusionOk="0">
                    <a:moveTo>
                      <a:pt x="0" y="2306677"/>
                    </a:moveTo>
                    <a:lnTo>
                      <a:pt x="361868" y="0"/>
                    </a:lnTo>
                    <a:lnTo>
                      <a:pt x="423630" y="0"/>
                    </a:lnTo>
                    <a:lnTo>
                      <a:pt x="130275" y="2340832"/>
                    </a:lnTo>
                    <a:lnTo>
                      <a:pt x="0" y="2306677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1" name="Google Shape;1121;p26"/>
              <p:cNvSpPr/>
              <p:nvPr/>
            </p:nvSpPr>
            <p:spPr>
              <a:xfrm>
                <a:off x="1304245" y="-123969"/>
                <a:ext cx="891401" cy="4289039"/>
              </a:xfrm>
              <a:custGeom>
                <a:avLst/>
                <a:gdLst/>
                <a:ahLst/>
                <a:cxnLst/>
                <a:rect l="l" t="t" r="r" b="b"/>
                <a:pathLst>
                  <a:path w="491130" h="2363107" extrusionOk="0">
                    <a:moveTo>
                      <a:pt x="0" y="2319503"/>
                    </a:moveTo>
                    <a:lnTo>
                      <a:pt x="415193" y="0"/>
                    </a:lnTo>
                    <a:lnTo>
                      <a:pt x="491130" y="0"/>
                    </a:lnTo>
                    <a:lnTo>
                      <a:pt x="191633" y="2363108"/>
                    </a:lnTo>
                    <a:lnTo>
                      <a:pt x="0" y="2319503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2" name="Google Shape;1122;p26"/>
              <p:cNvSpPr/>
              <p:nvPr/>
            </p:nvSpPr>
            <p:spPr>
              <a:xfrm>
                <a:off x="1244353" y="-123969"/>
                <a:ext cx="580464" cy="1210914"/>
              </a:xfrm>
              <a:custGeom>
                <a:avLst/>
                <a:gdLst/>
                <a:ahLst/>
                <a:cxnLst/>
                <a:rect l="l" t="t" r="r" b="b"/>
                <a:pathLst>
                  <a:path w="319815" h="667170" extrusionOk="0">
                    <a:moveTo>
                      <a:pt x="0" y="508613"/>
                    </a:moveTo>
                    <a:lnTo>
                      <a:pt x="250763" y="0"/>
                    </a:lnTo>
                    <a:lnTo>
                      <a:pt x="319815" y="0"/>
                    </a:lnTo>
                    <a:lnTo>
                      <a:pt x="41378" y="66717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3" name="Google Shape;1123;p26"/>
              <p:cNvSpPr/>
              <p:nvPr/>
            </p:nvSpPr>
            <p:spPr>
              <a:xfrm>
                <a:off x="1896920" y="1526433"/>
                <a:ext cx="334091" cy="247475"/>
              </a:xfrm>
              <a:custGeom>
                <a:avLst/>
                <a:gdLst/>
                <a:ahLst/>
                <a:cxnLst/>
                <a:rect l="l" t="t" r="r" b="b"/>
                <a:pathLst>
                  <a:path w="184072" h="136350" extrusionOk="0">
                    <a:moveTo>
                      <a:pt x="0" y="136350"/>
                    </a:moveTo>
                    <a:lnTo>
                      <a:pt x="184072" y="0"/>
                    </a:lnTo>
                    <a:lnTo>
                      <a:pt x="0" y="7776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4" name="Google Shape;1124;p26"/>
              <p:cNvSpPr/>
              <p:nvPr/>
            </p:nvSpPr>
            <p:spPr>
              <a:xfrm>
                <a:off x="1675479" y="1043010"/>
                <a:ext cx="221503" cy="356755"/>
              </a:xfrm>
              <a:custGeom>
                <a:avLst/>
                <a:gdLst/>
                <a:ahLst/>
                <a:cxnLst/>
                <a:rect l="l" t="t" r="r" b="b"/>
                <a:pathLst>
                  <a:path w="122040" h="196559" extrusionOk="0">
                    <a:moveTo>
                      <a:pt x="122040" y="116640"/>
                    </a:moveTo>
                    <a:lnTo>
                      <a:pt x="0" y="0"/>
                    </a:lnTo>
                    <a:lnTo>
                      <a:pt x="0" y="45495"/>
                    </a:lnTo>
                    <a:lnTo>
                      <a:pt x="82215" y="19656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5" name="Google Shape;1125;p26"/>
              <p:cNvSpPr/>
              <p:nvPr/>
            </p:nvSpPr>
            <p:spPr>
              <a:xfrm>
                <a:off x="117427" y="875703"/>
                <a:ext cx="413479" cy="472040"/>
              </a:xfrm>
              <a:custGeom>
                <a:avLst/>
                <a:gdLst/>
                <a:ahLst/>
                <a:cxnLst/>
                <a:rect l="l" t="t" r="r" b="b"/>
                <a:pathLst>
                  <a:path w="227812" h="260077" extrusionOk="0">
                    <a:moveTo>
                      <a:pt x="227813" y="199867"/>
                    </a:moveTo>
                    <a:lnTo>
                      <a:pt x="10732" y="0"/>
                    </a:lnTo>
                    <a:lnTo>
                      <a:pt x="0" y="29835"/>
                    </a:lnTo>
                    <a:lnTo>
                      <a:pt x="216405" y="260078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6" name="Google Shape;1126;p26"/>
              <p:cNvSpPr/>
              <p:nvPr/>
            </p:nvSpPr>
            <p:spPr>
              <a:xfrm>
                <a:off x="7862734" y="-177950"/>
                <a:ext cx="354187" cy="576896"/>
              </a:xfrm>
              <a:custGeom>
                <a:avLst/>
                <a:gdLst/>
                <a:ahLst/>
                <a:cxnLst/>
                <a:rect l="l" t="t" r="r" b="b"/>
                <a:pathLst>
                  <a:path w="187649" h="305640" extrusionOk="0">
                    <a:moveTo>
                      <a:pt x="187650" y="212220"/>
                    </a:moveTo>
                    <a:lnTo>
                      <a:pt x="57375" y="0"/>
                    </a:lnTo>
                    <a:lnTo>
                      <a:pt x="0" y="0"/>
                    </a:lnTo>
                    <a:lnTo>
                      <a:pt x="187650" y="30564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7" name="Google Shape;1127;p26"/>
              <p:cNvSpPr/>
              <p:nvPr/>
            </p:nvSpPr>
            <p:spPr>
              <a:xfrm>
                <a:off x="7577550" y="575832"/>
                <a:ext cx="690159" cy="285900"/>
              </a:xfrm>
              <a:custGeom>
                <a:avLst/>
                <a:gdLst/>
                <a:ahLst/>
                <a:cxnLst/>
                <a:rect l="l" t="t" r="r" b="b"/>
                <a:pathLst>
                  <a:path w="365647" h="151470" extrusionOk="0">
                    <a:moveTo>
                      <a:pt x="365647" y="99023"/>
                    </a:moveTo>
                    <a:lnTo>
                      <a:pt x="15660" y="0"/>
                    </a:lnTo>
                    <a:lnTo>
                      <a:pt x="0" y="24975"/>
                    </a:lnTo>
                    <a:lnTo>
                      <a:pt x="357008" y="151470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8" name="Google Shape;1128;p26"/>
              <p:cNvSpPr/>
              <p:nvPr/>
            </p:nvSpPr>
            <p:spPr>
              <a:xfrm>
                <a:off x="1304245" y="1489813"/>
                <a:ext cx="464566" cy="2634875"/>
              </a:xfrm>
              <a:custGeom>
                <a:avLst/>
                <a:gdLst/>
                <a:ahLst/>
                <a:cxnLst/>
                <a:rect l="l" t="t" r="r" b="b"/>
                <a:pathLst>
                  <a:path w="255959" h="1451722" extrusionOk="0">
                    <a:moveTo>
                      <a:pt x="255960" y="0"/>
                    </a:moveTo>
                    <a:lnTo>
                      <a:pt x="0" y="1430123"/>
                    </a:lnTo>
                    <a:lnTo>
                      <a:pt x="126900" y="1451723"/>
                    </a:lnTo>
                    <a:lnTo>
                      <a:pt x="25596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29" name="Google Shape;1129;p26"/>
              <p:cNvSpPr/>
              <p:nvPr/>
            </p:nvSpPr>
            <p:spPr>
              <a:xfrm>
                <a:off x="1145514" y="2051255"/>
                <a:ext cx="604475" cy="357368"/>
              </a:xfrm>
              <a:custGeom>
                <a:avLst/>
                <a:gdLst/>
                <a:ahLst/>
                <a:cxnLst/>
                <a:rect l="l" t="t" r="r" b="b"/>
                <a:pathLst>
                  <a:path w="333044" h="196897" extrusionOk="0">
                    <a:moveTo>
                      <a:pt x="0" y="120150"/>
                    </a:moveTo>
                    <a:lnTo>
                      <a:pt x="333045" y="0"/>
                    </a:lnTo>
                    <a:lnTo>
                      <a:pt x="333045" y="40567"/>
                    </a:lnTo>
                    <a:lnTo>
                      <a:pt x="25650" y="196897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30" name="Google Shape;1130;p26"/>
              <p:cNvGrpSpPr/>
              <p:nvPr/>
            </p:nvGrpSpPr>
            <p:grpSpPr>
              <a:xfrm>
                <a:off x="864424" y="3568266"/>
                <a:ext cx="7212862" cy="1379438"/>
                <a:chOff x="2499262" y="5515689"/>
                <a:chExt cx="3975124" cy="760230"/>
              </a:xfrm>
            </p:grpSpPr>
            <p:sp>
              <p:nvSpPr>
                <p:cNvPr id="1131" name="Google Shape;1131;p26"/>
                <p:cNvSpPr/>
                <p:nvPr/>
              </p:nvSpPr>
              <p:spPr>
                <a:xfrm>
                  <a:off x="6021644" y="5957676"/>
                  <a:ext cx="452741" cy="318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891" h="414649" extrusionOk="0">
                      <a:moveTo>
                        <a:pt x="588667" y="408540"/>
                      </a:moveTo>
                      <a:cubicBezTo>
                        <a:pt x="588667" y="408540"/>
                        <a:pt x="325688" y="439590"/>
                        <a:pt x="0" y="361695"/>
                      </a:cubicBezTo>
                      <a:cubicBezTo>
                        <a:pt x="0" y="361695"/>
                        <a:pt x="4995" y="333885"/>
                        <a:pt x="18360" y="293722"/>
                      </a:cubicBezTo>
                      <a:cubicBezTo>
                        <a:pt x="52583" y="191257"/>
                        <a:pt x="141548" y="8400"/>
                        <a:pt x="342292" y="232"/>
                      </a:cubicBezTo>
                      <a:cubicBezTo>
                        <a:pt x="450495" y="-4222"/>
                        <a:pt x="511852" y="55920"/>
                        <a:pt x="546345" y="131317"/>
                      </a:cubicBezTo>
                      <a:cubicBezTo>
                        <a:pt x="601155" y="250792"/>
                        <a:pt x="588667" y="408540"/>
                        <a:pt x="588667" y="40854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2" name="Google Shape;1132;p26"/>
                <p:cNvSpPr/>
                <p:nvPr/>
              </p:nvSpPr>
              <p:spPr>
                <a:xfrm>
                  <a:off x="6021644" y="6058366"/>
                  <a:ext cx="452741" cy="21745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89891" h="283332" extrusionOk="0">
                      <a:moveTo>
                        <a:pt x="588667" y="277223"/>
                      </a:moveTo>
                      <a:cubicBezTo>
                        <a:pt x="588667" y="277223"/>
                        <a:pt x="325688" y="308273"/>
                        <a:pt x="0" y="230378"/>
                      </a:cubicBezTo>
                      <a:cubicBezTo>
                        <a:pt x="0" y="230378"/>
                        <a:pt x="4995" y="202568"/>
                        <a:pt x="18360" y="162405"/>
                      </a:cubicBezTo>
                      <a:cubicBezTo>
                        <a:pt x="156735" y="176783"/>
                        <a:pt x="441180" y="181643"/>
                        <a:pt x="546345" y="0"/>
                      </a:cubicBezTo>
                      <a:cubicBezTo>
                        <a:pt x="601155" y="119475"/>
                        <a:pt x="588667" y="277223"/>
                        <a:pt x="588667" y="27722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3" name="Google Shape;1133;p26"/>
                <p:cNvSpPr/>
                <p:nvPr/>
              </p:nvSpPr>
              <p:spPr>
                <a:xfrm>
                  <a:off x="6159162" y="6006247"/>
                  <a:ext cx="106203" cy="9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8375" h="126899" extrusionOk="0">
                      <a:moveTo>
                        <a:pt x="138375" y="63450"/>
                      </a:moveTo>
                      <a:cubicBezTo>
                        <a:pt x="138375" y="98492"/>
                        <a:pt x="107399" y="126900"/>
                        <a:pt x="69188" y="126900"/>
                      </a:cubicBezTo>
                      <a:cubicBezTo>
                        <a:pt x="30977" y="126900"/>
                        <a:pt x="0" y="98493"/>
                        <a:pt x="0" y="63450"/>
                      </a:cubicBezTo>
                      <a:cubicBezTo>
                        <a:pt x="0" y="28408"/>
                        <a:pt x="30977" y="0"/>
                        <a:pt x="69188" y="0"/>
                      </a:cubicBezTo>
                      <a:cubicBezTo>
                        <a:pt x="107399" y="0"/>
                        <a:pt x="138375" y="28407"/>
                        <a:pt x="138375" y="63450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4" name="Google Shape;1134;p26"/>
                <p:cNvSpPr/>
                <p:nvPr/>
              </p:nvSpPr>
              <p:spPr>
                <a:xfrm>
                  <a:off x="6291763" y="6022447"/>
                  <a:ext cx="35954" cy="359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45" h="46845" extrusionOk="0">
                      <a:moveTo>
                        <a:pt x="46845" y="23423"/>
                      </a:moveTo>
                      <a:cubicBezTo>
                        <a:pt x="46845" y="36383"/>
                        <a:pt x="36382" y="46845"/>
                        <a:pt x="23422" y="46845"/>
                      </a:cubicBezTo>
                      <a:cubicBezTo>
                        <a:pt x="10462" y="46845"/>
                        <a:pt x="0" y="36383"/>
                        <a:pt x="0" y="23423"/>
                      </a:cubicBezTo>
                      <a:cubicBezTo>
                        <a:pt x="0" y="10463"/>
                        <a:pt x="10462" y="0"/>
                        <a:pt x="23422" y="0"/>
                      </a:cubicBezTo>
                      <a:cubicBezTo>
                        <a:pt x="36382" y="0"/>
                        <a:pt x="46845" y="10463"/>
                        <a:pt x="46845" y="2342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5" name="Google Shape;1135;p26"/>
                <p:cNvSpPr/>
                <p:nvPr/>
              </p:nvSpPr>
              <p:spPr>
                <a:xfrm>
                  <a:off x="2499262" y="5515689"/>
                  <a:ext cx="678315" cy="50267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315" h="502677" extrusionOk="0">
                      <a:moveTo>
                        <a:pt x="678240" y="502677"/>
                      </a:moveTo>
                      <a:cubicBezTo>
                        <a:pt x="678240" y="502677"/>
                        <a:pt x="365783" y="467172"/>
                        <a:pt x="0" y="395623"/>
                      </a:cubicBezTo>
                      <a:cubicBezTo>
                        <a:pt x="0" y="395623"/>
                        <a:pt x="11273" y="226940"/>
                        <a:pt x="98077" y="109895"/>
                      </a:cubicBezTo>
                      <a:cubicBezTo>
                        <a:pt x="151740" y="37603"/>
                        <a:pt x="234158" y="-14980"/>
                        <a:pt x="360585" y="3853"/>
                      </a:cubicBezTo>
                      <a:cubicBezTo>
                        <a:pt x="586913" y="37603"/>
                        <a:pt x="652253" y="258260"/>
                        <a:pt x="670883" y="394543"/>
                      </a:cubicBezTo>
                      <a:cubicBezTo>
                        <a:pt x="679590" y="457655"/>
                        <a:pt x="678240" y="502677"/>
                        <a:pt x="678240" y="502677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6" name="Google Shape;1136;p26"/>
                <p:cNvSpPr/>
                <p:nvPr/>
              </p:nvSpPr>
              <p:spPr>
                <a:xfrm>
                  <a:off x="2499262" y="5625584"/>
                  <a:ext cx="678315" cy="3927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78315" h="392782" extrusionOk="0">
                      <a:moveTo>
                        <a:pt x="678240" y="392783"/>
                      </a:moveTo>
                      <a:cubicBezTo>
                        <a:pt x="678240" y="392783"/>
                        <a:pt x="365783" y="357277"/>
                        <a:pt x="0" y="285728"/>
                      </a:cubicBezTo>
                      <a:cubicBezTo>
                        <a:pt x="0" y="285728"/>
                        <a:pt x="11273" y="117045"/>
                        <a:pt x="98077" y="0"/>
                      </a:cubicBezTo>
                      <a:cubicBezTo>
                        <a:pt x="168143" y="77490"/>
                        <a:pt x="364365" y="260618"/>
                        <a:pt x="670883" y="284648"/>
                      </a:cubicBezTo>
                      <a:cubicBezTo>
                        <a:pt x="679590" y="347760"/>
                        <a:pt x="678240" y="392783"/>
                        <a:pt x="678240" y="392783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7" name="Google Shape;1137;p26"/>
                <p:cNvSpPr/>
                <p:nvPr/>
              </p:nvSpPr>
              <p:spPr>
                <a:xfrm>
                  <a:off x="2726940" y="5625585"/>
                  <a:ext cx="59264" cy="5926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9264" h="59264" extrusionOk="0">
                      <a:moveTo>
                        <a:pt x="59265" y="29632"/>
                      </a:moveTo>
                      <a:cubicBezTo>
                        <a:pt x="59265" y="45998"/>
                        <a:pt x="45998" y="59265"/>
                        <a:pt x="29633" y="59265"/>
                      </a:cubicBezTo>
                      <a:cubicBezTo>
                        <a:pt x="13267" y="59265"/>
                        <a:pt x="0" y="45998"/>
                        <a:pt x="0" y="29632"/>
                      </a:cubicBezTo>
                      <a:cubicBezTo>
                        <a:pt x="0" y="13267"/>
                        <a:pt x="13267" y="0"/>
                        <a:pt x="29633" y="0"/>
                      </a:cubicBezTo>
                      <a:cubicBezTo>
                        <a:pt x="45998" y="0"/>
                        <a:pt x="59265" y="13267"/>
                        <a:pt x="59265" y="2963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8" name="Google Shape;1138;p26"/>
                <p:cNvSpPr/>
                <p:nvPr/>
              </p:nvSpPr>
              <p:spPr>
                <a:xfrm rot="-2700000">
                  <a:off x="2823868" y="5716928"/>
                  <a:ext cx="209501" cy="20950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9385" h="209385" extrusionOk="0">
                      <a:moveTo>
                        <a:pt x="209385" y="104692"/>
                      </a:moveTo>
                      <a:cubicBezTo>
                        <a:pt x="209385" y="162512"/>
                        <a:pt x="162513" y="209385"/>
                        <a:pt x="104693" y="209385"/>
                      </a:cubicBezTo>
                      <a:cubicBezTo>
                        <a:pt x="46872" y="209385"/>
                        <a:pt x="0" y="162512"/>
                        <a:pt x="0" y="104692"/>
                      </a:cubicBezTo>
                      <a:cubicBezTo>
                        <a:pt x="0" y="46872"/>
                        <a:pt x="46872" y="0"/>
                        <a:pt x="104693" y="0"/>
                      </a:cubicBezTo>
                      <a:cubicBezTo>
                        <a:pt x="162513" y="0"/>
                        <a:pt x="209385" y="46872"/>
                        <a:pt x="209385" y="104692"/>
                      </a:cubicBezTo>
                      <a:close/>
                    </a:path>
                  </a:pathLst>
                </a:custGeom>
                <a:solidFill>
                  <a:srgbClr val="1E3639">
                    <a:alpha val="9800"/>
                  </a:srgbClr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39" name="Google Shape;1139;p26"/>
                <p:cNvSpPr/>
                <p:nvPr/>
              </p:nvSpPr>
              <p:spPr>
                <a:xfrm>
                  <a:off x="3294210" y="5892450"/>
                  <a:ext cx="170572" cy="6624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0572" h="66247" extrusionOk="0">
                      <a:moveTo>
                        <a:pt x="0" y="33914"/>
                      </a:moveTo>
                      <a:lnTo>
                        <a:pt x="170572" y="66247"/>
                      </a:lnTo>
                      <a:cubicBezTo>
                        <a:pt x="170572" y="66247"/>
                        <a:pt x="116707" y="-58088"/>
                        <a:pt x="0" y="33914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0" name="Google Shape;1140;p26"/>
                <p:cNvSpPr/>
                <p:nvPr/>
              </p:nvSpPr>
              <p:spPr>
                <a:xfrm>
                  <a:off x="3294210" y="6025237"/>
                  <a:ext cx="238747" cy="11003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747" h="110039" extrusionOk="0">
                      <a:moveTo>
                        <a:pt x="0" y="59010"/>
                      </a:moveTo>
                      <a:lnTo>
                        <a:pt x="238747" y="110040"/>
                      </a:lnTo>
                      <a:cubicBezTo>
                        <a:pt x="238747" y="110040"/>
                        <a:pt x="149310" y="-98873"/>
                        <a:pt x="0" y="5901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41" name="Google Shape;1141;p26"/>
                <p:cNvSpPr/>
                <p:nvPr/>
              </p:nvSpPr>
              <p:spPr>
                <a:xfrm>
                  <a:off x="4515352" y="6119605"/>
                  <a:ext cx="121432" cy="437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1432" h="43709" extrusionOk="0">
                      <a:moveTo>
                        <a:pt x="121433" y="43710"/>
                      </a:moveTo>
                      <a:lnTo>
                        <a:pt x="0" y="17182"/>
                      </a:lnTo>
                      <a:cubicBezTo>
                        <a:pt x="0" y="17182"/>
                        <a:pt x="90248" y="-35535"/>
                        <a:pt x="121433" y="43710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42" name="Google Shape;1142;p26"/>
              <p:cNvSpPr/>
              <p:nvPr/>
            </p:nvSpPr>
            <p:spPr>
              <a:xfrm>
                <a:off x="-75975" y="-788325"/>
                <a:ext cx="2744239" cy="1551385"/>
              </a:xfrm>
              <a:custGeom>
                <a:avLst/>
                <a:gdLst/>
                <a:ahLst/>
                <a:cxnLst/>
                <a:rect l="l" t="t" r="r" b="b"/>
                <a:pathLst>
                  <a:path w="1581694" h="894170" extrusionOk="0">
                    <a:moveTo>
                      <a:pt x="1301726" y="0"/>
                    </a:moveTo>
                    <a:cubicBezTo>
                      <a:pt x="1301726" y="0"/>
                      <a:pt x="1441827" y="120456"/>
                      <a:pt x="1284081" y="271673"/>
                    </a:cubicBezTo>
                    <a:cubicBezTo>
                      <a:pt x="1372835" y="370132"/>
                      <a:pt x="1256614" y="488706"/>
                      <a:pt x="1141627" y="449946"/>
                    </a:cubicBezTo>
                    <a:cubicBezTo>
                      <a:pt x="1226147" y="551993"/>
                      <a:pt x="1208502" y="584930"/>
                      <a:pt x="1208502" y="584930"/>
                    </a:cubicBezTo>
                    <a:cubicBezTo>
                      <a:pt x="1208502" y="584930"/>
                      <a:pt x="1251379" y="475766"/>
                      <a:pt x="1359014" y="534406"/>
                    </a:cubicBezTo>
                    <a:cubicBezTo>
                      <a:pt x="1402126" y="452240"/>
                      <a:pt x="1504525" y="489941"/>
                      <a:pt x="1485586" y="564991"/>
                    </a:cubicBezTo>
                    <a:cubicBezTo>
                      <a:pt x="1621394" y="534406"/>
                      <a:pt x="1621394" y="843428"/>
                      <a:pt x="1433240" y="802198"/>
                    </a:cubicBezTo>
                    <a:cubicBezTo>
                      <a:pt x="1342250" y="955591"/>
                      <a:pt x="1135158" y="905480"/>
                      <a:pt x="1128923" y="737794"/>
                    </a:cubicBezTo>
                    <a:cubicBezTo>
                      <a:pt x="1030288" y="824313"/>
                      <a:pt x="983176" y="708444"/>
                      <a:pt x="983176" y="708444"/>
                    </a:cubicBezTo>
                    <a:cubicBezTo>
                      <a:pt x="983176" y="708444"/>
                      <a:pt x="748322" y="876542"/>
                      <a:pt x="564697" y="708444"/>
                    </a:cubicBezTo>
                    <a:cubicBezTo>
                      <a:pt x="408833" y="766614"/>
                      <a:pt x="0" y="763085"/>
                      <a:pt x="0" y="763085"/>
                    </a:cubicBezTo>
                    <a:lnTo>
                      <a:pt x="0" y="0"/>
                    </a:lnTo>
                    <a:lnTo>
                      <a:pt x="1301609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">
    <p:spTree>
      <p:nvGrpSpPr>
        <p:cNvPr id="1" name="Shape 1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4" name="Google Shape;1144;p27"/>
          <p:cNvGrpSpPr/>
          <p:nvPr/>
        </p:nvGrpSpPr>
        <p:grpSpPr>
          <a:xfrm>
            <a:off x="-507242" y="-18530"/>
            <a:ext cx="10037844" cy="5679760"/>
            <a:chOff x="-507242" y="-18530"/>
            <a:chExt cx="10037844" cy="5679760"/>
          </a:xfrm>
        </p:grpSpPr>
        <p:grpSp>
          <p:nvGrpSpPr>
            <p:cNvPr id="1145" name="Google Shape;1145;p27"/>
            <p:cNvGrpSpPr/>
            <p:nvPr/>
          </p:nvGrpSpPr>
          <p:grpSpPr>
            <a:xfrm flipH="1">
              <a:off x="-465829" y="-15986"/>
              <a:ext cx="9996432" cy="5677216"/>
              <a:chOff x="6596010" y="4019772"/>
              <a:chExt cx="4741465" cy="2692793"/>
            </a:xfrm>
          </p:grpSpPr>
          <p:sp>
            <p:nvSpPr>
              <p:cNvPr id="1146" name="Google Shape;1146;p27"/>
              <p:cNvSpPr/>
              <p:nvPr/>
            </p:nvSpPr>
            <p:spPr>
              <a:xfrm>
                <a:off x="6596010" y="5215028"/>
                <a:ext cx="4719550" cy="1497537"/>
              </a:xfrm>
              <a:custGeom>
                <a:avLst/>
                <a:gdLst/>
                <a:ahLst/>
                <a:cxnLst/>
                <a:rect l="l" t="t" r="r" b="b"/>
                <a:pathLst>
                  <a:path w="4719550" h="1497537" extrusionOk="0">
                    <a:moveTo>
                      <a:pt x="149760" y="429330"/>
                    </a:moveTo>
                    <a:cubicBezTo>
                      <a:pt x="149760" y="429330"/>
                      <a:pt x="994574" y="1035328"/>
                      <a:pt x="2326142" y="1022531"/>
                    </a:cubicBezTo>
                    <a:cubicBezTo>
                      <a:pt x="3657644" y="1009799"/>
                      <a:pt x="4719551" y="0"/>
                      <a:pt x="4719551" y="0"/>
                    </a:cubicBezTo>
                    <a:lnTo>
                      <a:pt x="4719551" y="1497538"/>
                    </a:lnTo>
                    <a:lnTo>
                      <a:pt x="0" y="1410648"/>
                    </a:lnTo>
                    <a:lnTo>
                      <a:pt x="149760" y="429330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7" name="Google Shape;1147;p27"/>
              <p:cNvSpPr/>
              <p:nvPr/>
            </p:nvSpPr>
            <p:spPr>
              <a:xfrm>
                <a:off x="6895622" y="5596180"/>
                <a:ext cx="171089" cy="153829"/>
              </a:xfrm>
              <a:custGeom>
                <a:avLst/>
                <a:gdLst/>
                <a:ahLst/>
                <a:cxnLst/>
                <a:rect l="l" t="t" r="r" b="b"/>
                <a:pathLst>
                  <a:path w="171089" h="153829" extrusionOk="0">
                    <a:moveTo>
                      <a:pt x="136898" y="0"/>
                    </a:moveTo>
                    <a:lnTo>
                      <a:pt x="0" y="134207"/>
                    </a:lnTo>
                    <a:lnTo>
                      <a:pt x="50926" y="153829"/>
                    </a:lnTo>
                    <a:lnTo>
                      <a:pt x="171089" y="17916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8" name="Google Shape;1148;p27"/>
              <p:cNvSpPr/>
              <p:nvPr/>
            </p:nvSpPr>
            <p:spPr>
              <a:xfrm>
                <a:off x="10822108" y="4019772"/>
                <a:ext cx="515367" cy="2033774"/>
              </a:xfrm>
              <a:custGeom>
                <a:avLst/>
                <a:gdLst/>
                <a:ahLst/>
                <a:cxnLst/>
                <a:rect l="l" t="t" r="r" b="b"/>
                <a:pathLst>
                  <a:path w="515367" h="2033774" extrusionOk="0">
                    <a:moveTo>
                      <a:pt x="198914" y="2033774"/>
                    </a:moveTo>
                    <a:lnTo>
                      <a:pt x="0" y="0"/>
                    </a:lnTo>
                    <a:lnTo>
                      <a:pt x="95159" y="0"/>
                    </a:lnTo>
                    <a:lnTo>
                      <a:pt x="198914" y="412661"/>
                    </a:lnTo>
                    <a:lnTo>
                      <a:pt x="368757" y="0"/>
                    </a:lnTo>
                    <a:lnTo>
                      <a:pt x="434187" y="0"/>
                    </a:lnTo>
                    <a:lnTo>
                      <a:pt x="238619" y="564719"/>
                    </a:lnTo>
                    <a:lnTo>
                      <a:pt x="515367" y="1957056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49" name="Google Shape;1149;p27"/>
              <p:cNvSpPr/>
              <p:nvPr/>
            </p:nvSpPr>
            <p:spPr>
              <a:xfrm>
                <a:off x="10655673" y="4019776"/>
                <a:ext cx="155881" cy="1824546"/>
              </a:xfrm>
              <a:custGeom>
                <a:avLst/>
                <a:gdLst/>
                <a:ahLst/>
                <a:cxnLst/>
                <a:rect l="l" t="t" r="r" b="b"/>
                <a:pathLst>
                  <a:path w="181785" h="2127751" extrusionOk="0">
                    <a:moveTo>
                      <a:pt x="181786" y="2127752"/>
                    </a:moveTo>
                    <a:lnTo>
                      <a:pt x="108284" y="0"/>
                    </a:lnTo>
                    <a:lnTo>
                      <a:pt x="33667" y="0"/>
                    </a:lnTo>
                    <a:lnTo>
                      <a:pt x="0" y="2127752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0" name="Google Shape;1150;p27"/>
              <p:cNvSpPr/>
              <p:nvPr/>
            </p:nvSpPr>
            <p:spPr>
              <a:xfrm>
                <a:off x="10482319" y="4019776"/>
                <a:ext cx="225775" cy="364437"/>
              </a:xfrm>
              <a:custGeom>
                <a:avLst/>
                <a:gdLst/>
                <a:ahLst/>
                <a:cxnLst/>
                <a:rect l="l" t="t" r="r" b="b"/>
                <a:pathLst>
                  <a:path w="263294" h="424999" extrusionOk="0">
                    <a:moveTo>
                      <a:pt x="263295" y="247741"/>
                    </a:moveTo>
                    <a:lnTo>
                      <a:pt x="53158" y="0"/>
                    </a:lnTo>
                    <a:lnTo>
                      <a:pt x="0" y="0"/>
                    </a:lnTo>
                    <a:lnTo>
                      <a:pt x="263295" y="424999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1" name="Google Shape;1151;p27"/>
              <p:cNvSpPr/>
              <p:nvPr/>
            </p:nvSpPr>
            <p:spPr>
              <a:xfrm>
                <a:off x="10586995" y="4657186"/>
                <a:ext cx="137143" cy="112325"/>
              </a:xfrm>
              <a:custGeom>
                <a:avLst/>
                <a:gdLst/>
                <a:ahLst/>
                <a:cxnLst/>
                <a:rect l="l" t="t" r="r" b="b"/>
                <a:pathLst>
                  <a:path w="159933" h="130991" extrusionOk="0">
                    <a:moveTo>
                      <a:pt x="159933" y="61099"/>
                    </a:moveTo>
                    <a:lnTo>
                      <a:pt x="9713" y="0"/>
                    </a:lnTo>
                    <a:lnTo>
                      <a:pt x="0" y="30582"/>
                    </a:lnTo>
                    <a:lnTo>
                      <a:pt x="141360" y="130991"/>
                    </a:ln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2" name="Google Shape;1152;p27"/>
              <p:cNvSpPr/>
              <p:nvPr/>
            </p:nvSpPr>
            <p:spPr>
              <a:xfrm>
                <a:off x="6737921" y="5334788"/>
                <a:ext cx="410309" cy="474547"/>
              </a:xfrm>
              <a:custGeom>
                <a:avLst/>
                <a:gdLst/>
                <a:ahLst/>
                <a:cxnLst/>
                <a:rect l="l" t="t" r="r" b="b"/>
                <a:pathLst>
                  <a:path w="410309" h="474547" extrusionOk="0">
                    <a:moveTo>
                      <a:pt x="25660" y="0"/>
                    </a:moveTo>
                    <a:cubicBezTo>
                      <a:pt x="25660" y="0"/>
                      <a:pt x="412661" y="81574"/>
                      <a:pt x="410299" y="474547"/>
                    </a:cubicBezTo>
                    <a:cubicBezTo>
                      <a:pt x="353532" y="458272"/>
                      <a:pt x="379585" y="444819"/>
                      <a:pt x="379585" y="444819"/>
                    </a:cubicBezTo>
                    <a:cubicBezTo>
                      <a:pt x="379585" y="444819"/>
                      <a:pt x="264542" y="129679"/>
                      <a:pt x="0" y="104741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3" name="Google Shape;1153;p27"/>
              <p:cNvSpPr/>
              <p:nvPr/>
            </p:nvSpPr>
            <p:spPr>
              <a:xfrm>
                <a:off x="10358967" y="5320400"/>
                <a:ext cx="347406" cy="538326"/>
              </a:xfrm>
              <a:custGeom>
                <a:avLst/>
                <a:gdLst/>
                <a:ahLst/>
                <a:cxnLst/>
                <a:rect l="l" t="t" r="r" b="b"/>
                <a:pathLst>
                  <a:path w="405138" h="627785" extrusionOk="0">
                    <a:moveTo>
                      <a:pt x="556" y="627786"/>
                    </a:moveTo>
                    <a:cubicBezTo>
                      <a:pt x="556" y="627786"/>
                      <a:pt x="-31864" y="157111"/>
                      <a:pt x="398255" y="0"/>
                    </a:cubicBezTo>
                    <a:cubicBezTo>
                      <a:pt x="413742" y="61099"/>
                      <a:pt x="398255" y="38063"/>
                      <a:pt x="398255" y="38063"/>
                    </a:cubicBezTo>
                    <a:cubicBezTo>
                      <a:pt x="398255" y="38063"/>
                      <a:pt x="42951" y="207250"/>
                      <a:pt x="58307" y="601798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4" name="Google Shape;1154;p27"/>
              <p:cNvSpPr/>
              <p:nvPr/>
            </p:nvSpPr>
            <p:spPr>
              <a:xfrm>
                <a:off x="6871996" y="5310178"/>
                <a:ext cx="43444" cy="43444"/>
              </a:xfrm>
              <a:custGeom>
                <a:avLst/>
                <a:gdLst/>
                <a:ahLst/>
                <a:cxnLst/>
                <a:rect l="l" t="t" r="r" b="b"/>
                <a:pathLst>
                  <a:path w="43444" h="43444" extrusionOk="0">
                    <a:moveTo>
                      <a:pt x="43445" y="21722"/>
                    </a:moveTo>
                    <a:cubicBezTo>
                      <a:pt x="43445" y="33732"/>
                      <a:pt x="33732" y="43445"/>
                      <a:pt x="21722" y="43445"/>
                    </a:cubicBezTo>
                    <a:cubicBezTo>
                      <a:pt x="9713" y="43445"/>
                      <a:pt x="0" y="33732"/>
                      <a:pt x="0" y="21722"/>
                    </a:cubicBezTo>
                    <a:cubicBezTo>
                      <a:pt x="0" y="9713"/>
                      <a:pt x="9713" y="0"/>
                      <a:pt x="21722" y="0"/>
                    </a:cubicBezTo>
                    <a:cubicBezTo>
                      <a:pt x="33732" y="0"/>
                      <a:pt x="43445" y="9713"/>
                      <a:pt x="43445" y="21722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5" name="Google Shape;1155;p27"/>
              <p:cNvSpPr/>
              <p:nvPr/>
            </p:nvSpPr>
            <p:spPr>
              <a:xfrm>
                <a:off x="6915507" y="5243501"/>
                <a:ext cx="61820" cy="61820"/>
              </a:xfrm>
              <a:custGeom>
                <a:avLst/>
                <a:gdLst/>
                <a:ahLst/>
                <a:cxnLst/>
                <a:rect l="l" t="t" r="r" b="b"/>
                <a:pathLst>
                  <a:path w="61820" h="61820" extrusionOk="0">
                    <a:moveTo>
                      <a:pt x="61820" y="30910"/>
                    </a:moveTo>
                    <a:cubicBezTo>
                      <a:pt x="61820" y="47981"/>
                      <a:pt x="47981" y="61820"/>
                      <a:pt x="30910" y="61820"/>
                    </a:cubicBezTo>
                    <a:cubicBezTo>
                      <a:pt x="13839" y="61820"/>
                      <a:pt x="0" y="47981"/>
                      <a:pt x="0" y="30910"/>
                    </a:cubicBezTo>
                    <a:cubicBezTo>
                      <a:pt x="0" y="13839"/>
                      <a:pt x="13839" y="0"/>
                      <a:pt x="30910" y="0"/>
                    </a:cubicBezTo>
                    <a:cubicBezTo>
                      <a:pt x="47981" y="0"/>
                      <a:pt x="61820" y="13839"/>
                      <a:pt x="61820" y="3091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6" name="Google Shape;1156;p27"/>
              <p:cNvSpPr/>
              <p:nvPr/>
            </p:nvSpPr>
            <p:spPr>
              <a:xfrm>
                <a:off x="6946417" y="5342270"/>
                <a:ext cx="48826" cy="48826"/>
              </a:xfrm>
              <a:custGeom>
                <a:avLst/>
                <a:gdLst/>
                <a:ahLst/>
                <a:cxnLst/>
                <a:rect l="l" t="t" r="r" b="b"/>
                <a:pathLst>
                  <a:path w="48826" h="48826" extrusionOk="0">
                    <a:moveTo>
                      <a:pt x="48826" y="24413"/>
                    </a:moveTo>
                    <a:cubicBezTo>
                      <a:pt x="48826" y="37867"/>
                      <a:pt x="37866" y="48826"/>
                      <a:pt x="24413" y="48826"/>
                    </a:cubicBezTo>
                    <a:cubicBezTo>
                      <a:pt x="10960" y="48826"/>
                      <a:pt x="0" y="37867"/>
                      <a:pt x="0" y="24413"/>
                    </a:cubicBezTo>
                    <a:cubicBezTo>
                      <a:pt x="0" y="10960"/>
                      <a:pt x="10960" y="0"/>
                      <a:pt x="24413" y="0"/>
                    </a:cubicBezTo>
                    <a:cubicBezTo>
                      <a:pt x="37866" y="0"/>
                      <a:pt x="48826" y="10960"/>
                      <a:pt x="48826" y="24413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7" name="Google Shape;1157;p27"/>
              <p:cNvSpPr/>
              <p:nvPr/>
            </p:nvSpPr>
            <p:spPr>
              <a:xfrm rot="-4664114">
                <a:off x="6851825" y="5365074"/>
                <a:ext cx="68996" cy="6564"/>
              </a:xfrm>
              <a:custGeom>
                <a:avLst/>
                <a:gdLst/>
                <a:ahLst/>
                <a:cxnLst/>
                <a:rect l="l" t="t" r="r" b="b"/>
                <a:pathLst>
                  <a:path w="68973" h="6562" extrusionOk="0">
                    <a:moveTo>
                      <a:pt x="0" y="0"/>
                    </a:moveTo>
                    <a:lnTo>
                      <a:pt x="68974" y="0"/>
                    </a:lnTo>
                    <a:lnTo>
                      <a:pt x="68974" y="6563"/>
                    </a:lnTo>
                    <a:lnTo>
                      <a:pt x="0" y="65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8" name="Google Shape;1158;p27"/>
              <p:cNvSpPr/>
              <p:nvPr/>
            </p:nvSpPr>
            <p:spPr>
              <a:xfrm rot="-4106279">
                <a:off x="6851963" y="5343239"/>
                <a:ext cx="138010" cy="6562"/>
              </a:xfrm>
              <a:custGeom>
                <a:avLst/>
                <a:gdLst/>
                <a:ahLst/>
                <a:cxnLst/>
                <a:rect l="l" t="t" r="r" b="b"/>
                <a:pathLst>
                  <a:path w="138013" h="6562" extrusionOk="0">
                    <a:moveTo>
                      <a:pt x="0" y="0"/>
                    </a:moveTo>
                    <a:lnTo>
                      <a:pt x="138013" y="0"/>
                    </a:lnTo>
                    <a:lnTo>
                      <a:pt x="138013" y="6562"/>
                    </a:lnTo>
                    <a:lnTo>
                      <a:pt x="0" y="656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59" name="Google Shape;1159;p27"/>
              <p:cNvSpPr/>
              <p:nvPr/>
            </p:nvSpPr>
            <p:spPr>
              <a:xfrm rot="-2119258">
                <a:off x="6894140" y="5388195"/>
                <a:ext cx="84365" cy="6555"/>
              </a:xfrm>
              <a:custGeom>
                <a:avLst/>
                <a:gdLst/>
                <a:ahLst/>
                <a:cxnLst/>
                <a:rect l="l" t="t" r="r" b="b"/>
                <a:pathLst>
                  <a:path w="84461" h="6562" extrusionOk="0">
                    <a:moveTo>
                      <a:pt x="0" y="0"/>
                    </a:moveTo>
                    <a:lnTo>
                      <a:pt x="84462" y="0"/>
                    </a:lnTo>
                    <a:lnTo>
                      <a:pt x="84462" y="6563"/>
                    </a:lnTo>
                    <a:lnTo>
                      <a:pt x="0" y="6563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0" name="Google Shape;1160;p27"/>
              <p:cNvSpPr/>
              <p:nvPr/>
            </p:nvSpPr>
            <p:spPr>
              <a:xfrm rot="-2657561">
                <a:off x="10516082" y="5337767"/>
                <a:ext cx="5638" cy="104992"/>
              </a:xfrm>
              <a:custGeom>
                <a:avLst/>
                <a:gdLst/>
                <a:ahLst/>
                <a:cxnLst/>
                <a:rect l="l" t="t" r="r" b="b"/>
                <a:pathLst>
                  <a:path w="6562" h="122197" extrusionOk="0">
                    <a:moveTo>
                      <a:pt x="0" y="0"/>
                    </a:moveTo>
                    <a:lnTo>
                      <a:pt x="6563" y="0"/>
                    </a:lnTo>
                    <a:lnTo>
                      <a:pt x="6563" y="122197"/>
                    </a:lnTo>
                    <a:lnTo>
                      <a:pt x="0" y="122197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1" name="Google Shape;1161;p27"/>
              <p:cNvSpPr/>
              <p:nvPr/>
            </p:nvSpPr>
            <p:spPr>
              <a:xfrm rot="-1508872">
                <a:off x="10558617" y="5250615"/>
                <a:ext cx="5636" cy="146781"/>
              </a:xfrm>
              <a:custGeom>
                <a:avLst/>
                <a:gdLst/>
                <a:ahLst/>
                <a:cxnLst/>
                <a:rect l="l" t="t" r="r" b="b"/>
                <a:pathLst>
                  <a:path w="6562" h="170892" extrusionOk="0">
                    <a:moveTo>
                      <a:pt x="0" y="0"/>
                    </a:moveTo>
                    <a:lnTo>
                      <a:pt x="6563" y="0"/>
                    </a:lnTo>
                    <a:lnTo>
                      <a:pt x="6563" y="170892"/>
                    </a:lnTo>
                    <a:lnTo>
                      <a:pt x="0" y="170892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2" name="Google Shape;1162;p27"/>
              <p:cNvSpPr/>
              <p:nvPr/>
            </p:nvSpPr>
            <p:spPr>
              <a:xfrm rot="-912670">
                <a:off x="10601360" y="5312036"/>
                <a:ext cx="5627" cy="67420"/>
              </a:xfrm>
              <a:custGeom>
                <a:avLst/>
                <a:gdLst/>
                <a:ahLst/>
                <a:cxnLst/>
                <a:rect l="l" t="t" r="r" b="b"/>
                <a:pathLst>
                  <a:path w="6562" h="78620" extrusionOk="0">
                    <a:moveTo>
                      <a:pt x="0" y="0"/>
                    </a:moveTo>
                    <a:lnTo>
                      <a:pt x="6563" y="0"/>
                    </a:lnTo>
                    <a:lnTo>
                      <a:pt x="6563" y="78621"/>
                    </a:lnTo>
                    <a:lnTo>
                      <a:pt x="0" y="78621"/>
                    </a:ln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3" name="Google Shape;1163;p27"/>
              <p:cNvSpPr/>
              <p:nvPr/>
            </p:nvSpPr>
            <p:spPr>
              <a:xfrm>
                <a:off x="10468853" y="5339216"/>
                <a:ext cx="35340" cy="35340"/>
              </a:xfrm>
              <a:custGeom>
                <a:avLst/>
                <a:gdLst/>
                <a:ahLst/>
                <a:cxnLst/>
                <a:rect l="l" t="t" r="r" b="b"/>
                <a:pathLst>
                  <a:path w="41213" h="41213" extrusionOk="0">
                    <a:moveTo>
                      <a:pt x="41214" y="20607"/>
                    </a:moveTo>
                    <a:cubicBezTo>
                      <a:pt x="41214" y="9254"/>
                      <a:pt x="32026" y="0"/>
                      <a:pt x="20607" y="0"/>
                    </a:cubicBezTo>
                    <a:cubicBezTo>
                      <a:pt x="9188" y="0"/>
                      <a:pt x="0" y="9188"/>
                      <a:pt x="0" y="20607"/>
                    </a:cubicBezTo>
                    <a:cubicBezTo>
                      <a:pt x="0" y="32026"/>
                      <a:pt x="9188" y="41214"/>
                      <a:pt x="20607" y="41214"/>
                    </a:cubicBezTo>
                    <a:cubicBezTo>
                      <a:pt x="32026" y="41214"/>
                      <a:pt x="41214" y="32026"/>
                      <a:pt x="41214" y="20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4" name="Google Shape;1164;p27"/>
              <p:cNvSpPr/>
              <p:nvPr/>
            </p:nvSpPr>
            <p:spPr>
              <a:xfrm>
                <a:off x="10577644" y="5295442"/>
                <a:ext cx="35340" cy="35340"/>
              </a:xfrm>
              <a:custGeom>
                <a:avLst/>
                <a:gdLst/>
                <a:ahLst/>
                <a:cxnLst/>
                <a:rect l="l" t="t" r="r" b="b"/>
                <a:pathLst>
                  <a:path w="41213" h="41213" extrusionOk="0">
                    <a:moveTo>
                      <a:pt x="41214" y="20607"/>
                    </a:moveTo>
                    <a:cubicBezTo>
                      <a:pt x="41214" y="9253"/>
                      <a:pt x="32026" y="0"/>
                      <a:pt x="20607" y="0"/>
                    </a:cubicBezTo>
                    <a:cubicBezTo>
                      <a:pt x="9188" y="0"/>
                      <a:pt x="0" y="9188"/>
                      <a:pt x="0" y="20607"/>
                    </a:cubicBezTo>
                    <a:cubicBezTo>
                      <a:pt x="0" y="32026"/>
                      <a:pt x="9188" y="41213"/>
                      <a:pt x="20607" y="41213"/>
                    </a:cubicBezTo>
                    <a:cubicBezTo>
                      <a:pt x="32026" y="41213"/>
                      <a:pt x="41214" y="32026"/>
                      <a:pt x="41214" y="20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5" name="Google Shape;1165;p27"/>
              <p:cNvSpPr/>
              <p:nvPr/>
            </p:nvSpPr>
            <p:spPr>
              <a:xfrm>
                <a:off x="10515164" y="5240230"/>
                <a:ext cx="35340" cy="35340"/>
              </a:xfrm>
              <a:custGeom>
                <a:avLst/>
                <a:gdLst/>
                <a:ahLst/>
                <a:cxnLst/>
                <a:rect l="l" t="t" r="r" b="b"/>
                <a:pathLst>
                  <a:path w="41213" h="41213" extrusionOk="0">
                    <a:moveTo>
                      <a:pt x="41214" y="20607"/>
                    </a:moveTo>
                    <a:cubicBezTo>
                      <a:pt x="41214" y="9253"/>
                      <a:pt x="32026" y="0"/>
                      <a:pt x="20607" y="0"/>
                    </a:cubicBezTo>
                    <a:cubicBezTo>
                      <a:pt x="9188" y="0"/>
                      <a:pt x="0" y="9188"/>
                      <a:pt x="0" y="20607"/>
                    </a:cubicBezTo>
                    <a:cubicBezTo>
                      <a:pt x="0" y="32026"/>
                      <a:pt x="9188" y="41213"/>
                      <a:pt x="20607" y="41213"/>
                    </a:cubicBezTo>
                    <a:cubicBezTo>
                      <a:pt x="32026" y="41213"/>
                      <a:pt x="41214" y="32026"/>
                      <a:pt x="41214" y="20607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6" name="Google Shape;1166;p27"/>
              <p:cNvSpPr/>
              <p:nvPr/>
            </p:nvSpPr>
            <p:spPr>
              <a:xfrm>
                <a:off x="10486601" y="5483386"/>
                <a:ext cx="209737" cy="91012"/>
              </a:xfrm>
              <a:custGeom>
                <a:avLst/>
                <a:gdLst/>
                <a:ahLst/>
                <a:cxnLst/>
                <a:rect l="l" t="t" r="r" b="b"/>
                <a:pathLst>
                  <a:path w="244591" h="106137" extrusionOk="0">
                    <a:moveTo>
                      <a:pt x="0" y="23495"/>
                    </a:moveTo>
                    <a:cubicBezTo>
                      <a:pt x="0" y="23495"/>
                      <a:pt x="123247" y="139785"/>
                      <a:pt x="244591" y="96471"/>
                    </a:cubicBezTo>
                    <a:cubicBezTo>
                      <a:pt x="231663" y="79277"/>
                      <a:pt x="244591" y="64774"/>
                      <a:pt x="244591" y="64774"/>
                    </a:cubicBezTo>
                    <a:cubicBezTo>
                      <a:pt x="244591" y="64774"/>
                      <a:pt x="109203" y="92468"/>
                      <a:pt x="11813" y="0"/>
                    </a:cubicBezTo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167" name="Google Shape;1167;p27"/>
            <p:cNvGrpSpPr/>
            <p:nvPr/>
          </p:nvGrpSpPr>
          <p:grpSpPr>
            <a:xfrm flipH="1">
              <a:off x="3977934" y="-4656"/>
              <a:ext cx="5197779" cy="5156135"/>
              <a:chOff x="-76152" y="-4656"/>
              <a:chExt cx="5197779" cy="5156135"/>
            </a:xfrm>
          </p:grpSpPr>
          <p:sp>
            <p:nvSpPr>
              <p:cNvPr id="1168" name="Google Shape;1168;p27"/>
              <p:cNvSpPr/>
              <p:nvPr/>
            </p:nvSpPr>
            <p:spPr>
              <a:xfrm>
                <a:off x="927263" y="3558435"/>
                <a:ext cx="3015685" cy="1571520"/>
              </a:xfrm>
              <a:custGeom>
                <a:avLst/>
                <a:gdLst/>
                <a:ahLst/>
                <a:cxnLst/>
                <a:rect l="l" t="t" r="r" b="b"/>
                <a:pathLst>
                  <a:path w="1926955" h="1004166" extrusionOk="0">
                    <a:moveTo>
                      <a:pt x="1926956" y="1004167"/>
                    </a:moveTo>
                    <a:lnTo>
                      <a:pt x="1569093" y="1004167"/>
                    </a:lnTo>
                    <a:cubicBezTo>
                      <a:pt x="1569093" y="1004167"/>
                      <a:pt x="1335396" y="217827"/>
                      <a:pt x="8750" y="289163"/>
                    </a:cubicBezTo>
                    <a:cubicBezTo>
                      <a:pt x="-10938" y="211264"/>
                      <a:pt x="8750" y="2702"/>
                      <a:pt x="8750" y="2702"/>
                    </a:cubicBezTo>
                    <a:cubicBezTo>
                      <a:pt x="8750" y="2702"/>
                      <a:pt x="159692" y="-6683"/>
                      <a:pt x="377507" y="9527"/>
                    </a:cubicBezTo>
                    <a:cubicBezTo>
                      <a:pt x="862358" y="45622"/>
                      <a:pt x="1678493" y="208770"/>
                      <a:pt x="1896243" y="886039"/>
                    </a:cubicBezTo>
                    <a:cubicBezTo>
                      <a:pt x="1908449" y="923774"/>
                      <a:pt x="1918687" y="963150"/>
                      <a:pt x="1926956" y="100416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69" name="Google Shape;1169;p27"/>
              <p:cNvSpPr/>
              <p:nvPr/>
            </p:nvSpPr>
            <p:spPr>
              <a:xfrm>
                <a:off x="1517948" y="3573343"/>
                <a:ext cx="2376820" cy="1371740"/>
              </a:xfrm>
              <a:custGeom>
                <a:avLst/>
                <a:gdLst/>
                <a:ahLst/>
                <a:cxnLst/>
                <a:rect l="l" t="t" r="r" b="b"/>
                <a:pathLst>
                  <a:path w="1518735" h="876511" extrusionOk="0">
                    <a:moveTo>
                      <a:pt x="1518735" y="876511"/>
                    </a:moveTo>
                    <a:cubicBezTo>
                      <a:pt x="1088224" y="194058"/>
                      <a:pt x="0" y="0"/>
                      <a:pt x="0" y="0"/>
                    </a:cubicBezTo>
                    <a:cubicBezTo>
                      <a:pt x="484851" y="36095"/>
                      <a:pt x="1300986" y="199243"/>
                      <a:pt x="1518735" y="87651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0" name="Google Shape;1170;p27"/>
              <p:cNvSpPr/>
              <p:nvPr/>
            </p:nvSpPr>
            <p:spPr>
              <a:xfrm>
                <a:off x="2583318" y="4377890"/>
                <a:ext cx="473474" cy="751909"/>
              </a:xfrm>
              <a:custGeom>
                <a:avLst/>
                <a:gdLst/>
                <a:ahLst/>
                <a:cxnLst/>
                <a:rect l="l" t="t" r="r" b="b"/>
                <a:pathLst>
                  <a:path w="302539" h="480453" extrusionOk="0">
                    <a:moveTo>
                      <a:pt x="261785" y="0"/>
                    </a:moveTo>
                    <a:lnTo>
                      <a:pt x="0" y="480454"/>
                    </a:lnTo>
                    <a:lnTo>
                      <a:pt x="108612" y="480454"/>
                    </a:lnTo>
                    <a:lnTo>
                      <a:pt x="302540" y="81837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1" name="Google Shape;1171;p27"/>
              <p:cNvSpPr/>
              <p:nvPr/>
            </p:nvSpPr>
            <p:spPr>
              <a:xfrm>
                <a:off x="2488655" y="4203425"/>
                <a:ext cx="377121" cy="634620"/>
              </a:xfrm>
              <a:custGeom>
                <a:avLst/>
                <a:gdLst/>
                <a:ahLst/>
                <a:cxnLst/>
                <a:rect l="l" t="t" r="r" b="b"/>
                <a:pathLst>
                  <a:path w="240972" h="405508" extrusionOk="0">
                    <a:moveTo>
                      <a:pt x="74281" y="0"/>
                    </a:moveTo>
                    <a:cubicBezTo>
                      <a:pt x="74281" y="0"/>
                      <a:pt x="36939" y="295977"/>
                      <a:pt x="240973" y="318421"/>
                    </a:cubicBezTo>
                    <a:cubicBezTo>
                      <a:pt x="223582" y="385557"/>
                      <a:pt x="211834" y="405508"/>
                      <a:pt x="211834" y="405508"/>
                    </a:cubicBezTo>
                    <a:cubicBezTo>
                      <a:pt x="211834" y="405508"/>
                      <a:pt x="-51329" y="350775"/>
                      <a:pt x="8982" y="6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2" name="Google Shape;1172;p27"/>
              <p:cNvSpPr/>
              <p:nvPr/>
            </p:nvSpPr>
            <p:spPr>
              <a:xfrm>
                <a:off x="3468474" y="4437153"/>
                <a:ext cx="1653153" cy="692635"/>
              </a:xfrm>
              <a:custGeom>
                <a:avLst/>
                <a:gdLst/>
                <a:ahLst/>
                <a:cxnLst/>
                <a:rect l="l" t="t" r="r" b="b"/>
                <a:pathLst>
                  <a:path w="1056328" h="442578" extrusionOk="0">
                    <a:moveTo>
                      <a:pt x="79933" y="134133"/>
                    </a:moveTo>
                    <a:cubicBezTo>
                      <a:pt x="79933" y="134133"/>
                      <a:pt x="656399" y="83206"/>
                      <a:pt x="850261" y="442578"/>
                    </a:cubicBezTo>
                    <a:lnTo>
                      <a:pt x="1056329" y="442578"/>
                    </a:lnTo>
                    <a:cubicBezTo>
                      <a:pt x="1056329" y="442578"/>
                      <a:pt x="700894" y="-160532"/>
                      <a:pt x="0" y="41336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3" name="Google Shape;1173;p27"/>
              <p:cNvSpPr/>
              <p:nvPr/>
            </p:nvSpPr>
            <p:spPr>
              <a:xfrm>
                <a:off x="-76152" y="-4656"/>
                <a:ext cx="1367735" cy="5135296"/>
              </a:xfrm>
              <a:custGeom>
                <a:avLst/>
                <a:gdLst/>
                <a:ahLst/>
                <a:cxnLst/>
                <a:rect l="l" t="t" r="r" b="b"/>
                <a:pathLst>
                  <a:path w="873952" h="3281339" extrusionOk="0">
                    <a:moveTo>
                      <a:pt x="352219" y="0"/>
                    </a:moveTo>
                    <a:lnTo>
                      <a:pt x="873952" y="3281340"/>
                    </a:lnTo>
                    <a:lnTo>
                      <a:pt x="245641" y="3281340"/>
                    </a:lnTo>
                    <a:lnTo>
                      <a:pt x="0" y="1151816"/>
                    </a:lnTo>
                    <a:lnTo>
                      <a:pt x="0" y="0"/>
                    </a:lnTo>
                    <a:lnTo>
                      <a:pt x="352219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4" name="Google Shape;1174;p27"/>
              <p:cNvSpPr/>
              <p:nvPr/>
            </p:nvSpPr>
            <p:spPr>
              <a:xfrm>
                <a:off x="1039739" y="3930178"/>
                <a:ext cx="944585" cy="676626"/>
              </a:xfrm>
              <a:custGeom>
                <a:avLst/>
                <a:gdLst/>
                <a:ahLst/>
                <a:cxnLst/>
                <a:rect l="l" t="t" r="r" b="b"/>
                <a:pathLst>
                  <a:path w="603569" h="432349" extrusionOk="0">
                    <a:moveTo>
                      <a:pt x="16800" y="432349"/>
                    </a:moveTo>
                    <a:lnTo>
                      <a:pt x="603570" y="33470"/>
                    </a:lnTo>
                    <a:lnTo>
                      <a:pt x="533415" y="0"/>
                    </a:lnTo>
                    <a:lnTo>
                      <a:pt x="0" y="304639"/>
                    </a:ln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5" name="Google Shape;1175;p27"/>
              <p:cNvSpPr/>
              <p:nvPr/>
            </p:nvSpPr>
            <p:spPr>
              <a:xfrm>
                <a:off x="387783" y="-4656"/>
                <a:ext cx="1404298" cy="1501458"/>
              </a:xfrm>
              <a:custGeom>
                <a:avLst/>
                <a:gdLst/>
                <a:ahLst/>
                <a:cxnLst/>
                <a:rect l="l" t="t" r="r" b="b"/>
                <a:pathLst>
                  <a:path w="897315" h="959398" extrusionOk="0">
                    <a:moveTo>
                      <a:pt x="17457" y="959398"/>
                    </a:moveTo>
                    <a:cubicBezTo>
                      <a:pt x="17457" y="959398"/>
                      <a:pt x="22707" y="958283"/>
                      <a:pt x="32354" y="955854"/>
                    </a:cubicBezTo>
                    <a:cubicBezTo>
                      <a:pt x="143854" y="927700"/>
                      <a:pt x="845404" y="722485"/>
                      <a:pt x="897315" y="0"/>
                    </a:cubicBezTo>
                    <a:lnTo>
                      <a:pt x="822763" y="0"/>
                    </a:lnTo>
                    <a:cubicBezTo>
                      <a:pt x="822763" y="0"/>
                      <a:pt x="643799" y="595432"/>
                      <a:pt x="0" y="669000"/>
                    </a:cubicBez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6" name="Google Shape;1176;p27"/>
              <p:cNvSpPr/>
              <p:nvPr/>
            </p:nvSpPr>
            <p:spPr>
              <a:xfrm>
                <a:off x="515943" y="-4656"/>
                <a:ext cx="626402" cy="579775"/>
              </a:xfrm>
              <a:custGeom>
                <a:avLst/>
                <a:gdLst/>
                <a:ahLst/>
                <a:cxnLst/>
                <a:rect l="l" t="t" r="r" b="b"/>
                <a:pathLst>
                  <a:path w="400257" h="370463" extrusionOk="0">
                    <a:moveTo>
                      <a:pt x="16407" y="370463"/>
                    </a:moveTo>
                    <a:lnTo>
                      <a:pt x="400258" y="0"/>
                    </a:lnTo>
                    <a:lnTo>
                      <a:pt x="308905" y="0"/>
                    </a:lnTo>
                    <a:lnTo>
                      <a:pt x="0" y="185199"/>
                    </a:lnTo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7" name="Google Shape;1177;p27"/>
              <p:cNvSpPr/>
              <p:nvPr/>
            </p:nvSpPr>
            <p:spPr>
              <a:xfrm>
                <a:off x="732194" y="1612857"/>
                <a:ext cx="559232" cy="3517472"/>
              </a:xfrm>
              <a:custGeom>
                <a:avLst/>
                <a:gdLst/>
                <a:ahLst/>
                <a:cxnLst/>
                <a:rect l="l" t="t" r="r" b="b"/>
                <a:pathLst>
                  <a:path w="357337" h="2247586" extrusionOk="0">
                    <a:moveTo>
                      <a:pt x="0" y="0"/>
                    </a:moveTo>
                    <a:lnTo>
                      <a:pt x="357338" y="2247587"/>
                    </a:lnTo>
                    <a:lnTo>
                      <a:pt x="178702" y="2247587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8" name="Google Shape;1178;p27"/>
              <p:cNvSpPr/>
              <p:nvPr/>
            </p:nvSpPr>
            <p:spPr>
              <a:xfrm>
                <a:off x="-76152" y="-4656"/>
                <a:ext cx="464024" cy="4710606"/>
              </a:xfrm>
              <a:custGeom>
                <a:avLst/>
                <a:gdLst/>
                <a:ahLst/>
                <a:cxnLst/>
                <a:rect l="l" t="t" r="r" b="b"/>
                <a:pathLst>
                  <a:path w="296501" h="3009972" extrusionOk="0">
                    <a:moveTo>
                      <a:pt x="0" y="0"/>
                    </a:moveTo>
                    <a:lnTo>
                      <a:pt x="85774" y="0"/>
                    </a:lnTo>
                    <a:lnTo>
                      <a:pt x="296502" y="2972894"/>
                    </a:lnTo>
                    <a:lnTo>
                      <a:pt x="214337" y="3009973"/>
                    </a:lnTo>
                    <a:lnTo>
                      <a:pt x="0" y="115181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79" name="Google Shape;1179;p27"/>
              <p:cNvSpPr/>
              <p:nvPr/>
            </p:nvSpPr>
            <p:spPr>
              <a:xfrm>
                <a:off x="422286" y="1457082"/>
                <a:ext cx="188939" cy="1354074"/>
              </a:xfrm>
              <a:custGeom>
                <a:avLst/>
                <a:gdLst/>
                <a:ahLst/>
                <a:cxnLst/>
                <a:rect l="l" t="t" r="r" b="b"/>
                <a:pathLst>
                  <a:path w="120728" h="865223" extrusionOk="0">
                    <a:moveTo>
                      <a:pt x="120556" y="865224"/>
                    </a:moveTo>
                    <a:cubicBezTo>
                      <a:pt x="126003" y="849342"/>
                      <a:pt x="0" y="14897"/>
                      <a:pt x="0" y="14897"/>
                    </a:cubicBezTo>
                    <a:lnTo>
                      <a:pt x="107300" y="0"/>
                    </a:lnTo>
                    <a:lnTo>
                      <a:pt x="120556" y="865224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180" name="Google Shape;1180;p27"/>
              <p:cNvGrpSpPr/>
              <p:nvPr/>
            </p:nvGrpSpPr>
            <p:grpSpPr>
              <a:xfrm>
                <a:off x="892651" y="2841600"/>
                <a:ext cx="1683891" cy="1227840"/>
                <a:chOff x="1786747" y="1819043"/>
                <a:chExt cx="1076175" cy="784713"/>
              </a:xfrm>
            </p:grpSpPr>
            <p:grpSp>
              <p:nvGrpSpPr>
                <p:cNvPr id="1181" name="Google Shape;1181;p27"/>
                <p:cNvGrpSpPr/>
                <p:nvPr/>
              </p:nvGrpSpPr>
              <p:grpSpPr>
                <a:xfrm>
                  <a:off x="1813760" y="1973660"/>
                  <a:ext cx="666372" cy="463692"/>
                  <a:chOff x="1813760" y="1973660"/>
                  <a:chExt cx="666372" cy="463692"/>
                </a:xfrm>
              </p:grpSpPr>
              <p:sp>
                <p:nvSpPr>
                  <p:cNvPr id="1182" name="Google Shape;1182;p27"/>
                  <p:cNvSpPr/>
                  <p:nvPr/>
                </p:nvSpPr>
                <p:spPr>
                  <a:xfrm>
                    <a:off x="1813760" y="1973660"/>
                    <a:ext cx="666372" cy="46369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666372" h="463692" extrusionOk="0">
                        <a:moveTo>
                          <a:pt x="272376" y="458141"/>
                        </a:moveTo>
                        <a:cubicBezTo>
                          <a:pt x="598738" y="508280"/>
                          <a:pt x="682871" y="204165"/>
                          <a:pt x="663840" y="133551"/>
                        </a:cubicBezTo>
                        <a:cubicBezTo>
                          <a:pt x="644808" y="62936"/>
                          <a:pt x="535080" y="194255"/>
                          <a:pt x="535080" y="194255"/>
                        </a:cubicBezTo>
                        <a:cubicBezTo>
                          <a:pt x="535080" y="194255"/>
                          <a:pt x="533505" y="24938"/>
                          <a:pt x="465712" y="7941"/>
                        </a:cubicBezTo>
                        <a:cubicBezTo>
                          <a:pt x="408355" y="-6431"/>
                          <a:pt x="340693" y="99162"/>
                          <a:pt x="340693" y="99162"/>
                        </a:cubicBezTo>
                        <a:cubicBezTo>
                          <a:pt x="340693" y="99162"/>
                          <a:pt x="308799" y="0"/>
                          <a:pt x="237725" y="0"/>
                        </a:cubicBezTo>
                        <a:cubicBezTo>
                          <a:pt x="174592" y="0"/>
                          <a:pt x="134035" y="155208"/>
                          <a:pt x="134035" y="155208"/>
                        </a:cubicBezTo>
                        <a:cubicBezTo>
                          <a:pt x="134035" y="155208"/>
                          <a:pt x="99121" y="7875"/>
                          <a:pt x="39335" y="22182"/>
                        </a:cubicBezTo>
                        <a:cubicBezTo>
                          <a:pt x="3437" y="30779"/>
                          <a:pt x="-95134" y="401636"/>
                          <a:pt x="272310" y="458075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3" name="Google Shape;1183;p27"/>
                  <p:cNvSpPr/>
                  <p:nvPr/>
                </p:nvSpPr>
                <p:spPr>
                  <a:xfrm>
                    <a:off x="1990670" y="2103807"/>
                    <a:ext cx="304991" cy="1673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04991" h="167395" extrusionOk="0">
                        <a:moveTo>
                          <a:pt x="304619" y="103353"/>
                        </a:moveTo>
                        <a:cubicBezTo>
                          <a:pt x="298844" y="148307"/>
                          <a:pt x="225998" y="175870"/>
                          <a:pt x="141996" y="165042"/>
                        </a:cubicBezTo>
                        <a:cubicBezTo>
                          <a:pt x="57993" y="154214"/>
                          <a:pt x="-5468" y="108997"/>
                          <a:pt x="373" y="64042"/>
                        </a:cubicBezTo>
                        <a:cubicBezTo>
                          <a:pt x="6148" y="19088"/>
                          <a:pt x="78994" y="-8475"/>
                          <a:pt x="162996" y="2353"/>
                        </a:cubicBezTo>
                        <a:cubicBezTo>
                          <a:pt x="246998" y="13182"/>
                          <a:pt x="310460" y="58399"/>
                          <a:pt x="304619" y="103353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4" name="Google Shape;1184;p27"/>
                  <p:cNvSpPr/>
                  <p:nvPr/>
                </p:nvSpPr>
                <p:spPr>
                  <a:xfrm>
                    <a:off x="1968796" y="2148367"/>
                    <a:ext cx="325377" cy="202712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25377" h="202712" extrusionOk="0">
                        <a:moveTo>
                          <a:pt x="0" y="101319"/>
                        </a:moveTo>
                        <a:cubicBezTo>
                          <a:pt x="0" y="101319"/>
                          <a:pt x="36226" y="-5062"/>
                          <a:pt x="90368" y="188"/>
                        </a:cubicBezTo>
                        <a:cubicBezTo>
                          <a:pt x="144510" y="5438"/>
                          <a:pt x="161967" y="113657"/>
                          <a:pt x="161967" y="113657"/>
                        </a:cubicBezTo>
                        <a:cubicBezTo>
                          <a:pt x="161967" y="113657"/>
                          <a:pt x="198521" y="16792"/>
                          <a:pt x="248332" y="18957"/>
                        </a:cubicBezTo>
                        <a:cubicBezTo>
                          <a:pt x="298142" y="21123"/>
                          <a:pt x="325378" y="129604"/>
                          <a:pt x="325378" y="129604"/>
                        </a:cubicBezTo>
                        <a:lnTo>
                          <a:pt x="167151" y="202712"/>
                        </a:ln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grpSp>
              <p:nvGrpSpPr>
                <p:cNvPr id="1185" name="Google Shape;1185;p27"/>
                <p:cNvGrpSpPr/>
                <p:nvPr/>
              </p:nvGrpSpPr>
              <p:grpSpPr>
                <a:xfrm>
                  <a:off x="2468391" y="2287347"/>
                  <a:ext cx="394531" cy="316409"/>
                  <a:chOff x="2468391" y="2287347"/>
                  <a:chExt cx="394531" cy="316409"/>
                </a:xfrm>
              </p:grpSpPr>
              <p:sp>
                <p:nvSpPr>
                  <p:cNvPr id="1186" name="Google Shape;1186;p27"/>
                  <p:cNvSpPr/>
                  <p:nvPr/>
                </p:nvSpPr>
                <p:spPr>
                  <a:xfrm>
                    <a:off x="2468391" y="2287347"/>
                    <a:ext cx="394531" cy="31640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394531" h="316409" extrusionOk="0">
                        <a:moveTo>
                          <a:pt x="112703" y="290801"/>
                        </a:moveTo>
                        <a:cubicBezTo>
                          <a:pt x="290355" y="377757"/>
                          <a:pt x="392798" y="218940"/>
                          <a:pt x="394504" y="175167"/>
                        </a:cubicBezTo>
                        <a:cubicBezTo>
                          <a:pt x="396276" y="131394"/>
                          <a:pt x="310043" y="186914"/>
                          <a:pt x="310043" y="186914"/>
                        </a:cubicBezTo>
                        <a:cubicBezTo>
                          <a:pt x="310043" y="186914"/>
                          <a:pt x="339378" y="89852"/>
                          <a:pt x="303677" y="67998"/>
                        </a:cubicBezTo>
                        <a:cubicBezTo>
                          <a:pt x="273423" y="49557"/>
                          <a:pt x="215934" y="97858"/>
                          <a:pt x="215934" y="97858"/>
                        </a:cubicBezTo>
                        <a:cubicBezTo>
                          <a:pt x="215934" y="97858"/>
                          <a:pt x="215409" y="35447"/>
                          <a:pt x="174786" y="22781"/>
                        </a:cubicBezTo>
                        <a:cubicBezTo>
                          <a:pt x="138691" y="11493"/>
                          <a:pt x="87765" y="93002"/>
                          <a:pt x="87765" y="93002"/>
                        </a:cubicBezTo>
                        <a:cubicBezTo>
                          <a:pt x="87765" y="93002"/>
                          <a:pt x="94130" y="2568"/>
                          <a:pt x="57380" y="9"/>
                        </a:cubicBezTo>
                        <a:cubicBezTo>
                          <a:pt x="35329" y="-1501"/>
                          <a:pt x="-87328" y="192951"/>
                          <a:pt x="112703" y="290867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7" name="Google Shape;1187;p27"/>
                  <p:cNvSpPr/>
                  <p:nvPr/>
                </p:nvSpPr>
                <p:spPr>
                  <a:xfrm>
                    <a:off x="2571294" y="2389812"/>
                    <a:ext cx="171984" cy="11773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71984" h="117730" extrusionOk="0">
                        <a:moveTo>
                          <a:pt x="169470" y="97246"/>
                        </a:moveTo>
                        <a:cubicBezTo>
                          <a:pt x="158116" y="121922"/>
                          <a:pt x="111587" y="124678"/>
                          <a:pt x="65451" y="103481"/>
                        </a:cubicBezTo>
                        <a:cubicBezTo>
                          <a:pt x="19315" y="82283"/>
                          <a:pt x="-8838" y="45073"/>
                          <a:pt x="2515" y="20463"/>
                        </a:cubicBezTo>
                        <a:cubicBezTo>
                          <a:pt x="13868" y="-4147"/>
                          <a:pt x="60398" y="-6969"/>
                          <a:pt x="106533" y="14228"/>
                        </a:cubicBezTo>
                        <a:cubicBezTo>
                          <a:pt x="152669" y="35426"/>
                          <a:pt x="180823" y="72636"/>
                          <a:pt x="169470" y="97246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  <p:sp>
                <p:nvSpPr>
                  <p:cNvPr id="1188" name="Google Shape;1188;p27"/>
                  <p:cNvSpPr/>
                  <p:nvPr/>
                </p:nvSpPr>
                <p:spPr>
                  <a:xfrm>
                    <a:off x="2546508" y="2409476"/>
                    <a:ext cx="181171" cy="13139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81171" h="131395" extrusionOk="0">
                        <a:moveTo>
                          <a:pt x="0" y="43587"/>
                        </a:moveTo>
                        <a:cubicBezTo>
                          <a:pt x="0" y="43587"/>
                          <a:pt x="39704" y="-10752"/>
                          <a:pt x="69761" y="1914"/>
                        </a:cubicBezTo>
                        <a:cubicBezTo>
                          <a:pt x="99753" y="14580"/>
                          <a:pt x="90434" y="79551"/>
                          <a:pt x="90434" y="79551"/>
                        </a:cubicBezTo>
                        <a:cubicBezTo>
                          <a:pt x="90434" y="79551"/>
                          <a:pt x="128628" y="30659"/>
                          <a:pt x="156717" y="40831"/>
                        </a:cubicBezTo>
                        <a:cubicBezTo>
                          <a:pt x="184805" y="51003"/>
                          <a:pt x="180999" y="117877"/>
                          <a:pt x="180999" y="117877"/>
                        </a:cubicBezTo>
                        <a:lnTo>
                          <a:pt x="77505" y="131396"/>
                        </a:lnTo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spcFirstLastPara="1" wrap="square" lIns="91425" tIns="45700" rIns="91425" bIns="45700" anchor="ctr" anchorCtr="0">
                    <a:noAutofit/>
                  </a:bodyPr>
                  <a:lstStyle/>
                  <a:p>
                    <a:pPr marL="0" marR="0" lvl="0" indent="0" algn="l" rtl="0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endParaRPr sz="1800">
                      <a:solidFill>
                        <a:srgbClr val="000000"/>
                      </a:solidFill>
                      <a:latin typeface="Arial"/>
                      <a:ea typeface="Arial"/>
                      <a:cs typeface="Arial"/>
                      <a:sym typeface="Arial"/>
                    </a:endParaRPr>
                  </a:p>
                </p:txBody>
              </p:sp>
            </p:grpSp>
            <p:sp>
              <p:nvSpPr>
                <p:cNvPr id="1189" name="Google Shape;1189;p27"/>
                <p:cNvSpPr/>
                <p:nvPr/>
              </p:nvSpPr>
              <p:spPr>
                <a:xfrm>
                  <a:off x="1786747" y="2325453"/>
                  <a:ext cx="137881" cy="930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7881" h="93090" extrusionOk="0">
                      <a:moveTo>
                        <a:pt x="137882" y="1147"/>
                      </a:moveTo>
                      <a:cubicBezTo>
                        <a:pt x="137882" y="1147"/>
                        <a:pt x="7350" y="-17228"/>
                        <a:pt x="0" y="93091"/>
                      </a:cubicBezTo>
                      <a:cubicBezTo>
                        <a:pt x="108481" y="93091"/>
                        <a:pt x="137882" y="1147"/>
                        <a:pt x="137882" y="1147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0" name="Google Shape;1190;p27"/>
                <p:cNvSpPr/>
                <p:nvPr/>
              </p:nvSpPr>
              <p:spPr>
                <a:xfrm>
                  <a:off x="1873849" y="2315575"/>
                  <a:ext cx="103465" cy="1689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3465" h="168988" extrusionOk="0">
                      <a:moveTo>
                        <a:pt x="84774" y="0"/>
                      </a:moveTo>
                      <a:cubicBezTo>
                        <a:pt x="84774" y="0"/>
                        <a:pt x="-45101" y="64314"/>
                        <a:pt x="16654" y="168989"/>
                      </a:cubicBezTo>
                      <a:cubicBezTo>
                        <a:pt x="157292" y="112091"/>
                        <a:pt x="84774" y="0"/>
                        <a:pt x="84774" y="0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1" name="Google Shape;1191;p27"/>
                <p:cNvSpPr/>
                <p:nvPr/>
              </p:nvSpPr>
              <p:spPr>
                <a:xfrm>
                  <a:off x="1957639" y="1934546"/>
                  <a:ext cx="39244" cy="39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4" h="39244" extrusionOk="0">
                      <a:moveTo>
                        <a:pt x="39245" y="19622"/>
                      </a:moveTo>
                      <a:cubicBezTo>
                        <a:pt x="39245" y="30460"/>
                        <a:pt x="30460" y="39245"/>
                        <a:pt x="19622" y="39245"/>
                      </a:cubicBezTo>
                      <a:cubicBezTo>
                        <a:pt x="8785" y="39245"/>
                        <a:pt x="0" y="30460"/>
                        <a:pt x="0" y="19622"/>
                      </a:cubicBezTo>
                      <a:cubicBezTo>
                        <a:pt x="0" y="8785"/>
                        <a:pt x="8785" y="0"/>
                        <a:pt x="19622" y="0"/>
                      </a:cubicBezTo>
                      <a:cubicBezTo>
                        <a:pt x="30460" y="0"/>
                        <a:pt x="39245" y="8785"/>
                        <a:pt x="39245" y="1962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2" name="Google Shape;1192;p27"/>
                <p:cNvSpPr/>
                <p:nvPr/>
              </p:nvSpPr>
              <p:spPr>
                <a:xfrm>
                  <a:off x="2109828" y="1912889"/>
                  <a:ext cx="43313" cy="433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3313" h="43313" extrusionOk="0">
                      <a:moveTo>
                        <a:pt x="43314" y="21657"/>
                      </a:moveTo>
                      <a:cubicBezTo>
                        <a:pt x="43314" y="33601"/>
                        <a:pt x="33601" y="43314"/>
                        <a:pt x="21657" y="43314"/>
                      </a:cubicBezTo>
                      <a:cubicBezTo>
                        <a:pt x="9713" y="43314"/>
                        <a:pt x="0" y="33601"/>
                        <a:pt x="0" y="21657"/>
                      </a:cubicBezTo>
                      <a:cubicBezTo>
                        <a:pt x="0" y="9713"/>
                        <a:pt x="9713" y="0"/>
                        <a:pt x="21657" y="0"/>
                      </a:cubicBezTo>
                      <a:cubicBezTo>
                        <a:pt x="33601" y="0"/>
                        <a:pt x="43314" y="9713"/>
                        <a:pt x="43314" y="2165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3" name="Google Shape;1193;p27"/>
                <p:cNvSpPr/>
                <p:nvPr/>
              </p:nvSpPr>
              <p:spPr>
                <a:xfrm>
                  <a:off x="2219884" y="1934546"/>
                  <a:ext cx="27694" cy="2769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694" h="27694" extrusionOk="0">
                      <a:moveTo>
                        <a:pt x="27695" y="13847"/>
                      </a:moveTo>
                      <a:cubicBezTo>
                        <a:pt x="27695" y="21526"/>
                        <a:pt x="21460" y="27695"/>
                        <a:pt x="13847" y="27695"/>
                      </a:cubicBezTo>
                      <a:cubicBezTo>
                        <a:pt x="6235" y="27695"/>
                        <a:pt x="0" y="21460"/>
                        <a:pt x="0" y="13847"/>
                      </a:cubicBezTo>
                      <a:cubicBezTo>
                        <a:pt x="0" y="6235"/>
                        <a:pt x="6235" y="0"/>
                        <a:pt x="13847" y="0"/>
                      </a:cubicBezTo>
                      <a:cubicBezTo>
                        <a:pt x="21460" y="0"/>
                        <a:pt x="27695" y="6235"/>
                        <a:pt x="27695" y="13847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4" name="Google Shape;1194;p27"/>
                <p:cNvSpPr/>
                <p:nvPr/>
              </p:nvSpPr>
              <p:spPr>
                <a:xfrm>
                  <a:off x="2192058" y="1819043"/>
                  <a:ext cx="39244" cy="392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244" h="39244" extrusionOk="0">
                      <a:moveTo>
                        <a:pt x="39245" y="19623"/>
                      </a:moveTo>
                      <a:cubicBezTo>
                        <a:pt x="39245" y="30451"/>
                        <a:pt x="30451" y="39245"/>
                        <a:pt x="19622" y="39245"/>
                      </a:cubicBezTo>
                      <a:cubicBezTo>
                        <a:pt x="8794" y="39245"/>
                        <a:pt x="0" y="30451"/>
                        <a:pt x="0" y="19623"/>
                      </a:cubicBezTo>
                      <a:cubicBezTo>
                        <a:pt x="0" y="8794"/>
                        <a:pt x="8794" y="0"/>
                        <a:pt x="19622" y="0"/>
                      </a:cubicBezTo>
                      <a:cubicBezTo>
                        <a:pt x="30451" y="0"/>
                        <a:pt x="39245" y="8794"/>
                        <a:pt x="39245" y="19623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5" name="Google Shape;1195;p27"/>
                <p:cNvSpPr/>
                <p:nvPr/>
              </p:nvSpPr>
              <p:spPr>
                <a:xfrm>
                  <a:off x="2726326" y="2224157"/>
                  <a:ext cx="20344" cy="2034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44" h="20344" extrusionOk="0">
                      <a:moveTo>
                        <a:pt x="20344" y="10172"/>
                      </a:moveTo>
                      <a:cubicBezTo>
                        <a:pt x="20344" y="15750"/>
                        <a:pt x="15816" y="20344"/>
                        <a:pt x="10172" y="20344"/>
                      </a:cubicBezTo>
                      <a:cubicBezTo>
                        <a:pt x="4528" y="20344"/>
                        <a:pt x="0" y="15816"/>
                        <a:pt x="0" y="10172"/>
                      </a:cubicBezTo>
                      <a:cubicBezTo>
                        <a:pt x="0" y="4528"/>
                        <a:pt x="4528" y="0"/>
                        <a:pt x="10172" y="0"/>
                      </a:cubicBezTo>
                      <a:cubicBezTo>
                        <a:pt x="15816" y="0"/>
                        <a:pt x="20344" y="4528"/>
                        <a:pt x="20344" y="10172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6" name="Google Shape;1196;p27"/>
                <p:cNvSpPr/>
                <p:nvPr/>
              </p:nvSpPr>
              <p:spPr>
                <a:xfrm>
                  <a:off x="2633004" y="2223960"/>
                  <a:ext cx="41082" cy="4108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082" h="41082" extrusionOk="0">
                      <a:moveTo>
                        <a:pt x="41082" y="20541"/>
                      </a:moveTo>
                      <a:cubicBezTo>
                        <a:pt x="41082" y="31886"/>
                        <a:pt x="31886" y="41082"/>
                        <a:pt x="20541" y="41082"/>
                      </a:cubicBezTo>
                      <a:cubicBezTo>
                        <a:pt x="9197" y="41082"/>
                        <a:pt x="0" y="31886"/>
                        <a:pt x="0" y="20541"/>
                      </a:cubicBezTo>
                      <a:cubicBezTo>
                        <a:pt x="0" y="9197"/>
                        <a:pt x="9196" y="0"/>
                        <a:pt x="20541" y="0"/>
                      </a:cubicBezTo>
                      <a:cubicBezTo>
                        <a:pt x="31886" y="0"/>
                        <a:pt x="41082" y="9197"/>
                        <a:pt x="41082" y="20541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197" name="Google Shape;1197;p27"/>
                <p:cNvSpPr/>
                <p:nvPr/>
              </p:nvSpPr>
              <p:spPr>
                <a:xfrm>
                  <a:off x="2756776" y="2286700"/>
                  <a:ext cx="28875" cy="288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75" h="28875" extrusionOk="0">
                      <a:moveTo>
                        <a:pt x="28876" y="14438"/>
                      </a:moveTo>
                      <a:cubicBezTo>
                        <a:pt x="28876" y="22412"/>
                        <a:pt x="22412" y="28876"/>
                        <a:pt x="14438" y="28876"/>
                      </a:cubicBezTo>
                      <a:cubicBezTo>
                        <a:pt x="6464" y="28876"/>
                        <a:pt x="0" y="22412"/>
                        <a:pt x="0" y="14438"/>
                      </a:cubicBezTo>
                      <a:cubicBezTo>
                        <a:pt x="0" y="6464"/>
                        <a:pt x="6464" y="0"/>
                        <a:pt x="14438" y="0"/>
                      </a:cubicBezTo>
                      <a:cubicBezTo>
                        <a:pt x="22412" y="0"/>
                        <a:pt x="28876" y="6464"/>
                        <a:pt x="28876" y="1443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198" name="Google Shape;1198;p27"/>
              <p:cNvSpPr/>
              <p:nvPr/>
            </p:nvSpPr>
            <p:spPr>
              <a:xfrm>
                <a:off x="-1809" y="4470305"/>
                <a:ext cx="2272881" cy="681174"/>
              </a:xfrm>
              <a:custGeom>
                <a:avLst/>
                <a:gdLst/>
                <a:ahLst/>
                <a:cxnLst/>
                <a:rect l="l" t="t" r="r" b="b"/>
                <a:pathLst>
                  <a:path w="1452320" h="435255" extrusionOk="0">
                    <a:moveTo>
                      <a:pt x="1084286" y="337275"/>
                    </a:moveTo>
                    <a:lnTo>
                      <a:pt x="1170716" y="252879"/>
                    </a:lnTo>
                    <a:cubicBezTo>
                      <a:pt x="1121037" y="228072"/>
                      <a:pt x="1070242" y="205693"/>
                      <a:pt x="1018856" y="185546"/>
                    </a:cubicBezTo>
                    <a:lnTo>
                      <a:pt x="921860" y="317062"/>
                    </a:lnTo>
                    <a:lnTo>
                      <a:pt x="958479" y="162905"/>
                    </a:lnTo>
                    <a:cubicBezTo>
                      <a:pt x="488985" y="-5297"/>
                      <a:pt x="0" y="19"/>
                      <a:pt x="0" y="19"/>
                    </a:cubicBezTo>
                    <a:lnTo>
                      <a:pt x="0" y="435256"/>
                    </a:lnTo>
                    <a:lnTo>
                      <a:pt x="1452321" y="435256"/>
                    </a:lnTo>
                    <a:cubicBezTo>
                      <a:pt x="1389779" y="382426"/>
                      <a:pt x="1321592" y="336094"/>
                      <a:pt x="1250059" y="295274"/>
                    </a:cubicBezTo>
                    <a:lnTo>
                      <a:pt x="1084286" y="3372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199" name="Google Shape;1199;p27"/>
              <p:cNvSpPr/>
              <p:nvPr/>
            </p:nvSpPr>
            <p:spPr>
              <a:xfrm>
                <a:off x="596414" y="3735484"/>
                <a:ext cx="603993" cy="900011"/>
              </a:xfrm>
              <a:custGeom>
                <a:avLst/>
                <a:gdLst/>
                <a:ahLst/>
                <a:cxnLst/>
                <a:rect l="l" t="t" r="r" b="b"/>
                <a:pathLst>
                  <a:path w="385938" h="575087" extrusionOk="0">
                    <a:moveTo>
                      <a:pt x="250056" y="346575"/>
                    </a:moveTo>
                    <a:lnTo>
                      <a:pt x="373106" y="307658"/>
                    </a:lnTo>
                    <a:cubicBezTo>
                      <a:pt x="395091" y="228972"/>
                      <a:pt x="391547" y="128235"/>
                      <a:pt x="341015" y="0"/>
                    </a:cubicBezTo>
                    <a:cubicBezTo>
                      <a:pt x="282738" y="11222"/>
                      <a:pt x="233846" y="27104"/>
                      <a:pt x="192961" y="46333"/>
                    </a:cubicBezTo>
                    <a:lnTo>
                      <a:pt x="192961" y="196027"/>
                    </a:lnTo>
                    <a:lnTo>
                      <a:pt x="144200" y="73174"/>
                    </a:lnTo>
                    <a:cubicBezTo>
                      <a:pt x="90123" y="107956"/>
                      <a:pt x="54751" y="150023"/>
                      <a:pt x="32569" y="194846"/>
                    </a:cubicBezTo>
                    <a:lnTo>
                      <a:pt x="54619" y="274451"/>
                    </a:lnTo>
                    <a:lnTo>
                      <a:pt x="8549" y="262966"/>
                    </a:lnTo>
                    <a:cubicBezTo>
                      <a:pt x="-25839" y="416336"/>
                      <a:pt x="54619" y="575087"/>
                      <a:pt x="54619" y="575087"/>
                    </a:cubicBezTo>
                    <a:cubicBezTo>
                      <a:pt x="54619" y="575087"/>
                      <a:pt x="264297" y="534858"/>
                      <a:pt x="350071" y="366722"/>
                    </a:cubicBezTo>
                    <a:lnTo>
                      <a:pt x="250122" y="346575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0" name="Google Shape;1200;p27"/>
              <p:cNvSpPr/>
              <p:nvPr/>
            </p:nvSpPr>
            <p:spPr>
              <a:xfrm>
                <a:off x="72023" y="4113561"/>
                <a:ext cx="734552" cy="552777"/>
              </a:xfrm>
              <a:custGeom>
                <a:avLst/>
                <a:gdLst/>
                <a:ahLst/>
                <a:cxnLst/>
                <a:rect l="l" t="t" r="r" b="b"/>
                <a:pathLst>
                  <a:path w="469362" h="353212" extrusionOk="0">
                    <a:moveTo>
                      <a:pt x="469363" y="353212"/>
                    </a:moveTo>
                    <a:cubicBezTo>
                      <a:pt x="469363" y="353212"/>
                      <a:pt x="326953" y="-46718"/>
                      <a:pt x="0" y="4537"/>
                    </a:cubicBezTo>
                    <a:cubicBezTo>
                      <a:pt x="177324" y="294082"/>
                      <a:pt x="469363" y="353212"/>
                      <a:pt x="469363" y="3532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grpSp>
          <p:nvGrpSpPr>
            <p:cNvPr id="1201" name="Google Shape;1201;p27"/>
            <p:cNvGrpSpPr/>
            <p:nvPr/>
          </p:nvGrpSpPr>
          <p:grpSpPr>
            <a:xfrm flipH="1">
              <a:off x="-507242" y="-18530"/>
              <a:ext cx="3874609" cy="5163926"/>
              <a:chOff x="5732194" y="-18530"/>
              <a:chExt cx="3874609" cy="5163926"/>
            </a:xfrm>
          </p:grpSpPr>
          <p:sp>
            <p:nvSpPr>
              <p:cNvPr id="1202" name="Google Shape;1202;p27"/>
              <p:cNvSpPr/>
              <p:nvPr/>
            </p:nvSpPr>
            <p:spPr>
              <a:xfrm>
                <a:off x="8108426" y="-4656"/>
                <a:ext cx="1498376" cy="5135296"/>
              </a:xfrm>
              <a:custGeom>
                <a:avLst/>
                <a:gdLst/>
                <a:ahLst/>
                <a:cxnLst/>
                <a:rect l="l" t="t" r="r" b="b"/>
                <a:pathLst>
                  <a:path w="957429" h="3281339" extrusionOk="0">
                    <a:moveTo>
                      <a:pt x="445737" y="0"/>
                    </a:moveTo>
                    <a:lnTo>
                      <a:pt x="0" y="3281340"/>
                    </a:lnTo>
                    <a:lnTo>
                      <a:pt x="957429" y="3281340"/>
                    </a:lnTo>
                    <a:lnTo>
                      <a:pt x="957429" y="0"/>
                    </a:lnTo>
                    <a:lnTo>
                      <a:pt x="445737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3" name="Google Shape;1203;p27"/>
              <p:cNvSpPr/>
              <p:nvPr/>
            </p:nvSpPr>
            <p:spPr>
              <a:xfrm>
                <a:off x="8079058" y="-4656"/>
                <a:ext cx="1106392" cy="984435"/>
              </a:xfrm>
              <a:custGeom>
                <a:avLst/>
                <a:gdLst/>
                <a:ahLst/>
                <a:cxnLst/>
                <a:rect l="l" t="t" r="r" b="b"/>
                <a:pathLst>
                  <a:path w="706960" h="629032" extrusionOk="0">
                    <a:moveTo>
                      <a:pt x="464507" y="629033"/>
                    </a:moveTo>
                    <a:cubicBezTo>
                      <a:pt x="464507" y="629033"/>
                      <a:pt x="20082" y="607573"/>
                      <a:pt x="0" y="0"/>
                    </a:cubicBezTo>
                    <a:lnTo>
                      <a:pt x="75930" y="0"/>
                    </a:lnTo>
                    <a:cubicBezTo>
                      <a:pt x="75930" y="0"/>
                      <a:pt x="132697" y="424737"/>
                      <a:pt x="542930" y="415615"/>
                    </a:cubicBezTo>
                    <a:cubicBezTo>
                      <a:pt x="953229" y="406427"/>
                      <a:pt x="464507" y="629033"/>
                      <a:pt x="464507" y="62903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4" name="Google Shape;1204;p27"/>
              <p:cNvSpPr/>
              <p:nvPr/>
            </p:nvSpPr>
            <p:spPr>
              <a:xfrm>
                <a:off x="8108426" y="1164015"/>
                <a:ext cx="956603" cy="3966400"/>
              </a:xfrm>
              <a:custGeom>
                <a:avLst/>
                <a:gdLst/>
                <a:ahLst/>
                <a:cxnLst/>
                <a:rect l="l" t="t" r="r" b="b"/>
                <a:pathLst>
                  <a:path w="611248" h="2534441" extrusionOk="0">
                    <a:moveTo>
                      <a:pt x="344278" y="0"/>
                    </a:moveTo>
                    <a:lnTo>
                      <a:pt x="0" y="2534441"/>
                    </a:lnTo>
                    <a:lnTo>
                      <a:pt x="445737" y="2534441"/>
                    </a:lnTo>
                    <a:lnTo>
                      <a:pt x="611248" y="404917"/>
                    </a:lnTo>
                    <a:lnTo>
                      <a:pt x="478682" y="788047"/>
                    </a:lnTo>
                    <a:lnTo>
                      <a:pt x="365804" y="605867"/>
                    </a:lnTo>
                    <a:lnTo>
                      <a:pt x="344278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5" name="Google Shape;1205;p27"/>
              <p:cNvSpPr/>
              <p:nvPr/>
            </p:nvSpPr>
            <p:spPr>
              <a:xfrm>
                <a:off x="8603887" y="2425515"/>
                <a:ext cx="202023" cy="1504949"/>
              </a:xfrm>
              <a:custGeom>
                <a:avLst/>
                <a:gdLst/>
                <a:ahLst/>
                <a:cxnLst/>
                <a:rect l="l" t="t" r="r" b="b"/>
                <a:pathLst>
                  <a:path w="129088" h="961629" extrusionOk="0">
                    <a:moveTo>
                      <a:pt x="40033" y="0"/>
                    </a:moveTo>
                    <a:lnTo>
                      <a:pt x="129088" y="87546"/>
                    </a:lnTo>
                    <a:lnTo>
                      <a:pt x="0" y="961629"/>
                    </a:lnTo>
                    <a:lnTo>
                      <a:pt x="40033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06" name="Google Shape;1206;p27"/>
              <p:cNvSpPr/>
              <p:nvPr/>
            </p:nvSpPr>
            <p:spPr>
              <a:xfrm>
                <a:off x="9369926" y="752154"/>
                <a:ext cx="236633" cy="4384515"/>
              </a:xfrm>
              <a:custGeom>
                <a:avLst/>
                <a:gdLst/>
                <a:ahLst/>
                <a:cxnLst/>
                <a:rect l="l" t="t" r="r" b="b"/>
                <a:pathLst>
                  <a:path w="151203" h="2801607" extrusionOk="0">
                    <a:moveTo>
                      <a:pt x="151204" y="0"/>
                    </a:moveTo>
                    <a:lnTo>
                      <a:pt x="151204" y="2801608"/>
                    </a:lnTo>
                    <a:lnTo>
                      <a:pt x="0" y="2801608"/>
                    </a:lnTo>
                    <a:lnTo>
                      <a:pt x="151204" y="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grpSp>
            <p:nvGrpSpPr>
              <p:cNvPr id="1207" name="Google Shape;1207;p27"/>
              <p:cNvGrpSpPr/>
              <p:nvPr/>
            </p:nvGrpSpPr>
            <p:grpSpPr>
              <a:xfrm>
                <a:off x="7296281" y="3992919"/>
                <a:ext cx="822413" cy="1030045"/>
                <a:chOff x="4320926" y="2554851"/>
                <a:chExt cx="525604" cy="658302"/>
              </a:xfrm>
            </p:grpSpPr>
            <p:sp>
              <p:nvSpPr>
                <p:cNvPr id="1208" name="Google Shape;1208;p27"/>
                <p:cNvSpPr/>
                <p:nvPr/>
              </p:nvSpPr>
              <p:spPr>
                <a:xfrm>
                  <a:off x="4320926" y="2800820"/>
                  <a:ext cx="360356" cy="41233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0356" h="412333" extrusionOk="0">
                      <a:moveTo>
                        <a:pt x="357797" y="412333"/>
                      </a:moveTo>
                      <a:cubicBezTo>
                        <a:pt x="355238" y="411808"/>
                        <a:pt x="99949" y="356813"/>
                        <a:pt x="0" y="3544"/>
                      </a:cubicBezTo>
                      <a:lnTo>
                        <a:pt x="12600" y="0"/>
                      </a:lnTo>
                      <a:cubicBezTo>
                        <a:pt x="63658" y="180408"/>
                        <a:pt x="155470" y="279439"/>
                        <a:pt x="223525" y="330694"/>
                      </a:cubicBezTo>
                      <a:cubicBezTo>
                        <a:pt x="297224" y="386214"/>
                        <a:pt x="359766" y="399339"/>
                        <a:pt x="360357" y="399470"/>
                      </a:cubicBezTo>
                      <a:lnTo>
                        <a:pt x="357797" y="41233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09" name="Google Shape;1209;p27"/>
                <p:cNvSpPr/>
                <p:nvPr/>
              </p:nvSpPr>
              <p:spPr>
                <a:xfrm>
                  <a:off x="4468685" y="2554851"/>
                  <a:ext cx="258075" cy="6139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075" h="613938" extrusionOk="0">
                      <a:moveTo>
                        <a:pt x="251382" y="613939"/>
                      </a:moveTo>
                      <a:cubicBezTo>
                        <a:pt x="248298" y="612101"/>
                        <a:pt x="174533" y="567081"/>
                        <a:pt x="107003" y="468575"/>
                      </a:cubicBezTo>
                      <a:cubicBezTo>
                        <a:pt x="44789" y="377814"/>
                        <a:pt x="-23003" y="222803"/>
                        <a:pt x="7579" y="0"/>
                      </a:cubicBezTo>
                      <a:lnTo>
                        <a:pt x="20573" y="1772"/>
                      </a:lnTo>
                      <a:cubicBezTo>
                        <a:pt x="-9419" y="220178"/>
                        <a:pt x="56733" y="371841"/>
                        <a:pt x="117438" y="460635"/>
                      </a:cubicBezTo>
                      <a:cubicBezTo>
                        <a:pt x="183327" y="556975"/>
                        <a:pt x="257354" y="602257"/>
                        <a:pt x="258076" y="602717"/>
                      </a:cubicBezTo>
                      <a:lnTo>
                        <a:pt x="251317" y="613939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10" name="Google Shape;1210;p27"/>
                <p:cNvSpPr/>
                <p:nvPr/>
              </p:nvSpPr>
              <p:spPr>
                <a:xfrm>
                  <a:off x="4703005" y="2591995"/>
                  <a:ext cx="143525" cy="33535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43525" h="335352" extrusionOk="0">
                      <a:moveTo>
                        <a:pt x="130400" y="335353"/>
                      </a:moveTo>
                      <a:cubicBezTo>
                        <a:pt x="130269" y="333450"/>
                        <a:pt x="114650" y="141885"/>
                        <a:pt x="0" y="8532"/>
                      </a:cubicBezTo>
                      <a:lnTo>
                        <a:pt x="9975" y="0"/>
                      </a:lnTo>
                      <a:cubicBezTo>
                        <a:pt x="127513" y="136701"/>
                        <a:pt x="143329" y="332465"/>
                        <a:pt x="143526" y="334369"/>
                      </a:cubicBezTo>
                      <a:lnTo>
                        <a:pt x="130466" y="335353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11" name="Google Shape;1211;p27"/>
              <p:cNvSpPr/>
              <p:nvPr/>
            </p:nvSpPr>
            <p:spPr>
              <a:xfrm>
                <a:off x="7826757" y="3982547"/>
                <a:ext cx="150361" cy="150361"/>
              </a:xfrm>
              <a:custGeom>
                <a:avLst/>
                <a:gdLst/>
                <a:ahLst/>
                <a:cxnLst/>
                <a:rect l="l" t="t" r="r" b="b"/>
                <a:pathLst>
                  <a:path w="96077" h="96077" extrusionOk="0">
                    <a:moveTo>
                      <a:pt x="96078" y="48039"/>
                    </a:moveTo>
                    <a:cubicBezTo>
                      <a:pt x="96078" y="74570"/>
                      <a:pt x="74570" y="96078"/>
                      <a:pt x="48039" y="96078"/>
                    </a:cubicBezTo>
                    <a:cubicBezTo>
                      <a:pt x="21508" y="96078"/>
                      <a:pt x="0" y="74570"/>
                      <a:pt x="0" y="48039"/>
                    </a:cubicBezTo>
                    <a:cubicBezTo>
                      <a:pt x="0" y="21508"/>
                      <a:pt x="21508" y="0"/>
                      <a:pt x="48039" y="0"/>
                    </a:cubicBezTo>
                    <a:cubicBezTo>
                      <a:pt x="74570" y="0"/>
                      <a:pt x="96078" y="21508"/>
                      <a:pt x="96078" y="4803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2" name="Google Shape;1212;p27"/>
              <p:cNvSpPr/>
              <p:nvPr/>
            </p:nvSpPr>
            <p:spPr>
              <a:xfrm>
                <a:off x="7456369" y="3901117"/>
                <a:ext cx="186309" cy="186309"/>
              </a:xfrm>
              <a:custGeom>
                <a:avLst/>
                <a:gdLst/>
                <a:ahLst/>
                <a:cxnLst/>
                <a:rect l="l" t="t" r="r" b="b"/>
                <a:pathLst>
                  <a:path w="119047" h="119047" extrusionOk="0">
                    <a:moveTo>
                      <a:pt x="119047" y="59523"/>
                    </a:moveTo>
                    <a:cubicBezTo>
                      <a:pt x="119047" y="92397"/>
                      <a:pt x="92397" y="119047"/>
                      <a:pt x="59523" y="119047"/>
                    </a:cubicBezTo>
                    <a:cubicBezTo>
                      <a:pt x="26650" y="119047"/>
                      <a:pt x="0" y="92397"/>
                      <a:pt x="0" y="59523"/>
                    </a:cubicBezTo>
                    <a:cubicBezTo>
                      <a:pt x="0" y="26650"/>
                      <a:pt x="26650" y="0"/>
                      <a:pt x="59523" y="0"/>
                    </a:cubicBezTo>
                    <a:cubicBezTo>
                      <a:pt x="92397" y="0"/>
                      <a:pt x="119047" y="26650"/>
                      <a:pt x="119047" y="5952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3" name="Google Shape;1213;p27"/>
              <p:cNvSpPr/>
              <p:nvPr/>
            </p:nvSpPr>
            <p:spPr>
              <a:xfrm>
                <a:off x="7241959" y="4316380"/>
                <a:ext cx="128382" cy="128382"/>
              </a:xfrm>
              <a:custGeom>
                <a:avLst/>
                <a:gdLst/>
                <a:ahLst/>
                <a:cxnLst/>
                <a:rect l="l" t="t" r="r" b="b"/>
                <a:pathLst>
                  <a:path w="82033" h="82033" extrusionOk="0">
                    <a:moveTo>
                      <a:pt x="82033" y="41017"/>
                    </a:moveTo>
                    <a:cubicBezTo>
                      <a:pt x="82033" y="18376"/>
                      <a:pt x="63658" y="0"/>
                      <a:pt x="41017" y="0"/>
                    </a:cubicBezTo>
                    <a:cubicBezTo>
                      <a:pt x="18376" y="0"/>
                      <a:pt x="0" y="18376"/>
                      <a:pt x="0" y="41017"/>
                    </a:cubicBezTo>
                    <a:cubicBezTo>
                      <a:pt x="0" y="63658"/>
                      <a:pt x="18376" y="82033"/>
                      <a:pt x="41017" y="82033"/>
                    </a:cubicBezTo>
                    <a:cubicBezTo>
                      <a:pt x="63658" y="82033"/>
                      <a:pt x="82033" y="63658"/>
                      <a:pt x="82033" y="4101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4" name="Google Shape;1214;p27"/>
              <p:cNvSpPr/>
              <p:nvPr/>
            </p:nvSpPr>
            <p:spPr>
              <a:xfrm>
                <a:off x="7753028" y="4211229"/>
                <a:ext cx="105170" cy="105170"/>
              </a:xfrm>
              <a:custGeom>
                <a:avLst/>
                <a:gdLst/>
                <a:ahLst/>
                <a:cxnLst/>
                <a:rect l="l" t="t" r="r" b="b"/>
                <a:pathLst>
                  <a:path w="67201" h="67201" extrusionOk="0">
                    <a:moveTo>
                      <a:pt x="67202" y="33601"/>
                    </a:moveTo>
                    <a:cubicBezTo>
                      <a:pt x="67202" y="15029"/>
                      <a:pt x="52173" y="0"/>
                      <a:pt x="33601" y="0"/>
                    </a:cubicBezTo>
                    <a:cubicBezTo>
                      <a:pt x="15028" y="0"/>
                      <a:pt x="0" y="15029"/>
                      <a:pt x="0" y="33601"/>
                    </a:cubicBezTo>
                    <a:cubicBezTo>
                      <a:pt x="0" y="52173"/>
                      <a:pt x="15028" y="67202"/>
                      <a:pt x="33601" y="67202"/>
                    </a:cubicBezTo>
                    <a:cubicBezTo>
                      <a:pt x="52173" y="67202"/>
                      <a:pt x="67202" y="52173"/>
                      <a:pt x="67202" y="336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5" name="Google Shape;1215;p27"/>
              <p:cNvSpPr/>
              <p:nvPr/>
            </p:nvSpPr>
            <p:spPr>
              <a:xfrm>
                <a:off x="7325032" y="4758855"/>
                <a:ext cx="119754" cy="119754"/>
              </a:xfrm>
              <a:custGeom>
                <a:avLst/>
                <a:gdLst/>
                <a:ahLst/>
                <a:cxnLst/>
                <a:rect l="l" t="t" r="r" b="b"/>
                <a:pathLst>
                  <a:path w="76520" h="76520" extrusionOk="0">
                    <a:moveTo>
                      <a:pt x="76521" y="38260"/>
                    </a:moveTo>
                    <a:cubicBezTo>
                      <a:pt x="76521" y="59391"/>
                      <a:pt x="59391" y="76521"/>
                      <a:pt x="38260" y="76521"/>
                    </a:cubicBezTo>
                    <a:cubicBezTo>
                      <a:pt x="17129" y="76521"/>
                      <a:pt x="0" y="59391"/>
                      <a:pt x="0" y="38260"/>
                    </a:cubicBezTo>
                    <a:cubicBezTo>
                      <a:pt x="0" y="17130"/>
                      <a:pt x="17129" y="0"/>
                      <a:pt x="38260" y="0"/>
                    </a:cubicBezTo>
                    <a:cubicBezTo>
                      <a:pt x="59391" y="0"/>
                      <a:pt x="76521" y="17130"/>
                      <a:pt x="76521" y="3826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6" name="Google Shape;1216;p27"/>
              <p:cNvSpPr/>
              <p:nvPr/>
            </p:nvSpPr>
            <p:spPr>
              <a:xfrm>
                <a:off x="7375760" y="4813895"/>
                <a:ext cx="578440" cy="265186"/>
              </a:xfrm>
              <a:custGeom>
                <a:avLst/>
                <a:gdLst/>
                <a:ahLst/>
                <a:cxnLst/>
                <a:rect l="l" t="t" r="r" b="b"/>
                <a:pathLst>
                  <a:path w="369610" h="169448" extrusionOk="0">
                    <a:moveTo>
                      <a:pt x="279308" y="169448"/>
                    </a:moveTo>
                    <a:cubicBezTo>
                      <a:pt x="88071" y="169448"/>
                      <a:pt x="984" y="8006"/>
                      <a:pt x="0" y="6103"/>
                    </a:cubicBezTo>
                    <a:lnTo>
                      <a:pt x="11616" y="0"/>
                    </a:lnTo>
                    <a:cubicBezTo>
                      <a:pt x="12666" y="2034"/>
                      <a:pt x="122328" y="204690"/>
                      <a:pt x="366526" y="145363"/>
                    </a:cubicBezTo>
                    <a:lnTo>
                      <a:pt x="369610" y="158095"/>
                    </a:lnTo>
                    <a:cubicBezTo>
                      <a:pt x="337256" y="165970"/>
                      <a:pt x="307133" y="169383"/>
                      <a:pt x="279242" y="16938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7" name="Google Shape;1217;p27"/>
              <p:cNvSpPr/>
              <p:nvPr/>
            </p:nvSpPr>
            <p:spPr>
              <a:xfrm>
                <a:off x="7799032" y="4255898"/>
                <a:ext cx="257791" cy="323111"/>
              </a:xfrm>
              <a:custGeom>
                <a:avLst/>
                <a:gdLst/>
                <a:ahLst/>
                <a:cxnLst/>
                <a:rect l="l" t="t" r="r" b="b"/>
                <a:pathLst>
                  <a:path w="164723" h="206461" extrusionOk="0">
                    <a:moveTo>
                      <a:pt x="152582" y="206462"/>
                    </a:moveTo>
                    <a:cubicBezTo>
                      <a:pt x="110056" y="102837"/>
                      <a:pt x="1116" y="11025"/>
                      <a:pt x="0" y="10107"/>
                    </a:cubicBezTo>
                    <a:lnTo>
                      <a:pt x="8400" y="0"/>
                    </a:lnTo>
                    <a:cubicBezTo>
                      <a:pt x="12994" y="3806"/>
                      <a:pt x="120950" y="94765"/>
                      <a:pt x="164724" y="201409"/>
                    </a:cubicBezTo>
                    <a:lnTo>
                      <a:pt x="152582" y="206396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8" name="Google Shape;1218;p27"/>
              <p:cNvSpPr/>
              <p:nvPr/>
            </p:nvSpPr>
            <p:spPr>
              <a:xfrm>
                <a:off x="7598670" y="3978776"/>
                <a:ext cx="1853738" cy="1166620"/>
              </a:xfrm>
              <a:custGeom>
                <a:avLst/>
                <a:gdLst/>
                <a:ahLst/>
                <a:cxnLst/>
                <a:rect l="l" t="t" r="r" b="b"/>
                <a:pathLst>
                  <a:path w="1184497" h="745444" extrusionOk="0">
                    <a:moveTo>
                      <a:pt x="954608" y="449"/>
                    </a:moveTo>
                    <a:lnTo>
                      <a:pt x="871787" y="311980"/>
                    </a:lnTo>
                    <a:lnTo>
                      <a:pt x="851967" y="6224"/>
                    </a:lnTo>
                    <a:cubicBezTo>
                      <a:pt x="789162" y="11868"/>
                      <a:pt x="721501" y="21975"/>
                      <a:pt x="652659" y="38841"/>
                    </a:cubicBezTo>
                    <a:lnTo>
                      <a:pt x="672872" y="243334"/>
                    </a:lnTo>
                    <a:lnTo>
                      <a:pt x="566097" y="63648"/>
                    </a:lnTo>
                    <a:cubicBezTo>
                      <a:pt x="401439" y="118184"/>
                      <a:pt x="238685" y="216558"/>
                      <a:pt x="127579" y="390076"/>
                    </a:cubicBezTo>
                    <a:lnTo>
                      <a:pt x="271892" y="538852"/>
                    </a:lnTo>
                    <a:lnTo>
                      <a:pt x="72387" y="492453"/>
                    </a:lnTo>
                    <a:cubicBezTo>
                      <a:pt x="39507" y="565693"/>
                      <a:pt x="14569" y="649498"/>
                      <a:pt x="0" y="745445"/>
                    </a:cubicBezTo>
                    <a:lnTo>
                      <a:pt x="1184498" y="745445"/>
                    </a:lnTo>
                    <a:lnTo>
                      <a:pt x="1184498" y="12328"/>
                    </a:lnTo>
                    <a:cubicBezTo>
                      <a:pt x="1184498" y="12328"/>
                      <a:pt x="1090192" y="-2766"/>
                      <a:pt x="954542" y="449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19" name="Google Shape;1219;p27"/>
              <p:cNvSpPr/>
              <p:nvPr/>
            </p:nvSpPr>
            <p:spPr>
              <a:xfrm>
                <a:off x="5732194" y="-18530"/>
                <a:ext cx="2376221" cy="419948"/>
              </a:xfrm>
              <a:custGeom>
                <a:avLst/>
                <a:gdLst/>
                <a:ahLst/>
                <a:cxnLst/>
                <a:rect l="l" t="t" r="r" b="b"/>
                <a:pathLst>
                  <a:path w="1327498" h="234608" extrusionOk="0">
                    <a:moveTo>
                      <a:pt x="1327499" y="79146"/>
                    </a:moveTo>
                    <a:cubicBezTo>
                      <a:pt x="1327499" y="79146"/>
                      <a:pt x="1277754" y="160195"/>
                      <a:pt x="1169338" y="115766"/>
                    </a:cubicBezTo>
                    <a:cubicBezTo>
                      <a:pt x="1100627" y="300374"/>
                      <a:pt x="831885" y="248988"/>
                      <a:pt x="848226" y="104084"/>
                    </a:cubicBezTo>
                    <a:cubicBezTo>
                      <a:pt x="752739" y="234616"/>
                      <a:pt x="198455" y="284361"/>
                      <a:pt x="0" y="0"/>
                    </a:cubicBezTo>
                    <a:lnTo>
                      <a:pt x="1327499" y="0"/>
                    </a:lnTo>
                    <a:lnTo>
                      <a:pt x="1327499" y="79080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"/>
              <a:buNone/>
              <a:defRPr sz="30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"/>
              <a:buNone/>
              <a:defRPr sz="30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"/>
              <a:buNone/>
              <a:defRPr sz="30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"/>
              <a:buNone/>
              <a:defRPr sz="30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"/>
              <a:buNone/>
              <a:defRPr sz="30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"/>
              <a:buNone/>
              <a:defRPr sz="30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"/>
              <a:buNone/>
              <a:defRPr sz="30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"/>
              <a:buNone/>
              <a:defRPr sz="30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Sofia"/>
              <a:buNone/>
              <a:defRPr sz="30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ustat"/>
              <a:buChar char="●"/>
              <a:defRPr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ustat"/>
              <a:buChar char="○"/>
              <a:defRPr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ustat"/>
              <a:buChar char="■"/>
              <a:defRPr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ustat"/>
              <a:buChar char="●"/>
              <a:defRPr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ustat"/>
              <a:buChar char="○"/>
              <a:defRPr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ustat"/>
              <a:buChar char="■"/>
              <a:defRPr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ustat"/>
              <a:buChar char="●"/>
              <a:defRPr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ustat"/>
              <a:buChar char="○"/>
              <a:defRPr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Fustat"/>
              <a:buChar char="■"/>
              <a:defRPr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71" r:id="rId22"/>
    <p:sldLayoutId id="2147483672" r:id="rId23"/>
    <p:sldLayoutId id="2147483673" r:id="rId2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5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10.jpg"/><Relationship Id="rId5" Type="http://schemas.openxmlformats.org/officeDocument/2006/relationships/image" Target="../media/image9.jpg"/><Relationship Id="rId4" Type="http://schemas.openxmlformats.org/officeDocument/2006/relationships/image" Target="../media/image8.jp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9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0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reepik.com/free-vector/flat-design-enchanted-forest-illustration_24712178.htm/?utm_source=slidesgo_template&amp;utm_medium=referral-link&amp;utm_campaign=sg_resources&amp;utm_content=freepik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5" name="Google Shape;1235;p32"/>
          <p:cNvSpPr txBox="1">
            <a:spLocks noGrp="1"/>
          </p:cNvSpPr>
          <p:nvPr>
            <p:ph type="ctrTitle"/>
          </p:nvPr>
        </p:nvSpPr>
        <p:spPr>
          <a:xfrm>
            <a:off x="4298800" y="1107825"/>
            <a:ext cx="4054800" cy="257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Classic tales </a:t>
            </a:r>
            <a:br>
              <a:rPr lang="en"/>
            </a:br>
            <a:r>
              <a:rPr lang="en"/>
              <a:t>by the Grimm Brothers</a:t>
            </a:r>
            <a:endParaRPr/>
          </a:p>
        </p:txBody>
      </p:sp>
      <p:grpSp>
        <p:nvGrpSpPr>
          <p:cNvPr id="1236" name="Google Shape;1236;p32"/>
          <p:cNvGrpSpPr/>
          <p:nvPr/>
        </p:nvGrpSpPr>
        <p:grpSpPr>
          <a:xfrm>
            <a:off x="5" y="-26013"/>
            <a:ext cx="9204641" cy="6730403"/>
            <a:chOff x="5" y="-26013"/>
            <a:chExt cx="9204641" cy="6730403"/>
          </a:xfrm>
        </p:grpSpPr>
        <p:sp>
          <p:nvSpPr>
            <p:cNvPr id="1237" name="Google Shape;1237;p32"/>
            <p:cNvSpPr/>
            <p:nvPr/>
          </p:nvSpPr>
          <p:spPr>
            <a:xfrm>
              <a:off x="5" y="3193496"/>
              <a:ext cx="9142282" cy="2875969"/>
            </a:xfrm>
            <a:custGeom>
              <a:avLst/>
              <a:gdLst/>
              <a:ahLst/>
              <a:cxnLst/>
              <a:rect l="l" t="t" r="r" b="b"/>
              <a:pathLst>
                <a:path w="4411234" h="1387681" extrusionOk="0">
                  <a:moveTo>
                    <a:pt x="0" y="724821"/>
                  </a:moveTo>
                  <a:cubicBezTo>
                    <a:pt x="0" y="724821"/>
                    <a:pt x="1228735" y="954146"/>
                    <a:pt x="1829545" y="804399"/>
                  </a:cubicBezTo>
                  <a:cubicBezTo>
                    <a:pt x="2551047" y="624538"/>
                    <a:pt x="3335893" y="-63026"/>
                    <a:pt x="4411235" y="4672"/>
                  </a:cubicBezTo>
                  <a:lnTo>
                    <a:pt x="4411235" y="1387682"/>
                  </a:lnTo>
                  <a:lnTo>
                    <a:pt x="0" y="1387682"/>
                  </a:lnTo>
                  <a:lnTo>
                    <a:pt x="0" y="72482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8" name="Google Shape;1238;p32"/>
            <p:cNvSpPr/>
            <p:nvPr/>
          </p:nvSpPr>
          <p:spPr>
            <a:xfrm>
              <a:off x="3786845" y="5089648"/>
              <a:ext cx="198655" cy="83487"/>
            </a:xfrm>
            <a:custGeom>
              <a:avLst/>
              <a:gdLst/>
              <a:ahLst/>
              <a:cxnLst/>
              <a:rect l="l" t="t" r="r" b="b"/>
              <a:pathLst>
                <a:path w="95853" h="40283" extrusionOk="0">
                  <a:moveTo>
                    <a:pt x="771" y="31706"/>
                  </a:moveTo>
                  <a:cubicBezTo>
                    <a:pt x="-9698" y="9591"/>
                    <a:pt x="89761" y="-12289"/>
                    <a:pt x="95584" y="8121"/>
                  </a:cubicBezTo>
                  <a:cubicBezTo>
                    <a:pt x="101406" y="28530"/>
                    <a:pt x="11182" y="53821"/>
                    <a:pt x="771" y="31706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39" name="Google Shape;1239;p32"/>
            <p:cNvSpPr/>
            <p:nvPr/>
          </p:nvSpPr>
          <p:spPr>
            <a:xfrm>
              <a:off x="4581307" y="4848872"/>
              <a:ext cx="359349" cy="150982"/>
            </a:xfrm>
            <a:custGeom>
              <a:avLst/>
              <a:gdLst/>
              <a:ahLst/>
              <a:cxnLst/>
              <a:rect l="l" t="t" r="r" b="b"/>
              <a:pathLst>
                <a:path w="173389" h="72850" extrusionOk="0">
                  <a:moveTo>
                    <a:pt x="1388" y="57342"/>
                  </a:moveTo>
                  <a:cubicBezTo>
                    <a:pt x="-17492" y="17347"/>
                    <a:pt x="162310" y="-22237"/>
                    <a:pt x="172897" y="14700"/>
                  </a:cubicBezTo>
                  <a:cubicBezTo>
                    <a:pt x="183484" y="51578"/>
                    <a:pt x="20327" y="97338"/>
                    <a:pt x="1388" y="5734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0" name="Google Shape;1240;p32"/>
            <p:cNvSpPr/>
            <p:nvPr/>
          </p:nvSpPr>
          <p:spPr>
            <a:xfrm>
              <a:off x="1877495" y="5070501"/>
              <a:ext cx="202409" cy="71708"/>
            </a:xfrm>
            <a:custGeom>
              <a:avLst/>
              <a:gdLst/>
              <a:ahLst/>
              <a:cxnLst/>
              <a:rect l="l" t="t" r="r" b="b"/>
              <a:pathLst>
                <a:path w="97664" h="34600" extrusionOk="0">
                  <a:moveTo>
                    <a:pt x="87" y="14753"/>
                  </a:moveTo>
                  <a:cubicBezTo>
                    <a:pt x="-3383" y="-9480"/>
                    <a:pt x="98075" y="-1128"/>
                    <a:pt x="97664" y="20104"/>
                  </a:cubicBezTo>
                  <a:cubicBezTo>
                    <a:pt x="97252" y="41338"/>
                    <a:pt x="3557" y="38985"/>
                    <a:pt x="87" y="14753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1" name="Google Shape;1241;p32"/>
            <p:cNvSpPr/>
            <p:nvPr/>
          </p:nvSpPr>
          <p:spPr>
            <a:xfrm>
              <a:off x="1690129" y="4999850"/>
              <a:ext cx="121036" cy="42849"/>
            </a:xfrm>
            <a:custGeom>
              <a:avLst/>
              <a:gdLst/>
              <a:ahLst/>
              <a:cxnLst/>
              <a:rect l="l" t="t" r="r" b="b"/>
              <a:pathLst>
                <a:path w="58401" h="20675" extrusionOk="0">
                  <a:moveTo>
                    <a:pt x="54" y="8825"/>
                  </a:moveTo>
                  <a:cubicBezTo>
                    <a:pt x="-2063" y="-5645"/>
                    <a:pt x="58694" y="-703"/>
                    <a:pt x="58400" y="12000"/>
                  </a:cubicBezTo>
                  <a:cubicBezTo>
                    <a:pt x="58106" y="24705"/>
                    <a:pt x="2113" y="23293"/>
                    <a:pt x="54" y="8825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2" name="Google Shape;1242;p32"/>
            <p:cNvSpPr/>
            <p:nvPr/>
          </p:nvSpPr>
          <p:spPr>
            <a:xfrm>
              <a:off x="3297807" y="5294725"/>
              <a:ext cx="120300" cy="45769"/>
            </a:xfrm>
            <a:custGeom>
              <a:avLst/>
              <a:gdLst/>
              <a:ahLst/>
              <a:cxnLst/>
              <a:rect l="l" t="t" r="r" b="b"/>
              <a:pathLst>
                <a:path w="58046" h="22084" extrusionOk="0">
                  <a:moveTo>
                    <a:pt x="322" y="15722"/>
                  </a:moveTo>
                  <a:cubicBezTo>
                    <a:pt x="-4913" y="2077"/>
                    <a:pt x="55433" y="-6393"/>
                    <a:pt x="57962" y="6077"/>
                  </a:cubicBezTo>
                  <a:cubicBezTo>
                    <a:pt x="60491" y="18546"/>
                    <a:pt x="5498" y="29427"/>
                    <a:pt x="322" y="15722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3" name="Google Shape;1243;p32"/>
            <p:cNvSpPr/>
            <p:nvPr/>
          </p:nvSpPr>
          <p:spPr>
            <a:xfrm>
              <a:off x="3384478" y="5004296"/>
              <a:ext cx="405188" cy="96137"/>
            </a:xfrm>
            <a:custGeom>
              <a:avLst/>
              <a:gdLst/>
              <a:ahLst/>
              <a:cxnLst/>
              <a:rect l="l" t="t" r="r" b="b"/>
              <a:pathLst>
                <a:path w="195507" h="46387" extrusionOk="0">
                  <a:moveTo>
                    <a:pt x="197" y="41944"/>
                  </a:moveTo>
                  <a:cubicBezTo>
                    <a:pt x="3785" y="56177"/>
                    <a:pt x="200526" y="33769"/>
                    <a:pt x="195409" y="9360"/>
                  </a:cubicBezTo>
                  <a:cubicBezTo>
                    <a:pt x="190292" y="-15049"/>
                    <a:pt x="-7096" y="12712"/>
                    <a:pt x="197" y="41944"/>
                  </a:cubicBezTo>
                  <a:close/>
                </a:path>
              </a:pathLst>
            </a:cu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4" name="Google Shape;1244;p32"/>
            <p:cNvSpPr/>
            <p:nvPr/>
          </p:nvSpPr>
          <p:spPr>
            <a:xfrm>
              <a:off x="4035332" y="4838954"/>
              <a:ext cx="375914" cy="143902"/>
            </a:xfrm>
            <a:custGeom>
              <a:avLst/>
              <a:gdLst/>
              <a:ahLst/>
              <a:cxnLst/>
              <a:rect l="l" t="t" r="r" b="b"/>
              <a:pathLst>
                <a:path w="181382" h="69434" extrusionOk="0">
                  <a:moveTo>
                    <a:pt x="180758" y="6240"/>
                  </a:moveTo>
                  <a:cubicBezTo>
                    <a:pt x="174759" y="-12111"/>
                    <a:pt x="-11925" y="11886"/>
                    <a:pt x="603" y="53764"/>
                  </a:cubicBezTo>
                  <a:cubicBezTo>
                    <a:pt x="13190" y="95641"/>
                    <a:pt x="193286" y="44529"/>
                    <a:pt x="180758" y="62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5" name="Google Shape;1245;p32"/>
            <p:cNvSpPr/>
            <p:nvPr/>
          </p:nvSpPr>
          <p:spPr>
            <a:xfrm>
              <a:off x="788407" y="5147221"/>
              <a:ext cx="1123734" cy="311254"/>
            </a:xfrm>
            <a:custGeom>
              <a:avLst/>
              <a:gdLst/>
              <a:ahLst/>
              <a:cxnLst/>
              <a:rect l="l" t="t" r="r" b="b"/>
              <a:pathLst>
                <a:path w="542212" h="150183" extrusionOk="0">
                  <a:moveTo>
                    <a:pt x="408" y="10312"/>
                  </a:moveTo>
                  <a:cubicBezTo>
                    <a:pt x="-7826" y="53483"/>
                    <a:pt x="108807" y="117416"/>
                    <a:pt x="317076" y="142531"/>
                  </a:cubicBezTo>
                  <a:cubicBezTo>
                    <a:pt x="605630" y="177351"/>
                    <a:pt x="582868" y="83479"/>
                    <a:pt x="438121" y="58541"/>
                  </a:cubicBezTo>
                  <a:cubicBezTo>
                    <a:pt x="293373" y="33603"/>
                    <a:pt x="6819" y="-23214"/>
                    <a:pt x="408" y="1031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6" name="Google Shape;1246;p32"/>
            <p:cNvSpPr/>
            <p:nvPr/>
          </p:nvSpPr>
          <p:spPr>
            <a:xfrm>
              <a:off x="161121" y="4841257"/>
              <a:ext cx="523431" cy="166194"/>
            </a:xfrm>
            <a:custGeom>
              <a:avLst/>
              <a:gdLst/>
              <a:ahLst/>
              <a:cxnLst/>
              <a:rect l="l" t="t" r="r" b="b"/>
              <a:pathLst>
                <a:path w="252560" h="80190" extrusionOk="0">
                  <a:moveTo>
                    <a:pt x="59" y="28684"/>
                  </a:moveTo>
                  <a:cubicBezTo>
                    <a:pt x="-4469" y="60387"/>
                    <a:pt x="251676" y="107675"/>
                    <a:pt x="252558" y="59799"/>
                  </a:cubicBezTo>
                  <a:cubicBezTo>
                    <a:pt x="253441" y="11922"/>
                    <a:pt x="8411" y="-29955"/>
                    <a:pt x="59" y="2868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7" name="Google Shape;1247;p32"/>
            <p:cNvSpPr/>
            <p:nvPr/>
          </p:nvSpPr>
          <p:spPr>
            <a:xfrm>
              <a:off x="2140641" y="5098248"/>
              <a:ext cx="1157166" cy="272795"/>
            </a:xfrm>
            <a:custGeom>
              <a:avLst/>
              <a:gdLst/>
              <a:ahLst/>
              <a:cxnLst/>
              <a:rect l="l" t="t" r="r" b="b"/>
              <a:pathLst>
                <a:path w="558343" h="131626" extrusionOk="0">
                  <a:moveTo>
                    <a:pt x="61603" y="33087"/>
                  </a:moveTo>
                  <a:cubicBezTo>
                    <a:pt x="61603" y="33087"/>
                    <a:pt x="-15917" y="39204"/>
                    <a:pt x="2963" y="66435"/>
                  </a:cubicBezTo>
                  <a:cubicBezTo>
                    <a:pt x="21784" y="93667"/>
                    <a:pt x="166355" y="157425"/>
                    <a:pt x="379977" y="120311"/>
                  </a:cubicBezTo>
                  <a:cubicBezTo>
                    <a:pt x="593598" y="83199"/>
                    <a:pt x="634064" y="-13143"/>
                    <a:pt x="398092" y="1502"/>
                  </a:cubicBezTo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8" name="Google Shape;1248;p32"/>
            <p:cNvSpPr/>
            <p:nvPr/>
          </p:nvSpPr>
          <p:spPr>
            <a:xfrm>
              <a:off x="3949080" y="5113897"/>
              <a:ext cx="493682" cy="180826"/>
            </a:xfrm>
            <a:custGeom>
              <a:avLst/>
              <a:gdLst/>
              <a:ahLst/>
              <a:cxnLst/>
              <a:rect l="l" t="t" r="r" b="b"/>
              <a:pathLst>
                <a:path w="238206" h="87250" extrusionOk="0">
                  <a:moveTo>
                    <a:pt x="0" y="71174"/>
                  </a:moveTo>
                  <a:cubicBezTo>
                    <a:pt x="0" y="71174"/>
                    <a:pt x="49288" y="653"/>
                    <a:pt x="123691" y="6"/>
                  </a:cubicBezTo>
                  <a:cubicBezTo>
                    <a:pt x="198153" y="-699"/>
                    <a:pt x="238207" y="58411"/>
                    <a:pt x="238207" y="58411"/>
                  </a:cubicBezTo>
                  <a:cubicBezTo>
                    <a:pt x="238207" y="58411"/>
                    <a:pt x="153864" y="113698"/>
                    <a:pt x="0" y="7117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49" name="Google Shape;1249;p32"/>
            <p:cNvSpPr/>
            <p:nvPr/>
          </p:nvSpPr>
          <p:spPr>
            <a:xfrm>
              <a:off x="2217740" y="4286563"/>
              <a:ext cx="6924975" cy="2417828"/>
            </a:xfrm>
            <a:custGeom>
              <a:avLst/>
              <a:gdLst/>
              <a:ahLst/>
              <a:cxnLst/>
              <a:rect l="l" t="t" r="r" b="b"/>
              <a:pathLst>
                <a:path w="3341363" h="1166624" extrusionOk="0">
                  <a:moveTo>
                    <a:pt x="0" y="1062167"/>
                  </a:moveTo>
                  <a:cubicBezTo>
                    <a:pt x="27056" y="1049286"/>
                    <a:pt x="877954" y="1149274"/>
                    <a:pt x="1550637" y="672860"/>
                  </a:cubicBezTo>
                  <a:cubicBezTo>
                    <a:pt x="2481702" y="13469"/>
                    <a:pt x="3341363" y="0"/>
                    <a:pt x="3341363" y="0"/>
                  </a:cubicBezTo>
                  <a:lnTo>
                    <a:pt x="3341363" y="699151"/>
                  </a:lnTo>
                  <a:lnTo>
                    <a:pt x="235972" y="1166625"/>
                  </a:lnTo>
                  <a:lnTo>
                    <a:pt x="0" y="1062108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0" name="Google Shape;1250;p32"/>
            <p:cNvSpPr/>
            <p:nvPr/>
          </p:nvSpPr>
          <p:spPr>
            <a:xfrm>
              <a:off x="886666" y="5007458"/>
              <a:ext cx="957744" cy="384981"/>
            </a:xfrm>
            <a:custGeom>
              <a:avLst/>
              <a:gdLst/>
              <a:ahLst/>
              <a:cxnLst/>
              <a:rect l="l" t="t" r="r" b="b"/>
              <a:pathLst>
                <a:path w="462120" h="185757" extrusionOk="0">
                  <a:moveTo>
                    <a:pt x="462121" y="173782"/>
                  </a:moveTo>
                  <a:cubicBezTo>
                    <a:pt x="462121" y="173782"/>
                    <a:pt x="252499" y="229893"/>
                    <a:pt x="0" y="99203"/>
                  </a:cubicBezTo>
                  <a:cubicBezTo>
                    <a:pt x="0" y="99203"/>
                    <a:pt x="67992" y="-6666"/>
                    <a:pt x="197388" y="332"/>
                  </a:cubicBezTo>
                  <a:cubicBezTo>
                    <a:pt x="205799" y="744"/>
                    <a:pt x="214445" y="1685"/>
                    <a:pt x="223326" y="3155"/>
                  </a:cubicBezTo>
                  <a:cubicBezTo>
                    <a:pt x="319550" y="18919"/>
                    <a:pt x="392541" y="87851"/>
                    <a:pt x="431183" y="133081"/>
                  </a:cubicBezTo>
                  <a:cubicBezTo>
                    <a:pt x="451299" y="156666"/>
                    <a:pt x="462121" y="173782"/>
                    <a:pt x="462121" y="17378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1" name="Google Shape;1251;p32"/>
            <p:cNvSpPr/>
            <p:nvPr/>
          </p:nvSpPr>
          <p:spPr>
            <a:xfrm>
              <a:off x="886666" y="5007458"/>
              <a:ext cx="957744" cy="384981"/>
            </a:xfrm>
            <a:custGeom>
              <a:avLst/>
              <a:gdLst/>
              <a:ahLst/>
              <a:cxnLst/>
              <a:rect l="l" t="t" r="r" b="b"/>
              <a:pathLst>
                <a:path w="462120" h="185757" extrusionOk="0">
                  <a:moveTo>
                    <a:pt x="462121" y="173782"/>
                  </a:moveTo>
                  <a:cubicBezTo>
                    <a:pt x="462121" y="173782"/>
                    <a:pt x="252499" y="229893"/>
                    <a:pt x="0" y="99203"/>
                  </a:cubicBezTo>
                  <a:cubicBezTo>
                    <a:pt x="0" y="99203"/>
                    <a:pt x="67992" y="-6666"/>
                    <a:pt x="197388" y="332"/>
                  </a:cubicBezTo>
                  <a:cubicBezTo>
                    <a:pt x="215327" y="52679"/>
                    <a:pt x="269321" y="136493"/>
                    <a:pt x="431183" y="133081"/>
                  </a:cubicBezTo>
                  <a:cubicBezTo>
                    <a:pt x="451299" y="156666"/>
                    <a:pt x="462121" y="173782"/>
                    <a:pt x="462121" y="173782"/>
                  </a:cubicBezTo>
                  <a:close/>
                </a:path>
              </a:pathLst>
            </a:custGeom>
            <a:solidFill>
              <a:srgbClr val="3A3B40">
                <a:alpha val="226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2" name="Google Shape;1252;p32"/>
            <p:cNvSpPr/>
            <p:nvPr/>
          </p:nvSpPr>
          <p:spPr>
            <a:xfrm>
              <a:off x="8170991" y="126387"/>
              <a:ext cx="736500" cy="4053932"/>
            </a:xfrm>
            <a:custGeom>
              <a:avLst/>
              <a:gdLst/>
              <a:ahLst/>
              <a:cxnLst/>
              <a:rect l="l" t="t" r="r" b="b"/>
              <a:pathLst>
                <a:path w="355368" h="1956059" extrusionOk="0">
                  <a:moveTo>
                    <a:pt x="0" y="0"/>
                  </a:moveTo>
                  <a:lnTo>
                    <a:pt x="51406" y="0"/>
                  </a:lnTo>
                  <a:lnTo>
                    <a:pt x="355369" y="1911712"/>
                  </a:lnTo>
                  <a:lnTo>
                    <a:pt x="259675" y="1956059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3" name="Google Shape;1253;p32"/>
            <p:cNvSpPr/>
            <p:nvPr/>
          </p:nvSpPr>
          <p:spPr>
            <a:xfrm>
              <a:off x="2217604" y="4772674"/>
              <a:ext cx="861462" cy="514871"/>
            </a:xfrm>
            <a:custGeom>
              <a:avLst/>
              <a:gdLst/>
              <a:ahLst/>
              <a:cxnLst/>
              <a:rect l="l" t="t" r="r" b="b"/>
              <a:pathLst>
                <a:path w="415663" h="248430" extrusionOk="0">
                  <a:moveTo>
                    <a:pt x="415664" y="190737"/>
                  </a:moveTo>
                  <a:cubicBezTo>
                    <a:pt x="415664" y="190737"/>
                    <a:pt x="242861" y="294077"/>
                    <a:pt x="8" y="224145"/>
                  </a:cubicBezTo>
                  <a:cubicBezTo>
                    <a:pt x="8" y="224145"/>
                    <a:pt x="-1169" y="155742"/>
                    <a:pt x="25710" y="94513"/>
                  </a:cubicBezTo>
                  <a:cubicBezTo>
                    <a:pt x="48237" y="43108"/>
                    <a:pt x="90585" y="-3181"/>
                    <a:pt x="169928" y="172"/>
                  </a:cubicBezTo>
                  <a:cubicBezTo>
                    <a:pt x="277680" y="4701"/>
                    <a:pt x="346201" y="76692"/>
                    <a:pt x="382785" y="130862"/>
                  </a:cubicBezTo>
                  <a:cubicBezTo>
                    <a:pt x="405253" y="164152"/>
                    <a:pt x="415664" y="190737"/>
                    <a:pt x="415664" y="190737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4" name="Google Shape;1254;p32"/>
            <p:cNvSpPr/>
            <p:nvPr/>
          </p:nvSpPr>
          <p:spPr>
            <a:xfrm>
              <a:off x="2217604" y="4968590"/>
              <a:ext cx="861462" cy="318991"/>
            </a:xfrm>
            <a:custGeom>
              <a:avLst/>
              <a:gdLst/>
              <a:ahLst/>
              <a:cxnLst/>
              <a:rect l="l" t="t" r="r" b="b"/>
              <a:pathLst>
                <a:path w="415663" h="153916" extrusionOk="0">
                  <a:moveTo>
                    <a:pt x="415664" y="96224"/>
                  </a:moveTo>
                  <a:cubicBezTo>
                    <a:pt x="415664" y="96224"/>
                    <a:pt x="242861" y="199564"/>
                    <a:pt x="8" y="129632"/>
                  </a:cubicBezTo>
                  <a:cubicBezTo>
                    <a:pt x="8" y="129632"/>
                    <a:pt x="-1169" y="61228"/>
                    <a:pt x="25710" y="0"/>
                  </a:cubicBezTo>
                  <a:cubicBezTo>
                    <a:pt x="87585" y="33114"/>
                    <a:pt x="229039" y="91342"/>
                    <a:pt x="382785" y="36348"/>
                  </a:cubicBezTo>
                  <a:cubicBezTo>
                    <a:pt x="405253" y="69638"/>
                    <a:pt x="415664" y="96224"/>
                    <a:pt x="415664" y="96224"/>
                  </a:cubicBezTo>
                  <a:close/>
                </a:path>
              </a:pathLst>
            </a:custGeom>
            <a:solidFill>
              <a:srgbClr val="3A3B40">
                <a:alpha val="2264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5" name="Google Shape;1255;p32"/>
            <p:cNvSpPr/>
            <p:nvPr/>
          </p:nvSpPr>
          <p:spPr>
            <a:xfrm>
              <a:off x="4914269" y="4558545"/>
              <a:ext cx="201660" cy="90904"/>
            </a:xfrm>
            <a:custGeom>
              <a:avLst/>
              <a:gdLst/>
              <a:ahLst/>
              <a:cxnLst/>
              <a:rect l="l" t="t" r="r" b="b"/>
              <a:pathLst>
                <a:path w="97303" h="43862" extrusionOk="0">
                  <a:moveTo>
                    <a:pt x="0" y="43161"/>
                  </a:moveTo>
                  <a:cubicBezTo>
                    <a:pt x="0" y="43161"/>
                    <a:pt x="75520" y="49454"/>
                    <a:pt x="94989" y="24340"/>
                  </a:cubicBezTo>
                  <a:cubicBezTo>
                    <a:pt x="114457" y="-775"/>
                    <a:pt x="4882" y="-21714"/>
                    <a:pt x="0" y="4316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6" name="Google Shape;1256;p32"/>
            <p:cNvSpPr/>
            <p:nvPr/>
          </p:nvSpPr>
          <p:spPr>
            <a:xfrm>
              <a:off x="5308178" y="4384569"/>
              <a:ext cx="292208" cy="150364"/>
            </a:xfrm>
            <a:custGeom>
              <a:avLst/>
              <a:gdLst/>
              <a:ahLst/>
              <a:cxnLst/>
              <a:rect l="l" t="t" r="r" b="b"/>
              <a:pathLst>
                <a:path w="140993" h="72552" extrusionOk="0">
                  <a:moveTo>
                    <a:pt x="158" y="63849"/>
                  </a:moveTo>
                  <a:cubicBezTo>
                    <a:pt x="158" y="63849"/>
                    <a:pt x="90206" y="91081"/>
                    <a:pt x="134201" y="49204"/>
                  </a:cubicBezTo>
                  <a:cubicBezTo>
                    <a:pt x="178195" y="7327"/>
                    <a:pt x="-6135" y="-42962"/>
                    <a:pt x="158" y="6384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7" name="Google Shape;1257;p32"/>
            <p:cNvSpPr/>
            <p:nvPr/>
          </p:nvSpPr>
          <p:spPr>
            <a:xfrm>
              <a:off x="8277551" y="126387"/>
              <a:ext cx="401895" cy="504287"/>
            </a:xfrm>
            <a:custGeom>
              <a:avLst/>
              <a:gdLst/>
              <a:ahLst/>
              <a:cxnLst/>
              <a:rect l="l" t="t" r="r" b="b"/>
              <a:pathLst>
                <a:path w="193918" h="243323" extrusionOk="0">
                  <a:moveTo>
                    <a:pt x="0" y="125632"/>
                  </a:moveTo>
                  <a:lnTo>
                    <a:pt x="149041" y="0"/>
                  </a:lnTo>
                  <a:lnTo>
                    <a:pt x="193918" y="0"/>
                  </a:lnTo>
                  <a:lnTo>
                    <a:pt x="20233" y="243324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8" name="Google Shape;1258;p32"/>
            <p:cNvSpPr/>
            <p:nvPr/>
          </p:nvSpPr>
          <p:spPr>
            <a:xfrm>
              <a:off x="8043097" y="1465566"/>
              <a:ext cx="424933" cy="337044"/>
            </a:xfrm>
            <a:custGeom>
              <a:avLst/>
              <a:gdLst/>
              <a:ahLst/>
              <a:cxnLst/>
              <a:rect l="l" t="t" r="r" b="b"/>
              <a:pathLst>
                <a:path w="205034" h="162627" extrusionOk="0">
                  <a:moveTo>
                    <a:pt x="205034" y="108516"/>
                  </a:moveTo>
                  <a:lnTo>
                    <a:pt x="1000" y="0"/>
                  </a:lnTo>
                  <a:lnTo>
                    <a:pt x="0" y="25997"/>
                  </a:lnTo>
                  <a:lnTo>
                    <a:pt x="205034" y="162628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59" name="Google Shape;1259;p32"/>
            <p:cNvSpPr/>
            <p:nvPr/>
          </p:nvSpPr>
          <p:spPr>
            <a:xfrm>
              <a:off x="8641239" y="2442271"/>
              <a:ext cx="563407" cy="487100"/>
            </a:xfrm>
            <a:custGeom>
              <a:avLst/>
              <a:gdLst/>
              <a:ahLst/>
              <a:cxnLst/>
              <a:rect l="l" t="t" r="r" b="b"/>
              <a:pathLst>
                <a:path w="271849" h="235030" extrusionOk="0">
                  <a:moveTo>
                    <a:pt x="0" y="178743"/>
                  </a:moveTo>
                  <a:lnTo>
                    <a:pt x="268086" y="0"/>
                  </a:lnTo>
                  <a:lnTo>
                    <a:pt x="271850" y="15704"/>
                  </a:lnTo>
                  <a:lnTo>
                    <a:pt x="18468" y="23503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60" name="Google Shape;1260;p32"/>
            <p:cNvSpPr/>
            <p:nvPr/>
          </p:nvSpPr>
          <p:spPr>
            <a:xfrm>
              <a:off x="5725517" y="-26013"/>
              <a:ext cx="3467143" cy="453252"/>
            </a:xfrm>
            <a:custGeom>
              <a:avLst/>
              <a:gdLst/>
              <a:ahLst/>
              <a:cxnLst/>
              <a:rect l="l" t="t" r="r" b="b"/>
              <a:pathLst>
                <a:path w="1672928" h="218698" extrusionOk="0">
                  <a:moveTo>
                    <a:pt x="0" y="0"/>
                  </a:moveTo>
                  <a:cubicBezTo>
                    <a:pt x="0" y="0"/>
                    <a:pt x="44465" y="103811"/>
                    <a:pt x="135984" y="65228"/>
                  </a:cubicBezTo>
                  <a:cubicBezTo>
                    <a:pt x="184507" y="137513"/>
                    <a:pt x="263145" y="97106"/>
                    <a:pt x="254617" y="43995"/>
                  </a:cubicBezTo>
                  <a:cubicBezTo>
                    <a:pt x="297258" y="90636"/>
                    <a:pt x="318374" y="26997"/>
                    <a:pt x="318374" y="26997"/>
                  </a:cubicBezTo>
                  <a:cubicBezTo>
                    <a:pt x="318374" y="26997"/>
                    <a:pt x="405363" y="197212"/>
                    <a:pt x="600987" y="121633"/>
                  </a:cubicBezTo>
                  <a:cubicBezTo>
                    <a:pt x="654216" y="258616"/>
                    <a:pt x="867190" y="243265"/>
                    <a:pt x="858426" y="121633"/>
                  </a:cubicBezTo>
                  <a:cubicBezTo>
                    <a:pt x="921948" y="205505"/>
                    <a:pt x="1055873" y="99459"/>
                    <a:pt x="1055873" y="99459"/>
                  </a:cubicBezTo>
                  <a:cubicBezTo>
                    <a:pt x="1055873" y="99459"/>
                    <a:pt x="1283258" y="227208"/>
                    <a:pt x="1423535" y="99459"/>
                  </a:cubicBezTo>
                  <a:cubicBezTo>
                    <a:pt x="1480058" y="164745"/>
                    <a:pt x="1679916" y="154511"/>
                    <a:pt x="1672740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261" name="Google Shape;1261;p32" descr="Little girl with a red riding hood walking on a path through the fores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0450" y="867000"/>
            <a:ext cx="2652000" cy="3409500"/>
          </a:xfrm>
          <a:prstGeom prst="roundRect">
            <a:avLst>
              <a:gd name="adj" fmla="val 16667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6" name="Google Shape;1266;p3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Index</a:t>
            </a:r>
            <a:endParaRPr/>
          </a:p>
        </p:txBody>
      </p:sp>
      <p:sp>
        <p:nvSpPr>
          <p:cNvPr id="1267" name="Google Shape;1267;p33"/>
          <p:cNvSpPr txBox="1">
            <a:spLocks noGrp="1"/>
          </p:cNvSpPr>
          <p:nvPr>
            <p:ph type="title" idx="2"/>
          </p:nvPr>
        </p:nvSpPr>
        <p:spPr>
          <a:xfrm>
            <a:off x="2059650" y="1130350"/>
            <a:ext cx="901500" cy="6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268" name="Google Shape;1268;p33"/>
          <p:cNvSpPr txBox="1">
            <a:spLocks noGrp="1"/>
          </p:cNvSpPr>
          <p:nvPr>
            <p:ph type="subTitle" idx="1"/>
          </p:nvPr>
        </p:nvSpPr>
        <p:spPr>
          <a:xfrm>
            <a:off x="3113550" y="1270300"/>
            <a:ext cx="32883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Biography</a:t>
            </a:r>
            <a:endParaRPr/>
          </a:p>
        </p:txBody>
      </p:sp>
      <p:sp>
        <p:nvSpPr>
          <p:cNvPr id="1269" name="Google Shape;1269;p33"/>
          <p:cNvSpPr txBox="1">
            <a:spLocks noGrp="1"/>
          </p:cNvSpPr>
          <p:nvPr>
            <p:ph type="title" idx="4"/>
          </p:nvPr>
        </p:nvSpPr>
        <p:spPr>
          <a:xfrm>
            <a:off x="2059650" y="1773625"/>
            <a:ext cx="901500" cy="64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270" name="Google Shape;1270;p33"/>
          <p:cNvSpPr txBox="1">
            <a:spLocks noGrp="1"/>
          </p:cNvSpPr>
          <p:nvPr>
            <p:ph type="subTitle" idx="6"/>
          </p:nvPr>
        </p:nvSpPr>
        <p:spPr>
          <a:xfrm>
            <a:off x="3113550" y="1912675"/>
            <a:ext cx="3288300" cy="36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Their most famous stories</a:t>
            </a:r>
            <a:endParaRPr/>
          </a:p>
        </p:txBody>
      </p:sp>
      <p:sp>
        <p:nvSpPr>
          <p:cNvPr id="1271" name="Google Shape;1271;p33"/>
          <p:cNvSpPr txBox="1">
            <a:spLocks noGrp="1"/>
          </p:cNvSpPr>
          <p:nvPr>
            <p:ph type="title" idx="3"/>
          </p:nvPr>
        </p:nvSpPr>
        <p:spPr>
          <a:xfrm>
            <a:off x="2061000" y="2416825"/>
            <a:ext cx="898800" cy="645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272" name="Google Shape;1272;p33"/>
          <p:cNvSpPr txBox="1">
            <a:spLocks noGrp="1"/>
          </p:cNvSpPr>
          <p:nvPr>
            <p:ph type="subTitle" idx="5"/>
          </p:nvPr>
        </p:nvSpPr>
        <p:spPr>
          <a:xfrm>
            <a:off x="3113550" y="2556775"/>
            <a:ext cx="3288300" cy="36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  <p:grpSp>
        <p:nvGrpSpPr>
          <p:cNvPr id="1273" name="Google Shape;1273;p33"/>
          <p:cNvGrpSpPr/>
          <p:nvPr/>
        </p:nvGrpSpPr>
        <p:grpSpPr>
          <a:xfrm>
            <a:off x="-76152" y="-4656"/>
            <a:ext cx="5197779" cy="5156135"/>
            <a:chOff x="-76152" y="-4656"/>
            <a:chExt cx="5197779" cy="5156135"/>
          </a:xfrm>
        </p:grpSpPr>
        <p:sp>
          <p:nvSpPr>
            <p:cNvPr id="1274" name="Google Shape;1274;p33"/>
            <p:cNvSpPr/>
            <p:nvPr/>
          </p:nvSpPr>
          <p:spPr>
            <a:xfrm>
              <a:off x="927263" y="3558435"/>
              <a:ext cx="3015685" cy="1571520"/>
            </a:xfrm>
            <a:custGeom>
              <a:avLst/>
              <a:gdLst/>
              <a:ahLst/>
              <a:cxnLst/>
              <a:rect l="l" t="t" r="r" b="b"/>
              <a:pathLst>
                <a:path w="1926955" h="1004166" extrusionOk="0">
                  <a:moveTo>
                    <a:pt x="1926956" y="1004167"/>
                  </a:moveTo>
                  <a:lnTo>
                    <a:pt x="1569093" y="1004167"/>
                  </a:lnTo>
                  <a:cubicBezTo>
                    <a:pt x="1569093" y="1004167"/>
                    <a:pt x="1335396" y="217827"/>
                    <a:pt x="8750" y="289163"/>
                  </a:cubicBezTo>
                  <a:cubicBezTo>
                    <a:pt x="-10938" y="211264"/>
                    <a:pt x="8750" y="2702"/>
                    <a:pt x="8750" y="2702"/>
                  </a:cubicBezTo>
                  <a:cubicBezTo>
                    <a:pt x="8750" y="2702"/>
                    <a:pt x="159692" y="-6683"/>
                    <a:pt x="377507" y="9527"/>
                  </a:cubicBezTo>
                  <a:cubicBezTo>
                    <a:pt x="862358" y="45622"/>
                    <a:pt x="1678493" y="208770"/>
                    <a:pt x="1896243" y="886039"/>
                  </a:cubicBezTo>
                  <a:cubicBezTo>
                    <a:pt x="1908449" y="923774"/>
                    <a:pt x="1918687" y="963150"/>
                    <a:pt x="1926956" y="100416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5" name="Google Shape;1275;p33"/>
            <p:cNvSpPr/>
            <p:nvPr/>
          </p:nvSpPr>
          <p:spPr>
            <a:xfrm>
              <a:off x="1517948" y="3573343"/>
              <a:ext cx="2376820" cy="1371740"/>
            </a:xfrm>
            <a:custGeom>
              <a:avLst/>
              <a:gdLst/>
              <a:ahLst/>
              <a:cxnLst/>
              <a:rect l="l" t="t" r="r" b="b"/>
              <a:pathLst>
                <a:path w="1518735" h="876511" extrusionOk="0">
                  <a:moveTo>
                    <a:pt x="1518735" y="876511"/>
                  </a:moveTo>
                  <a:cubicBezTo>
                    <a:pt x="1088224" y="194058"/>
                    <a:pt x="0" y="0"/>
                    <a:pt x="0" y="0"/>
                  </a:cubicBezTo>
                  <a:cubicBezTo>
                    <a:pt x="484851" y="36095"/>
                    <a:pt x="1300986" y="199243"/>
                    <a:pt x="1518735" y="87651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6" name="Google Shape;1276;p33"/>
            <p:cNvSpPr/>
            <p:nvPr/>
          </p:nvSpPr>
          <p:spPr>
            <a:xfrm>
              <a:off x="2583318" y="4377890"/>
              <a:ext cx="473474" cy="751909"/>
            </a:xfrm>
            <a:custGeom>
              <a:avLst/>
              <a:gdLst/>
              <a:ahLst/>
              <a:cxnLst/>
              <a:rect l="l" t="t" r="r" b="b"/>
              <a:pathLst>
                <a:path w="302539" h="480453" extrusionOk="0">
                  <a:moveTo>
                    <a:pt x="261785" y="0"/>
                  </a:moveTo>
                  <a:lnTo>
                    <a:pt x="0" y="480454"/>
                  </a:lnTo>
                  <a:lnTo>
                    <a:pt x="108612" y="480454"/>
                  </a:lnTo>
                  <a:lnTo>
                    <a:pt x="302540" y="81837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7" name="Google Shape;1277;p33"/>
            <p:cNvSpPr/>
            <p:nvPr/>
          </p:nvSpPr>
          <p:spPr>
            <a:xfrm>
              <a:off x="2488655" y="4203425"/>
              <a:ext cx="377121" cy="634620"/>
            </a:xfrm>
            <a:custGeom>
              <a:avLst/>
              <a:gdLst/>
              <a:ahLst/>
              <a:cxnLst/>
              <a:rect l="l" t="t" r="r" b="b"/>
              <a:pathLst>
                <a:path w="240972" h="405508" extrusionOk="0">
                  <a:moveTo>
                    <a:pt x="74281" y="0"/>
                  </a:moveTo>
                  <a:cubicBezTo>
                    <a:pt x="74281" y="0"/>
                    <a:pt x="36939" y="295977"/>
                    <a:pt x="240973" y="318421"/>
                  </a:cubicBezTo>
                  <a:cubicBezTo>
                    <a:pt x="223582" y="385557"/>
                    <a:pt x="211834" y="405508"/>
                    <a:pt x="211834" y="405508"/>
                  </a:cubicBezTo>
                  <a:cubicBezTo>
                    <a:pt x="211834" y="405508"/>
                    <a:pt x="-51329" y="350775"/>
                    <a:pt x="8982" y="6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8" name="Google Shape;1278;p33"/>
            <p:cNvSpPr/>
            <p:nvPr/>
          </p:nvSpPr>
          <p:spPr>
            <a:xfrm>
              <a:off x="3468474" y="4437153"/>
              <a:ext cx="1653153" cy="692635"/>
            </a:xfrm>
            <a:custGeom>
              <a:avLst/>
              <a:gdLst/>
              <a:ahLst/>
              <a:cxnLst/>
              <a:rect l="l" t="t" r="r" b="b"/>
              <a:pathLst>
                <a:path w="1056328" h="442578" extrusionOk="0">
                  <a:moveTo>
                    <a:pt x="79933" y="134133"/>
                  </a:moveTo>
                  <a:cubicBezTo>
                    <a:pt x="79933" y="134133"/>
                    <a:pt x="656399" y="83206"/>
                    <a:pt x="850261" y="442578"/>
                  </a:cubicBezTo>
                  <a:lnTo>
                    <a:pt x="1056329" y="442578"/>
                  </a:lnTo>
                  <a:cubicBezTo>
                    <a:pt x="1056329" y="442578"/>
                    <a:pt x="700894" y="-160532"/>
                    <a:pt x="0" y="41336"/>
                  </a:cubicBez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79" name="Google Shape;1279;p33"/>
            <p:cNvSpPr/>
            <p:nvPr/>
          </p:nvSpPr>
          <p:spPr>
            <a:xfrm>
              <a:off x="-76152" y="-4656"/>
              <a:ext cx="1367735" cy="5135296"/>
            </a:xfrm>
            <a:custGeom>
              <a:avLst/>
              <a:gdLst/>
              <a:ahLst/>
              <a:cxnLst/>
              <a:rect l="l" t="t" r="r" b="b"/>
              <a:pathLst>
                <a:path w="873952" h="3281339" extrusionOk="0">
                  <a:moveTo>
                    <a:pt x="352219" y="0"/>
                  </a:moveTo>
                  <a:lnTo>
                    <a:pt x="873952" y="3281340"/>
                  </a:lnTo>
                  <a:lnTo>
                    <a:pt x="245641" y="3281340"/>
                  </a:lnTo>
                  <a:lnTo>
                    <a:pt x="0" y="1151816"/>
                  </a:lnTo>
                  <a:lnTo>
                    <a:pt x="0" y="0"/>
                  </a:lnTo>
                  <a:lnTo>
                    <a:pt x="352219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0" name="Google Shape;1280;p33"/>
            <p:cNvSpPr/>
            <p:nvPr/>
          </p:nvSpPr>
          <p:spPr>
            <a:xfrm>
              <a:off x="1039739" y="3930178"/>
              <a:ext cx="944585" cy="676626"/>
            </a:xfrm>
            <a:custGeom>
              <a:avLst/>
              <a:gdLst/>
              <a:ahLst/>
              <a:cxnLst/>
              <a:rect l="l" t="t" r="r" b="b"/>
              <a:pathLst>
                <a:path w="603569" h="432349" extrusionOk="0">
                  <a:moveTo>
                    <a:pt x="16800" y="432349"/>
                  </a:moveTo>
                  <a:lnTo>
                    <a:pt x="603570" y="33470"/>
                  </a:lnTo>
                  <a:lnTo>
                    <a:pt x="533415" y="0"/>
                  </a:lnTo>
                  <a:lnTo>
                    <a:pt x="0" y="304639"/>
                  </a:lnTo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1" name="Google Shape;1281;p33"/>
            <p:cNvSpPr/>
            <p:nvPr/>
          </p:nvSpPr>
          <p:spPr>
            <a:xfrm>
              <a:off x="387783" y="-4656"/>
              <a:ext cx="1404298" cy="1501458"/>
            </a:xfrm>
            <a:custGeom>
              <a:avLst/>
              <a:gdLst/>
              <a:ahLst/>
              <a:cxnLst/>
              <a:rect l="l" t="t" r="r" b="b"/>
              <a:pathLst>
                <a:path w="897315" h="959398" extrusionOk="0">
                  <a:moveTo>
                    <a:pt x="17457" y="959398"/>
                  </a:moveTo>
                  <a:cubicBezTo>
                    <a:pt x="17457" y="959398"/>
                    <a:pt x="22707" y="958283"/>
                    <a:pt x="32354" y="955854"/>
                  </a:cubicBezTo>
                  <a:cubicBezTo>
                    <a:pt x="143854" y="927700"/>
                    <a:pt x="845404" y="722485"/>
                    <a:pt x="897315" y="0"/>
                  </a:cubicBezTo>
                  <a:lnTo>
                    <a:pt x="822763" y="0"/>
                  </a:lnTo>
                  <a:cubicBezTo>
                    <a:pt x="822763" y="0"/>
                    <a:pt x="643799" y="595432"/>
                    <a:pt x="0" y="66900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2" name="Google Shape;1282;p33"/>
            <p:cNvSpPr/>
            <p:nvPr/>
          </p:nvSpPr>
          <p:spPr>
            <a:xfrm>
              <a:off x="515943" y="-4656"/>
              <a:ext cx="626282" cy="579663"/>
            </a:xfrm>
            <a:custGeom>
              <a:avLst/>
              <a:gdLst/>
              <a:ahLst/>
              <a:cxnLst/>
              <a:rect l="l" t="t" r="r" b="b"/>
              <a:pathLst>
                <a:path w="400257" h="370463" extrusionOk="0">
                  <a:moveTo>
                    <a:pt x="16407" y="370463"/>
                  </a:moveTo>
                  <a:lnTo>
                    <a:pt x="400258" y="0"/>
                  </a:lnTo>
                  <a:lnTo>
                    <a:pt x="308905" y="0"/>
                  </a:lnTo>
                  <a:lnTo>
                    <a:pt x="0" y="185199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3" name="Google Shape;1283;p33"/>
            <p:cNvSpPr/>
            <p:nvPr/>
          </p:nvSpPr>
          <p:spPr>
            <a:xfrm>
              <a:off x="732194" y="1612857"/>
              <a:ext cx="559232" cy="3517472"/>
            </a:xfrm>
            <a:custGeom>
              <a:avLst/>
              <a:gdLst/>
              <a:ahLst/>
              <a:cxnLst/>
              <a:rect l="l" t="t" r="r" b="b"/>
              <a:pathLst>
                <a:path w="357337" h="2247586" extrusionOk="0">
                  <a:moveTo>
                    <a:pt x="0" y="0"/>
                  </a:moveTo>
                  <a:lnTo>
                    <a:pt x="357338" y="2247587"/>
                  </a:lnTo>
                  <a:lnTo>
                    <a:pt x="178702" y="22475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4" name="Google Shape;1284;p33"/>
            <p:cNvSpPr/>
            <p:nvPr/>
          </p:nvSpPr>
          <p:spPr>
            <a:xfrm>
              <a:off x="-76152" y="-4656"/>
              <a:ext cx="464024" cy="4710606"/>
            </a:xfrm>
            <a:custGeom>
              <a:avLst/>
              <a:gdLst/>
              <a:ahLst/>
              <a:cxnLst/>
              <a:rect l="l" t="t" r="r" b="b"/>
              <a:pathLst>
                <a:path w="296501" h="3009972" extrusionOk="0">
                  <a:moveTo>
                    <a:pt x="0" y="0"/>
                  </a:moveTo>
                  <a:lnTo>
                    <a:pt x="85774" y="0"/>
                  </a:lnTo>
                  <a:lnTo>
                    <a:pt x="296502" y="2972894"/>
                  </a:lnTo>
                  <a:lnTo>
                    <a:pt x="214337" y="3009973"/>
                  </a:lnTo>
                  <a:lnTo>
                    <a:pt x="0" y="115181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285" name="Google Shape;1285;p33"/>
            <p:cNvSpPr/>
            <p:nvPr/>
          </p:nvSpPr>
          <p:spPr>
            <a:xfrm>
              <a:off x="422286" y="1457082"/>
              <a:ext cx="188939" cy="1354074"/>
            </a:xfrm>
            <a:custGeom>
              <a:avLst/>
              <a:gdLst/>
              <a:ahLst/>
              <a:cxnLst/>
              <a:rect l="l" t="t" r="r" b="b"/>
              <a:pathLst>
                <a:path w="120728" h="865223" extrusionOk="0">
                  <a:moveTo>
                    <a:pt x="120556" y="865224"/>
                  </a:moveTo>
                  <a:cubicBezTo>
                    <a:pt x="126003" y="849342"/>
                    <a:pt x="0" y="14897"/>
                    <a:pt x="0" y="14897"/>
                  </a:cubicBezTo>
                  <a:lnTo>
                    <a:pt x="107300" y="0"/>
                  </a:lnTo>
                  <a:lnTo>
                    <a:pt x="120556" y="86522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286" name="Google Shape;1286;p33"/>
            <p:cNvGrpSpPr/>
            <p:nvPr/>
          </p:nvGrpSpPr>
          <p:grpSpPr>
            <a:xfrm>
              <a:off x="892651" y="2841600"/>
              <a:ext cx="1683891" cy="1227840"/>
              <a:chOff x="1786747" y="1819043"/>
              <a:chExt cx="1076175" cy="784713"/>
            </a:xfrm>
          </p:grpSpPr>
          <p:grpSp>
            <p:nvGrpSpPr>
              <p:cNvPr id="1287" name="Google Shape;1287;p33"/>
              <p:cNvGrpSpPr/>
              <p:nvPr/>
            </p:nvGrpSpPr>
            <p:grpSpPr>
              <a:xfrm>
                <a:off x="1813760" y="1973660"/>
                <a:ext cx="666372" cy="463692"/>
                <a:chOff x="1813760" y="1973660"/>
                <a:chExt cx="666372" cy="463692"/>
              </a:xfrm>
            </p:grpSpPr>
            <p:sp>
              <p:nvSpPr>
                <p:cNvPr id="1288" name="Google Shape;1288;p33"/>
                <p:cNvSpPr/>
                <p:nvPr/>
              </p:nvSpPr>
              <p:spPr>
                <a:xfrm>
                  <a:off x="1813760" y="1973660"/>
                  <a:ext cx="666372" cy="46369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372" h="463692" extrusionOk="0">
                      <a:moveTo>
                        <a:pt x="272376" y="458141"/>
                      </a:moveTo>
                      <a:cubicBezTo>
                        <a:pt x="598738" y="508280"/>
                        <a:pt x="682871" y="204165"/>
                        <a:pt x="663840" y="133551"/>
                      </a:cubicBezTo>
                      <a:cubicBezTo>
                        <a:pt x="644808" y="62936"/>
                        <a:pt x="535080" y="194255"/>
                        <a:pt x="535080" y="194255"/>
                      </a:cubicBezTo>
                      <a:cubicBezTo>
                        <a:pt x="535080" y="194255"/>
                        <a:pt x="533505" y="24938"/>
                        <a:pt x="465712" y="7941"/>
                      </a:cubicBezTo>
                      <a:cubicBezTo>
                        <a:pt x="408355" y="-6431"/>
                        <a:pt x="340693" y="99162"/>
                        <a:pt x="340693" y="99162"/>
                      </a:cubicBezTo>
                      <a:cubicBezTo>
                        <a:pt x="340693" y="99162"/>
                        <a:pt x="308799" y="0"/>
                        <a:pt x="237725" y="0"/>
                      </a:cubicBezTo>
                      <a:cubicBezTo>
                        <a:pt x="174592" y="0"/>
                        <a:pt x="134035" y="155208"/>
                        <a:pt x="134035" y="155208"/>
                      </a:cubicBezTo>
                      <a:cubicBezTo>
                        <a:pt x="134035" y="155208"/>
                        <a:pt x="99121" y="7875"/>
                        <a:pt x="39335" y="22182"/>
                      </a:cubicBezTo>
                      <a:cubicBezTo>
                        <a:pt x="3437" y="30779"/>
                        <a:pt x="-95134" y="401636"/>
                        <a:pt x="272310" y="458075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89" name="Google Shape;1289;p33"/>
                <p:cNvSpPr/>
                <p:nvPr/>
              </p:nvSpPr>
              <p:spPr>
                <a:xfrm>
                  <a:off x="1990670" y="2103807"/>
                  <a:ext cx="304991" cy="167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4991" h="167395" extrusionOk="0">
                      <a:moveTo>
                        <a:pt x="304619" y="103353"/>
                      </a:moveTo>
                      <a:cubicBezTo>
                        <a:pt x="298844" y="148307"/>
                        <a:pt x="225998" y="175870"/>
                        <a:pt x="141996" y="165042"/>
                      </a:cubicBezTo>
                      <a:cubicBezTo>
                        <a:pt x="57993" y="154214"/>
                        <a:pt x="-5468" y="108997"/>
                        <a:pt x="373" y="64042"/>
                      </a:cubicBezTo>
                      <a:cubicBezTo>
                        <a:pt x="6148" y="19088"/>
                        <a:pt x="78994" y="-8475"/>
                        <a:pt x="162996" y="2353"/>
                      </a:cubicBezTo>
                      <a:cubicBezTo>
                        <a:pt x="246998" y="13182"/>
                        <a:pt x="310460" y="58399"/>
                        <a:pt x="304619" y="103353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0" name="Google Shape;1290;p33"/>
                <p:cNvSpPr/>
                <p:nvPr/>
              </p:nvSpPr>
              <p:spPr>
                <a:xfrm>
                  <a:off x="1968796" y="2148367"/>
                  <a:ext cx="325377" cy="2027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5377" h="202712" extrusionOk="0">
                      <a:moveTo>
                        <a:pt x="0" y="101319"/>
                      </a:moveTo>
                      <a:cubicBezTo>
                        <a:pt x="0" y="101319"/>
                        <a:pt x="36226" y="-5062"/>
                        <a:pt x="90368" y="188"/>
                      </a:cubicBezTo>
                      <a:cubicBezTo>
                        <a:pt x="144510" y="5438"/>
                        <a:pt x="161967" y="113657"/>
                        <a:pt x="161967" y="113657"/>
                      </a:cubicBezTo>
                      <a:cubicBezTo>
                        <a:pt x="161967" y="113657"/>
                        <a:pt x="198521" y="16792"/>
                        <a:pt x="248332" y="18957"/>
                      </a:cubicBezTo>
                      <a:cubicBezTo>
                        <a:pt x="298142" y="21123"/>
                        <a:pt x="325378" y="129604"/>
                        <a:pt x="325378" y="129604"/>
                      </a:cubicBezTo>
                      <a:lnTo>
                        <a:pt x="167151" y="202712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grpSp>
            <p:nvGrpSpPr>
              <p:cNvPr id="1291" name="Google Shape;1291;p33"/>
              <p:cNvGrpSpPr/>
              <p:nvPr/>
            </p:nvGrpSpPr>
            <p:grpSpPr>
              <a:xfrm>
                <a:off x="2468391" y="2287347"/>
                <a:ext cx="394531" cy="316409"/>
                <a:chOff x="2468391" y="2287347"/>
                <a:chExt cx="394531" cy="316409"/>
              </a:xfrm>
            </p:grpSpPr>
            <p:sp>
              <p:nvSpPr>
                <p:cNvPr id="1292" name="Google Shape;1292;p33"/>
                <p:cNvSpPr/>
                <p:nvPr/>
              </p:nvSpPr>
              <p:spPr>
                <a:xfrm>
                  <a:off x="2468391" y="2287347"/>
                  <a:ext cx="394531" cy="31640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94531" h="316409" extrusionOk="0">
                      <a:moveTo>
                        <a:pt x="112703" y="290801"/>
                      </a:moveTo>
                      <a:cubicBezTo>
                        <a:pt x="290355" y="377757"/>
                        <a:pt x="392798" y="218940"/>
                        <a:pt x="394504" y="175167"/>
                      </a:cubicBezTo>
                      <a:cubicBezTo>
                        <a:pt x="396276" y="131394"/>
                        <a:pt x="310043" y="186914"/>
                        <a:pt x="310043" y="186914"/>
                      </a:cubicBezTo>
                      <a:cubicBezTo>
                        <a:pt x="310043" y="186914"/>
                        <a:pt x="339378" y="89852"/>
                        <a:pt x="303677" y="67998"/>
                      </a:cubicBezTo>
                      <a:cubicBezTo>
                        <a:pt x="273423" y="49557"/>
                        <a:pt x="215934" y="97858"/>
                        <a:pt x="215934" y="97858"/>
                      </a:cubicBezTo>
                      <a:cubicBezTo>
                        <a:pt x="215934" y="97858"/>
                        <a:pt x="215409" y="35447"/>
                        <a:pt x="174786" y="22781"/>
                      </a:cubicBezTo>
                      <a:cubicBezTo>
                        <a:pt x="138691" y="11493"/>
                        <a:pt x="87765" y="93002"/>
                        <a:pt x="87765" y="93002"/>
                      </a:cubicBezTo>
                      <a:cubicBezTo>
                        <a:pt x="87765" y="93002"/>
                        <a:pt x="94130" y="2568"/>
                        <a:pt x="57380" y="9"/>
                      </a:cubicBezTo>
                      <a:cubicBezTo>
                        <a:pt x="35329" y="-1501"/>
                        <a:pt x="-87328" y="192951"/>
                        <a:pt x="112703" y="290867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3" name="Google Shape;1293;p33"/>
                <p:cNvSpPr/>
                <p:nvPr/>
              </p:nvSpPr>
              <p:spPr>
                <a:xfrm>
                  <a:off x="2571294" y="2389812"/>
                  <a:ext cx="171984" cy="1177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1984" h="117730" extrusionOk="0">
                      <a:moveTo>
                        <a:pt x="169470" y="97246"/>
                      </a:moveTo>
                      <a:cubicBezTo>
                        <a:pt x="158116" y="121922"/>
                        <a:pt x="111587" y="124678"/>
                        <a:pt x="65451" y="103481"/>
                      </a:cubicBezTo>
                      <a:cubicBezTo>
                        <a:pt x="19315" y="82283"/>
                        <a:pt x="-8838" y="45073"/>
                        <a:pt x="2515" y="20463"/>
                      </a:cubicBezTo>
                      <a:cubicBezTo>
                        <a:pt x="13868" y="-4147"/>
                        <a:pt x="60398" y="-6969"/>
                        <a:pt x="106533" y="14228"/>
                      </a:cubicBezTo>
                      <a:cubicBezTo>
                        <a:pt x="152669" y="35426"/>
                        <a:pt x="180823" y="72636"/>
                        <a:pt x="169470" y="97246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  <p:sp>
              <p:nvSpPr>
                <p:cNvPr id="1294" name="Google Shape;1294;p33"/>
                <p:cNvSpPr/>
                <p:nvPr/>
              </p:nvSpPr>
              <p:spPr>
                <a:xfrm>
                  <a:off x="2546508" y="2409476"/>
                  <a:ext cx="181171" cy="13139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1171" h="131395" extrusionOk="0">
                      <a:moveTo>
                        <a:pt x="0" y="43587"/>
                      </a:moveTo>
                      <a:cubicBezTo>
                        <a:pt x="0" y="43587"/>
                        <a:pt x="39704" y="-10752"/>
                        <a:pt x="69761" y="1914"/>
                      </a:cubicBezTo>
                      <a:cubicBezTo>
                        <a:pt x="99753" y="14580"/>
                        <a:pt x="90434" y="79551"/>
                        <a:pt x="90434" y="79551"/>
                      </a:cubicBezTo>
                      <a:cubicBezTo>
                        <a:pt x="90434" y="79551"/>
                        <a:pt x="128628" y="30659"/>
                        <a:pt x="156717" y="40831"/>
                      </a:cubicBezTo>
                      <a:cubicBezTo>
                        <a:pt x="184805" y="51003"/>
                        <a:pt x="180999" y="117877"/>
                        <a:pt x="180999" y="117877"/>
                      </a:cubicBezTo>
                      <a:lnTo>
                        <a:pt x="77505" y="131396"/>
                      </a:lnTo>
                    </a:path>
                  </a:pathLst>
                </a:custGeom>
                <a:solidFill>
                  <a:schemeClr val="accent1"/>
                </a:solidFill>
                <a:ln>
                  <a:noFill/>
                </a:ln>
              </p:spPr>
              <p:txBody>
                <a:bodyPr spcFirstLastPara="1" wrap="square" lIns="91425" tIns="45700" rIns="91425" bIns="45700" anchor="ctr" anchorCtr="0">
                  <a:noAutofit/>
                </a:bodyPr>
                <a:lstStyle/>
                <a:p>
                  <a:pPr marL="0" marR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 sz="1800">
                    <a:solidFill>
                      <a:srgbClr val="000000"/>
                    </a:solidFill>
                    <a:latin typeface="Arial"/>
                    <a:ea typeface="Arial"/>
                    <a:cs typeface="Arial"/>
                    <a:sym typeface="Arial"/>
                  </a:endParaRPr>
                </a:p>
              </p:txBody>
            </p:sp>
          </p:grpSp>
          <p:sp>
            <p:nvSpPr>
              <p:cNvPr id="1295" name="Google Shape;1295;p33"/>
              <p:cNvSpPr/>
              <p:nvPr/>
            </p:nvSpPr>
            <p:spPr>
              <a:xfrm>
                <a:off x="1786747" y="2325453"/>
                <a:ext cx="137881" cy="93090"/>
              </a:xfrm>
              <a:custGeom>
                <a:avLst/>
                <a:gdLst/>
                <a:ahLst/>
                <a:cxnLst/>
                <a:rect l="l" t="t" r="r" b="b"/>
                <a:pathLst>
                  <a:path w="137881" h="93090" extrusionOk="0">
                    <a:moveTo>
                      <a:pt x="137882" y="1147"/>
                    </a:moveTo>
                    <a:cubicBezTo>
                      <a:pt x="137882" y="1147"/>
                      <a:pt x="7350" y="-17228"/>
                      <a:pt x="0" y="93091"/>
                    </a:cubicBezTo>
                    <a:cubicBezTo>
                      <a:pt x="108481" y="93091"/>
                      <a:pt x="137882" y="1147"/>
                      <a:pt x="137882" y="1147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6" name="Google Shape;1296;p33"/>
              <p:cNvSpPr/>
              <p:nvPr/>
            </p:nvSpPr>
            <p:spPr>
              <a:xfrm>
                <a:off x="1873849" y="2315575"/>
                <a:ext cx="103465" cy="168988"/>
              </a:xfrm>
              <a:custGeom>
                <a:avLst/>
                <a:gdLst/>
                <a:ahLst/>
                <a:cxnLst/>
                <a:rect l="l" t="t" r="r" b="b"/>
                <a:pathLst>
                  <a:path w="103465" h="168988" extrusionOk="0">
                    <a:moveTo>
                      <a:pt x="84774" y="0"/>
                    </a:moveTo>
                    <a:cubicBezTo>
                      <a:pt x="84774" y="0"/>
                      <a:pt x="-45101" y="64314"/>
                      <a:pt x="16654" y="168989"/>
                    </a:cubicBezTo>
                    <a:cubicBezTo>
                      <a:pt x="157292" y="112091"/>
                      <a:pt x="84774" y="0"/>
                      <a:pt x="8477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7" name="Google Shape;1297;p33"/>
              <p:cNvSpPr/>
              <p:nvPr/>
            </p:nvSpPr>
            <p:spPr>
              <a:xfrm>
                <a:off x="1957639" y="1934546"/>
                <a:ext cx="39244" cy="39244"/>
              </a:xfrm>
              <a:custGeom>
                <a:avLst/>
                <a:gdLst/>
                <a:ahLst/>
                <a:cxnLst/>
                <a:rect l="l" t="t" r="r" b="b"/>
                <a:pathLst>
                  <a:path w="39244" h="39244" extrusionOk="0">
                    <a:moveTo>
                      <a:pt x="39245" y="19622"/>
                    </a:moveTo>
                    <a:cubicBezTo>
                      <a:pt x="39245" y="30460"/>
                      <a:pt x="30460" y="39245"/>
                      <a:pt x="19622" y="39245"/>
                    </a:cubicBezTo>
                    <a:cubicBezTo>
                      <a:pt x="8785" y="39245"/>
                      <a:pt x="0" y="30460"/>
                      <a:pt x="0" y="19622"/>
                    </a:cubicBezTo>
                    <a:cubicBezTo>
                      <a:pt x="0" y="8785"/>
                      <a:pt x="8785" y="0"/>
                      <a:pt x="19622" y="0"/>
                    </a:cubicBezTo>
                    <a:cubicBezTo>
                      <a:pt x="30460" y="0"/>
                      <a:pt x="39245" y="8785"/>
                      <a:pt x="39245" y="1962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8" name="Google Shape;1298;p33"/>
              <p:cNvSpPr/>
              <p:nvPr/>
            </p:nvSpPr>
            <p:spPr>
              <a:xfrm>
                <a:off x="2109828" y="1912889"/>
                <a:ext cx="43313" cy="43313"/>
              </a:xfrm>
              <a:custGeom>
                <a:avLst/>
                <a:gdLst/>
                <a:ahLst/>
                <a:cxnLst/>
                <a:rect l="l" t="t" r="r" b="b"/>
                <a:pathLst>
                  <a:path w="43313" h="43313" extrusionOk="0">
                    <a:moveTo>
                      <a:pt x="43314" y="21657"/>
                    </a:moveTo>
                    <a:cubicBezTo>
                      <a:pt x="43314" y="33601"/>
                      <a:pt x="33601" y="43314"/>
                      <a:pt x="21657" y="43314"/>
                    </a:cubicBezTo>
                    <a:cubicBezTo>
                      <a:pt x="9713" y="43314"/>
                      <a:pt x="0" y="33601"/>
                      <a:pt x="0" y="21657"/>
                    </a:cubicBezTo>
                    <a:cubicBezTo>
                      <a:pt x="0" y="9713"/>
                      <a:pt x="9713" y="0"/>
                      <a:pt x="21657" y="0"/>
                    </a:cubicBezTo>
                    <a:cubicBezTo>
                      <a:pt x="33601" y="0"/>
                      <a:pt x="43314" y="9713"/>
                      <a:pt x="43314" y="2165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299" name="Google Shape;1299;p33"/>
              <p:cNvSpPr/>
              <p:nvPr/>
            </p:nvSpPr>
            <p:spPr>
              <a:xfrm>
                <a:off x="2219884" y="1934546"/>
                <a:ext cx="27694" cy="27694"/>
              </a:xfrm>
              <a:custGeom>
                <a:avLst/>
                <a:gdLst/>
                <a:ahLst/>
                <a:cxnLst/>
                <a:rect l="l" t="t" r="r" b="b"/>
                <a:pathLst>
                  <a:path w="27694" h="27694" extrusionOk="0">
                    <a:moveTo>
                      <a:pt x="27695" y="13847"/>
                    </a:moveTo>
                    <a:cubicBezTo>
                      <a:pt x="27695" y="21526"/>
                      <a:pt x="21460" y="27695"/>
                      <a:pt x="13847" y="27695"/>
                    </a:cubicBezTo>
                    <a:cubicBezTo>
                      <a:pt x="6235" y="27695"/>
                      <a:pt x="0" y="21460"/>
                      <a:pt x="0" y="13847"/>
                    </a:cubicBezTo>
                    <a:cubicBezTo>
                      <a:pt x="0" y="6235"/>
                      <a:pt x="6235" y="0"/>
                      <a:pt x="13847" y="0"/>
                    </a:cubicBezTo>
                    <a:cubicBezTo>
                      <a:pt x="21460" y="0"/>
                      <a:pt x="27695" y="6235"/>
                      <a:pt x="27695" y="13847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0" name="Google Shape;1300;p33"/>
              <p:cNvSpPr/>
              <p:nvPr/>
            </p:nvSpPr>
            <p:spPr>
              <a:xfrm>
                <a:off x="2192058" y="1819043"/>
                <a:ext cx="39244" cy="39244"/>
              </a:xfrm>
              <a:custGeom>
                <a:avLst/>
                <a:gdLst/>
                <a:ahLst/>
                <a:cxnLst/>
                <a:rect l="l" t="t" r="r" b="b"/>
                <a:pathLst>
                  <a:path w="39244" h="39244" extrusionOk="0">
                    <a:moveTo>
                      <a:pt x="39245" y="19623"/>
                    </a:moveTo>
                    <a:cubicBezTo>
                      <a:pt x="39245" y="30451"/>
                      <a:pt x="30451" y="39245"/>
                      <a:pt x="19622" y="39245"/>
                    </a:cubicBezTo>
                    <a:cubicBezTo>
                      <a:pt x="8794" y="39245"/>
                      <a:pt x="0" y="30451"/>
                      <a:pt x="0" y="19623"/>
                    </a:cubicBezTo>
                    <a:cubicBezTo>
                      <a:pt x="0" y="8794"/>
                      <a:pt x="8794" y="0"/>
                      <a:pt x="19622" y="0"/>
                    </a:cubicBezTo>
                    <a:cubicBezTo>
                      <a:pt x="30451" y="0"/>
                      <a:pt x="39245" y="8794"/>
                      <a:pt x="39245" y="19623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1" name="Google Shape;1301;p33"/>
              <p:cNvSpPr/>
              <p:nvPr/>
            </p:nvSpPr>
            <p:spPr>
              <a:xfrm>
                <a:off x="2726326" y="2224157"/>
                <a:ext cx="20344" cy="20344"/>
              </a:xfrm>
              <a:custGeom>
                <a:avLst/>
                <a:gdLst/>
                <a:ahLst/>
                <a:cxnLst/>
                <a:rect l="l" t="t" r="r" b="b"/>
                <a:pathLst>
                  <a:path w="20344" h="20344" extrusionOk="0">
                    <a:moveTo>
                      <a:pt x="20344" y="10172"/>
                    </a:moveTo>
                    <a:cubicBezTo>
                      <a:pt x="20344" y="15750"/>
                      <a:pt x="15816" y="20344"/>
                      <a:pt x="10172" y="20344"/>
                    </a:cubicBezTo>
                    <a:cubicBezTo>
                      <a:pt x="4528" y="20344"/>
                      <a:pt x="0" y="15816"/>
                      <a:pt x="0" y="10172"/>
                    </a:cubicBezTo>
                    <a:cubicBezTo>
                      <a:pt x="0" y="4528"/>
                      <a:pt x="4528" y="0"/>
                      <a:pt x="10172" y="0"/>
                    </a:cubicBezTo>
                    <a:cubicBezTo>
                      <a:pt x="15816" y="0"/>
                      <a:pt x="20344" y="4528"/>
                      <a:pt x="20344" y="10172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2" name="Google Shape;1302;p33"/>
              <p:cNvSpPr/>
              <p:nvPr/>
            </p:nvSpPr>
            <p:spPr>
              <a:xfrm>
                <a:off x="2633004" y="2223960"/>
                <a:ext cx="41082" cy="41082"/>
              </a:xfrm>
              <a:custGeom>
                <a:avLst/>
                <a:gdLst/>
                <a:ahLst/>
                <a:cxnLst/>
                <a:rect l="l" t="t" r="r" b="b"/>
                <a:pathLst>
                  <a:path w="41082" h="41082" extrusionOk="0">
                    <a:moveTo>
                      <a:pt x="41082" y="20541"/>
                    </a:moveTo>
                    <a:cubicBezTo>
                      <a:pt x="41082" y="31886"/>
                      <a:pt x="31886" y="41082"/>
                      <a:pt x="20541" y="41082"/>
                    </a:cubicBezTo>
                    <a:cubicBezTo>
                      <a:pt x="9197" y="41082"/>
                      <a:pt x="0" y="31886"/>
                      <a:pt x="0" y="20541"/>
                    </a:cubicBezTo>
                    <a:cubicBezTo>
                      <a:pt x="0" y="9197"/>
                      <a:pt x="9196" y="0"/>
                      <a:pt x="20541" y="0"/>
                    </a:cubicBezTo>
                    <a:cubicBezTo>
                      <a:pt x="31886" y="0"/>
                      <a:pt x="41082" y="9197"/>
                      <a:pt x="41082" y="2054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03" name="Google Shape;1303;p33"/>
              <p:cNvSpPr/>
              <p:nvPr/>
            </p:nvSpPr>
            <p:spPr>
              <a:xfrm>
                <a:off x="2756776" y="2286700"/>
                <a:ext cx="28875" cy="28875"/>
              </a:xfrm>
              <a:custGeom>
                <a:avLst/>
                <a:gdLst/>
                <a:ahLst/>
                <a:cxnLst/>
                <a:rect l="l" t="t" r="r" b="b"/>
                <a:pathLst>
                  <a:path w="28875" h="28875" extrusionOk="0">
                    <a:moveTo>
                      <a:pt x="28876" y="14438"/>
                    </a:moveTo>
                    <a:cubicBezTo>
                      <a:pt x="28876" y="22412"/>
                      <a:pt x="22412" y="28876"/>
                      <a:pt x="14438" y="28876"/>
                    </a:cubicBezTo>
                    <a:cubicBezTo>
                      <a:pt x="6464" y="28876"/>
                      <a:pt x="0" y="22412"/>
                      <a:pt x="0" y="14438"/>
                    </a:cubicBezTo>
                    <a:cubicBezTo>
                      <a:pt x="0" y="6464"/>
                      <a:pt x="6464" y="0"/>
                      <a:pt x="14438" y="0"/>
                    </a:cubicBezTo>
                    <a:cubicBezTo>
                      <a:pt x="22412" y="0"/>
                      <a:pt x="28876" y="6464"/>
                      <a:pt x="28876" y="14438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04" name="Google Shape;1304;p33"/>
            <p:cNvSpPr/>
            <p:nvPr/>
          </p:nvSpPr>
          <p:spPr>
            <a:xfrm>
              <a:off x="-1809" y="4470305"/>
              <a:ext cx="2272881" cy="681174"/>
            </a:xfrm>
            <a:custGeom>
              <a:avLst/>
              <a:gdLst/>
              <a:ahLst/>
              <a:cxnLst/>
              <a:rect l="l" t="t" r="r" b="b"/>
              <a:pathLst>
                <a:path w="1452320" h="435255" extrusionOk="0">
                  <a:moveTo>
                    <a:pt x="1084286" y="337275"/>
                  </a:moveTo>
                  <a:lnTo>
                    <a:pt x="1170716" y="252879"/>
                  </a:lnTo>
                  <a:cubicBezTo>
                    <a:pt x="1121037" y="228072"/>
                    <a:pt x="1070242" y="205693"/>
                    <a:pt x="1018856" y="185546"/>
                  </a:cubicBezTo>
                  <a:lnTo>
                    <a:pt x="921860" y="317062"/>
                  </a:lnTo>
                  <a:lnTo>
                    <a:pt x="958479" y="162905"/>
                  </a:lnTo>
                  <a:cubicBezTo>
                    <a:pt x="488985" y="-5297"/>
                    <a:pt x="0" y="19"/>
                    <a:pt x="0" y="19"/>
                  </a:cubicBezTo>
                  <a:lnTo>
                    <a:pt x="0" y="435256"/>
                  </a:lnTo>
                  <a:lnTo>
                    <a:pt x="1452321" y="435256"/>
                  </a:lnTo>
                  <a:cubicBezTo>
                    <a:pt x="1389779" y="382426"/>
                    <a:pt x="1321592" y="336094"/>
                    <a:pt x="1250059" y="295274"/>
                  </a:cubicBezTo>
                  <a:lnTo>
                    <a:pt x="1084286" y="33727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5" name="Google Shape;1305;p33"/>
            <p:cNvSpPr/>
            <p:nvPr/>
          </p:nvSpPr>
          <p:spPr>
            <a:xfrm>
              <a:off x="596414" y="3735484"/>
              <a:ext cx="603993" cy="900011"/>
            </a:xfrm>
            <a:custGeom>
              <a:avLst/>
              <a:gdLst/>
              <a:ahLst/>
              <a:cxnLst/>
              <a:rect l="l" t="t" r="r" b="b"/>
              <a:pathLst>
                <a:path w="385938" h="575087" extrusionOk="0">
                  <a:moveTo>
                    <a:pt x="250056" y="346575"/>
                  </a:moveTo>
                  <a:lnTo>
                    <a:pt x="373106" y="307658"/>
                  </a:lnTo>
                  <a:cubicBezTo>
                    <a:pt x="395091" y="228972"/>
                    <a:pt x="391547" y="128235"/>
                    <a:pt x="341015" y="0"/>
                  </a:cubicBezTo>
                  <a:cubicBezTo>
                    <a:pt x="282738" y="11222"/>
                    <a:pt x="233846" y="27104"/>
                    <a:pt x="192961" y="46333"/>
                  </a:cubicBezTo>
                  <a:lnTo>
                    <a:pt x="192961" y="196027"/>
                  </a:lnTo>
                  <a:lnTo>
                    <a:pt x="144200" y="73174"/>
                  </a:lnTo>
                  <a:cubicBezTo>
                    <a:pt x="90123" y="107956"/>
                    <a:pt x="54751" y="150023"/>
                    <a:pt x="32569" y="194846"/>
                  </a:cubicBezTo>
                  <a:lnTo>
                    <a:pt x="54619" y="274451"/>
                  </a:lnTo>
                  <a:lnTo>
                    <a:pt x="8549" y="262966"/>
                  </a:lnTo>
                  <a:cubicBezTo>
                    <a:pt x="-25839" y="416336"/>
                    <a:pt x="54619" y="575087"/>
                    <a:pt x="54619" y="575087"/>
                  </a:cubicBezTo>
                  <a:cubicBezTo>
                    <a:pt x="54619" y="575087"/>
                    <a:pt x="264297" y="534858"/>
                    <a:pt x="350071" y="366722"/>
                  </a:cubicBezTo>
                  <a:lnTo>
                    <a:pt x="250122" y="346575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6" name="Google Shape;1306;p33"/>
            <p:cNvSpPr/>
            <p:nvPr/>
          </p:nvSpPr>
          <p:spPr>
            <a:xfrm>
              <a:off x="72023" y="4113561"/>
              <a:ext cx="734552" cy="552777"/>
            </a:xfrm>
            <a:custGeom>
              <a:avLst/>
              <a:gdLst/>
              <a:ahLst/>
              <a:cxnLst/>
              <a:rect l="l" t="t" r="r" b="b"/>
              <a:pathLst>
                <a:path w="469362" h="353212" extrusionOk="0">
                  <a:moveTo>
                    <a:pt x="469363" y="353212"/>
                  </a:moveTo>
                  <a:cubicBezTo>
                    <a:pt x="469363" y="353212"/>
                    <a:pt x="326953" y="-46718"/>
                    <a:pt x="0" y="4537"/>
                  </a:cubicBezTo>
                  <a:cubicBezTo>
                    <a:pt x="177324" y="294082"/>
                    <a:pt x="469363" y="353212"/>
                    <a:pt x="469363" y="353212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307" name="Google Shape;1307;p33"/>
          <p:cNvGrpSpPr/>
          <p:nvPr/>
        </p:nvGrpSpPr>
        <p:grpSpPr>
          <a:xfrm>
            <a:off x="5732194" y="-18530"/>
            <a:ext cx="3874609" cy="5163926"/>
            <a:chOff x="5732194" y="-18530"/>
            <a:chExt cx="3874609" cy="5163926"/>
          </a:xfrm>
        </p:grpSpPr>
        <p:sp>
          <p:nvSpPr>
            <p:cNvPr id="1308" name="Google Shape;1308;p33"/>
            <p:cNvSpPr/>
            <p:nvPr/>
          </p:nvSpPr>
          <p:spPr>
            <a:xfrm>
              <a:off x="8108426" y="-4656"/>
              <a:ext cx="1498376" cy="5135296"/>
            </a:xfrm>
            <a:custGeom>
              <a:avLst/>
              <a:gdLst/>
              <a:ahLst/>
              <a:cxnLst/>
              <a:rect l="l" t="t" r="r" b="b"/>
              <a:pathLst>
                <a:path w="957429" h="3281339" extrusionOk="0">
                  <a:moveTo>
                    <a:pt x="445737" y="0"/>
                  </a:moveTo>
                  <a:lnTo>
                    <a:pt x="0" y="3281340"/>
                  </a:lnTo>
                  <a:lnTo>
                    <a:pt x="957429" y="3281340"/>
                  </a:lnTo>
                  <a:lnTo>
                    <a:pt x="957429" y="0"/>
                  </a:lnTo>
                  <a:lnTo>
                    <a:pt x="445737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09" name="Google Shape;1309;p33"/>
            <p:cNvSpPr/>
            <p:nvPr/>
          </p:nvSpPr>
          <p:spPr>
            <a:xfrm>
              <a:off x="8079058" y="-4656"/>
              <a:ext cx="1106392" cy="984435"/>
            </a:xfrm>
            <a:custGeom>
              <a:avLst/>
              <a:gdLst/>
              <a:ahLst/>
              <a:cxnLst/>
              <a:rect l="l" t="t" r="r" b="b"/>
              <a:pathLst>
                <a:path w="706960" h="629032" extrusionOk="0">
                  <a:moveTo>
                    <a:pt x="464507" y="629033"/>
                  </a:moveTo>
                  <a:cubicBezTo>
                    <a:pt x="464507" y="629033"/>
                    <a:pt x="20082" y="607573"/>
                    <a:pt x="0" y="0"/>
                  </a:cubicBezTo>
                  <a:lnTo>
                    <a:pt x="75930" y="0"/>
                  </a:lnTo>
                  <a:cubicBezTo>
                    <a:pt x="75930" y="0"/>
                    <a:pt x="132697" y="424737"/>
                    <a:pt x="542930" y="415615"/>
                  </a:cubicBezTo>
                  <a:cubicBezTo>
                    <a:pt x="953229" y="406427"/>
                    <a:pt x="464507" y="629033"/>
                    <a:pt x="464507" y="62903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0" name="Google Shape;1310;p33"/>
            <p:cNvSpPr/>
            <p:nvPr/>
          </p:nvSpPr>
          <p:spPr>
            <a:xfrm>
              <a:off x="8108426" y="1164015"/>
              <a:ext cx="956603" cy="3966400"/>
            </a:xfrm>
            <a:custGeom>
              <a:avLst/>
              <a:gdLst/>
              <a:ahLst/>
              <a:cxnLst/>
              <a:rect l="l" t="t" r="r" b="b"/>
              <a:pathLst>
                <a:path w="611248" h="2534441" extrusionOk="0">
                  <a:moveTo>
                    <a:pt x="344278" y="0"/>
                  </a:moveTo>
                  <a:lnTo>
                    <a:pt x="0" y="2534441"/>
                  </a:lnTo>
                  <a:lnTo>
                    <a:pt x="445737" y="2534441"/>
                  </a:lnTo>
                  <a:lnTo>
                    <a:pt x="611248" y="404917"/>
                  </a:lnTo>
                  <a:lnTo>
                    <a:pt x="478682" y="788047"/>
                  </a:lnTo>
                  <a:lnTo>
                    <a:pt x="365804" y="605867"/>
                  </a:lnTo>
                  <a:lnTo>
                    <a:pt x="34427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1" name="Google Shape;1311;p33"/>
            <p:cNvSpPr/>
            <p:nvPr/>
          </p:nvSpPr>
          <p:spPr>
            <a:xfrm>
              <a:off x="8603887" y="2425515"/>
              <a:ext cx="202023" cy="1504949"/>
            </a:xfrm>
            <a:custGeom>
              <a:avLst/>
              <a:gdLst/>
              <a:ahLst/>
              <a:cxnLst/>
              <a:rect l="l" t="t" r="r" b="b"/>
              <a:pathLst>
                <a:path w="129088" h="961629" extrusionOk="0">
                  <a:moveTo>
                    <a:pt x="40033" y="0"/>
                  </a:moveTo>
                  <a:lnTo>
                    <a:pt x="129088" y="87546"/>
                  </a:lnTo>
                  <a:lnTo>
                    <a:pt x="0" y="961629"/>
                  </a:lnTo>
                  <a:lnTo>
                    <a:pt x="400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2" name="Google Shape;1312;p33"/>
            <p:cNvSpPr/>
            <p:nvPr/>
          </p:nvSpPr>
          <p:spPr>
            <a:xfrm>
              <a:off x="9369926" y="752154"/>
              <a:ext cx="236633" cy="4384515"/>
            </a:xfrm>
            <a:custGeom>
              <a:avLst/>
              <a:gdLst/>
              <a:ahLst/>
              <a:cxnLst/>
              <a:rect l="l" t="t" r="r" b="b"/>
              <a:pathLst>
                <a:path w="151203" h="2801607" extrusionOk="0">
                  <a:moveTo>
                    <a:pt x="151204" y="0"/>
                  </a:moveTo>
                  <a:lnTo>
                    <a:pt x="151204" y="2801608"/>
                  </a:lnTo>
                  <a:lnTo>
                    <a:pt x="0" y="2801608"/>
                  </a:lnTo>
                  <a:lnTo>
                    <a:pt x="151204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grpSp>
          <p:nvGrpSpPr>
            <p:cNvPr id="1313" name="Google Shape;1313;p33"/>
            <p:cNvGrpSpPr/>
            <p:nvPr/>
          </p:nvGrpSpPr>
          <p:grpSpPr>
            <a:xfrm>
              <a:off x="7296281" y="3992919"/>
              <a:ext cx="822413" cy="1030045"/>
              <a:chOff x="4320926" y="2554851"/>
              <a:chExt cx="525604" cy="658302"/>
            </a:xfrm>
          </p:grpSpPr>
          <p:sp>
            <p:nvSpPr>
              <p:cNvPr id="1314" name="Google Shape;1314;p33"/>
              <p:cNvSpPr/>
              <p:nvPr/>
            </p:nvSpPr>
            <p:spPr>
              <a:xfrm>
                <a:off x="4320926" y="2800820"/>
                <a:ext cx="360356" cy="412333"/>
              </a:xfrm>
              <a:custGeom>
                <a:avLst/>
                <a:gdLst/>
                <a:ahLst/>
                <a:cxnLst/>
                <a:rect l="l" t="t" r="r" b="b"/>
                <a:pathLst>
                  <a:path w="360356" h="412333" extrusionOk="0">
                    <a:moveTo>
                      <a:pt x="357797" y="412333"/>
                    </a:moveTo>
                    <a:cubicBezTo>
                      <a:pt x="355238" y="411808"/>
                      <a:pt x="99949" y="356813"/>
                      <a:pt x="0" y="3544"/>
                    </a:cubicBezTo>
                    <a:lnTo>
                      <a:pt x="12600" y="0"/>
                    </a:lnTo>
                    <a:cubicBezTo>
                      <a:pt x="63658" y="180408"/>
                      <a:pt x="155470" y="279439"/>
                      <a:pt x="223525" y="330694"/>
                    </a:cubicBezTo>
                    <a:cubicBezTo>
                      <a:pt x="297224" y="386214"/>
                      <a:pt x="359766" y="399339"/>
                      <a:pt x="360357" y="399470"/>
                    </a:cubicBezTo>
                    <a:lnTo>
                      <a:pt x="357797" y="41233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5" name="Google Shape;1315;p33"/>
              <p:cNvSpPr/>
              <p:nvPr/>
            </p:nvSpPr>
            <p:spPr>
              <a:xfrm>
                <a:off x="4468685" y="2554851"/>
                <a:ext cx="258075" cy="613938"/>
              </a:xfrm>
              <a:custGeom>
                <a:avLst/>
                <a:gdLst/>
                <a:ahLst/>
                <a:cxnLst/>
                <a:rect l="l" t="t" r="r" b="b"/>
                <a:pathLst>
                  <a:path w="258075" h="613938" extrusionOk="0">
                    <a:moveTo>
                      <a:pt x="251382" y="613939"/>
                    </a:moveTo>
                    <a:cubicBezTo>
                      <a:pt x="248298" y="612101"/>
                      <a:pt x="174533" y="567081"/>
                      <a:pt x="107003" y="468575"/>
                    </a:cubicBezTo>
                    <a:cubicBezTo>
                      <a:pt x="44789" y="377814"/>
                      <a:pt x="-23003" y="222803"/>
                      <a:pt x="7579" y="0"/>
                    </a:cubicBezTo>
                    <a:lnTo>
                      <a:pt x="20573" y="1772"/>
                    </a:lnTo>
                    <a:cubicBezTo>
                      <a:pt x="-9419" y="220178"/>
                      <a:pt x="56733" y="371841"/>
                      <a:pt x="117438" y="460635"/>
                    </a:cubicBezTo>
                    <a:cubicBezTo>
                      <a:pt x="183327" y="556975"/>
                      <a:pt x="257354" y="602257"/>
                      <a:pt x="258076" y="602717"/>
                    </a:cubicBezTo>
                    <a:lnTo>
                      <a:pt x="251317" y="613939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  <p:sp>
            <p:nvSpPr>
              <p:cNvPr id="1316" name="Google Shape;1316;p33"/>
              <p:cNvSpPr/>
              <p:nvPr/>
            </p:nvSpPr>
            <p:spPr>
              <a:xfrm>
                <a:off x="4703005" y="2591995"/>
                <a:ext cx="143525" cy="335352"/>
              </a:xfrm>
              <a:custGeom>
                <a:avLst/>
                <a:gdLst/>
                <a:ahLst/>
                <a:cxnLst/>
                <a:rect l="l" t="t" r="r" b="b"/>
                <a:pathLst>
                  <a:path w="143525" h="335352" extrusionOk="0">
                    <a:moveTo>
                      <a:pt x="130400" y="335353"/>
                    </a:moveTo>
                    <a:cubicBezTo>
                      <a:pt x="130269" y="333450"/>
                      <a:pt x="114650" y="141885"/>
                      <a:pt x="0" y="8532"/>
                    </a:cubicBezTo>
                    <a:lnTo>
                      <a:pt x="9975" y="0"/>
                    </a:lnTo>
                    <a:cubicBezTo>
                      <a:pt x="127513" y="136701"/>
                      <a:pt x="143329" y="332465"/>
                      <a:pt x="143526" y="334369"/>
                    </a:cubicBezTo>
                    <a:lnTo>
                      <a:pt x="130466" y="335353"/>
                    </a:ln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45700" rIns="91425" bIns="45700" anchor="ctr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800">
                  <a:solidFill>
                    <a:srgbClr val="000000"/>
                  </a:solidFill>
                  <a:latin typeface="Arial"/>
                  <a:ea typeface="Arial"/>
                  <a:cs typeface="Arial"/>
                  <a:sym typeface="Arial"/>
                </a:endParaRPr>
              </a:p>
            </p:txBody>
          </p:sp>
        </p:grpSp>
        <p:sp>
          <p:nvSpPr>
            <p:cNvPr id="1317" name="Google Shape;1317;p33"/>
            <p:cNvSpPr/>
            <p:nvPr/>
          </p:nvSpPr>
          <p:spPr>
            <a:xfrm>
              <a:off x="7826757" y="3982547"/>
              <a:ext cx="150361" cy="150361"/>
            </a:xfrm>
            <a:custGeom>
              <a:avLst/>
              <a:gdLst/>
              <a:ahLst/>
              <a:cxnLst/>
              <a:rect l="l" t="t" r="r" b="b"/>
              <a:pathLst>
                <a:path w="96077" h="96077" extrusionOk="0">
                  <a:moveTo>
                    <a:pt x="96078" y="48039"/>
                  </a:moveTo>
                  <a:cubicBezTo>
                    <a:pt x="96078" y="74570"/>
                    <a:pt x="74570" y="96078"/>
                    <a:pt x="48039" y="96078"/>
                  </a:cubicBezTo>
                  <a:cubicBezTo>
                    <a:pt x="21508" y="96078"/>
                    <a:pt x="0" y="74570"/>
                    <a:pt x="0" y="48039"/>
                  </a:cubicBezTo>
                  <a:cubicBezTo>
                    <a:pt x="0" y="21508"/>
                    <a:pt x="21508" y="0"/>
                    <a:pt x="48039" y="0"/>
                  </a:cubicBezTo>
                  <a:cubicBezTo>
                    <a:pt x="74570" y="0"/>
                    <a:pt x="96078" y="21508"/>
                    <a:pt x="96078" y="4803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8" name="Google Shape;1318;p33"/>
            <p:cNvSpPr/>
            <p:nvPr/>
          </p:nvSpPr>
          <p:spPr>
            <a:xfrm>
              <a:off x="7456369" y="3901117"/>
              <a:ext cx="186309" cy="186309"/>
            </a:xfrm>
            <a:custGeom>
              <a:avLst/>
              <a:gdLst/>
              <a:ahLst/>
              <a:cxnLst/>
              <a:rect l="l" t="t" r="r" b="b"/>
              <a:pathLst>
                <a:path w="119047" h="119047" extrusionOk="0">
                  <a:moveTo>
                    <a:pt x="119047" y="59523"/>
                  </a:moveTo>
                  <a:cubicBezTo>
                    <a:pt x="119047" y="92397"/>
                    <a:pt x="92397" y="119047"/>
                    <a:pt x="59523" y="119047"/>
                  </a:cubicBezTo>
                  <a:cubicBezTo>
                    <a:pt x="26650" y="119047"/>
                    <a:pt x="0" y="92397"/>
                    <a:pt x="0" y="59523"/>
                  </a:cubicBezTo>
                  <a:cubicBezTo>
                    <a:pt x="0" y="26650"/>
                    <a:pt x="26650" y="0"/>
                    <a:pt x="59523" y="0"/>
                  </a:cubicBezTo>
                  <a:cubicBezTo>
                    <a:pt x="92397" y="0"/>
                    <a:pt x="119047" y="26650"/>
                    <a:pt x="119047" y="5952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19" name="Google Shape;1319;p33"/>
            <p:cNvSpPr/>
            <p:nvPr/>
          </p:nvSpPr>
          <p:spPr>
            <a:xfrm>
              <a:off x="7241959" y="4316380"/>
              <a:ext cx="128382" cy="128382"/>
            </a:xfrm>
            <a:custGeom>
              <a:avLst/>
              <a:gdLst/>
              <a:ahLst/>
              <a:cxnLst/>
              <a:rect l="l" t="t" r="r" b="b"/>
              <a:pathLst>
                <a:path w="82033" h="82033" extrusionOk="0">
                  <a:moveTo>
                    <a:pt x="82033" y="41017"/>
                  </a:moveTo>
                  <a:cubicBezTo>
                    <a:pt x="82033" y="18376"/>
                    <a:pt x="63658" y="0"/>
                    <a:pt x="41017" y="0"/>
                  </a:cubicBezTo>
                  <a:cubicBezTo>
                    <a:pt x="18376" y="0"/>
                    <a:pt x="0" y="18376"/>
                    <a:pt x="0" y="41017"/>
                  </a:cubicBezTo>
                  <a:cubicBezTo>
                    <a:pt x="0" y="63658"/>
                    <a:pt x="18376" y="82033"/>
                    <a:pt x="41017" y="82033"/>
                  </a:cubicBezTo>
                  <a:cubicBezTo>
                    <a:pt x="63658" y="82033"/>
                    <a:pt x="82033" y="63658"/>
                    <a:pt x="82033" y="41017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0" name="Google Shape;1320;p33"/>
            <p:cNvSpPr/>
            <p:nvPr/>
          </p:nvSpPr>
          <p:spPr>
            <a:xfrm>
              <a:off x="7753028" y="4211229"/>
              <a:ext cx="105170" cy="105170"/>
            </a:xfrm>
            <a:custGeom>
              <a:avLst/>
              <a:gdLst/>
              <a:ahLst/>
              <a:cxnLst/>
              <a:rect l="l" t="t" r="r" b="b"/>
              <a:pathLst>
                <a:path w="67201" h="67201" extrusionOk="0">
                  <a:moveTo>
                    <a:pt x="67202" y="33601"/>
                  </a:moveTo>
                  <a:cubicBezTo>
                    <a:pt x="67202" y="15029"/>
                    <a:pt x="52173" y="0"/>
                    <a:pt x="33601" y="0"/>
                  </a:cubicBezTo>
                  <a:cubicBezTo>
                    <a:pt x="15028" y="0"/>
                    <a:pt x="0" y="15029"/>
                    <a:pt x="0" y="33601"/>
                  </a:cubicBezTo>
                  <a:cubicBezTo>
                    <a:pt x="0" y="52173"/>
                    <a:pt x="15028" y="67202"/>
                    <a:pt x="33601" y="67202"/>
                  </a:cubicBezTo>
                  <a:cubicBezTo>
                    <a:pt x="52173" y="67202"/>
                    <a:pt x="67202" y="52173"/>
                    <a:pt x="67202" y="3360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1" name="Google Shape;1321;p33"/>
            <p:cNvSpPr/>
            <p:nvPr/>
          </p:nvSpPr>
          <p:spPr>
            <a:xfrm>
              <a:off x="7325032" y="4758855"/>
              <a:ext cx="119754" cy="119754"/>
            </a:xfrm>
            <a:custGeom>
              <a:avLst/>
              <a:gdLst/>
              <a:ahLst/>
              <a:cxnLst/>
              <a:rect l="l" t="t" r="r" b="b"/>
              <a:pathLst>
                <a:path w="76520" h="76520" extrusionOk="0">
                  <a:moveTo>
                    <a:pt x="76521" y="38260"/>
                  </a:moveTo>
                  <a:cubicBezTo>
                    <a:pt x="76521" y="59391"/>
                    <a:pt x="59391" y="76521"/>
                    <a:pt x="38260" y="76521"/>
                  </a:cubicBezTo>
                  <a:cubicBezTo>
                    <a:pt x="17129" y="76521"/>
                    <a:pt x="0" y="59391"/>
                    <a:pt x="0" y="38260"/>
                  </a:cubicBezTo>
                  <a:cubicBezTo>
                    <a:pt x="0" y="17130"/>
                    <a:pt x="17129" y="0"/>
                    <a:pt x="38260" y="0"/>
                  </a:cubicBezTo>
                  <a:cubicBezTo>
                    <a:pt x="59391" y="0"/>
                    <a:pt x="76521" y="17130"/>
                    <a:pt x="76521" y="3826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2" name="Google Shape;1322;p33"/>
            <p:cNvSpPr/>
            <p:nvPr/>
          </p:nvSpPr>
          <p:spPr>
            <a:xfrm>
              <a:off x="7375760" y="4813895"/>
              <a:ext cx="578440" cy="265186"/>
            </a:xfrm>
            <a:custGeom>
              <a:avLst/>
              <a:gdLst/>
              <a:ahLst/>
              <a:cxnLst/>
              <a:rect l="l" t="t" r="r" b="b"/>
              <a:pathLst>
                <a:path w="369610" h="169448" extrusionOk="0">
                  <a:moveTo>
                    <a:pt x="279308" y="169448"/>
                  </a:moveTo>
                  <a:cubicBezTo>
                    <a:pt x="88071" y="169448"/>
                    <a:pt x="984" y="8006"/>
                    <a:pt x="0" y="6103"/>
                  </a:cubicBezTo>
                  <a:lnTo>
                    <a:pt x="11616" y="0"/>
                  </a:lnTo>
                  <a:cubicBezTo>
                    <a:pt x="12666" y="2034"/>
                    <a:pt x="122328" y="204690"/>
                    <a:pt x="366526" y="145363"/>
                  </a:cubicBezTo>
                  <a:lnTo>
                    <a:pt x="369610" y="158095"/>
                  </a:lnTo>
                  <a:cubicBezTo>
                    <a:pt x="337256" y="165970"/>
                    <a:pt x="307133" y="169383"/>
                    <a:pt x="279242" y="169383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3" name="Google Shape;1323;p33"/>
            <p:cNvSpPr/>
            <p:nvPr/>
          </p:nvSpPr>
          <p:spPr>
            <a:xfrm>
              <a:off x="7799032" y="4255898"/>
              <a:ext cx="257791" cy="323111"/>
            </a:xfrm>
            <a:custGeom>
              <a:avLst/>
              <a:gdLst/>
              <a:ahLst/>
              <a:cxnLst/>
              <a:rect l="l" t="t" r="r" b="b"/>
              <a:pathLst>
                <a:path w="164723" h="206461" extrusionOk="0">
                  <a:moveTo>
                    <a:pt x="152582" y="206462"/>
                  </a:moveTo>
                  <a:cubicBezTo>
                    <a:pt x="110056" y="102837"/>
                    <a:pt x="1116" y="11025"/>
                    <a:pt x="0" y="10107"/>
                  </a:cubicBezTo>
                  <a:lnTo>
                    <a:pt x="8400" y="0"/>
                  </a:lnTo>
                  <a:cubicBezTo>
                    <a:pt x="12994" y="3806"/>
                    <a:pt x="120950" y="94765"/>
                    <a:pt x="164724" y="201409"/>
                  </a:cubicBezTo>
                  <a:lnTo>
                    <a:pt x="152582" y="206396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4" name="Google Shape;1324;p33"/>
            <p:cNvSpPr/>
            <p:nvPr/>
          </p:nvSpPr>
          <p:spPr>
            <a:xfrm>
              <a:off x="7598670" y="3978776"/>
              <a:ext cx="1853738" cy="1166620"/>
            </a:xfrm>
            <a:custGeom>
              <a:avLst/>
              <a:gdLst/>
              <a:ahLst/>
              <a:cxnLst/>
              <a:rect l="l" t="t" r="r" b="b"/>
              <a:pathLst>
                <a:path w="1184497" h="745444" extrusionOk="0">
                  <a:moveTo>
                    <a:pt x="954608" y="449"/>
                  </a:moveTo>
                  <a:lnTo>
                    <a:pt x="871787" y="311980"/>
                  </a:lnTo>
                  <a:lnTo>
                    <a:pt x="851967" y="6224"/>
                  </a:lnTo>
                  <a:cubicBezTo>
                    <a:pt x="789162" y="11868"/>
                    <a:pt x="721501" y="21975"/>
                    <a:pt x="652659" y="38841"/>
                  </a:cubicBezTo>
                  <a:lnTo>
                    <a:pt x="672872" y="243334"/>
                  </a:lnTo>
                  <a:lnTo>
                    <a:pt x="566097" y="63648"/>
                  </a:lnTo>
                  <a:cubicBezTo>
                    <a:pt x="401439" y="118184"/>
                    <a:pt x="238685" y="216558"/>
                    <a:pt x="127579" y="390076"/>
                  </a:cubicBezTo>
                  <a:lnTo>
                    <a:pt x="271892" y="538852"/>
                  </a:lnTo>
                  <a:lnTo>
                    <a:pt x="72387" y="492453"/>
                  </a:lnTo>
                  <a:cubicBezTo>
                    <a:pt x="39507" y="565693"/>
                    <a:pt x="14569" y="649498"/>
                    <a:pt x="0" y="745445"/>
                  </a:cubicBezTo>
                  <a:lnTo>
                    <a:pt x="1184498" y="745445"/>
                  </a:lnTo>
                  <a:lnTo>
                    <a:pt x="1184498" y="12328"/>
                  </a:lnTo>
                  <a:cubicBezTo>
                    <a:pt x="1184498" y="12328"/>
                    <a:pt x="1090192" y="-2766"/>
                    <a:pt x="954542" y="449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325" name="Google Shape;1325;p33"/>
            <p:cNvSpPr/>
            <p:nvPr/>
          </p:nvSpPr>
          <p:spPr>
            <a:xfrm>
              <a:off x="5732194" y="-18530"/>
              <a:ext cx="2376221" cy="419948"/>
            </a:xfrm>
            <a:custGeom>
              <a:avLst/>
              <a:gdLst/>
              <a:ahLst/>
              <a:cxnLst/>
              <a:rect l="l" t="t" r="r" b="b"/>
              <a:pathLst>
                <a:path w="1327498" h="234608" extrusionOk="0">
                  <a:moveTo>
                    <a:pt x="1327499" y="79146"/>
                  </a:moveTo>
                  <a:cubicBezTo>
                    <a:pt x="1327499" y="79146"/>
                    <a:pt x="1277754" y="160195"/>
                    <a:pt x="1169338" y="115766"/>
                  </a:cubicBezTo>
                  <a:cubicBezTo>
                    <a:pt x="1100627" y="300374"/>
                    <a:pt x="831885" y="248988"/>
                    <a:pt x="848226" y="104084"/>
                  </a:cubicBezTo>
                  <a:cubicBezTo>
                    <a:pt x="752739" y="234616"/>
                    <a:pt x="198455" y="284361"/>
                    <a:pt x="0" y="0"/>
                  </a:cubicBezTo>
                  <a:lnTo>
                    <a:pt x="1327499" y="0"/>
                  </a:lnTo>
                  <a:lnTo>
                    <a:pt x="1327499" y="7908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0" name="Google Shape;1330;p34"/>
          <p:cNvSpPr txBox="1">
            <a:spLocks noGrp="1"/>
          </p:cNvSpPr>
          <p:nvPr>
            <p:ph type="title" idx="2"/>
          </p:nvPr>
        </p:nvSpPr>
        <p:spPr>
          <a:xfrm>
            <a:off x="5588075" y="875700"/>
            <a:ext cx="1465800" cy="10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1331" name="Google Shape;1331;p34"/>
          <p:cNvSpPr txBox="1">
            <a:spLocks noGrp="1"/>
          </p:cNvSpPr>
          <p:nvPr>
            <p:ph type="title"/>
          </p:nvPr>
        </p:nvSpPr>
        <p:spPr>
          <a:xfrm>
            <a:off x="3272950" y="1990900"/>
            <a:ext cx="3780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Biography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6" name="Google Shape;1336;p3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Getting to know the Brothers Grimm</a:t>
            </a:r>
            <a:endParaRPr/>
          </a:p>
        </p:txBody>
      </p:sp>
      <p:sp>
        <p:nvSpPr>
          <p:cNvPr id="1337" name="Google Shape;1337;p35"/>
          <p:cNvSpPr txBox="1">
            <a:spLocks noGrp="1"/>
          </p:cNvSpPr>
          <p:nvPr>
            <p:ph type="subTitle" idx="1"/>
          </p:nvPr>
        </p:nvSpPr>
        <p:spPr>
          <a:xfrm>
            <a:off x="1663700" y="1203174"/>
            <a:ext cx="6115200" cy="8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Jacob Ludwig Karl Grimm</a:t>
            </a:r>
            <a:r>
              <a:rPr lang="en"/>
              <a:t> was born in 1785 and </a:t>
            </a:r>
            <a:r>
              <a:rPr lang="en" b="1"/>
              <a:t>Wilhelm Kart Grimm</a:t>
            </a:r>
            <a:r>
              <a:rPr lang="en"/>
              <a:t> in 1786, both in Hanau</a:t>
            </a:r>
            <a:endParaRPr/>
          </a:p>
        </p:txBody>
      </p:sp>
      <p:sp>
        <p:nvSpPr>
          <p:cNvPr id="1338" name="Google Shape;1338;p35"/>
          <p:cNvSpPr txBox="1">
            <a:spLocks noGrp="1"/>
          </p:cNvSpPr>
          <p:nvPr>
            <p:ph type="subTitle" idx="2"/>
          </p:nvPr>
        </p:nvSpPr>
        <p:spPr>
          <a:xfrm>
            <a:off x="1663700" y="2184950"/>
            <a:ext cx="6115200" cy="8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They are </a:t>
            </a:r>
            <a:r>
              <a:rPr lang="en" b="1"/>
              <a:t>famous for</a:t>
            </a:r>
            <a:r>
              <a:rPr lang="en"/>
              <a:t> their hundreds of </a:t>
            </a:r>
            <a:r>
              <a:rPr lang="en" b="1"/>
              <a:t>children’s stories and also for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their </a:t>
            </a:r>
            <a:r>
              <a:rPr lang="en" b="1"/>
              <a:t>“German Legends.”</a:t>
            </a:r>
            <a:r>
              <a:rPr lang="en"/>
              <a:t> At the age of 20, Jacob supported himself with his salary as a librarian, and Wilhelm worked as the library secretary</a:t>
            </a:r>
            <a:endParaRPr/>
          </a:p>
        </p:txBody>
      </p:sp>
      <p:sp>
        <p:nvSpPr>
          <p:cNvPr id="1339" name="Google Shape;1339;p35"/>
          <p:cNvSpPr txBox="1">
            <a:spLocks noGrp="1"/>
          </p:cNvSpPr>
          <p:nvPr>
            <p:ph type="subTitle" idx="3"/>
          </p:nvPr>
        </p:nvSpPr>
        <p:spPr>
          <a:xfrm>
            <a:off x="1663700" y="3166726"/>
            <a:ext cx="6115200" cy="83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the time they were 30, they had achieved an outstanding reputation through numerous publications. Their stories emerged from collecting </a:t>
            </a:r>
            <a:r>
              <a:rPr lang="en" b="1"/>
              <a:t>ancient tales</a:t>
            </a:r>
            <a:r>
              <a:rPr lang="en"/>
              <a:t> passed down orally</a:t>
            </a:r>
            <a:endParaRPr/>
          </a:p>
        </p:txBody>
      </p:sp>
      <p:sp>
        <p:nvSpPr>
          <p:cNvPr id="1340" name="Google Shape;1340;p35"/>
          <p:cNvSpPr/>
          <p:nvPr/>
        </p:nvSpPr>
        <p:spPr>
          <a:xfrm>
            <a:off x="1365100" y="1337050"/>
            <a:ext cx="197700" cy="197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341" name="Google Shape;1341;p35"/>
          <p:cNvSpPr/>
          <p:nvPr/>
        </p:nvSpPr>
        <p:spPr>
          <a:xfrm>
            <a:off x="1365100" y="2318826"/>
            <a:ext cx="197700" cy="197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342" name="Google Shape;1342;p35"/>
          <p:cNvSpPr/>
          <p:nvPr/>
        </p:nvSpPr>
        <p:spPr>
          <a:xfrm>
            <a:off x="1365100" y="3300602"/>
            <a:ext cx="197700" cy="1977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ustat"/>
              <a:ea typeface="Fustat"/>
              <a:cs typeface="Fustat"/>
              <a:sym typeface="Fustat"/>
            </a:endParaRPr>
          </a:p>
        </p:txBody>
      </p:sp>
      <p:cxnSp>
        <p:nvCxnSpPr>
          <p:cNvPr id="1343" name="Google Shape;1343;p35"/>
          <p:cNvCxnSpPr>
            <a:stCxn id="1340" idx="4"/>
            <a:endCxn id="1341" idx="0"/>
          </p:cNvCxnSpPr>
          <p:nvPr/>
        </p:nvCxnSpPr>
        <p:spPr>
          <a:xfrm>
            <a:off x="1463950" y="1534750"/>
            <a:ext cx="0" cy="78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44" name="Google Shape;1344;p35"/>
          <p:cNvCxnSpPr>
            <a:stCxn id="1341" idx="4"/>
            <a:endCxn id="1342" idx="0"/>
          </p:cNvCxnSpPr>
          <p:nvPr/>
        </p:nvCxnSpPr>
        <p:spPr>
          <a:xfrm>
            <a:off x="1463950" y="2516526"/>
            <a:ext cx="0" cy="7842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9" name="Google Shape;1349;p3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1057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truth about the tales of the </a:t>
            </a:r>
            <a:endParaRPr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Brothers Grimm</a:t>
            </a:r>
            <a:endParaRPr/>
          </a:p>
        </p:txBody>
      </p:sp>
      <p:sp>
        <p:nvSpPr>
          <p:cNvPr id="1350" name="Google Shape;1350;p36"/>
          <p:cNvSpPr txBox="1">
            <a:spLocks noGrp="1"/>
          </p:cNvSpPr>
          <p:nvPr>
            <p:ph type="subTitle" idx="1"/>
          </p:nvPr>
        </p:nvSpPr>
        <p:spPr>
          <a:xfrm>
            <a:off x="1218175" y="1705600"/>
            <a:ext cx="33096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The content is quite macabre</a:t>
            </a:r>
            <a:r>
              <a:rPr lang="en"/>
              <a:t>, especially when </a:t>
            </a:r>
            <a:r>
              <a:rPr lang="en" b="1"/>
              <a:t>compared to the versions we know</a:t>
            </a:r>
            <a:endParaRPr b="1"/>
          </a:p>
          <a:p>
            <a:pPr marL="0" lvl="0" indent="0" algn="l" rtl="0">
              <a:spcBef>
                <a:spcPts val="0"/>
              </a:spcBef>
              <a:spcAft>
                <a:spcPts val="1000"/>
              </a:spcAft>
              <a:buNone/>
            </a:pPr>
            <a:r>
              <a:rPr lang="en"/>
              <a:t>Readers familiar with these stories can compare both versions and see how the original was aimed more at an adult audience. Undoubtedly, adults used these stories as examples, using</a:t>
            </a:r>
            <a:endParaRPr/>
          </a:p>
        </p:txBody>
      </p:sp>
      <p:sp>
        <p:nvSpPr>
          <p:cNvPr id="1351" name="Google Shape;1351;p36"/>
          <p:cNvSpPr txBox="1">
            <a:spLocks noGrp="1"/>
          </p:cNvSpPr>
          <p:nvPr>
            <p:ph type="subTitle" idx="2"/>
          </p:nvPr>
        </p:nvSpPr>
        <p:spPr>
          <a:xfrm>
            <a:off x="4616371" y="1705600"/>
            <a:ext cx="3309600" cy="238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behaviours deemed condemnable by any society to represent evil, punishment, and cruelty.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/>
              <a:t>Over time, these stories</a:t>
            </a:r>
            <a:r>
              <a:rPr lang="en"/>
              <a:t> became acceptable for teaching values to children, but </a:t>
            </a:r>
            <a:r>
              <a:rPr lang="en" b="1"/>
              <a:t>they had to be adapted to make them suitable for young audiences</a:t>
            </a:r>
            <a:endParaRPr b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6" name="Google Shape;1356;p3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Fairy tales</a:t>
            </a:r>
            <a:endParaRPr/>
          </a:p>
        </p:txBody>
      </p:sp>
      <p:sp>
        <p:nvSpPr>
          <p:cNvPr id="1357" name="Google Shape;1357;p37"/>
          <p:cNvSpPr txBox="1">
            <a:spLocks noGrp="1"/>
          </p:cNvSpPr>
          <p:nvPr>
            <p:ph type="subTitle" idx="4294967295"/>
          </p:nvPr>
        </p:nvSpPr>
        <p:spPr>
          <a:xfrm>
            <a:off x="1218175" y="1553200"/>
            <a:ext cx="4691700" cy="1489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Most of the stories had something in common: </a:t>
            </a:r>
            <a:r>
              <a:rPr lang="en" b="1"/>
              <a:t>fairies.</a:t>
            </a:r>
            <a:endParaRPr b="1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1812, the Grimm brothers published the first volume of </a:t>
            </a:r>
            <a:r>
              <a:rPr lang="en" b="1"/>
              <a:t>Children’s and Household Tales</a:t>
            </a:r>
            <a:r>
              <a:rPr lang="en"/>
              <a:t>, in which they compiled their collection of stories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2" name="Google Shape;1362;p38"/>
          <p:cNvSpPr txBox="1">
            <a:spLocks noGrp="1"/>
          </p:cNvSpPr>
          <p:nvPr>
            <p:ph type="title" idx="2"/>
          </p:nvPr>
        </p:nvSpPr>
        <p:spPr>
          <a:xfrm>
            <a:off x="1761025" y="795425"/>
            <a:ext cx="1711800" cy="10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1363" name="Google Shape;1363;p38"/>
          <p:cNvSpPr txBox="1">
            <a:spLocks noGrp="1"/>
          </p:cNvSpPr>
          <p:nvPr>
            <p:ph type="title"/>
          </p:nvPr>
        </p:nvSpPr>
        <p:spPr>
          <a:xfrm>
            <a:off x="1761025" y="1910625"/>
            <a:ext cx="4150500" cy="14139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Their most famous stories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8" name="Google Shape;1368;p3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Famous stories</a:t>
            </a:r>
            <a:endParaRPr/>
          </a:p>
        </p:txBody>
      </p:sp>
      <p:sp>
        <p:nvSpPr>
          <p:cNvPr id="1369" name="Google Shape;1369;p39"/>
          <p:cNvSpPr txBox="1"/>
          <p:nvPr/>
        </p:nvSpPr>
        <p:spPr>
          <a:xfrm>
            <a:off x="1264500" y="3977150"/>
            <a:ext cx="30522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rPr>
              <a:t>Snow White</a:t>
            </a:r>
            <a:endParaRPr sz="1600">
              <a:solidFill>
                <a:schemeClr val="dk1"/>
              </a:solidFill>
              <a:latin typeface="Sofia"/>
              <a:ea typeface="Sofia"/>
              <a:cs typeface="Sofia"/>
              <a:sym typeface="Sofia"/>
            </a:endParaRPr>
          </a:p>
        </p:txBody>
      </p:sp>
      <p:sp>
        <p:nvSpPr>
          <p:cNvPr id="1370" name="Google Shape;1370;p39"/>
          <p:cNvSpPr txBox="1"/>
          <p:nvPr/>
        </p:nvSpPr>
        <p:spPr>
          <a:xfrm>
            <a:off x="4827300" y="3977150"/>
            <a:ext cx="30522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rPr>
              <a:t>Cinderella</a:t>
            </a:r>
            <a:endParaRPr sz="1600">
              <a:solidFill>
                <a:schemeClr val="dk1"/>
              </a:solidFill>
              <a:latin typeface="Sofia"/>
              <a:ea typeface="Sofia"/>
              <a:cs typeface="Sofia"/>
              <a:sym typeface="Sofia"/>
            </a:endParaRPr>
          </a:p>
        </p:txBody>
      </p:sp>
      <p:pic>
        <p:nvPicPr>
          <p:cNvPr id="1371" name="Google Shape;1371;p39" descr="Beautiful lady wearing a white dress near a river in the forest. In the background there is a house"/>
          <p:cNvPicPr preferRelativeResize="0"/>
          <p:nvPr/>
        </p:nvPicPr>
        <p:blipFill rotWithShape="1">
          <a:blip r:embed="rId3">
            <a:alphaModFix/>
          </a:blip>
          <a:srcRect l="3218" r="3209"/>
          <a:stretch/>
        </p:blipFill>
        <p:spPr>
          <a:xfrm>
            <a:off x="1264500" y="1343225"/>
            <a:ext cx="3052200" cy="2537100"/>
          </a:xfrm>
          <a:prstGeom prst="roundRect">
            <a:avLst>
              <a:gd name="adj" fmla="val 13266"/>
            </a:avLst>
          </a:prstGeom>
          <a:noFill/>
          <a:ln>
            <a:noFill/>
          </a:ln>
        </p:spPr>
      </p:pic>
      <p:pic>
        <p:nvPicPr>
          <p:cNvPr id="1372" name="Google Shape;1372;p39" descr="Beautiful girl with a princess dress showing their foot because she is wearing a blue heel"/>
          <p:cNvPicPr preferRelativeResize="0"/>
          <p:nvPr/>
        </p:nvPicPr>
        <p:blipFill rotWithShape="1">
          <a:blip r:embed="rId4">
            <a:alphaModFix/>
          </a:blip>
          <a:srcRect l="3218" r="3209"/>
          <a:stretch/>
        </p:blipFill>
        <p:spPr>
          <a:xfrm>
            <a:off x="4827300" y="1343225"/>
            <a:ext cx="3052200" cy="2537100"/>
          </a:xfrm>
          <a:prstGeom prst="roundRect">
            <a:avLst>
              <a:gd name="adj" fmla="val 13266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7" name="Google Shape;1377;p4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Famous stories</a:t>
            </a:r>
            <a:endParaRPr/>
          </a:p>
        </p:txBody>
      </p:sp>
      <p:sp>
        <p:nvSpPr>
          <p:cNvPr id="1378" name="Google Shape;1378;p40"/>
          <p:cNvSpPr txBox="1"/>
          <p:nvPr/>
        </p:nvSpPr>
        <p:spPr>
          <a:xfrm>
            <a:off x="1264500" y="3977150"/>
            <a:ext cx="30522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rPr>
              <a:t>Hansel and Gretel</a:t>
            </a:r>
            <a:endParaRPr sz="1600">
              <a:solidFill>
                <a:schemeClr val="dk1"/>
              </a:solidFill>
              <a:latin typeface="Sofia"/>
              <a:ea typeface="Sofia"/>
              <a:cs typeface="Sofia"/>
              <a:sym typeface="Sofia"/>
            </a:endParaRPr>
          </a:p>
        </p:txBody>
      </p:sp>
      <p:sp>
        <p:nvSpPr>
          <p:cNvPr id="1379" name="Google Shape;1379;p40"/>
          <p:cNvSpPr txBox="1"/>
          <p:nvPr/>
        </p:nvSpPr>
        <p:spPr>
          <a:xfrm>
            <a:off x="4827300" y="3977150"/>
            <a:ext cx="30522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rPr>
              <a:t>Little Red Riding Hood</a:t>
            </a:r>
            <a:endParaRPr sz="1600">
              <a:solidFill>
                <a:schemeClr val="dk1"/>
              </a:solidFill>
              <a:latin typeface="Sofia"/>
              <a:ea typeface="Sofia"/>
              <a:cs typeface="Sofia"/>
              <a:sym typeface="Sofia"/>
            </a:endParaRPr>
          </a:p>
        </p:txBody>
      </p:sp>
      <p:pic>
        <p:nvPicPr>
          <p:cNvPr id="1380" name="Google Shape;1380;p40" descr="A sister and brother lost in the forest"/>
          <p:cNvPicPr preferRelativeResize="0"/>
          <p:nvPr/>
        </p:nvPicPr>
        <p:blipFill rotWithShape="1">
          <a:blip r:embed="rId3">
            <a:alphaModFix/>
          </a:blip>
          <a:srcRect l="3218" r="3209"/>
          <a:stretch/>
        </p:blipFill>
        <p:spPr>
          <a:xfrm>
            <a:off x="1264500" y="1343225"/>
            <a:ext cx="3052200" cy="2537100"/>
          </a:xfrm>
          <a:prstGeom prst="roundRect">
            <a:avLst>
              <a:gd name="adj" fmla="val 13266"/>
            </a:avLst>
          </a:prstGeom>
          <a:noFill/>
          <a:ln>
            <a:noFill/>
          </a:ln>
        </p:spPr>
      </p:pic>
      <p:pic>
        <p:nvPicPr>
          <p:cNvPr id="1381" name="Google Shape;1381;p40" descr="Little girl wearing a red riding hood walking through the forest"/>
          <p:cNvPicPr preferRelativeResize="0"/>
          <p:nvPr/>
        </p:nvPicPr>
        <p:blipFill rotWithShape="1">
          <a:blip r:embed="rId4">
            <a:alphaModFix/>
          </a:blip>
          <a:srcRect t="23495" b="11851"/>
          <a:stretch/>
        </p:blipFill>
        <p:spPr>
          <a:xfrm>
            <a:off x="4827300" y="1343225"/>
            <a:ext cx="3052200" cy="2537100"/>
          </a:xfrm>
          <a:prstGeom prst="roundRect">
            <a:avLst>
              <a:gd name="adj" fmla="val 13266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6" name="Google Shape;1386;p4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Famous stories</a:t>
            </a:r>
            <a:endParaRPr/>
          </a:p>
        </p:txBody>
      </p:sp>
      <p:sp>
        <p:nvSpPr>
          <p:cNvPr id="1387" name="Google Shape;1387;p41"/>
          <p:cNvSpPr txBox="1"/>
          <p:nvPr/>
        </p:nvSpPr>
        <p:spPr>
          <a:xfrm>
            <a:off x="1264500" y="3977150"/>
            <a:ext cx="3052200" cy="37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Sofia"/>
                <a:ea typeface="Sofia"/>
                <a:cs typeface="Sofia"/>
                <a:sym typeface="Sofia"/>
              </a:rPr>
              <a:t>Rapunzel</a:t>
            </a:r>
            <a:endParaRPr sz="1600">
              <a:solidFill>
                <a:schemeClr val="dk1"/>
              </a:solidFill>
              <a:latin typeface="Sofia"/>
              <a:ea typeface="Sofia"/>
              <a:cs typeface="Sofia"/>
              <a:sym typeface="Sofia"/>
            </a:endParaRPr>
          </a:p>
        </p:txBody>
      </p:sp>
      <p:pic>
        <p:nvPicPr>
          <p:cNvPr id="1388" name="Google Shape;1388;p41" descr="Beautiful lady with a very long blonde hair looking at the sky through a window"/>
          <p:cNvPicPr preferRelativeResize="0"/>
          <p:nvPr/>
        </p:nvPicPr>
        <p:blipFill rotWithShape="1">
          <a:blip r:embed="rId3">
            <a:alphaModFix/>
          </a:blip>
          <a:srcRect l="3218" r="3209"/>
          <a:stretch/>
        </p:blipFill>
        <p:spPr>
          <a:xfrm>
            <a:off x="1264500" y="1343225"/>
            <a:ext cx="3052200" cy="2537100"/>
          </a:xfrm>
          <a:prstGeom prst="roundRect">
            <a:avLst>
              <a:gd name="adj" fmla="val 13266"/>
            </a:avLst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3" name="Google Shape;1393;p42"/>
          <p:cNvSpPr txBox="1">
            <a:spLocks noGrp="1"/>
          </p:cNvSpPr>
          <p:nvPr>
            <p:ph type="title" idx="2"/>
          </p:nvPr>
        </p:nvSpPr>
        <p:spPr>
          <a:xfrm>
            <a:off x="5588075" y="875700"/>
            <a:ext cx="1465800" cy="1099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1394" name="Google Shape;1394;p42"/>
          <p:cNvSpPr txBox="1">
            <a:spLocks noGrp="1"/>
          </p:cNvSpPr>
          <p:nvPr>
            <p:ph type="title"/>
          </p:nvPr>
        </p:nvSpPr>
        <p:spPr>
          <a:xfrm>
            <a:off x="3272950" y="1990900"/>
            <a:ext cx="3780900" cy="841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Activities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9" name="Google Shape;1399;p4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the ending of the tale of Snow White</a:t>
            </a:r>
            <a:endParaRPr/>
          </a:p>
        </p:txBody>
      </p:sp>
      <p:grpSp>
        <p:nvGrpSpPr>
          <p:cNvPr id="1400" name="Google Shape;1400;p43"/>
          <p:cNvGrpSpPr/>
          <p:nvPr/>
        </p:nvGrpSpPr>
        <p:grpSpPr>
          <a:xfrm>
            <a:off x="1260875" y="1663450"/>
            <a:ext cx="3229500" cy="2457525"/>
            <a:chOff x="1260875" y="1663450"/>
            <a:chExt cx="3229500" cy="2457525"/>
          </a:xfrm>
        </p:grpSpPr>
        <p:cxnSp>
          <p:nvCxnSpPr>
            <p:cNvPr id="1401" name="Google Shape;1401;p43"/>
            <p:cNvCxnSpPr/>
            <p:nvPr/>
          </p:nvCxnSpPr>
          <p:spPr>
            <a:xfrm>
              <a:off x="1260875" y="1663450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02" name="Google Shape;1402;p43"/>
            <p:cNvCxnSpPr/>
            <p:nvPr/>
          </p:nvCxnSpPr>
          <p:spPr>
            <a:xfrm>
              <a:off x="1260875" y="1909203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03" name="Google Shape;1403;p43"/>
            <p:cNvCxnSpPr/>
            <p:nvPr/>
          </p:nvCxnSpPr>
          <p:spPr>
            <a:xfrm>
              <a:off x="1260875" y="2154955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04" name="Google Shape;1404;p43"/>
            <p:cNvCxnSpPr/>
            <p:nvPr/>
          </p:nvCxnSpPr>
          <p:spPr>
            <a:xfrm>
              <a:off x="1260875" y="2400708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05" name="Google Shape;1405;p43"/>
            <p:cNvCxnSpPr/>
            <p:nvPr/>
          </p:nvCxnSpPr>
          <p:spPr>
            <a:xfrm>
              <a:off x="1260875" y="2646460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06" name="Google Shape;1406;p43"/>
            <p:cNvCxnSpPr/>
            <p:nvPr/>
          </p:nvCxnSpPr>
          <p:spPr>
            <a:xfrm>
              <a:off x="1260875" y="2892213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07" name="Google Shape;1407;p43"/>
            <p:cNvCxnSpPr/>
            <p:nvPr/>
          </p:nvCxnSpPr>
          <p:spPr>
            <a:xfrm>
              <a:off x="1260875" y="3137965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08" name="Google Shape;1408;p43"/>
            <p:cNvCxnSpPr/>
            <p:nvPr/>
          </p:nvCxnSpPr>
          <p:spPr>
            <a:xfrm>
              <a:off x="1260875" y="3383718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09" name="Google Shape;1409;p43"/>
            <p:cNvCxnSpPr/>
            <p:nvPr/>
          </p:nvCxnSpPr>
          <p:spPr>
            <a:xfrm>
              <a:off x="1260875" y="3629470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10" name="Google Shape;1410;p43"/>
            <p:cNvCxnSpPr/>
            <p:nvPr/>
          </p:nvCxnSpPr>
          <p:spPr>
            <a:xfrm>
              <a:off x="1260875" y="3875223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11" name="Google Shape;1411;p43"/>
            <p:cNvCxnSpPr/>
            <p:nvPr/>
          </p:nvCxnSpPr>
          <p:spPr>
            <a:xfrm>
              <a:off x="1260875" y="4120975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12" name="Google Shape;1412;p43"/>
          <p:cNvGrpSpPr/>
          <p:nvPr/>
        </p:nvGrpSpPr>
        <p:grpSpPr>
          <a:xfrm>
            <a:off x="4655275" y="1663450"/>
            <a:ext cx="3229500" cy="2457525"/>
            <a:chOff x="1260875" y="1663450"/>
            <a:chExt cx="3229500" cy="2457525"/>
          </a:xfrm>
        </p:grpSpPr>
        <p:cxnSp>
          <p:nvCxnSpPr>
            <p:cNvPr id="1413" name="Google Shape;1413;p43"/>
            <p:cNvCxnSpPr/>
            <p:nvPr/>
          </p:nvCxnSpPr>
          <p:spPr>
            <a:xfrm>
              <a:off x="1260875" y="1663450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14" name="Google Shape;1414;p43"/>
            <p:cNvCxnSpPr/>
            <p:nvPr/>
          </p:nvCxnSpPr>
          <p:spPr>
            <a:xfrm>
              <a:off x="1260875" y="1909203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15" name="Google Shape;1415;p43"/>
            <p:cNvCxnSpPr/>
            <p:nvPr/>
          </p:nvCxnSpPr>
          <p:spPr>
            <a:xfrm>
              <a:off x="1260875" y="2154955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16" name="Google Shape;1416;p43"/>
            <p:cNvCxnSpPr/>
            <p:nvPr/>
          </p:nvCxnSpPr>
          <p:spPr>
            <a:xfrm>
              <a:off x="1260875" y="2400708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17" name="Google Shape;1417;p43"/>
            <p:cNvCxnSpPr/>
            <p:nvPr/>
          </p:nvCxnSpPr>
          <p:spPr>
            <a:xfrm>
              <a:off x="1260875" y="2646460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18" name="Google Shape;1418;p43"/>
            <p:cNvCxnSpPr/>
            <p:nvPr/>
          </p:nvCxnSpPr>
          <p:spPr>
            <a:xfrm>
              <a:off x="1260875" y="2892213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19" name="Google Shape;1419;p43"/>
            <p:cNvCxnSpPr/>
            <p:nvPr/>
          </p:nvCxnSpPr>
          <p:spPr>
            <a:xfrm>
              <a:off x="1260875" y="3137965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20" name="Google Shape;1420;p43"/>
            <p:cNvCxnSpPr/>
            <p:nvPr/>
          </p:nvCxnSpPr>
          <p:spPr>
            <a:xfrm>
              <a:off x="1260875" y="3383718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21" name="Google Shape;1421;p43"/>
            <p:cNvCxnSpPr/>
            <p:nvPr/>
          </p:nvCxnSpPr>
          <p:spPr>
            <a:xfrm>
              <a:off x="1260875" y="3629470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22" name="Google Shape;1422;p43"/>
            <p:cNvCxnSpPr/>
            <p:nvPr/>
          </p:nvCxnSpPr>
          <p:spPr>
            <a:xfrm>
              <a:off x="1260875" y="3875223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23" name="Google Shape;1423;p43"/>
            <p:cNvCxnSpPr/>
            <p:nvPr/>
          </p:nvCxnSpPr>
          <p:spPr>
            <a:xfrm>
              <a:off x="1260875" y="4120975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424" name="Google Shape;1424;p43"/>
          <p:cNvGraphicFramePr/>
          <p:nvPr/>
        </p:nvGraphicFramePr>
        <p:xfrm>
          <a:off x="4650175" y="135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2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25" name="Google Shape;1425;p43"/>
          <p:cNvGraphicFramePr/>
          <p:nvPr/>
        </p:nvGraphicFramePr>
        <p:xfrm>
          <a:off x="1254125" y="135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2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0" name="Google Shape;1430;p44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True or false Hansel and Gretel</a:t>
            </a:r>
            <a:endParaRPr/>
          </a:p>
        </p:txBody>
      </p:sp>
      <p:sp>
        <p:nvSpPr>
          <p:cNvPr id="1431" name="Google Shape;1431;p44"/>
          <p:cNvSpPr txBox="1"/>
          <p:nvPr/>
        </p:nvSpPr>
        <p:spPr>
          <a:xfrm>
            <a:off x="1442300" y="1347525"/>
            <a:ext cx="3828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T</a:t>
            </a:r>
            <a:endParaRPr b="1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432" name="Google Shape;1432;p44"/>
          <p:cNvSpPr txBox="1"/>
          <p:nvPr/>
        </p:nvSpPr>
        <p:spPr>
          <a:xfrm>
            <a:off x="1825150" y="1347525"/>
            <a:ext cx="3828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F</a:t>
            </a:r>
            <a:endParaRPr b="1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433" name="Google Shape;1433;p44"/>
          <p:cNvSpPr txBox="1"/>
          <p:nvPr/>
        </p:nvSpPr>
        <p:spPr>
          <a:xfrm>
            <a:off x="2360400" y="1733475"/>
            <a:ext cx="39702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Hansel and Gretel go to their house</a:t>
            </a:r>
            <a:endParaRPr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434" name="Google Shape;1434;p44"/>
          <p:cNvSpPr txBox="1"/>
          <p:nvPr/>
        </p:nvSpPr>
        <p:spPr>
          <a:xfrm>
            <a:off x="2360400" y="2298175"/>
            <a:ext cx="39702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Hansel and Gretel find a paper house</a:t>
            </a:r>
            <a:endParaRPr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435" name="Google Shape;1435;p44"/>
          <p:cNvSpPr txBox="1"/>
          <p:nvPr/>
        </p:nvSpPr>
        <p:spPr>
          <a:xfrm>
            <a:off x="2360400" y="2862875"/>
            <a:ext cx="3970200" cy="42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The boy and girl feel very sad</a:t>
            </a:r>
            <a:endParaRPr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graphicFrame>
        <p:nvGraphicFramePr>
          <p:cNvPr id="1436" name="Google Shape;1436;p44"/>
          <p:cNvGraphicFramePr/>
          <p:nvPr/>
        </p:nvGraphicFramePr>
        <p:xfrm>
          <a:off x="1442300" y="17675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37" name="Google Shape;1437;p44"/>
          <p:cNvGraphicFramePr/>
          <p:nvPr/>
        </p:nvGraphicFramePr>
        <p:xfrm>
          <a:off x="1442300" y="232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38" name="Google Shape;1438;p44"/>
          <p:cNvGraphicFramePr/>
          <p:nvPr/>
        </p:nvGraphicFramePr>
        <p:xfrm>
          <a:off x="1442300" y="2874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2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51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" name="Google Shape;1443;p45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Sequence: Cinderella</a:t>
            </a:r>
            <a:endParaRPr/>
          </a:p>
        </p:txBody>
      </p:sp>
      <p:sp>
        <p:nvSpPr>
          <p:cNvPr id="1444" name="Google Shape;1444;p45"/>
          <p:cNvSpPr txBox="1"/>
          <p:nvPr/>
        </p:nvSpPr>
        <p:spPr>
          <a:xfrm>
            <a:off x="1162875" y="1211100"/>
            <a:ext cx="6824100" cy="40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Order the sequence of the tale Cinderella</a:t>
            </a:r>
            <a:endParaRPr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pic>
        <p:nvPicPr>
          <p:cNvPr id="1445" name="Google Shape;1445;p45" descr="Female feet. One is wearing a blue heel and the other is bare"/>
          <p:cNvPicPr preferRelativeResize="0"/>
          <p:nvPr/>
        </p:nvPicPr>
        <p:blipFill rotWithShape="1">
          <a:blip r:embed="rId3">
            <a:alphaModFix/>
          </a:blip>
          <a:srcRect l="3933" t="54141" r="53683"/>
          <a:stretch/>
        </p:blipFill>
        <p:spPr>
          <a:xfrm>
            <a:off x="1164763" y="1914500"/>
            <a:ext cx="1604400" cy="2537100"/>
          </a:xfrm>
          <a:prstGeom prst="roundRect">
            <a:avLst>
              <a:gd name="adj" fmla="val 13266"/>
            </a:avLst>
          </a:prstGeom>
          <a:noFill/>
          <a:ln>
            <a:noFill/>
          </a:ln>
        </p:spPr>
      </p:pic>
      <p:pic>
        <p:nvPicPr>
          <p:cNvPr id="1446" name="Google Shape;1446;p45" descr="A beautiful girl is sweeping the flor dressed with a simple blue dress"/>
          <p:cNvPicPr preferRelativeResize="0"/>
          <p:nvPr/>
        </p:nvPicPr>
        <p:blipFill rotWithShape="1">
          <a:blip r:embed="rId4">
            <a:alphaModFix/>
          </a:blip>
          <a:srcRect l="8360" t="2390" r="3634" b="2390"/>
          <a:stretch/>
        </p:blipFill>
        <p:spPr>
          <a:xfrm>
            <a:off x="2902087" y="1914500"/>
            <a:ext cx="1604400" cy="2537100"/>
          </a:xfrm>
          <a:prstGeom prst="roundRect">
            <a:avLst>
              <a:gd name="adj" fmla="val 13266"/>
            </a:avLst>
          </a:prstGeom>
          <a:noFill/>
          <a:ln>
            <a:noFill/>
          </a:ln>
        </p:spPr>
      </p:pic>
      <p:pic>
        <p:nvPicPr>
          <p:cNvPr id="1447" name="Google Shape;1447;p45" descr="Elegant blue heel"/>
          <p:cNvPicPr preferRelativeResize="0"/>
          <p:nvPr/>
        </p:nvPicPr>
        <p:blipFill rotWithShape="1">
          <a:blip r:embed="rId5">
            <a:alphaModFix/>
          </a:blip>
          <a:srcRect l="1557" t="276" r="10437" b="4503"/>
          <a:stretch/>
        </p:blipFill>
        <p:spPr>
          <a:xfrm>
            <a:off x="4639411" y="1914500"/>
            <a:ext cx="1604400" cy="2537100"/>
          </a:xfrm>
          <a:prstGeom prst="roundRect">
            <a:avLst>
              <a:gd name="adj" fmla="val 13266"/>
            </a:avLst>
          </a:prstGeom>
          <a:noFill/>
          <a:ln>
            <a:noFill/>
          </a:ln>
        </p:spPr>
      </p:pic>
      <p:sp>
        <p:nvSpPr>
          <p:cNvPr id="1448" name="Google Shape;1448;p45"/>
          <p:cNvSpPr/>
          <p:nvPr/>
        </p:nvSpPr>
        <p:spPr>
          <a:xfrm>
            <a:off x="1175062" y="1753225"/>
            <a:ext cx="358500" cy="39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ustat"/>
              <a:ea typeface="Fustat"/>
              <a:cs typeface="Fustat"/>
              <a:sym typeface="Fustat"/>
            </a:endParaRPr>
          </a:p>
        </p:txBody>
      </p:sp>
      <p:graphicFrame>
        <p:nvGraphicFramePr>
          <p:cNvPr id="1449" name="Google Shape;1449;p45"/>
          <p:cNvGraphicFramePr/>
          <p:nvPr/>
        </p:nvGraphicFramePr>
        <p:xfrm>
          <a:off x="1162887" y="1755975"/>
          <a:ext cx="382850" cy="39621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0" name="Google Shape;1450;p45"/>
          <p:cNvSpPr/>
          <p:nvPr/>
        </p:nvSpPr>
        <p:spPr>
          <a:xfrm>
            <a:off x="2914899" y="1753225"/>
            <a:ext cx="358500" cy="39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ustat"/>
              <a:ea typeface="Fustat"/>
              <a:cs typeface="Fustat"/>
              <a:sym typeface="Fustat"/>
            </a:endParaRPr>
          </a:p>
        </p:txBody>
      </p:sp>
      <p:graphicFrame>
        <p:nvGraphicFramePr>
          <p:cNvPr id="1451" name="Google Shape;1451;p45"/>
          <p:cNvGraphicFramePr/>
          <p:nvPr/>
        </p:nvGraphicFramePr>
        <p:xfrm>
          <a:off x="2902724" y="1755975"/>
          <a:ext cx="382850" cy="39621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52" name="Google Shape;1452;p45"/>
          <p:cNvSpPr/>
          <p:nvPr/>
        </p:nvSpPr>
        <p:spPr>
          <a:xfrm>
            <a:off x="4657487" y="1753225"/>
            <a:ext cx="358500" cy="39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ustat"/>
              <a:ea typeface="Fustat"/>
              <a:cs typeface="Fustat"/>
              <a:sym typeface="Fustat"/>
            </a:endParaRPr>
          </a:p>
        </p:txBody>
      </p:sp>
      <p:graphicFrame>
        <p:nvGraphicFramePr>
          <p:cNvPr id="1453" name="Google Shape;1453;p45"/>
          <p:cNvGraphicFramePr/>
          <p:nvPr/>
        </p:nvGraphicFramePr>
        <p:xfrm>
          <a:off x="4645312" y="1755975"/>
          <a:ext cx="382850" cy="39621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454" name="Google Shape;1454;p45" descr="Pumpkin shaped carriage driven by a white horse. In the background there is a dream castle"/>
          <p:cNvPicPr preferRelativeResize="0"/>
          <p:nvPr/>
        </p:nvPicPr>
        <p:blipFill rotWithShape="1">
          <a:blip r:embed="rId6">
            <a:alphaModFix/>
          </a:blip>
          <a:srcRect l="8360" t="2390" r="3634" b="2390"/>
          <a:stretch/>
        </p:blipFill>
        <p:spPr>
          <a:xfrm>
            <a:off x="6376713" y="1914500"/>
            <a:ext cx="1604400" cy="2537100"/>
          </a:xfrm>
          <a:prstGeom prst="roundRect">
            <a:avLst>
              <a:gd name="adj" fmla="val 13266"/>
            </a:avLst>
          </a:prstGeom>
          <a:noFill/>
          <a:ln>
            <a:noFill/>
          </a:ln>
        </p:spPr>
      </p:pic>
      <p:sp>
        <p:nvSpPr>
          <p:cNvPr id="1455" name="Google Shape;1455;p45"/>
          <p:cNvSpPr/>
          <p:nvPr/>
        </p:nvSpPr>
        <p:spPr>
          <a:xfrm>
            <a:off x="6388899" y="1753225"/>
            <a:ext cx="358500" cy="3963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Fustat"/>
              <a:ea typeface="Fustat"/>
              <a:cs typeface="Fustat"/>
              <a:sym typeface="Fustat"/>
            </a:endParaRPr>
          </a:p>
        </p:txBody>
      </p:sp>
      <p:graphicFrame>
        <p:nvGraphicFramePr>
          <p:cNvPr id="1456" name="Google Shape;1456;p45"/>
          <p:cNvGraphicFramePr/>
          <p:nvPr/>
        </p:nvGraphicFramePr>
        <p:xfrm>
          <a:off x="6376724" y="1755975"/>
          <a:ext cx="382850" cy="39621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82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585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1" name="Google Shape;1461;p4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Little Red Riding Hood throughout the tale</a:t>
            </a:r>
            <a:endParaRPr/>
          </a:p>
        </p:txBody>
      </p:sp>
      <p:sp>
        <p:nvSpPr>
          <p:cNvPr id="1462" name="Google Shape;1462;p46"/>
          <p:cNvSpPr txBox="1"/>
          <p:nvPr/>
        </p:nvSpPr>
        <p:spPr>
          <a:xfrm>
            <a:off x="1125950" y="1211100"/>
            <a:ext cx="6897900" cy="63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Describe the emotions Little Red Riding Hood experienced and in which situations throughout the story</a:t>
            </a:r>
            <a:endParaRPr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sp>
        <p:nvSpPr>
          <p:cNvPr id="1463" name="Google Shape;1463;p46"/>
          <p:cNvSpPr txBox="1"/>
          <p:nvPr/>
        </p:nvSpPr>
        <p:spPr>
          <a:xfrm>
            <a:off x="1125949" y="1981075"/>
            <a:ext cx="328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Happiness</a:t>
            </a:r>
            <a:endParaRPr sz="1600" b="1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cxnSp>
        <p:nvCxnSpPr>
          <p:cNvPr id="1464" name="Google Shape;1464;p46"/>
          <p:cNvCxnSpPr/>
          <p:nvPr/>
        </p:nvCxnSpPr>
        <p:spPr>
          <a:xfrm>
            <a:off x="1140875" y="2697650"/>
            <a:ext cx="327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graphicFrame>
        <p:nvGraphicFramePr>
          <p:cNvPr id="1465" name="Google Shape;1465;p46"/>
          <p:cNvGraphicFramePr/>
          <p:nvPr/>
        </p:nvGraphicFramePr>
        <p:xfrm>
          <a:off x="1124600" y="230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28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6" name="Google Shape;1466;p46"/>
          <p:cNvSpPr txBox="1"/>
          <p:nvPr/>
        </p:nvSpPr>
        <p:spPr>
          <a:xfrm>
            <a:off x="1125949" y="2810862"/>
            <a:ext cx="328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Anger</a:t>
            </a:r>
            <a:endParaRPr sz="1600" b="1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cxnSp>
        <p:nvCxnSpPr>
          <p:cNvPr id="1467" name="Google Shape;1467;p46"/>
          <p:cNvCxnSpPr/>
          <p:nvPr/>
        </p:nvCxnSpPr>
        <p:spPr>
          <a:xfrm>
            <a:off x="1155262" y="3527437"/>
            <a:ext cx="327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graphicFrame>
        <p:nvGraphicFramePr>
          <p:cNvPr id="1468" name="Google Shape;1468;p46"/>
          <p:cNvGraphicFramePr/>
          <p:nvPr/>
        </p:nvGraphicFramePr>
        <p:xfrm>
          <a:off x="1131513" y="31309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28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69" name="Google Shape;1469;p46"/>
          <p:cNvSpPr txBox="1"/>
          <p:nvPr/>
        </p:nvSpPr>
        <p:spPr>
          <a:xfrm>
            <a:off x="1137391" y="3631211"/>
            <a:ext cx="328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Surprise</a:t>
            </a:r>
            <a:endParaRPr sz="1600" b="1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cxnSp>
        <p:nvCxnSpPr>
          <p:cNvPr id="1470" name="Google Shape;1470;p46"/>
          <p:cNvCxnSpPr/>
          <p:nvPr/>
        </p:nvCxnSpPr>
        <p:spPr>
          <a:xfrm>
            <a:off x="1152267" y="4347786"/>
            <a:ext cx="32703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graphicFrame>
        <p:nvGraphicFramePr>
          <p:cNvPr id="1471" name="Google Shape;1471;p46"/>
          <p:cNvGraphicFramePr/>
          <p:nvPr/>
        </p:nvGraphicFramePr>
        <p:xfrm>
          <a:off x="1137488" y="395128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28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72" name="Google Shape;1472;p46"/>
          <p:cNvSpPr txBox="1"/>
          <p:nvPr/>
        </p:nvSpPr>
        <p:spPr>
          <a:xfrm>
            <a:off x="4731175" y="1981075"/>
            <a:ext cx="328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Sadness</a:t>
            </a:r>
            <a:endParaRPr sz="1600" b="1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cxnSp>
        <p:nvCxnSpPr>
          <p:cNvPr id="1473" name="Google Shape;1473;p46"/>
          <p:cNvCxnSpPr/>
          <p:nvPr/>
        </p:nvCxnSpPr>
        <p:spPr>
          <a:xfrm>
            <a:off x="4731175" y="2697650"/>
            <a:ext cx="328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graphicFrame>
        <p:nvGraphicFramePr>
          <p:cNvPr id="1474" name="Google Shape;1474;p46"/>
          <p:cNvGraphicFramePr/>
          <p:nvPr/>
        </p:nvGraphicFramePr>
        <p:xfrm>
          <a:off x="4731175" y="230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28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475" name="Google Shape;1475;p46"/>
          <p:cNvSpPr txBox="1"/>
          <p:nvPr/>
        </p:nvSpPr>
        <p:spPr>
          <a:xfrm>
            <a:off x="4731175" y="2810862"/>
            <a:ext cx="32847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Fustat"/>
                <a:ea typeface="Fustat"/>
                <a:cs typeface="Fustat"/>
                <a:sym typeface="Fustat"/>
              </a:rPr>
              <a:t>Fear</a:t>
            </a:r>
            <a:endParaRPr sz="1600" b="1">
              <a:solidFill>
                <a:schemeClr val="dk1"/>
              </a:solidFill>
              <a:latin typeface="Fustat"/>
              <a:ea typeface="Fustat"/>
              <a:cs typeface="Fustat"/>
              <a:sym typeface="Fustat"/>
            </a:endParaRPr>
          </a:p>
        </p:txBody>
      </p:sp>
      <p:cxnSp>
        <p:nvCxnSpPr>
          <p:cNvPr id="1476" name="Google Shape;1476;p46"/>
          <p:cNvCxnSpPr/>
          <p:nvPr/>
        </p:nvCxnSpPr>
        <p:spPr>
          <a:xfrm>
            <a:off x="4731175" y="3527437"/>
            <a:ext cx="3284700" cy="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dot"/>
            <a:round/>
            <a:headEnd type="none" w="med" len="med"/>
            <a:tailEnd type="none" w="med" len="med"/>
          </a:ln>
        </p:spPr>
      </p:cxnSp>
      <p:graphicFrame>
        <p:nvGraphicFramePr>
          <p:cNvPr id="1477" name="Google Shape;1477;p46"/>
          <p:cNvGraphicFramePr/>
          <p:nvPr/>
        </p:nvGraphicFramePr>
        <p:xfrm>
          <a:off x="4731175" y="3130937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284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2" name="Google Shape;1482;p4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any of the characters from Rapunzel</a:t>
            </a:r>
            <a:endParaRPr/>
          </a:p>
        </p:txBody>
      </p:sp>
      <p:grpSp>
        <p:nvGrpSpPr>
          <p:cNvPr id="1483" name="Google Shape;1483;p47"/>
          <p:cNvGrpSpPr/>
          <p:nvPr/>
        </p:nvGrpSpPr>
        <p:grpSpPr>
          <a:xfrm>
            <a:off x="1260875" y="1663450"/>
            <a:ext cx="3229500" cy="2457525"/>
            <a:chOff x="1260875" y="1663450"/>
            <a:chExt cx="3229500" cy="2457525"/>
          </a:xfrm>
        </p:grpSpPr>
        <p:cxnSp>
          <p:nvCxnSpPr>
            <p:cNvPr id="1484" name="Google Shape;1484;p47"/>
            <p:cNvCxnSpPr/>
            <p:nvPr/>
          </p:nvCxnSpPr>
          <p:spPr>
            <a:xfrm>
              <a:off x="1260875" y="1663450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85" name="Google Shape;1485;p47"/>
            <p:cNvCxnSpPr/>
            <p:nvPr/>
          </p:nvCxnSpPr>
          <p:spPr>
            <a:xfrm>
              <a:off x="1260875" y="1909203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86" name="Google Shape;1486;p47"/>
            <p:cNvCxnSpPr/>
            <p:nvPr/>
          </p:nvCxnSpPr>
          <p:spPr>
            <a:xfrm>
              <a:off x="1260875" y="2154955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87" name="Google Shape;1487;p47"/>
            <p:cNvCxnSpPr/>
            <p:nvPr/>
          </p:nvCxnSpPr>
          <p:spPr>
            <a:xfrm>
              <a:off x="1260875" y="2400708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88" name="Google Shape;1488;p47"/>
            <p:cNvCxnSpPr/>
            <p:nvPr/>
          </p:nvCxnSpPr>
          <p:spPr>
            <a:xfrm>
              <a:off x="1260875" y="2646460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89" name="Google Shape;1489;p47"/>
            <p:cNvCxnSpPr/>
            <p:nvPr/>
          </p:nvCxnSpPr>
          <p:spPr>
            <a:xfrm>
              <a:off x="1260875" y="2892213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90" name="Google Shape;1490;p47"/>
            <p:cNvCxnSpPr/>
            <p:nvPr/>
          </p:nvCxnSpPr>
          <p:spPr>
            <a:xfrm>
              <a:off x="1260875" y="3137965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91" name="Google Shape;1491;p47"/>
            <p:cNvCxnSpPr/>
            <p:nvPr/>
          </p:nvCxnSpPr>
          <p:spPr>
            <a:xfrm>
              <a:off x="1260875" y="3383718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92" name="Google Shape;1492;p47"/>
            <p:cNvCxnSpPr/>
            <p:nvPr/>
          </p:nvCxnSpPr>
          <p:spPr>
            <a:xfrm>
              <a:off x="1260875" y="3629470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93" name="Google Shape;1493;p47"/>
            <p:cNvCxnSpPr/>
            <p:nvPr/>
          </p:nvCxnSpPr>
          <p:spPr>
            <a:xfrm>
              <a:off x="1260875" y="3875223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94" name="Google Shape;1494;p47"/>
            <p:cNvCxnSpPr/>
            <p:nvPr/>
          </p:nvCxnSpPr>
          <p:spPr>
            <a:xfrm>
              <a:off x="1260875" y="4120975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495" name="Google Shape;1495;p47"/>
          <p:cNvGrpSpPr/>
          <p:nvPr/>
        </p:nvGrpSpPr>
        <p:grpSpPr>
          <a:xfrm>
            <a:off x="4655275" y="1663450"/>
            <a:ext cx="3229500" cy="2457525"/>
            <a:chOff x="1260875" y="1663450"/>
            <a:chExt cx="3229500" cy="2457525"/>
          </a:xfrm>
        </p:grpSpPr>
        <p:cxnSp>
          <p:nvCxnSpPr>
            <p:cNvPr id="1496" name="Google Shape;1496;p47"/>
            <p:cNvCxnSpPr/>
            <p:nvPr/>
          </p:nvCxnSpPr>
          <p:spPr>
            <a:xfrm>
              <a:off x="1260875" y="1663450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97" name="Google Shape;1497;p47"/>
            <p:cNvCxnSpPr/>
            <p:nvPr/>
          </p:nvCxnSpPr>
          <p:spPr>
            <a:xfrm>
              <a:off x="1260875" y="1909203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98" name="Google Shape;1498;p47"/>
            <p:cNvCxnSpPr/>
            <p:nvPr/>
          </p:nvCxnSpPr>
          <p:spPr>
            <a:xfrm>
              <a:off x="1260875" y="2154955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499" name="Google Shape;1499;p47"/>
            <p:cNvCxnSpPr/>
            <p:nvPr/>
          </p:nvCxnSpPr>
          <p:spPr>
            <a:xfrm>
              <a:off x="1260875" y="2400708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500" name="Google Shape;1500;p47"/>
            <p:cNvCxnSpPr/>
            <p:nvPr/>
          </p:nvCxnSpPr>
          <p:spPr>
            <a:xfrm>
              <a:off x="1260875" y="2646460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501" name="Google Shape;1501;p47"/>
            <p:cNvCxnSpPr/>
            <p:nvPr/>
          </p:nvCxnSpPr>
          <p:spPr>
            <a:xfrm>
              <a:off x="1260875" y="2892213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502" name="Google Shape;1502;p47"/>
            <p:cNvCxnSpPr/>
            <p:nvPr/>
          </p:nvCxnSpPr>
          <p:spPr>
            <a:xfrm>
              <a:off x="1260875" y="3137965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503" name="Google Shape;1503;p47"/>
            <p:cNvCxnSpPr/>
            <p:nvPr/>
          </p:nvCxnSpPr>
          <p:spPr>
            <a:xfrm>
              <a:off x="1260875" y="3383718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504" name="Google Shape;1504;p47"/>
            <p:cNvCxnSpPr/>
            <p:nvPr/>
          </p:nvCxnSpPr>
          <p:spPr>
            <a:xfrm>
              <a:off x="1260875" y="3629470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505" name="Google Shape;1505;p47"/>
            <p:cNvCxnSpPr/>
            <p:nvPr/>
          </p:nvCxnSpPr>
          <p:spPr>
            <a:xfrm>
              <a:off x="1260875" y="3875223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  <p:cxnSp>
          <p:nvCxnSpPr>
            <p:cNvPr id="1506" name="Google Shape;1506;p47"/>
            <p:cNvCxnSpPr/>
            <p:nvPr/>
          </p:nvCxnSpPr>
          <p:spPr>
            <a:xfrm>
              <a:off x="1260875" y="4120975"/>
              <a:ext cx="3229500" cy="0"/>
            </a:xfrm>
            <a:prstGeom prst="straightConnector1">
              <a:avLst/>
            </a:prstGeom>
            <a:noFill/>
            <a:ln w="9525" cap="flat" cmpd="sng">
              <a:solidFill>
                <a:schemeClr val="dk1"/>
              </a:solidFill>
              <a:prstDash val="dot"/>
              <a:round/>
              <a:headEnd type="none" w="med" len="med"/>
              <a:tailEnd type="none" w="med" len="med"/>
            </a:ln>
          </p:spPr>
        </p:cxnSp>
      </p:grpSp>
      <p:graphicFrame>
        <p:nvGraphicFramePr>
          <p:cNvPr id="1507" name="Google Shape;1507;p47"/>
          <p:cNvGraphicFramePr/>
          <p:nvPr/>
        </p:nvGraphicFramePr>
        <p:xfrm>
          <a:off x="4650175" y="135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2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08" name="Google Shape;1508;p47"/>
          <p:cNvGraphicFramePr/>
          <p:nvPr/>
        </p:nvGraphicFramePr>
        <p:xfrm>
          <a:off x="1254125" y="13500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{783825D9-1925-47B4-8AB9-BC5CBFE513B5}</a:tableStyleId>
              </a:tblPr>
              <a:tblGrid>
                <a:gridCol w="3239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49825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chemeClr val="dk1"/>
                        </a:solidFill>
                        <a:latin typeface="Fustat"/>
                        <a:ea typeface="Fustat"/>
                        <a:cs typeface="Fustat"/>
                        <a:sym typeface="Fustat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3" name="Google Shape;1513;p48"/>
          <p:cNvSpPr txBox="1">
            <a:spLocks noGrp="1"/>
          </p:cNvSpPr>
          <p:nvPr>
            <p:ph type="title"/>
          </p:nvPr>
        </p:nvSpPr>
        <p:spPr>
          <a:xfrm>
            <a:off x="1970413" y="60930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514" name="Google Shape;1514;p48"/>
          <p:cNvSpPr txBox="1">
            <a:spLocks noGrp="1"/>
          </p:cNvSpPr>
          <p:nvPr>
            <p:ph type="subTitle" idx="1"/>
          </p:nvPr>
        </p:nvSpPr>
        <p:spPr>
          <a:xfrm>
            <a:off x="1970375" y="1536650"/>
            <a:ext cx="4448100" cy="105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 you have any questions?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youremail@freepik.com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+34 654 321 432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yourwebsite.com</a:t>
            </a:r>
            <a:endParaRPr/>
          </a:p>
        </p:txBody>
      </p:sp>
      <p:sp>
        <p:nvSpPr>
          <p:cNvPr id="1515" name="Google Shape;1515;p48"/>
          <p:cNvSpPr txBox="1"/>
          <p:nvPr/>
        </p:nvSpPr>
        <p:spPr>
          <a:xfrm>
            <a:off x="1970425" y="3604675"/>
            <a:ext cx="4151700" cy="2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Please keep this slide for attribution</a:t>
            </a:r>
            <a:endParaRPr sz="1200">
              <a:solidFill>
                <a:schemeClr val="dk1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6" name="Google Shape;1516;p48"/>
          <p:cNvSpPr/>
          <p:nvPr/>
        </p:nvSpPr>
        <p:spPr>
          <a:xfrm>
            <a:off x="2026819" y="2676792"/>
            <a:ext cx="291347" cy="291669"/>
          </a:xfrm>
          <a:custGeom>
            <a:avLst/>
            <a:gdLst/>
            <a:ahLst/>
            <a:cxnLst/>
            <a:rect l="l" t="t" r="r" b="b"/>
            <a:pathLst>
              <a:path w="10860" h="10872" extrusionOk="0">
                <a:moveTo>
                  <a:pt x="5430" y="1"/>
                </a:moveTo>
                <a:cubicBezTo>
                  <a:pt x="3990" y="1"/>
                  <a:pt x="2608" y="560"/>
                  <a:pt x="1596" y="1584"/>
                </a:cubicBezTo>
                <a:cubicBezTo>
                  <a:pt x="561" y="2620"/>
                  <a:pt x="1" y="3989"/>
                  <a:pt x="1" y="5430"/>
                </a:cubicBezTo>
                <a:cubicBezTo>
                  <a:pt x="1" y="6561"/>
                  <a:pt x="346" y="7645"/>
                  <a:pt x="1001" y="8573"/>
                </a:cubicBezTo>
                <a:cubicBezTo>
                  <a:pt x="1632" y="9466"/>
                  <a:pt x="2513" y="10145"/>
                  <a:pt x="3537" y="10538"/>
                </a:cubicBezTo>
                <a:cubicBezTo>
                  <a:pt x="3559" y="10544"/>
                  <a:pt x="3579" y="10547"/>
                  <a:pt x="3599" y="10547"/>
                </a:cubicBezTo>
                <a:cubicBezTo>
                  <a:pt x="3656" y="10547"/>
                  <a:pt x="3704" y="10522"/>
                  <a:pt x="3740" y="10478"/>
                </a:cubicBezTo>
                <a:cubicBezTo>
                  <a:pt x="3763" y="10443"/>
                  <a:pt x="3763" y="10395"/>
                  <a:pt x="3763" y="10371"/>
                </a:cubicBezTo>
                <a:lnTo>
                  <a:pt x="3763" y="7275"/>
                </a:lnTo>
                <a:cubicBezTo>
                  <a:pt x="3763" y="7180"/>
                  <a:pt x="3692" y="7097"/>
                  <a:pt x="3585" y="7097"/>
                </a:cubicBezTo>
                <a:lnTo>
                  <a:pt x="2156" y="7097"/>
                </a:lnTo>
                <a:lnTo>
                  <a:pt x="2156" y="5835"/>
                </a:lnTo>
                <a:lnTo>
                  <a:pt x="3585" y="5835"/>
                </a:lnTo>
                <a:cubicBezTo>
                  <a:pt x="3680" y="5835"/>
                  <a:pt x="3763" y="5751"/>
                  <a:pt x="3763" y="5656"/>
                </a:cubicBezTo>
                <a:lnTo>
                  <a:pt x="3763" y="5430"/>
                </a:lnTo>
                <a:cubicBezTo>
                  <a:pt x="3763" y="3942"/>
                  <a:pt x="5180" y="2632"/>
                  <a:pt x="6799" y="2632"/>
                </a:cubicBezTo>
                <a:lnTo>
                  <a:pt x="7550" y="2632"/>
                </a:lnTo>
                <a:lnTo>
                  <a:pt x="7550" y="3894"/>
                </a:lnTo>
                <a:lnTo>
                  <a:pt x="6799" y="3894"/>
                </a:lnTo>
                <a:cubicBezTo>
                  <a:pt x="6311" y="3894"/>
                  <a:pt x="5883" y="4025"/>
                  <a:pt x="5561" y="4287"/>
                </a:cubicBezTo>
                <a:cubicBezTo>
                  <a:pt x="5228" y="4561"/>
                  <a:pt x="5025" y="4966"/>
                  <a:pt x="5025" y="5430"/>
                </a:cubicBezTo>
                <a:lnTo>
                  <a:pt x="5025" y="5656"/>
                </a:lnTo>
                <a:cubicBezTo>
                  <a:pt x="5025" y="5740"/>
                  <a:pt x="5109" y="5835"/>
                  <a:pt x="5204" y="5835"/>
                </a:cubicBezTo>
                <a:lnTo>
                  <a:pt x="5883" y="5835"/>
                </a:lnTo>
                <a:cubicBezTo>
                  <a:pt x="5966" y="5835"/>
                  <a:pt x="6061" y="5751"/>
                  <a:pt x="6061" y="5656"/>
                </a:cubicBezTo>
                <a:cubicBezTo>
                  <a:pt x="6061" y="5561"/>
                  <a:pt x="5978" y="5478"/>
                  <a:pt x="5883" y="5478"/>
                </a:cubicBezTo>
                <a:lnTo>
                  <a:pt x="5371" y="5478"/>
                </a:lnTo>
                <a:lnTo>
                  <a:pt x="5371" y="5418"/>
                </a:lnTo>
                <a:cubicBezTo>
                  <a:pt x="5371" y="4525"/>
                  <a:pt x="6145" y="4204"/>
                  <a:pt x="6799" y="4204"/>
                </a:cubicBezTo>
                <a:lnTo>
                  <a:pt x="7704" y="4204"/>
                </a:lnTo>
                <a:cubicBezTo>
                  <a:pt x="7800" y="4204"/>
                  <a:pt x="7883" y="4132"/>
                  <a:pt x="7883" y="4025"/>
                </a:cubicBezTo>
                <a:lnTo>
                  <a:pt x="7883" y="2418"/>
                </a:lnTo>
                <a:cubicBezTo>
                  <a:pt x="7883" y="2334"/>
                  <a:pt x="7811" y="2239"/>
                  <a:pt x="7704" y="2239"/>
                </a:cubicBezTo>
                <a:lnTo>
                  <a:pt x="6799" y="2239"/>
                </a:lnTo>
                <a:cubicBezTo>
                  <a:pt x="5966" y="2239"/>
                  <a:pt x="5121" y="2572"/>
                  <a:pt x="4466" y="3156"/>
                </a:cubicBezTo>
                <a:cubicBezTo>
                  <a:pt x="3799" y="3763"/>
                  <a:pt x="3418" y="4549"/>
                  <a:pt x="3418" y="5382"/>
                </a:cubicBezTo>
                <a:lnTo>
                  <a:pt x="3418" y="5442"/>
                </a:lnTo>
                <a:lnTo>
                  <a:pt x="1989" y="5442"/>
                </a:lnTo>
                <a:cubicBezTo>
                  <a:pt x="1906" y="5442"/>
                  <a:pt x="1811" y="5513"/>
                  <a:pt x="1811" y="5620"/>
                </a:cubicBezTo>
                <a:lnTo>
                  <a:pt x="1811" y="7228"/>
                </a:lnTo>
                <a:cubicBezTo>
                  <a:pt x="1811" y="7323"/>
                  <a:pt x="1894" y="7406"/>
                  <a:pt x="1989" y="7406"/>
                </a:cubicBezTo>
                <a:lnTo>
                  <a:pt x="3418" y="7406"/>
                </a:lnTo>
                <a:lnTo>
                  <a:pt x="3418" y="10085"/>
                </a:lnTo>
                <a:cubicBezTo>
                  <a:pt x="1561" y="9300"/>
                  <a:pt x="346" y="7442"/>
                  <a:pt x="346" y="5418"/>
                </a:cubicBezTo>
                <a:cubicBezTo>
                  <a:pt x="346" y="2596"/>
                  <a:pt x="2620" y="322"/>
                  <a:pt x="5430" y="322"/>
                </a:cubicBezTo>
                <a:cubicBezTo>
                  <a:pt x="8228" y="322"/>
                  <a:pt x="10526" y="2620"/>
                  <a:pt x="10526" y="5418"/>
                </a:cubicBezTo>
                <a:cubicBezTo>
                  <a:pt x="10526" y="8228"/>
                  <a:pt x="8240" y="10502"/>
                  <a:pt x="5430" y="10502"/>
                </a:cubicBezTo>
                <a:lnTo>
                  <a:pt x="5371" y="10502"/>
                </a:lnTo>
                <a:lnTo>
                  <a:pt x="5371" y="7418"/>
                </a:lnTo>
                <a:lnTo>
                  <a:pt x="7728" y="7418"/>
                </a:lnTo>
                <a:cubicBezTo>
                  <a:pt x="7811" y="7418"/>
                  <a:pt x="7907" y="7347"/>
                  <a:pt x="7907" y="7240"/>
                </a:cubicBezTo>
                <a:lnTo>
                  <a:pt x="7907" y="5656"/>
                </a:lnTo>
                <a:cubicBezTo>
                  <a:pt x="7907" y="5561"/>
                  <a:pt x="7823" y="5478"/>
                  <a:pt x="7728" y="5478"/>
                </a:cubicBezTo>
                <a:lnTo>
                  <a:pt x="6728" y="5478"/>
                </a:lnTo>
                <a:cubicBezTo>
                  <a:pt x="6633" y="5478"/>
                  <a:pt x="6549" y="5549"/>
                  <a:pt x="6549" y="5656"/>
                </a:cubicBezTo>
                <a:cubicBezTo>
                  <a:pt x="6549" y="5740"/>
                  <a:pt x="6621" y="5835"/>
                  <a:pt x="6728" y="5835"/>
                </a:cubicBezTo>
                <a:lnTo>
                  <a:pt x="7561" y="5835"/>
                </a:lnTo>
                <a:lnTo>
                  <a:pt x="7561" y="7097"/>
                </a:lnTo>
                <a:lnTo>
                  <a:pt x="5204" y="7097"/>
                </a:lnTo>
                <a:cubicBezTo>
                  <a:pt x="5121" y="7097"/>
                  <a:pt x="5025" y="7168"/>
                  <a:pt x="5025" y="7275"/>
                </a:cubicBezTo>
                <a:lnTo>
                  <a:pt x="5025" y="10693"/>
                </a:lnTo>
                <a:cubicBezTo>
                  <a:pt x="5025" y="10788"/>
                  <a:pt x="5109" y="10859"/>
                  <a:pt x="5192" y="10871"/>
                </a:cubicBezTo>
                <a:lnTo>
                  <a:pt x="5430" y="10871"/>
                </a:lnTo>
                <a:cubicBezTo>
                  <a:pt x="6871" y="10871"/>
                  <a:pt x="8240" y="10312"/>
                  <a:pt x="9276" y="9288"/>
                </a:cubicBezTo>
                <a:cubicBezTo>
                  <a:pt x="10300" y="8252"/>
                  <a:pt x="10859" y="6883"/>
                  <a:pt x="10859" y="5442"/>
                </a:cubicBezTo>
                <a:cubicBezTo>
                  <a:pt x="10859" y="3989"/>
                  <a:pt x="10300" y="2620"/>
                  <a:pt x="9276" y="1584"/>
                </a:cubicBezTo>
                <a:cubicBezTo>
                  <a:pt x="8240" y="560"/>
                  <a:pt x="6871" y="1"/>
                  <a:pt x="543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517" name="Google Shape;1517;p48"/>
          <p:cNvGrpSpPr/>
          <p:nvPr/>
        </p:nvGrpSpPr>
        <p:grpSpPr>
          <a:xfrm>
            <a:off x="2460828" y="2676320"/>
            <a:ext cx="288091" cy="292613"/>
            <a:chOff x="3303268" y="3817349"/>
            <a:chExt cx="346056" cy="345674"/>
          </a:xfrm>
        </p:grpSpPr>
        <p:sp>
          <p:nvSpPr>
            <p:cNvPr id="1518" name="Google Shape;1518;p48"/>
            <p:cNvSpPr/>
            <p:nvPr/>
          </p:nvSpPr>
          <p:spPr>
            <a:xfrm>
              <a:off x="330326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19" name="Google Shape;1519;p48"/>
            <p:cNvSpPr/>
            <p:nvPr/>
          </p:nvSpPr>
          <p:spPr>
            <a:xfrm>
              <a:off x="3368074" y="3882537"/>
              <a:ext cx="215298" cy="215298"/>
            </a:xfrm>
            <a:custGeom>
              <a:avLst/>
              <a:gdLst/>
              <a:ahLst/>
              <a:cxnLst/>
              <a:rect l="l" t="t" r="r" b="b"/>
              <a:pathLst>
                <a:path w="6764" h="6764" extrusionOk="0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0" name="Google Shape;1520;p48"/>
            <p:cNvSpPr/>
            <p:nvPr/>
          </p:nvSpPr>
          <p:spPr>
            <a:xfrm>
              <a:off x="3418143" y="3933656"/>
              <a:ext cx="114811" cy="112742"/>
            </a:xfrm>
            <a:custGeom>
              <a:avLst/>
              <a:gdLst/>
              <a:ahLst/>
              <a:cxnLst/>
              <a:rect l="l" t="t" r="r" b="b"/>
              <a:pathLst>
                <a:path w="3607" h="3542" extrusionOk="0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1" name="Google Shape;1521;p48"/>
            <p:cNvSpPr/>
            <p:nvPr/>
          </p:nvSpPr>
          <p:spPr>
            <a:xfrm>
              <a:off x="3519298" y="3910197"/>
              <a:ext cx="29570" cy="29220"/>
            </a:xfrm>
            <a:custGeom>
              <a:avLst/>
              <a:gdLst/>
              <a:ahLst/>
              <a:cxnLst/>
              <a:rect l="l" t="t" r="r" b="b"/>
              <a:pathLst>
                <a:path w="929" h="918" extrusionOk="0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522" name="Google Shape;1522;p48"/>
          <p:cNvGrpSpPr/>
          <p:nvPr/>
        </p:nvGrpSpPr>
        <p:grpSpPr>
          <a:xfrm>
            <a:off x="2903202" y="2676320"/>
            <a:ext cx="292625" cy="292613"/>
            <a:chOff x="3752358" y="3817349"/>
            <a:chExt cx="346056" cy="345674"/>
          </a:xfrm>
        </p:grpSpPr>
        <p:sp>
          <p:nvSpPr>
            <p:cNvPr id="1523" name="Google Shape;1523;p48"/>
            <p:cNvSpPr/>
            <p:nvPr/>
          </p:nvSpPr>
          <p:spPr>
            <a:xfrm>
              <a:off x="3752358" y="3817349"/>
              <a:ext cx="346056" cy="345674"/>
            </a:xfrm>
            <a:custGeom>
              <a:avLst/>
              <a:gdLst/>
              <a:ahLst/>
              <a:cxnLst/>
              <a:rect l="l" t="t" r="r" b="b"/>
              <a:pathLst>
                <a:path w="10872" h="10860" extrusionOk="0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4" name="Google Shape;1524;p48"/>
            <p:cNvSpPr/>
            <p:nvPr/>
          </p:nvSpPr>
          <p:spPr>
            <a:xfrm>
              <a:off x="3831933" y="3955682"/>
              <a:ext cx="47809" cy="120540"/>
            </a:xfrm>
            <a:custGeom>
              <a:avLst/>
              <a:gdLst/>
              <a:ahLst/>
              <a:cxnLst/>
              <a:rect l="l" t="t" r="r" b="b"/>
              <a:pathLst>
                <a:path w="1502" h="3787" extrusionOk="0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5" name="Google Shape;1525;p48"/>
            <p:cNvSpPr/>
            <p:nvPr/>
          </p:nvSpPr>
          <p:spPr>
            <a:xfrm>
              <a:off x="3824739" y="3890112"/>
              <a:ext cx="55002" cy="55002"/>
            </a:xfrm>
            <a:custGeom>
              <a:avLst/>
              <a:gdLst/>
              <a:ahLst/>
              <a:cxnLst/>
              <a:rect l="l" t="t" r="r" b="b"/>
              <a:pathLst>
                <a:path w="1728" h="1728" extrusionOk="0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26" name="Google Shape;1526;p48"/>
            <p:cNvSpPr/>
            <p:nvPr/>
          </p:nvSpPr>
          <p:spPr>
            <a:xfrm>
              <a:off x="3904696" y="3955682"/>
              <a:ext cx="128148" cy="120540"/>
            </a:xfrm>
            <a:custGeom>
              <a:avLst/>
              <a:gdLst/>
              <a:ahLst/>
              <a:cxnLst/>
              <a:rect l="l" t="t" r="r" b="b"/>
              <a:pathLst>
                <a:path w="4026" h="3787" extrusionOk="0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1" name="Google Shape;1531;p49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Alternative resources</a:t>
            </a:r>
            <a:endParaRPr/>
          </a:p>
        </p:txBody>
      </p:sp>
      <p:sp>
        <p:nvSpPr>
          <p:cNvPr id="1532" name="Google Shape;1532;p49"/>
          <p:cNvSpPr txBox="1">
            <a:spLocks noGrp="1"/>
          </p:cNvSpPr>
          <p:nvPr>
            <p:ph type="body" idx="1"/>
          </p:nvPr>
        </p:nvSpPr>
        <p:spPr>
          <a:xfrm>
            <a:off x="1003125" y="1152475"/>
            <a:ext cx="7137900" cy="880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Here’s an assortment of alternative resources whose style fits that of this template: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Illustrations</a:t>
            </a:r>
            <a:endParaRPr>
              <a:solidFill>
                <a:schemeClr val="dk1"/>
              </a:solidFill>
            </a:endParaRPr>
          </a:p>
          <a:p>
            <a:pPr marL="457200" lvl="0" indent="-304800" algn="l" rtl="0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u="sng">
                <a:solidFill>
                  <a:schemeClr val="dk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val="tx"/>
                    </a:ext>
                  </a:extLst>
                </a:hlinkClick>
              </a:rPr>
              <a:t>Flat design enchanted forest illustration</a:t>
            </a:r>
            <a:endParaRPr>
              <a:solidFill>
                <a:schemeClr val="dk1"/>
              </a:solidFill>
            </a:endParaRPr>
          </a:p>
        </p:txBody>
      </p:sp>
      <p:grpSp>
        <p:nvGrpSpPr>
          <p:cNvPr id="1533" name="Google Shape;1533;p49"/>
          <p:cNvGrpSpPr/>
          <p:nvPr/>
        </p:nvGrpSpPr>
        <p:grpSpPr>
          <a:xfrm>
            <a:off x="1818644" y="2387722"/>
            <a:ext cx="2735341" cy="1823561"/>
            <a:chOff x="2524125" y="1047750"/>
            <a:chExt cx="7143749" cy="4762499"/>
          </a:xfrm>
        </p:grpSpPr>
        <p:sp>
          <p:nvSpPr>
            <p:cNvPr id="1534" name="Google Shape;1534;p49"/>
            <p:cNvSpPr/>
            <p:nvPr/>
          </p:nvSpPr>
          <p:spPr>
            <a:xfrm>
              <a:off x="7901178" y="1047750"/>
              <a:ext cx="378428" cy="3492531"/>
            </a:xfrm>
            <a:custGeom>
              <a:avLst/>
              <a:gdLst/>
              <a:ahLst/>
              <a:cxnLst/>
              <a:rect l="l" t="t" r="r" b="b"/>
              <a:pathLst>
                <a:path w="378428" h="3492531" extrusionOk="0">
                  <a:moveTo>
                    <a:pt x="152305" y="3411950"/>
                  </a:moveTo>
                  <a:lnTo>
                    <a:pt x="0" y="0"/>
                  </a:lnTo>
                  <a:lnTo>
                    <a:pt x="116014" y="0"/>
                  </a:lnTo>
                  <a:lnTo>
                    <a:pt x="378428" y="3492532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5" name="Google Shape;1535;p49"/>
            <p:cNvSpPr/>
            <p:nvPr/>
          </p:nvSpPr>
          <p:spPr>
            <a:xfrm>
              <a:off x="4315205" y="1047750"/>
              <a:ext cx="378428" cy="3492531"/>
            </a:xfrm>
            <a:custGeom>
              <a:avLst/>
              <a:gdLst/>
              <a:ahLst/>
              <a:cxnLst/>
              <a:rect l="l" t="t" r="r" b="b"/>
              <a:pathLst>
                <a:path w="378428" h="3492531" extrusionOk="0">
                  <a:moveTo>
                    <a:pt x="4953" y="3411950"/>
                  </a:moveTo>
                  <a:lnTo>
                    <a:pt x="0" y="0"/>
                  </a:lnTo>
                  <a:lnTo>
                    <a:pt x="305276" y="0"/>
                  </a:lnTo>
                  <a:lnTo>
                    <a:pt x="378428" y="3492532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6" name="Google Shape;1536;p49"/>
            <p:cNvSpPr/>
            <p:nvPr/>
          </p:nvSpPr>
          <p:spPr>
            <a:xfrm>
              <a:off x="4397883" y="1627536"/>
              <a:ext cx="48767" cy="2330767"/>
            </a:xfrm>
            <a:custGeom>
              <a:avLst/>
              <a:gdLst/>
              <a:ahLst/>
              <a:cxnLst/>
              <a:rect l="l" t="t" r="r" b="b"/>
              <a:pathLst>
                <a:path w="48767" h="2330767" extrusionOk="0">
                  <a:moveTo>
                    <a:pt x="24384" y="2330768"/>
                  </a:moveTo>
                  <a:lnTo>
                    <a:pt x="24384" y="2330768"/>
                  </a:lnTo>
                  <a:cubicBezTo>
                    <a:pt x="10954" y="2330768"/>
                    <a:pt x="0" y="2319814"/>
                    <a:pt x="0" y="2306384"/>
                  </a:cubicBezTo>
                  <a:lnTo>
                    <a:pt x="0" y="24384"/>
                  </a:lnTo>
                  <a:cubicBezTo>
                    <a:pt x="0" y="10954"/>
                    <a:pt x="10954" y="0"/>
                    <a:pt x="24384" y="0"/>
                  </a:cubicBezTo>
                  <a:lnTo>
                    <a:pt x="24384" y="0"/>
                  </a:lnTo>
                  <a:cubicBezTo>
                    <a:pt x="37814" y="0"/>
                    <a:pt x="48768" y="10954"/>
                    <a:pt x="48768" y="24384"/>
                  </a:cubicBezTo>
                  <a:lnTo>
                    <a:pt x="48768" y="2306384"/>
                  </a:lnTo>
                  <a:cubicBezTo>
                    <a:pt x="48768" y="2319814"/>
                    <a:pt x="37814" y="2330768"/>
                    <a:pt x="24384" y="233076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7" name="Google Shape;1537;p49"/>
            <p:cNvSpPr/>
            <p:nvPr/>
          </p:nvSpPr>
          <p:spPr>
            <a:xfrm>
              <a:off x="4522374" y="3460623"/>
              <a:ext cx="49148" cy="867060"/>
            </a:xfrm>
            <a:custGeom>
              <a:avLst/>
              <a:gdLst/>
              <a:ahLst/>
              <a:cxnLst/>
              <a:rect l="l" t="t" r="r" b="b"/>
              <a:pathLst>
                <a:path w="49148" h="867060" extrusionOk="0">
                  <a:moveTo>
                    <a:pt x="24765" y="0"/>
                  </a:moveTo>
                  <a:cubicBezTo>
                    <a:pt x="38232" y="0"/>
                    <a:pt x="49149" y="10917"/>
                    <a:pt x="49149" y="24384"/>
                  </a:cubicBezTo>
                  <a:lnTo>
                    <a:pt x="49149" y="842677"/>
                  </a:lnTo>
                  <a:cubicBezTo>
                    <a:pt x="49149" y="856144"/>
                    <a:pt x="38232" y="867061"/>
                    <a:pt x="24765" y="867061"/>
                  </a:cubicBezTo>
                  <a:lnTo>
                    <a:pt x="24384" y="867061"/>
                  </a:lnTo>
                  <a:cubicBezTo>
                    <a:pt x="10917" y="867061"/>
                    <a:pt x="0" y="856144"/>
                    <a:pt x="0" y="842677"/>
                  </a:cubicBezTo>
                  <a:lnTo>
                    <a:pt x="0" y="24384"/>
                  </a:lnTo>
                  <a:cubicBezTo>
                    <a:pt x="0" y="10917"/>
                    <a:pt x="10917" y="0"/>
                    <a:pt x="24384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8" name="Google Shape;1538;p49"/>
            <p:cNvSpPr/>
            <p:nvPr/>
          </p:nvSpPr>
          <p:spPr>
            <a:xfrm>
              <a:off x="8184356" y="1047750"/>
              <a:ext cx="568928" cy="3492531"/>
            </a:xfrm>
            <a:custGeom>
              <a:avLst/>
              <a:gdLst/>
              <a:ahLst/>
              <a:cxnLst/>
              <a:rect l="l" t="t" r="r" b="b"/>
              <a:pathLst>
                <a:path w="568928" h="3492531" extrusionOk="0">
                  <a:moveTo>
                    <a:pt x="335089" y="3383471"/>
                  </a:moveTo>
                  <a:lnTo>
                    <a:pt x="0" y="0"/>
                  </a:lnTo>
                  <a:lnTo>
                    <a:pt x="116014" y="0"/>
                  </a:lnTo>
                  <a:lnTo>
                    <a:pt x="568928" y="3492532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39" name="Google Shape;1539;p49"/>
            <p:cNvSpPr/>
            <p:nvPr/>
          </p:nvSpPr>
          <p:spPr>
            <a:xfrm>
              <a:off x="4140708" y="3404719"/>
              <a:ext cx="5527166" cy="1937281"/>
            </a:xfrm>
            <a:custGeom>
              <a:avLst/>
              <a:gdLst/>
              <a:ahLst/>
              <a:cxnLst/>
              <a:rect l="l" t="t" r="r" b="b"/>
              <a:pathLst>
                <a:path w="5527166" h="1937281" extrusionOk="0">
                  <a:moveTo>
                    <a:pt x="776954" y="548346"/>
                  </a:moveTo>
                  <a:cubicBezTo>
                    <a:pt x="776954" y="548346"/>
                    <a:pt x="2988469" y="-258040"/>
                    <a:pt x="5527167" y="84955"/>
                  </a:cubicBezTo>
                  <a:lnTo>
                    <a:pt x="5527167" y="1937282"/>
                  </a:lnTo>
                  <a:lnTo>
                    <a:pt x="0" y="1937282"/>
                  </a:lnTo>
                  <a:lnTo>
                    <a:pt x="777050" y="548251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0" name="Google Shape;1540;p49"/>
            <p:cNvSpPr/>
            <p:nvPr/>
          </p:nvSpPr>
          <p:spPr>
            <a:xfrm>
              <a:off x="6182778" y="3603617"/>
              <a:ext cx="3105950" cy="1195557"/>
            </a:xfrm>
            <a:custGeom>
              <a:avLst/>
              <a:gdLst/>
              <a:ahLst/>
              <a:cxnLst/>
              <a:rect l="l" t="t" r="r" b="b"/>
              <a:pathLst>
                <a:path w="3105950" h="1195557" extrusionOk="0">
                  <a:moveTo>
                    <a:pt x="17044" y="1001910"/>
                  </a:moveTo>
                  <a:cubicBezTo>
                    <a:pt x="168587" y="1482828"/>
                    <a:pt x="3239542" y="989147"/>
                    <a:pt x="3101429" y="381642"/>
                  </a:cubicBezTo>
                  <a:cubicBezTo>
                    <a:pt x="2923979" y="-399027"/>
                    <a:pt x="-259753" y="123229"/>
                    <a:pt x="17044" y="100191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1" name="Google Shape;1541;p49"/>
            <p:cNvSpPr/>
            <p:nvPr/>
          </p:nvSpPr>
          <p:spPr>
            <a:xfrm>
              <a:off x="7921982" y="3648857"/>
              <a:ext cx="546789" cy="464608"/>
            </a:xfrm>
            <a:custGeom>
              <a:avLst/>
              <a:gdLst/>
              <a:ahLst/>
              <a:cxnLst/>
              <a:rect l="l" t="t" r="r" b="b"/>
              <a:pathLst>
                <a:path w="546789" h="464608" extrusionOk="0">
                  <a:moveTo>
                    <a:pt x="546790" y="284205"/>
                  </a:moveTo>
                  <a:lnTo>
                    <a:pt x="24058" y="457084"/>
                  </a:lnTo>
                  <a:lnTo>
                    <a:pt x="1388" y="464609"/>
                  </a:lnTo>
                  <a:cubicBezTo>
                    <a:pt x="1388" y="464609"/>
                    <a:pt x="-326" y="441844"/>
                    <a:pt x="55" y="406411"/>
                  </a:cubicBezTo>
                  <a:cubicBezTo>
                    <a:pt x="55" y="387933"/>
                    <a:pt x="817" y="365930"/>
                    <a:pt x="2627" y="341927"/>
                  </a:cubicBezTo>
                  <a:cubicBezTo>
                    <a:pt x="11295" y="223722"/>
                    <a:pt x="45966" y="56272"/>
                    <a:pt x="169124" y="10171"/>
                  </a:cubicBezTo>
                  <a:cubicBezTo>
                    <a:pt x="225703" y="-10975"/>
                    <a:pt x="281138" y="2837"/>
                    <a:pt x="331239" y="33317"/>
                  </a:cubicBezTo>
                  <a:cubicBezTo>
                    <a:pt x="454969" y="108374"/>
                    <a:pt x="546790" y="284205"/>
                    <a:pt x="546790" y="2842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2" name="Google Shape;1542;p49"/>
            <p:cNvSpPr/>
            <p:nvPr/>
          </p:nvSpPr>
          <p:spPr>
            <a:xfrm>
              <a:off x="7916974" y="3682174"/>
              <a:ext cx="551798" cy="423767"/>
            </a:xfrm>
            <a:custGeom>
              <a:avLst/>
              <a:gdLst/>
              <a:ahLst/>
              <a:cxnLst/>
              <a:rect l="l" t="t" r="r" b="b"/>
              <a:pathLst>
                <a:path w="551798" h="423767" extrusionOk="0">
                  <a:moveTo>
                    <a:pt x="551798" y="250889"/>
                  </a:moveTo>
                  <a:lnTo>
                    <a:pt x="29066" y="423767"/>
                  </a:lnTo>
                  <a:cubicBezTo>
                    <a:pt x="18493" y="406908"/>
                    <a:pt x="10016" y="389763"/>
                    <a:pt x="5063" y="373094"/>
                  </a:cubicBezTo>
                  <a:cubicBezTo>
                    <a:pt x="-1890" y="349949"/>
                    <a:pt x="-2271" y="327755"/>
                    <a:pt x="7635" y="308610"/>
                  </a:cubicBezTo>
                  <a:cubicBezTo>
                    <a:pt x="16493" y="291275"/>
                    <a:pt x="33543" y="276416"/>
                    <a:pt x="61547" y="265557"/>
                  </a:cubicBezTo>
                  <a:cubicBezTo>
                    <a:pt x="195087" y="213455"/>
                    <a:pt x="292242" y="74200"/>
                    <a:pt x="336247" y="0"/>
                  </a:cubicBezTo>
                  <a:cubicBezTo>
                    <a:pt x="459977" y="75057"/>
                    <a:pt x="551798" y="250889"/>
                    <a:pt x="551798" y="25088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3" name="Google Shape;1543;p49"/>
            <p:cNvSpPr/>
            <p:nvPr/>
          </p:nvSpPr>
          <p:spPr>
            <a:xfrm>
              <a:off x="2524125" y="3571684"/>
              <a:ext cx="5929979" cy="2238565"/>
            </a:xfrm>
            <a:custGeom>
              <a:avLst/>
              <a:gdLst/>
              <a:ahLst/>
              <a:cxnLst/>
              <a:rect l="l" t="t" r="r" b="b"/>
              <a:pathLst>
                <a:path w="5929979" h="2238565" extrusionOk="0">
                  <a:moveTo>
                    <a:pt x="0" y="0"/>
                  </a:moveTo>
                  <a:cubicBezTo>
                    <a:pt x="0" y="0"/>
                    <a:pt x="4144423" y="360616"/>
                    <a:pt x="5929980" y="1208818"/>
                  </a:cubicBezTo>
                  <a:cubicBezTo>
                    <a:pt x="4902803" y="2104454"/>
                    <a:pt x="4770311" y="2238566"/>
                    <a:pt x="4770311" y="2238566"/>
                  </a:cubicBezTo>
                  <a:lnTo>
                    <a:pt x="0" y="223856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4" name="Google Shape;1544;p49"/>
            <p:cNvSpPr/>
            <p:nvPr/>
          </p:nvSpPr>
          <p:spPr>
            <a:xfrm>
              <a:off x="2524125" y="3825906"/>
              <a:ext cx="815931" cy="828422"/>
            </a:xfrm>
            <a:custGeom>
              <a:avLst/>
              <a:gdLst/>
              <a:ahLst/>
              <a:cxnLst/>
              <a:rect l="l" t="t" r="r" b="b"/>
              <a:pathLst>
                <a:path w="815931" h="828422" extrusionOk="0">
                  <a:moveTo>
                    <a:pt x="0" y="714375"/>
                  </a:moveTo>
                  <a:lnTo>
                    <a:pt x="0" y="0"/>
                  </a:lnTo>
                  <a:cubicBezTo>
                    <a:pt x="0" y="0"/>
                    <a:pt x="811244" y="297275"/>
                    <a:pt x="815912" y="652748"/>
                  </a:cubicBezTo>
                  <a:cubicBezTo>
                    <a:pt x="820579" y="1008126"/>
                    <a:pt x="0" y="714375"/>
                    <a:pt x="0" y="714375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5" name="Google Shape;1545;p49"/>
            <p:cNvSpPr/>
            <p:nvPr/>
          </p:nvSpPr>
          <p:spPr>
            <a:xfrm>
              <a:off x="3623256" y="4237092"/>
              <a:ext cx="1968480" cy="591358"/>
            </a:xfrm>
            <a:custGeom>
              <a:avLst/>
              <a:gdLst/>
              <a:ahLst/>
              <a:cxnLst/>
              <a:rect l="l" t="t" r="r" b="b"/>
              <a:pathLst>
                <a:path w="1968480" h="591358" extrusionOk="0">
                  <a:moveTo>
                    <a:pt x="911" y="121166"/>
                  </a:moveTo>
                  <a:cubicBezTo>
                    <a:pt x="-47762" y="384723"/>
                    <a:pt x="1869430" y="794584"/>
                    <a:pt x="1965157" y="474067"/>
                  </a:cubicBezTo>
                  <a:cubicBezTo>
                    <a:pt x="2060883" y="153551"/>
                    <a:pt x="57871" y="-187444"/>
                    <a:pt x="911" y="121166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6" name="Google Shape;1546;p49"/>
            <p:cNvSpPr/>
            <p:nvPr/>
          </p:nvSpPr>
          <p:spPr>
            <a:xfrm>
              <a:off x="4607623" y="4009178"/>
              <a:ext cx="736594" cy="246707"/>
            </a:xfrm>
            <a:custGeom>
              <a:avLst/>
              <a:gdLst/>
              <a:ahLst/>
              <a:cxnLst/>
              <a:rect l="l" t="t" r="r" b="b"/>
              <a:pathLst>
                <a:path w="736594" h="246707" extrusionOk="0">
                  <a:moveTo>
                    <a:pt x="0" y="68855"/>
                  </a:moveTo>
                  <a:cubicBezTo>
                    <a:pt x="-571" y="168486"/>
                    <a:pt x="747522" y="330793"/>
                    <a:pt x="736473" y="194490"/>
                  </a:cubicBezTo>
                  <a:cubicBezTo>
                    <a:pt x="725424" y="58187"/>
                    <a:pt x="858" y="-90308"/>
                    <a:pt x="0" y="68855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7" name="Google Shape;1547;p49"/>
            <p:cNvSpPr/>
            <p:nvPr/>
          </p:nvSpPr>
          <p:spPr>
            <a:xfrm>
              <a:off x="4405407" y="4128663"/>
              <a:ext cx="198827" cy="71180"/>
            </a:xfrm>
            <a:custGeom>
              <a:avLst/>
              <a:gdLst/>
              <a:ahLst/>
              <a:cxnLst/>
              <a:rect l="l" t="t" r="r" b="b"/>
              <a:pathLst>
                <a:path w="198827" h="71180" extrusionOk="0">
                  <a:moveTo>
                    <a:pt x="0" y="19093"/>
                  </a:moveTo>
                  <a:cubicBezTo>
                    <a:pt x="95" y="47382"/>
                    <a:pt x="202121" y="95388"/>
                    <a:pt x="198787" y="56717"/>
                  </a:cubicBezTo>
                  <a:cubicBezTo>
                    <a:pt x="195453" y="18045"/>
                    <a:pt x="-190" y="-26056"/>
                    <a:pt x="0" y="190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8" name="Google Shape;1548;p49"/>
            <p:cNvSpPr/>
            <p:nvPr/>
          </p:nvSpPr>
          <p:spPr>
            <a:xfrm>
              <a:off x="2984004" y="3748177"/>
              <a:ext cx="379906" cy="119205"/>
            </a:xfrm>
            <a:custGeom>
              <a:avLst/>
              <a:gdLst/>
              <a:ahLst/>
              <a:cxnLst/>
              <a:rect l="l" t="t" r="r" b="b"/>
              <a:pathLst>
                <a:path w="379906" h="119205" extrusionOk="0">
                  <a:moveTo>
                    <a:pt x="83" y="42677"/>
                  </a:moveTo>
                  <a:cubicBezTo>
                    <a:pt x="4179" y="95922"/>
                    <a:pt x="391180" y="158977"/>
                    <a:pt x="379654" y="86492"/>
                  </a:cubicBezTo>
                  <a:cubicBezTo>
                    <a:pt x="368129" y="14007"/>
                    <a:pt x="-6394" y="-42286"/>
                    <a:pt x="83" y="42677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49" name="Google Shape;1549;p49"/>
            <p:cNvSpPr/>
            <p:nvPr/>
          </p:nvSpPr>
          <p:spPr>
            <a:xfrm>
              <a:off x="4013644" y="4377681"/>
              <a:ext cx="1172432" cy="931744"/>
            </a:xfrm>
            <a:custGeom>
              <a:avLst/>
              <a:gdLst/>
              <a:ahLst/>
              <a:cxnLst/>
              <a:rect l="l" t="t" r="r" b="b"/>
              <a:pathLst>
                <a:path w="1172432" h="931744" extrusionOk="0">
                  <a:moveTo>
                    <a:pt x="1172432" y="931744"/>
                  </a:moveTo>
                  <a:lnTo>
                    <a:pt x="0" y="735244"/>
                  </a:lnTo>
                  <a:cubicBezTo>
                    <a:pt x="0" y="735244"/>
                    <a:pt x="226314" y="219560"/>
                    <a:pt x="386620" y="53825"/>
                  </a:cubicBezTo>
                  <a:cubicBezTo>
                    <a:pt x="412242" y="27250"/>
                    <a:pt x="436245" y="9724"/>
                    <a:pt x="457295" y="4676"/>
                  </a:cubicBezTo>
                  <a:cubicBezTo>
                    <a:pt x="609981" y="-31805"/>
                    <a:pt x="1101757" y="154790"/>
                    <a:pt x="1125569" y="230704"/>
                  </a:cubicBezTo>
                  <a:cubicBezTo>
                    <a:pt x="1138142" y="270614"/>
                    <a:pt x="1147381" y="339670"/>
                    <a:pt x="1154049" y="419299"/>
                  </a:cubicBezTo>
                  <a:cubicBezTo>
                    <a:pt x="1172432" y="636279"/>
                    <a:pt x="1172432" y="931744"/>
                    <a:pt x="1172432" y="93174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0" name="Google Shape;1550;p49"/>
            <p:cNvSpPr/>
            <p:nvPr/>
          </p:nvSpPr>
          <p:spPr>
            <a:xfrm>
              <a:off x="2524125" y="4105941"/>
              <a:ext cx="722579" cy="672274"/>
            </a:xfrm>
            <a:custGeom>
              <a:avLst/>
              <a:gdLst/>
              <a:ahLst/>
              <a:cxnLst/>
              <a:rect l="l" t="t" r="r" b="b"/>
              <a:pathLst>
                <a:path w="722579" h="672274" extrusionOk="0">
                  <a:moveTo>
                    <a:pt x="721233" y="672274"/>
                  </a:moveTo>
                  <a:cubicBezTo>
                    <a:pt x="183737" y="672274"/>
                    <a:pt x="0" y="528352"/>
                    <a:pt x="0" y="528352"/>
                  </a:cubicBezTo>
                  <a:lnTo>
                    <a:pt x="0" y="0"/>
                  </a:lnTo>
                  <a:cubicBezTo>
                    <a:pt x="0" y="0"/>
                    <a:pt x="38576" y="4953"/>
                    <a:pt x="97917" y="19240"/>
                  </a:cubicBezTo>
                  <a:lnTo>
                    <a:pt x="97917" y="134588"/>
                  </a:lnTo>
                  <a:lnTo>
                    <a:pt x="157353" y="34957"/>
                  </a:lnTo>
                  <a:cubicBezTo>
                    <a:pt x="377381" y="98584"/>
                    <a:pt x="747713" y="266414"/>
                    <a:pt x="721233" y="672274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1" name="Google Shape;1551;p49"/>
            <p:cNvSpPr/>
            <p:nvPr/>
          </p:nvSpPr>
          <p:spPr>
            <a:xfrm>
              <a:off x="7632369" y="3891257"/>
              <a:ext cx="550123" cy="561105"/>
            </a:xfrm>
            <a:custGeom>
              <a:avLst/>
              <a:gdLst/>
              <a:ahLst/>
              <a:cxnLst/>
              <a:rect l="l" t="t" r="r" b="b"/>
              <a:pathLst>
                <a:path w="550123" h="561105" extrusionOk="0">
                  <a:moveTo>
                    <a:pt x="550123" y="233065"/>
                  </a:moveTo>
                  <a:cubicBezTo>
                    <a:pt x="550123" y="233065"/>
                    <a:pt x="352765" y="-32016"/>
                    <a:pt x="295424" y="3227"/>
                  </a:cubicBezTo>
                  <a:cubicBezTo>
                    <a:pt x="238084" y="38469"/>
                    <a:pt x="357242" y="148292"/>
                    <a:pt x="357242" y="148292"/>
                  </a:cubicBezTo>
                  <a:cubicBezTo>
                    <a:pt x="357242" y="148292"/>
                    <a:pt x="191316" y="58090"/>
                    <a:pt x="146454" y="116479"/>
                  </a:cubicBezTo>
                  <a:cubicBezTo>
                    <a:pt x="101591" y="174867"/>
                    <a:pt x="221415" y="252305"/>
                    <a:pt x="221415" y="252305"/>
                  </a:cubicBezTo>
                  <a:cubicBezTo>
                    <a:pt x="221415" y="252305"/>
                    <a:pt x="28344" y="201537"/>
                    <a:pt x="1674" y="344698"/>
                  </a:cubicBezTo>
                  <a:cubicBezTo>
                    <a:pt x="-24996" y="487858"/>
                    <a:pt x="275898" y="561106"/>
                    <a:pt x="275898" y="561106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2" name="Google Shape;1552;p49"/>
            <p:cNvSpPr/>
            <p:nvPr/>
          </p:nvSpPr>
          <p:spPr>
            <a:xfrm>
              <a:off x="7883461" y="3354419"/>
              <a:ext cx="48006" cy="143827"/>
            </a:xfrm>
            <a:custGeom>
              <a:avLst/>
              <a:gdLst/>
              <a:ahLst/>
              <a:cxnLst/>
              <a:rect l="l" t="t" r="r" b="b"/>
              <a:pathLst>
                <a:path w="48006" h="143827" extrusionOk="0">
                  <a:moveTo>
                    <a:pt x="27242" y="143827"/>
                  </a:moveTo>
                  <a:lnTo>
                    <a:pt x="0" y="0"/>
                  </a:lnTo>
                  <a:lnTo>
                    <a:pt x="27242" y="0"/>
                  </a:lnTo>
                  <a:lnTo>
                    <a:pt x="48006" y="143827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3" name="Google Shape;1553;p49"/>
            <p:cNvSpPr/>
            <p:nvPr/>
          </p:nvSpPr>
          <p:spPr>
            <a:xfrm>
              <a:off x="7709820" y="3334702"/>
              <a:ext cx="44862" cy="273272"/>
            </a:xfrm>
            <a:custGeom>
              <a:avLst/>
              <a:gdLst/>
              <a:ahLst/>
              <a:cxnLst/>
              <a:rect l="l" t="t" r="r" b="b"/>
              <a:pathLst>
                <a:path w="44862" h="273272" extrusionOk="0">
                  <a:moveTo>
                    <a:pt x="0" y="273272"/>
                  </a:moveTo>
                  <a:cubicBezTo>
                    <a:pt x="5715" y="264605"/>
                    <a:pt x="0" y="0"/>
                    <a:pt x="0" y="0"/>
                  </a:cubicBezTo>
                  <a:lnTo>
                    <a:pt x="44863" y="0"/>
                  </a:lnTo>
                  <a:lnTo>
                    <a:pt x="44863" y="273272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4" name="Google Shape;1554;p49"/>
            <p:cNvSpPr/>
            <p:nvPr/>
          </p:nvSpPr>
          <p:spPr>
            <a:xfrm>
              <a:off x="7586081" y="3186146"/>
              <a:ext cx="299428" cy="191546"/>
            </a:xfrm>
            <a:custGeom>
              <a:avLst/>
              <a:gdLst/>
              <a:ahLst/>
              <a:cxnLst/>
              <a:rect l="l" t="t" r="r" b="b"/>
              <a:pathLst>
                <a:path w="299428" h="191546" extrusionOk="0">
                  <a:moveTo>
                    <a:pt x="771" y="173416"/>
                  </a:moveTo>
                  <a:cubicBezTo>
                    <a:pt x="6010" y="202277"/>
                    <a:pt x="273662" y="195609"/>
                    <a:pt x="296427" y="161034"/>
                  </a:cubicBezTo>
                  <a:cubicBezTo>
                    <a:pt x="319192" y="126458"/>
                    <a:pt x="206511" y="9014"/>
                    <a:pt x="158219" y="442"/>
                  </a:cubicBezTo>
                  <a:cubicBezTo>
                    <a:pt x="109928" y="-8131"/>
                    <a:pt x="-10754" y="110075"/>
                    <a:pt x="771" y="173416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5" name="Google Shape;1555;p49"/>
            <p:cNvSpPr/>
            <p:nvPr/>
          </p:nvSpPr>
          <p:spPr>
            <a:xfrm>
              <a:off x="8266937" y="3330606"/>
              <a:ext cx="21812" cy="132969"/>
            </a:xfrm>
            <a:custGeom>
              <a:avLst/>
              <a:gdLst/>
              <a:ahLst/>
              <a:cxnLst/>
              <a:rect l="l" t="t" r="r" b="b"/>
              <a:pathLst>
                <a:path w="21812" h="132969" extrusionOk="0">
                  <a:moveTo>
                    <a:pt x="0" y="132969"/>
                  </a:moveTo>
                  <a:cubicBezTo>
                    <a:pt x="2763" y="128778"/>
                    <a:pt x="0" y="0"/>
                    <a:pt x="0" y="0"/>
                  </a:cubicBezTo>
                  <a:lnTo>
                    <a:pt x="21813" y="0"/>
                  </a:lnTo>
                  <a:lnTo>
                    <a:pt x="21813" y="132969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6" name="Google Shape;1556;p49"/>
            <p:cNvSpPr/>
            <p:nvPr/>
          </p:nvSpPr>
          <p:spPr>
            <a:xfrm>
              <a:off x="8206839" y="3258180"/>
              <a:ext cx="145659" cy="93222"/>
            </a:xfrm>
            <a:custGeom>
              <a:avLst/>
              <a:gdLst/>
              <a:ahLst/>
              <a:cxnLst/>
              <a:rect l="l" t="t" r="r" b="b"/>
              <a:pathLst>
                <a:path w="145659" h="93222" extrusionOk="0">
                  <a:moveTo>
                    <a:pt x="282" y="84427"/>
                  </a:moveTo>
                  <a:cubicBezTo>
                    <a:pt x="2853" y="98429"/>
                    <a:pt x="133060" y="95191"/>
                    <a:pt x="144204" y="78427"/>
                  </a:cubicBezTo>
                  <a:cubicBezTo>
                    <a:pt x="155253" y="61663"/>
                    <a:pt x="100484" y="4513"/>
                    <a:pt x="76958" y="226"/>
                  </a:cubicBezTo>
                  <a:cubicBezTo>
                    <a:pt x="53431" y="-4060"/>
                    <a:pt x="-5243" y="53566"/>
                    <a:pt x="377" y="84427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7" name="Google Shape;1557;p49"/>
            <p:cNvSpPr/>
            <p:nvPr/>
          </p:nvSpPr>
          <p:spPr>
            <a:xfrm>
              <a:off x="7820519" y="3300643"/>
              <a:ext cx="167543" cy="107604"/>
            </a:xfrm>
            <a:custGeom>
              <a:avLst/>
              <a:gdLst/>
              <a:ahLst/>
              <a:cxnLst/>
              <a:rect l="l" t="t" r="r" b="b"/>
              <a:pathLst>
                <a:path w="167543" h="107604" extrusionOk="0">
                  <a:moveTo>
                    <a:pt x="1125" y="92638"/>
                  </a:moveTo>
                  <a:cubicBezTo>
                    <a:pt x="4935" y="122261"/>
                    <a:pt x="172480" y="103878"/>
                    <a:pt x="167432" y="72540"/>
                  </a:cubicBezTo>
                  <a:cubicBezTo>
                    <a:pt x="152477" y="-19566"/>
                    <a:pt x="-15258" y="-35473"/>
                    <a:pt x="1125" y="92638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8" name="Google Shape;1558;p49"/>
            <p:cNvSpPr/>
            <p:nvPr/>
          </p:nvSpPr>
          <p:spPr>
            <a:xfrm>
              <a:off x="7188708" y="3364896"/>
              <a:ext cx="85820" cy="138207"/>
            </a:xfrm>
            <a:custGeom>
              <a:avLst/>
              <a:gdLst/>
              <a:ahLst/>
              <a:cxnLst/>
              <a:rect l="l" t="t" r="r" b="b"/>
              <a:pathLst>
                <a:path w="85820" h="138207" extrusionOk="0">
                  <a:moveTo>
                    <a:pt x="27813" y="138208"/>
                  </a:moveTo>
                  <a:lnTo>
                    <a:pt x="0" y="7525"/>
                  </a:lnTo>
                  <a:lnTo>
                    <a:pt x="26098" y="0"/>
                  </a:lnTo>
                  <a:lnTo>
                    <a:pt x="85820" y="132493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59" name="Google Shape;1559;p49"/>
            <p:cNvSpPr/>
            <p:nvPr/>
          </p:nvSpPr>
          <p:spPr>
            <a:xfrm>
              <a:off x="7127435" y="3274629"/>
              <a:ext cx="167650" cy="158952"/>
            </a:xfrm>
            <a:custGeom>
              <a:avLst/>
              <a:gdLst/>
              <a:ahLst/>
              <a:cxnLst/>
              <a:rect l="l" t="t" r="r" b="b"/>
              <a:pathLst>
                <a:path w="167650" h="158952" extrusionOk="0">
                  <a:moveTo>
                    <a:pt x="12599" y="152275"/>
                  </a:moveTo>
                  <a:cubicBezTo>
                    <a:pt x="24410" y="179707"/>
                    <a:pt x="180430" y="115603"/>
                    <a:pt x="166809" y="86933"/>
                  </a:cubicBezTo>
                  <a:cubicBezTo>
                    <a:pt x="146330" y="43594"/>
                    <a:pt x="80036" y="-11650"/>
                    <a:pt x="39650" y="2161"/>
                  </a:cubicBezTo>
                  <a:cubicBezTo>
                    <a:pt x="1360" y="15210"/>
                    <a:pt x="-12356" y="94648"/>
                    <a:pt x="12599" y="15237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0" name="Google Shape;1560;p49"/>
            <p:cNvSpPr/>
            <p:nvPr/>
          </p:nvSpPr>
          <p:spPr>
            <a:xfrm>
              <a:off x="7049928" y="3419855"/>
              <a:ext cx="31527" cy="82867"/>
            </a:xfrm>
            <a:custGeom>
              <a:avLst/>
              <a:gdLst/>
              <a:ahLst/>
              <a:cxnLst/>
              <a:rect l="l" t="t" r="r" b="b"/>
              <a:pathLst>
                <a:path w="31527" h="82867" extrusionOk="0">
                  <a:moveTo>
                    <a:pt x="0" y="74105"/>
                  </a:moveTo>
                  <a:lnTo>
                    <a:pt x="11906" y="0"/>
                  </a:lnTo>
                  <a:lnTo>
                    <a:pt x="27146" y="1429"/>
                  </a:lnTo>
                  <a:lnTo>
                    <a:pt x="31528" y="82867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1" name="Google Shape;1561;p49"/>
            <p:cNvSpPr/>
            <p:nvPr/>
          </p:nvSpPr>
          <p:spPr>
            <a:xfrm>
              <a:off x="7025108" y="3365355"/>
              <a:ext cx="94175" cy="84722"/>
            </a:xfrm>
            <a:custGeom>
              <a:avLst/>
              <a:gdLst/>
              <a:ahLst/>
              <a:cxnLst/>
              <a:rect l="l" t="t" r="r" b="b"/>
              <a:pathLst>
                <a:path w="94175" h="84722" extrusionOk="0">
                  <a:moveTo>
                    <a:pt x="150" y="73169"/>
                  </a:moveTo>
                  <a:cubicBezTo>
                    <a:pt x="817" y="89933"/>
                    <a:pt x="95495" y="88028"/>
                    <a:pt x="94162" y="70216"/>
                  </a:cubicBezTo>
                  <a:cubicBezTo>
                    <a:pt x="92257" y="43356"/>
                    <a:pt x="68730" y="970"/>
                    <a:pt x="44727" y="17"/>
                  </a:cubicBezTo>
                  <a:cubicBezTo>
                    <a:pt x="21962" y="-935"/>
                    <a:pt x="-1279" y="37927"/>
                    <a:pt x="55" y="73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2" name="Google Shape;1562;p49"/>
            <p:cNvSpPr/>
            <p:nvPr/>
          </p:nvSpPr>
          <p:spPr>
            <a:xfrm>
              <a:off x="6047898" y="3593782"/>
              <a:ext cx="31527" cy="82867"/>
            </a:xfrm>
            <a:custGeom>
              <a:avLst/>
              <a:gdLst/>
              <a:ahLst/>
              <a:cxnLst/>
              <a:rect l="l" t="t" r="r" b="b"/>
              <a:pathLst>
                <a:path w="31527" h="82867" extrusionOk="0">
                  <a:moveTo>
                    <a:pt x="0" y="74104"/>
                  </a:moveTo>
                  <a:lnTo>
                    <a:pt x="11906" y="0"/>
                  </a:lnTo>
                  <a:lnTo>
                    <a:pt x="27146" y="1429"/>
                  </a:lnTo>
                  <a:lnTo>
                    <a:pt x="31528" y="82868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3" name="Google Shape;1563;p49"/>
            <p:cNvSpPr/>
            <p:nvPr/>
          </p:nvSpPr>
          <p:spPr>
            <a:xfrm>
              <a:off x="6023174" y="3539282"/>
              <a:ext cx="94175" cy="84722"/>
            </a:xfrm>
            <a:custGeom>
              <a:avLst/>
              <a:gdLst/>
              <a:ahLst/>
              <a:cxnLst/>
              <a:rect l="l" t="t" r="r" b="b"/>
              <a:pathLst>
                <a:path w="94175" h="84722" extrusionOk="0">
                  <a:moveTo>
                    <a:pt x="150" y="73169"/>
                  </a:moveTo>
                  <a:cubicBezTo>
                    <a:pt x="817" y="89933"/>
                    <a:pt x="95495" y="88028"/>
                    <a:pt x="94162" y="70217"/>
                  </a:cubicBezTo>
                  <a:cubicBezTo>
                    <a:pt x="92257" y="43356"/>
                    <a:pt x="68730" y="970"/>
                    <a:pt x="44727" y="17"/>
                  </a:cubicBezTo>
                  <a:cubicBezTo>
                    <a:pt x="21962" y="-935"/>
                    <a:pt x="-1279" y="37927"/>
                    <a:pt x="55" y="73169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4" name="Google Shape;1564;p49"/>
            <p:cNvSpPr/>
            <p:nvPr/>
          </p:nvSpPr>
          <p:spPr>
            <a:xfrm>
              <a:off x="6458997" y="3475862"/>
              <a:ext cx="58102" cy="129539"/>
            </a:xfrm>
            <a:custGeom>
              <a:avLst/>
              <a:gdLst/>
              <a:ahLst/>
              <a:cxnLst/>
              <a:rect l="l" t="t" r="r" b="b"/>
              <a:pathLst>
                <a:path w="58102" h="129539" extrusionOk="0">
                  <a:moveTo>
                    <a:pt x="0" y="108871"/>
                  </a:moveTo>
                  <a:lnTo>
                    <a:pt x="35528" y="0"/>
                  </a:lnTo>
                  <a:lnTo>
                    <a:pt x="58103" y="5715"/>
                  </a:lnTo>
                  <a:lnTo>
                    <a:pt x="45530" y="129540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5" name="Google Shape;1565;p49"/>
            <p:cNvSpPr/>
            <p:nvPr/>
          </p:nvSpPr>
          <p:spPr>
            <a:xfrm>
              <a:off x="6435044" y="3395076"/>
              <a:ext cx="142752" cy="131160"/>
            </a:xfrm>
            <a:custGeom>
              <a:avLst/>
              <a:gdLst/>
              <a:ahLst/>
              <a:cxnLst/>
              <a:rect l="l" t="t" r="r" b="b"/>
              <a:pathLst>
                <a:path w="142752" h="131160" extrusionOk="0">
                  <a:moveTo>
                    <a:pt x="45" y="100312"/>
                  </a:moveTo>
                  <a:cubicBezTo>
                    <a:pt x="-2908" y="125744"/>
                    <a:pt x="140158" y="145175"/>
                    <a:pt x="142444" y="118029"/>
                  </a:cubicBezTo>
                  <a:cubicBezTo>
                    <a:pt x="145873" y="77167"/>
                    <a:pt x="120346" y="7729"/>
                    <a:pt x="84532" y="586"/>
                  </a:cubicBezTo>
                  <a:cubicBezTo>
                    <a:pt x="50527" y="-6177"/>
                    <a:pt x="6332" y="46782"/>
                    <a:pt x="45" y="100312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6" name="Google Shape;1566;p49"/>
            <p:cNvSpPr/>
            <p:nvPr/>
          </p:nvSpPr>
          <p:spPr>
            <a:xfrm>
              <a:off x="7770114" y="1867376"/>
              <a:ext cx="227837" cy="274891"/>
            </a:xfrm>
            <a:custGeom>
              <a:avLst/>
              <a:gdLst/>
              <a:ahLst/>
              <a:cxnLst/>
              <a:rect l="l" t="t" r="r" b="b"/>
              <a:pathLst>
                <a:path w="227837" h="274891" extrusionOk="0">
                  <a:moveTo>
                    <a:pt x="212407" y="274892"/>
                  </a:moveTo>
                  <a:lnTo>
                    <a:pt x="0" y="47053"/>
                  </a:lnTo>
                  <a:lnTo>
                    <a:pt x="10096" y="0"/>
                  </a:lnTo>
                  <a:lnTo>
                    <a:pt x="227838" y="201359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7" name="Google Shape;1567;p49"/>
            <p:cNvSpPr/>
            <p:nvPr/>
          </p:nvSpPr>
          <p:spPr>
            <a:xfrm>
              <a:off x="8042528" y="1491614"/>
              <a:ext cx="237077" cy="413194"/>
            </a:xfrm>
            <a:custGeom>
              <a:avLst/>
              <a:gdLst/>
              <a:ahLst/>
              <a:cxnLst/>
              <a:rect l="l" t="t" r="r" b="b"/>
              <a:pathLst>
                <a:path w="237077" h="413194" extrusionOk="0">
                  <a:moveTo>
                    <a:pt x="0" y="274892"/>
                  </a:moveTo>
                  <a:lnTo>
                    <a:pt x="237077" y="0"/>
                  </a:lnTo>
                  <a:lnTo>
                    <a:pt x="10954" y="41319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8" name="Google Shape;1568;p49"/>
            <p:cNvSpPr/>
            <p:nvPr/>
          </p:nvSpPr>
          <p:spPr>
            <a:xfrm>
              <a:off x="7722774" y="1251013"/>
              <a:ext cx="239934" cy="206502"/>
            </a:xfrm>
            <a:custGeom>
              <a:avLst/>
              <a:gdLst/>
              <a:ahLst/>
              <a:cxnLst/>
              <a:rect l="l" t="t" r="r" b="b"/>
              <a:pathLst>
                <a:path w="239934" h="206502" extrusionOk="0">
                  <a:moveTo>
                    <a:pt x="222790" y="108585"/>
                  </a:moveTo>
                  <a:lnTo>
                    <a:pt x="15050" y="0"/>
                  </a:lnTo>
                  <a:lnTo>
                    <a:pt x="0" y="35052"/>
                  </a:lnTo>
                  <a:lnTo>
                    <a:pt x="239935" y="206502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69" name="Google Shape;1569;p49"/>
            <p:cNvSpPr/>
            <p:nvPr/>
          </p:nvSpPr>
          <p:spPr>
            <a:xfrm>
              <a:off x="8240648" y="2268664"/>
              <a:ext cx="136588" cy="174117"/>
            </a:xfrm>
            <a:custGeom>
              <a:avLst/>
              <a:gdLst/>
              <a:ahLst/>
              <a:cxnLst/>
              <a:rect l="l" t="t" r="r" b="b"/>
              <a:pathLst>
                <a:path w="136588" h="174117" extrusionOk="0">
                  <a:moveTo>
                    <a:pt x="116110" y="61055"/>
                  </a:moveTo>
                  <a:lnTo>
                    <a:pt x="19621" y="0"/>
                  </a:lnTo>
                  <a:lnTo>
                    <a:pt x="0" y="30575"/>
                  </a:lnTo>
                  <a:lnTo>
                    <a:pt x="136589" y="174117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0" name="Google Shape;1570;p49"/>
            <p:cNvSpPr/>
            <p:nvPr/>
          </p:nvSpPr>
          <p:spPr>
            <a:xfrm>
              <a:off x="8090344" y="2793968"/>
              <a:ext cx="189261" cy="208121"/>
            </a:xfrm>
            <a:custGeom>
              <a:avLst/>
              <a:gdLst/>
              <a:ahLst/>
              <a:cxnLst/>
              <a:rect l="l" t="t" r="r" b="b"/>
              <a:pathLst>
                <a:path w="189261" h="208121" extrusionOk="0">
                  <a:moveTo>
                    <a:pt x="0" y="159734"/>
                  </a:moveTo>
                  <a:lnTo>
                    <a:pt x="166307" y="0"/>
                  </a:lnTo>
                  <a:lnTo>
                    <a:pt x="189262" y="37624"/>
                  </a:lnTo>
                  <a:lnTo>
                    <a:pt x="31147" y="208121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1" name="Google Shape;1571;p49"/>
            <p:cNvSpPr/>
            <p:nvPr/>
          </p:nvSpPr>
          <p:spPr>
            <a:xfrm>
              <a:off x="4546949" y="1462468"/>
              <a:ext cx="229838" cy="312324"/>
            </a:xfrm>
            <a:custGeom>
              <a:avLst/>
              <a:gdLst/>
              <a:ahLst/>
              <a:cxnLst/>
              <a:rect l="l" t="t" r="r" b="b"/>
              <a:pathLst>
                <a:path w="229838" h="312324" extrusionOk="0">
                  <a:moveTo>
                    <a:pt x="0" y="191071"/>
                  </a:moveTo>
                  <a:lnTo>
                    <a:pt x="172593" y="0"/>
                  </a:lnTo>
                  <a:lnTo>
                    <a:pt x="229838" y="0"/>
                  </a:lnTo>
                  <a:lnTo>
                    <a:pt x="56579" y="31232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2" name="Google Shape;1572;p49"/>
            <p:cNvSpPr/>
            <p:nvPr/>
          </p:nvSpPr>
          <p:spPr>
            <a:xfrm>
              <a:off x="4589430" y="2896933"/>
              <a:ext cx="293941" cy="261556"/>
            </a:xfrm>
            <a:custGeom>
              <a:avLst/>
              <a:gdLst/>
              <a:ahLst/>
              <a:cxnLst/>
              <a:rect l="l" t="t" r="r" b="b"/>
              <a:pathLst>
                <a:path w="293941" h="261556" extrusionOk="0">
                  <a:moveTo>
                    <a:pt x="0" y="164021"/>
                  </a:moveTo>
                  <a:lnTo>
                    <a:pt x="256413" y="0"/>
                  </a:lnTo>
                  <a:lnTo>
                    <a:pt x="293942" y="22098"/>
                  </a:lnTo>
                  <a:lnTo>
                    <a:pt x="22003" y="261557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3" name="Google Shape;1573;p49"/>
            <p:cNvSpPr/>
            <p:nvPr/>
          </p:nvSpPr>
          <p:spPr>
            <a:xfrm>
              <a:off x="4259961" y="1935384"/>
              <a:ext cx="138302" cy="97154"/>
            </a:xfrm>
            <a:custGeom>
              <a:avLst/>
              <a:gdLst/>
              <a:ahLst/>
              <a:cxnLst/>
              <a:rect l="l" t="t" r="r" b="b"/>
              <a:pathLst>
                <a:path w="138302" h="97154" extrusionOk="0">
                  <a:moveTo>
                    <a:pt x="138303" y="0"/>
                  </a:moveTo>
                  <a:lnTo>
                    <a:pt x="0" y="0"/>
                  </a:lnTo>
                  <a:lnTo>
                    <a:pt x="0" y="65342"/>
                  </a:lnTo>
                  <a:lnTo>
                    <a:pt x="138303" y="97155"/>
                  </a:ln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4" name="Google Shape;1574;p49"/>
            <p:cNvSpPr/>
            <p:nvPr/>
          </p:nvSpPr>
          <p:spPr>
            <a:xfrm>
              <a:off x="5554884" y="4255883"/>
              <a:ext cx="152876" cy="80502"/>
            </a:xfrm>
            <a:custGeom>
              <a:avLst/>
              <a:gdLst/>
              <a:ahLst/>
              <a:cxnLst/>
              <a:rect l="l" t="t" r="r" b="b"/>
              <a:pathLst>
                <a:path w="152876" h="80502" extrusionOk="0">
                  <a:moveTo>
                    <a:pt x="0" y="55893"/>
                  </a:moveTo>
                  <a:cubicBezTo>
                    <a:pt x="0" y="55893"/>
                    <a:pt x="11144" y="-2400"/>
                    <a:pt x="68961" y="77"/>
                  </a:cubicBezTo>
                  <a:cubicBezTo>
                    <a:pt x="126778" y="2553"/>
                    <a:pt x="152876" y="73229"/>
                    <a:pt x="152876" y="73229"/>
                  </a:cubicBezTo>
                  <a:cubicBezTo>
                    <a:pt x="152876" y="73229"/>
                    <a:pt x="67151" y="98089"/>
                    <a:pt x="0" y="55893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5" name="Google Shape;1575;p49"/>
            <p:cNvSpPr/>
            <p:nvPr/>
          </p:nvSpPr>
          <p:spPr>
            <a:xfrm>
              <a:off x="5779674" y="4426968"/>
              <a:ext cx="343852" cy="168892"/>
            </a:xfrm>
            <a:custGeom>
              <a:avLst/>
              <a:gdLst/>
              <a:ahLst/>
              <a:cxnLst/>
              <a:rect l="l" t="t" r="r" b="b"/>
              <a:pathLst>
                <a:path w="343852" h="168892" extrusionOk="0">
                  <a:moveTo>
                    <a:pt x="0" y="88739"/>
                  </a:moveTo>
                  <a:cubicBezTo>
                    <a:pt x="0" y="88739"/>
                    <a:pt x="28765" y="-23656"/>
                    <a:pt x="177927" y="4538"/>
                  </a:cubicBezTo>
                  <a:cubicBezTo>
                    <a:pt x="327088" y="32732"/>
                    <a:pt x="343853" y="159510"/>
                    <a:pt x="343853" y="159510"/>
                  </a:cubicBezTo>
                  <a:cubicBezTo>
                    <a:pt x="343853" y="159510"/>
                    <a:pt x="109252" y="201991"/>
                    <a:pt x="0" y="106170"/>
                  </a:cubicBezTo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6" name="Google Shape;1576;p49"/>
            <p:cNvSpPr/>
            <p:nvPr/>
          </p:nvSpPr>
          <p:spPr>
            <a:xfrm>
              <a:off x="6155304" y="3459026"/>
              <a:ext cx="141539" cy="228482"/>
            </a:xfrm>
            <a:custGeom>
              <a:avLst/>
              <a:gdLst/>
              <a:ahLst/>
              <a:cxnLst/>
              <a:rect l="l" t="t" r="r" b="b"/>
              <a:pathLst>
                <a:path w="141539" h="228482" extrusionOk="0">
                  <a:moveTo>
                    <a:pt x="55852" y="228482"/>
                  </a:moveTo>
                  <a:cubicBezTo>
                    <a:pt x="55852" y="228482"/>
                    <a:pt x="-29873" y="128374"/>
                    <a:pt x="11085" y="98466"/>
                  </a:cubicBezTo>
                  <a:cubicBezTo>
                    <a:pt x="52138" y="68557"/>
                    <a:pt x="68426" y="144662"/>
                    <a:pt x="68426" y="144662"/>
                  </a:cubicBezTo>
                  <a:cubicBezTo>
                    <a:pt x="68426" y="144662"/>
                    <a:pt x="26039" y="24266"/>
                    <a:pt x="93191" y="1692"/>
                  </a:cubicBezTo>
                  <a:cubicBezTo>
                    <a:pt x="160342" y="-20882"/>
                    <a:pt x="137958" y="189906"/>
                    <a:pt x="137958" y="189906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77" name="Google Shape;1577;p49"/>
            <p:cNvSpPr/>
            <p:nvPr/>
          </p:nvSpPr>
          <p:spPr>
            <a:xfrm>
              <a:off x="5445887" y="3686210"/>
              <a:ext cx="166639" cy="160461"/>
            </a:xfrm>
            <a:custGeom>
              <a:avLst/>
              <a:gdLst/>
              <a:ahLst/>
              <a:cxnLst/>
              <a:rect l="l" t="t" r="r" b="b"/>
              <a:pathLst>
                <a:path w="166639" h="160461" extrusionOk="0">
                  <a:moveTo>
                    <a:pt x="1936" y="160461"/>
                  </a:moveTo>
                  <a:cubicBezTo>
                    <a:pt x="1936" y="160461"/>
                    <a:pt x="-10351" y="-2797"/>
                    <a:pt x="26986" y="1298"/>
                  </a:cubicBezTo>
                  <a:cubicBezTo>
                    <a:pt x="64229" y="5394"/>
                    <a:pt x="43179" y="59877"/>
                    <a:pt x="43179" y="59877"/>
                  </a:cubicBezTo>
                  <a:cubicBezTo>
                    <a:pt x="43179" y="59877"/>
                    <a:pt x="86613" y="-10322"/>
                    <a:pt x="138810" y="1298"/>
                  </a:cubicBezTo>
                  <a:cubicBezTo>
                    <a:pt x="191007" y="12919"/>
                    <a:pt x="153764" y="128457"/>
                    <a:pt x="153764" y="128457"/>
                  </a:cubicBezTo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578" name="Google Shape;1578;p49"/>
          <p:cNvGrpSpPr/>
          <p:nvPr/>
        </p:nvGrpSpPr>
        <p:grpSpPr>
          <a:xfrm>
            <a:off x="4590590" y="2387722"/>
            <a:ext cx="2735342" cy="1823597"/>
            <a:chOff x="2524125" y="1047750"/>
            <a:chExt cx="7143750" cy="4762594"/>
          </a:xfrm>
        </p:grpSpPr>
        <p:sp>
          <p:nvSpPr>
            <p:cNvPr id="1579" name="Google Shape;1579;p49"/>
            <p:cNvSpPr/>
            <p:nvPr/>
          </p:nvSpPr>
          <p:spPr>
            <a:xfrm>
              <a:off x="2803588" y="1047750"/>
              <a:ext cx="312324" cy="669893"/>
            </a:xfrm>
            <a:custGeom>
              <a:avLst/>
              <a:gdLst/>
              <a:ahLst/>
              <a:cxnLst/>
              <a:rect l="l" t="t" r="r" b="b"/>
              <a:pathLst>
                <a:path w="312324" h="669893" extrusionOk="0">
                  <a:moveTo>
                    <a:pt x="0" y="520256"/>
                  </a:moveTo>
                  <a:lnTo>
                    <a:pt x="232124" y="0"/>
                  </a:lnTo>
                  <a:lnTo>
                    <a:pt x="312325" y="0"/>
                  </a:lnTo>
                  <a:lnTo>
                    <a:pt x="47149" y="669893"/>
                  </a:lnTo>
                </a:path>
              </a:pathLst>
            </a:custGeom>
            <a:solidFill>
              <a:srgbClr val="4748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0" name="Google Shape;1580;p49"/>
            <p:cNvSpPr/>
            <p:nvPr/>
          </p:nvSpPr>
          <p:spPr>
            <a:xfrm>
              <a:off x="2803588" y="1047750"/>
              <a:ext cx="312324" cy="669893"/>
            </a:xfrm>
            <a:custGeom>
              <a:avLst/>
              <a:gdLst/>
              <a:ahLst/>
              <a:cxnLst/>
              <a:rect l="l" t="t" r="r" b="b"/>
              <a:pathLst>
                <a:path w="312324" h="669893" extrusionOk="0">
                  <a:moveTo>
                    <a:pt x="0" y="520256"/>
                  </a:moveTo>
                  <a:lnTo>
                    <a:pt x="232124" y="0"/>
                  </a:lnTo>
                  <a:lnTo>
                    <a:pt x="312325" y="0"/>
                  </a:lnTo>
                  <a:lnTo>
                    <a:pt x="47149" y="669893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1" name="Google Shape;1581;p49"/>
            <p:cNvSpPr/>
            <p:nvPr/>
          </p:nvSpPr>
          <p:spPr>
            <a:xfrm>
              <a:off x="2678810" y="2717196"/>
              <a:ext cx="171926" cy="278320"/>
            </a:xfrm>
            <a:custGeom>
              <a:avLst/>
              <a:gdLst/>
              <a:ahLst/>
              <a:cxnLst/>
              <a:rect l="l" t="t" r="r" b="b"/>
              <a:pathLst>
                <a:path w="171926" h="278320" extrusionOk="0">
                  <a:moveTo>
                    <a:pt x="171926" y="129159"/>
                  </a:moveTo>
                  <a:lnTo>
                    <a:pt x="29051" y="0"/>
                  </a:lnTo>
                  <a:lnTo>
                    <a:pt x="0" y="64579"/>
                  </a:lnTo>
                  <a:lnTo>
                    <a:pt x="124778" y="278321"/>
                  </a:lnTo>
                </a:path>
              </a:pathLst>
            </a:custGeom>
            <a:solidFill>
              <a:srgbClr val="4748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2" name="Google Shape;1582;p49"/>
            <p:cNvSpPr/>
            <p:nvPr/>
          </p:nvSpPr>
          <p:spPr>
            <a:xfrm>
              <a:off x="2678810" y="2717196"/>
              <a:ext cx="171926" cy="278320"/>
            </a:xfrm>
            <a:custGeom>
              <a:avLst/>
              <a:gdLst/>
              <a:ahLst/>
              <a:cxnLst/>
              <a:rect l="l" t="t" r="r" b="b"/>
              <a:pathLst>
                <a:path w="171926" h="278320" extrusionOk="0">
                  <a:moveTo>
                    <a:pt x="171926" y="129159"/>
                  </a:moveTo>
                  <a:lnTo>
                    <a:pt x="29051" y="0"/>
                  </a:lnTo>
                  <a:lnTo>
                    <a:pt x="0" y="64579"/>
                  </a:lnTo>
                  <a:lnTo>
                    <a:pt x="124778" y="27832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3" name="Google Shape;1583;p49"/>
            <p:cNvSpPr/>
            <p:nvPr/>
          </p:nvSpPr>
          <p:spPr>
            <a:xfrm>
              <a:off x="3673887" y="3992403"/>
              <a:ext cx="186975" cy="295751"/>
            </a:xfrm>
            <a:custGeom>
              <a:avLst/>
              <a:gdLst/>
              <a:ahLst/>
              <a:cxnLst/>
              <a:rect l="l" t="t" r="r" b="b"/>
              <a:pathLst>
                <a:path w="186975" h="295751" extrusionOk="0">
                  <a:moveTo>
                    <a:pt x="186976" y="86296"/>
                  </a:moveTo>
                  <a:lnTo>
                    <a:pt x="31718" y="0"/>
                  </a:lnTo>
                  <a:lnTo>
                    <a:pt x="0" y="86296"/>
                  </a:lnTo>
                  <a:lnTo>
                    <a:pt x="186976" y="29575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4" name="Google Shape;1584;p49"/>
            <p:cNvSpPr/>
            <p:nvPr/>
          </p:nvSpPr>
          <p:spPr>
            <a:xfrm>
              <a:off x="9094279" y="1047750"/>
              <a:ext cx="430624" cy="3088195"/>
            </a:xfrm>
            <a:custGeom>
              <a:avLst/>
              <a:gdLst/>
              <a:ahLst/>
              <a:cxnLst/>
              <a:rect l="l" t="t" r="r" b="b"/>
              <a:pathLst>
                <a:path w="430624" h="3088195" extrusionOk="0">
                  <a:moveTo>
                    <a:pt x="430625" y="0"/>
                  </a:moveTo>
                  <a:lnTo>
                    <a:pt x="82105" y="0"/>
                  </a:lnTo>
                  <a:lnTo>
                    <a:pt x="0" y="3088196"/>
                  </a:lnTo>
                  <a:lnTo>
                    <a:pt x="430625" y="2905316"/>
                  </a:lnTo>
                  <a:lnTo>
                    <a:pt x="43062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5" name="Google Shape;1585;p49"/>
            <p:cNvSpPr/>
            <p:nvPr/>
          </p:nvSpPr>
          <p:spPr>
            <a:xfrm>
              <a:off x="9220676" y="1047750"/>
              <a:ext cx="304228" cy="3034474"/>
            </a:xfrm>
            <a:custGeom>
              <a:avLst/>
              <a:gdLst/>
              <a:ahLst/>
              <a:cxnLst/>
              <a:rect l="l" t="t" r="r" b="b"/>
              <a:pathLst>
                <a:path w="304228" h="3034474" extrusionOk="0">
                  <a:moveTo>
                    <a:pt x="0" y="3034474"/>
                  </a:moveTo>
                  <a:lnTo>
                    <a:pt x="207740" y="0"/>
                  </a:lnTo>
                  <a:lnTo>
                    <a:pt x="304229" y="0"/>
                  </a:lnTo>
                  <a:lnTo>
                    <a:pt x="304229" y="2798921"/>
                  </a:lnTo>
                  <a:lnTo>
                    <a:pt x="0" y="3034474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6" name="Google Shape;1586;p49"/>
            <p:cNvSpPr/>
            <p:nvPr/>
          </p:nvSpPr>
          <p:spPr>
            <a:xfrm>
              <a:off x="3767423" y="1047750"/>
              <a:ext cx="492537" cy="4221480"/>
            </a:xfrm>
            <a:custGeom>
              <a:avLst/>
              <a:gdLst/>
              <a:ahLst/>
              <a:cxnLst/>
              <a:rect l="l" t="t" r="r" b="b"/>
              <a:pathLst>
                <a:path w="492537" h="4221480" extrusionOk="0">
                  <a:moveTo>
                    <a:pt x="425767" y="0"/>
                  </a:moveTo>
                  <a:lnTo>
                    <a:pt x="144018" y="0"/>
                  </a:lnTo>
                  <a:lnTo>
                    <a:pt x="0" y="4102132"/>
                  </a:lnTo>
                  <a:lnTo>
                    <a:pt x="492538" y="4221480"/>
                  </a:lnTo>
                  <a:lnTo>
                    <a:pt x="425767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7" name="Google Shape;1587;p49"/>
            <p:cNvSpPr/>
            <p:nvPr/>
          </p:nvSpPr>
          <p:spPr>
            <a:xfrm>
              <a:off x="2524125" y="1047750"/>
              <a:ext cx="2475285" cy="401448"/>
            </a:xfrm>
            <a:custGeom>
              <a:avLst/>
              <a:gdLst/>
              <a:ahLst/>
              <a:cxnLst/>
              <a:rect l="l" t="t" r="r" b="b"/>
              <a:pathLst>
                <a:path w="2475285" h="401448" extrusionOk="0">
                  <a:moveTo>
                    <a:pt x="0" y="0"/>
                  </a:moveTo>
                  <a:lnTo>
                    <a:pt x="0" y="379000"/>
                  </a:lnTo>
                  <a:cubicBezTo>
                    <a:pt x="0" y="379000"/>
                    <a:pt x="308800" y="273558"/>
                    <a:pt x="410242" y="65913"/>
                  </a:cubicBezTo>
                  <a:cubicBezTo>
                    <a:pt x="579215" y="190881"/>
                    <a:pt x="838772" y="203549"/>
                    <a:pt x="838772" y="203549"/>
                  </a:cubicBezTo>
                  <a:cubicBezTo>
                    <a:pt x="838772" y="203549"/>
                    <a:pt x="858203" y="450723"/>
                    <a:pt x="1324832" y="334994"/>
                  </a:cubicBezTo>
                  <a:cubicBezTo>
                    <a:pt x="1471517" y="459867"/>
                    <a:pt x="2509742" y="440055"/>
                    <a:pt x="2474405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8" name="Google Shape;1588;p49"/>
            <p:cNvSpPr/>
            <p:nvPr/>
          </p:nvSpPr>
          <p:spPr>
            <a:xfrm>
              <a:off x="3767423" y="1910714"/>
              <a:ext cx="373284" cy="3346132"/>
            </a:xfrm>
            <a:custGeom>
              <a:avLst/>
              <a:gdLst/>
              <a:ahLst/>
              <a:cxnLst/>
              <a:rect l="l" t="t" r="r" b="b"/>
              <a:pathLst>
                <a:path w="373284" h="3346132" extrusionOk="0">
                  <a:moveTo>
                    <a:pt x="113729" y="0"/>
                  </a:moveTo>
                  <a:lnTo>
                    <a:pt x="373285" y="3346133"/>
                  </a:lnTo>
                  <a:lnTo>
                    <a:pt x="0" y="3201448"/>
                  </a:lnTo>
                  <a:lnTo>
                    <a:pt x="11372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89" name="Google Shape;1589;p49"/>
            <p:cNvSpPr/>
            <p:nvPr/>
          </p:nvSpPr>
          <p:spPr>
            <a:xfrm>
              <a:off x="2734722" y="1047750"/>
              <a:ext cx="232124" cy="3698462"/>
            </a:xfrm>
            <a:custGeom>
              <a:avLst/>
              <a:gdLst/>
              <a:ahLst/>
              <a:cxnLst/>
              <a:rect l="l" t="t" r="r" b="b"/>
              <a:pathLst>
                <a:path w="232124" h="3698462" extrusionOk="0">
                  <a:moveTo>
                    <a:pt x="68866" y="3662839"/>
                  </a:moveTo>
                  <a:lnTo>
                    <a:pt x="0" y="0"/>
                  </a:lnTo>
                  <a:lnTo>
                    <a:pt x="116015" y="0"/>
                  </a:lnTo>
                  <a:lnTo>
                    <a:pt x="232124" y="3698462"/>
                  </a:lnTo>
                </a:path>
              </a:pathLst>
            </a:custGeom>
            <a:solidFill>
              <a:srgbClr val="4748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0" name="Google Shape;1590;p49"/>
            <p:cNvSpPr/>
            <p:nvPr/>
          </p:nvSpPr>
          <p:spPr>
            <a:xfrm>
              <a:off x="2734722" y="1047750"/>
              <a:ext cx="232124" cy="3698462"/>
            </a:xfrm>
            <a:custGeom>
              <a:avLst/>
              <a:gdLst/>
              <a:ahLst/>
              <a:cxnLst/>
              <a:rect l="l" t="t" r="r" b="b"/>
              <a:pathLst>
                <a:path w="232124" h="3698462" extrusionOk="0">
                  <a:moveTo>
                    <a:pt x="68866" y="3662839"/>
                  </a:moveTo>
                  <a:lnTo>
                    <a:pt x="0" y="0"/>
                  </a:lnTo>
                  <a:lnTo>
                    <a:pt x="116015" y="0"/>
                  </a:lnTo>
                  <a:lnTo>
                    <a:pt x="232124" y="3698462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1" name="Google Shape;1591;p49"/>
            <p:cNvSpPr/>
            <p:nvPr/>
          </p:nvSpPr>
          <p:spPr>
            <a:xfrm>
              <a:off x="6590918" y="1047750"/>
              <a:ext cx="336804" cy="3932872"/>
            </a:xfrm>
            <a:custGeom>
              <a:avLst/>
              <a:gdLst/>
              <a:ahLst/>
              <a:cxnLst/>
              <a:rect l="l" t="t" r="r" b="b"/>
              <a:pathLst>
                <a:path w="336804" h="3932872" extrusionOk="0">
                  <a:moveTo>
                    <a:pt x="0" y="3932873"/>
                  </a:moveTo>
                  <a:lnTo>
                    <a:pt x="104680" y="0"/>
                  </a:lnTo>
                  <a:lnTo>
                    <a:pt x="220790" y="0"/>
                  </a:lnTo>
                  <a:lnTo>
                    <a:pt x="336804" y="3698462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2" name="Google Shape;1592;p49"/>
            <p:cNvSpPr/>
            <p:nvPr/>
          </p:nvSpPr>
          <p:spPr>
            <a:xfrm>
              <a:off x="6728936" y="3120008"/>
              <a:ext cx="197643" cy="1626203"/>
            </a:xfrm>
            <a:custGeom>
              <a:avLst/>
              <a:gdLst/>
              <a:ahLst/>
              <a:cxnLst/>
              <a:rect l="l" t="t" r="r" b="b"/>
              <a:pathLst>
                <a:path w="197643" h="1626203" extrusionOk="0">
                  <a:moveTo>
                    <a:pt x="147733" y="0"/>
                  </a:moveTo>
                  <a:lnTo>
                    <a:pt x="197644" y="1590770"/>
                  </a:lnTo>
                  <a:lnTo>
                    <a:pt x="0" y="1626203"/>
                  </a:lnTo>
                  <a:lnTo>
                    <a:pt x="147733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3" name="Google Shape;1593;p49"/>
            <p:cNvSpPr/>
            <p:nvPr/>
          </p:nvSpPr>
          <p:spPr>
            <a:xfrm>
              <a:off x="2524125" y="3746226"/>
              <a:ext cx="7143750" cy="2064118"/>
            </a:xfrm>
            <a:custGeom>
              <a:avLst/>
              <a:gdLst/>
              <a:ahLst/>
              <a:cxnLst/>
              <a:rect l="l" t="t" r="r" b="b"/>
              <a:pathLst>
                <a:path w="7143750" h="2064118" extrusionOk="0">
                  <a:moveTo>
                    <a:pt x="0" y="2064023"/>
                  </a:moveTo>
                  <a:lnTo>
                    <a:pt x="0" y="794055"/>
                  </a:lnTo>
                  <a:cubicBezTo>
                    <a:pt x="892778" y="904259"/>
                    <a:pt x="1516285" y="1421181"/>
                    <a:pt x="2742057" y="1381367"/>
                  </a:cubicBezTo>
                  <a:cubicBezTo>
                    <a:pt x="3967448" y="1341552"/>
                    <a:pt x="5442776" y="-209689"/>
                    <a:pt x="7143750" y="23959"/>
                  </a:cubicBezTo>
                  <a:lnTo>
                    <a:pt x="7143750" y="2064119"/>
                  </a:lnTo>
                  <a:lnTo>
                    <a:pt x="0" y="206411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4" name="Google Shape;1594;p49"/>
            <p:cNvSpPr/>
            <p:nvPr/>
          </p:nvSpPr>
          <p:spPr>
            <a:xfrm>
              <a:off x="2524125" y="4870418"/>
              <a:ext cx="4526565" cy="939831"/>
            </a:xfrm>
            <a:custGeom>
              <a:avLst/>
              <a:gdLst/>
              <a:ahLst/>
              <a:cxnLst/>
              <a:rect l="l" t="t" r="r" b="b"/>
              <a:pathLst>
                <a:path w="4526565" h="939831" extrusionOk="0">
                  <a:moveTo>
                    <a:pt x="0" y="939832"/>
                  </a:moveTo>
                  <a:lnTo>
                    <a:pt x="0" y="0"/>
                  </a:lnTo>
                  <a:cubicBezTo>
                    <a:pt x="0" y="0"/>
                    <a:pt x="1747552" y="912305"/>
                    <a:pt x="2858167" y="702659"/>
                  </a:cubicBezTo>
                  <a:cubicBezTo>
                    <a:pt x="4020979" y="483203"/>
                    <a:pt x="3630740" y="768287"/>
                    <a:pt x="3630740" y="768287"/>
                  </a:cubicBezTo>
                  <a:cubicBezTo>
                    <a:pt x="3630740" y="768287"/>
                    <a:pt x="4526566" y="528733"/>
                    <a:pt x="4526566" y="939737"/>
                  </a:cubicBezTo>
                  <a:lnTo>
                    <a:pt x="0" y="9397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5" name="Google Shape;1595;p49"/>
            <p:cNvSpPr/>
            <p:nvPr/>
          </p:nvSpPr>
          <p:spPr>
            <a:xfrm>
              <a:off x="7822429" y="3952454"/>
              <a:ext cx="1446482" cy="718520"/>
            </a:xfrm>
            <a:custGeom>
              <a:avLst/>
              <a:gdLst/>
              <a:ahLst/>
              <a:cxnLst/>
              <a:rect l="l" t="t" r="r" b="b"/>
              <a:pathLst>
                <a:path w="1446482" h="718520" extrusionOk="0">
                  <a:moveTo>
                    <a:pt x="357" y="559252"/>
                  </a:moveTo>
                  <a:cubicBezTo>
                    <a:pt x="20455" y="947586"/>
                    <a:pt x="1502831" y="549441"/>
                    <a:pt x="1444824" y="178538"/>
                  </a:cubicBezTo>
                  <a:cubicBezTo>
                    <a:pt x="1386816" y="-192366"/>
                    <a:pt x="-25741" y="53475"/>
                    <a:pt x="357" y="55925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6" name="Google Shape;1596;p49"/>
            <p:cNvSpPr/>
            <p:nvPr/>
          </p:nvSpPr>
          <p:spPr>
            <a:xfrm>
              <a:off x="6188758" y="4955776"/>
              <a:ext cx="469053" cy="232795"/>
            </a:xfrm>
            <a:custGeom>
              <a:avLst/>
              <a:gdLst/>
              <a:ahLst/>
              <a:cxnLst/>
              <a:rect l="l" t="t" r="r" b="b"/>
              <a:pathLst>
                <a:path w="469053" h="232795" extrusionOk="0">
                  <a:moveTo>
                    <a:pt x="872" y="193057"/>
                  </a:moveTo>
                  <a:cubicBezTo>
                    <a:pt x="18874" y="306786"/>
                    <a:pt x="497791" y="151052"/>
                    <a:pt x="467692" y="43324"/>
                  </a:cubicBezTo>
                  <a:cubicBezTo>
                    <a:pt x="437593" y="-64308"/>
                    <a:pt x="-22655" y="44848"/>
                    <a:pt x="872" y="193057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7" name="Google Shape;1597;p49"/>
            <p:cNvSpPr/>
            <p:nvPr/>
          </p:nvSpPr>
          <p:spPr>
            <a:xfrm>
              <a:off x="6679734" y="4974163"/>
              <a:ext cx="680472" cy="383683"/>
            </a:xfrm>
            <a:custGeom>
              <a:avLst/>
              <a:gdLst/>
              <a:ahLst/>
              <a:cxnLst/>
              <a:rect l="l" t="t" r="r" b="b"/>
              <a:pathLst>
                <a:path w="680472" h="383683" extrusionOk="0">
                  <a:moveTo>
                    <a:pt x="3291" y="366218"/>
                  </a:moveTo>
                  <a:cubicBezTo>
                    <a:pt x="24818" y="441561"/>
                    <a:pt x="740431" y="260586"/>
                    <a:pt x="676423" y="63704"/>
                  </a:cubicBezTo>
                  <a:cubicBezTo>
                    <a:pt x="612415" y="-133178"/>
                    <a:pt x="-52240" y="171432"/>
                    <a:pt x="3291" y="36621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8" name="Google Shape;1598;p49"/>
            <p:cNvSpPr/>
            <p:nvPr/>
          </p:nvSpPr>
          <p:spPr>
            <a:xfrm>
              <a:off x="7131160" y="4533184"/>
              <a:ext cx="311034" cy="176671"/>
            </a:xfrm>
            <a:custGeom>
              <a:avLst/>
              <a:gdLst/>
              <a:ahLst/>
              <a:cxnLst/>
              <a:rect l="l" t="t" r="r" b="b"/>
              <a:pathLst>
                <a:path w="311034" h="176671" extrusionOk="0">
                  <a:moveTo>
                    <a:pt x="3160" y="157211"/>
                  </a:moveTo>
                  <a:cubicBezTo>
                    <a:pt x="-33893" y="97299"/>
                    <a:pt x="266335" y="-67579"/>
                    <a:pt x="307293" y="30433"/>
                  </a:cubicBezTo>
                  <a:cubicBezTo>
                    <a:pt x="348250" y="128446"/>
                    <a:pt x="40212" y="217124"/>
                    <a:pt x="3160" y="15721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599" name="Google Shape;1599;p49"/>
            <p:cNvSpPr/>
            <p:nvPr/>
          </p:nvSpPr>
          <p:spPr>
            <a:xfrm>
              <a:off x="9153447" y="3860461"/>
              <a:ext cx="181670" cy="73839"/>
            </a:xfrm>
            <a:custGeom>
              <a:avLst/>
              <a:gdLst/>
              <a:ahLst/>
              <a:cxnLst/>
              <a:rect l="l" t="t" r="r" b="b"/>
              <a:pathLst>
                <a:path w="181670" h="73839" extrusionOk="0">
                  <a:moveTo>
                    <a:pt x="268" y="42788"/>
                  </a:moveTo>
                  <a:cubicBezTo>
                    <a:pt x="-8018" y="4878"/>
                    <a:pt x="178291" y="-25888"/>
                    <a:pt x="181624" y="32596"/>
                  </a:cubicBezTo>
                  <a:cubicBezTo>
                    <a:pt x="184958" y="91079"/>
                    <a:pt x="8555" y="80697"/>
                    <a:pt x="268" y="4278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0" name="Google Shape;1600;p49"/>
            <p:cNvSpPr/>
            <p:nvPr/>
          </p:nvSpPr>
          <p:spPr>
            <a:xfrm>
              <a:off x="4927219" y="5234894"/>
              <a:ext cx="455489" cy="138637"/>
            </a:xfrm>
            <a:custGeom>
              <a:avLst/>
              <a:gdLst/>
              <a:ahLst/>
              <a:cxnLst/>
              <a:rect l="l" t="t" r="r" b="b"/>
              <a:pathLst>
                <a:path w="455489" h="138637" extrusionOk="0">
                  <a:moveTo>
                    <a:pt x="159" y="74532"/>
                  </a:moveTo>
                  <a:cubicBezTo>
                    <a:pt x="9969" y="175401"/>
                    <a:pt x="471265" y="146159"/>
                    <a:pt x="455073" y="63292"/>
                  </a:cubicBezTo>
                  <a:cubicBezTo>
                    <a:pt x="438880" y="-19575"/>
                    <a:pt x="-9652" y="-26338"/>
                    <a:pt x="159" y="7453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1" name="Google Shape;1601;p49"/>
            <p:cNvSpPr/>
            <p:nvPr/>
          </p:nvSpPr>
          <p:spPr>
            <a:xfrm>
              <a:off x="5155025" y="5198268"/>
              <a:ext cx="165354" cy="117094"/>
            </a:xfrm>
            <a:custGeom>
              <a:avLst/>
              <a:gdLst/>
              <a:ahLst/>
              <a:cxnLst/>
              <a:rect l="l" t="t" r="r" b="b"/>
              <a:pathLst>
                <a:path w="165354" h="117094" extrusionOk="0">
                  <a:moveTo>
                    <a:pt x="0" y="105918"/>
                  </a:moveTo>
                  <a:cubicBezTo>
                    <a:pt x="0" y="105918"/>
                    <a:pt x="9716" y="0"/>
                    <a:pt x="81534" y="0"/>
                  </a:cubicBezTo>
                  <a:cubicBezTo>
                    <a:pt x="153353" y="0"/>
                    <a:pt x="165354" y="105918"/>
                    <a:pt x="165354" y="105918"/>
                  </a:cubicBezTo>
                  <a:cubicBezTo>
                    <a:pt x="165354" y="105918"/>
                    <a:pt x="59055" y="131064"/>
                    <a:pt x="0" y="10591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2" name="Google Shape;1602;p49"/>
            <p:cNvSpPr/>
            <p:nvPr/>
          </p:nvSpPr>
          <p:spPr>
            <a:xfrm>
              <a:off x="5508021" y="5297285"/>
              <a:ext cx="653129" cy="365349"/>
            </a:xfrm>
            <a:custGeom>
              <a:avLst/>
              <a:gdLst/>
              <a:ahLst/>
              <a:cxnLst/>
              <a:rect l="l" t="t" r="r" b="b"/>
              <a:pathLst>
                <a:path w="653129" h="365349" extrusionOk="0">
                  <a:moveTo>
                    <a:pt x="653129" y="275792"/>
                  </a:moveTo>
                  <a:cubicBezTo>
                    <a:pt x="653129" y="275792"/>
                    <a:pt x="271653" y="407428"/>
                    <a:pt x="0" y="351516"/>
                  </a:cubicBezTo>
                  <a:cubicBezTo>
                    <a:pt x="0" y="351516"/>
                    <a:pt x="40958" y="185876"/>
                    <a:pt x="172784" y="81006"/>
                  </a:cubicBezTo>
                  <a:cubicBezTo>
                    <a:pt x="214313" y="47859"/>
                    <a:pt x="264890" y="20808"/>
                    <a:pt x="326041" y="6902"/>
                  </a:cubicBezTo>
                  <a:cubicBezTo>
                    <a:pt x="432054" y="-17197"/>
                    <a:pt x="506444" y="25094"/>
                    <a:pt x="557117" y="82911"/>
                  </a:cubicBezTo>
                  <a:lnTo>
                    <a:pt x="557213" y="82911"/>
                  </a:lnTo>
                  <a:cubicBezTo>
                    <a:pt x="628555" y="164064"/>
                    <a:pt x="653129" y="275792"/>
                    <a:pt x="653129" y="275792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3" name="Google Shape;1603;p49"/>
            <p:cNvSpPr/>
            <p:nvPr/>
          </p:nvSpPr>
          <p:spPr>
            <a:xfrm>
              <a:off x="5508021" y="5378291"/>
              <a:ext cx="653129" cy="284343"/>
            </a:xfrm>
            <a:custGeom>
              <a:avLst/>
              <a:gdLst/>
              <a:ahLst/>
              <a:cxnLst/>
              <a:rect l="l" t="t" r="r" b="b"/>
              <a:pathLst>
                <a:path w="653129" h="284343" extrusionOk="0">
                  <a:moveTo>
                    <a:pt x="653129" y="194786"/>
                  </a:moveTo>
                  <a:cubicBezTo>
                    <a:pt x="653129" y="194786"/>
                    <a:pt x="271653" y="326422"/>
                    <a:pt x="0" y="270510"/>
                  </a:cubicBezTo>
                  <a:cubicBezTo>
                    <a:pt x="0" y="270510"/>
                    <a:pt x="40958" y="104870"/>
                    <a:pt x="172784" y="0"/>
                  </a:cubicBezTo>
                  <a:cubicBezTo>
                    <a:pt x="237268" y="44291"/>
                    <a:pt x="357378" y="82487"/>
                    <a:pt x="557117" y="1905"/>
                  </a:cubicBezTo>
                  <a:lnTo>
                    <a:pt x="557213" y="1905"/>
                  </a:lnTo>
                  <a:cubicBezTo>
                    <a:pt x="628555" y="83058"/>
                    <a:pt x="653129" y="194786"/>
                    <a:pt x="653129" y="1947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4" name="Google Shape;1604;p49"/>
            <p:cNvSpPr/>
            <p:nvPr/>
          </p:nvSpPr>
          <p:spPr>
            <a:xfrm>
              <a:off x="6769247" y="4793529"/>
              <a:ext cx="205719" cy="109390"/>
            </a:xfrm>
            <a:custGeom>
              <a:avLst/>
              <a:gdLst/>
              <a:ahLst/>
              <a:cxnLst/>
              <a:rect l="l" t="t" r="r" b="b"/>
              <a:pathLst>
                <a:path w="205719" h="109390" extrusionOk="0">
                  <a:moveTo>
                    <a:pt x="11219" y="105559"/>
                  </a:moveTo>
                  <a:cubicBezTo>
                    <a:pt x="11219" y="105559"/>
                    <a:pt x="-34501" y="24787"/>
                    <a:pt x="58653" y="3832"/>
                  </a:cubicBezTo>
                  <a:cubicBezTo>
                    <a:pt x="151808" y="-17123"/>
                    <a:pt x="205719" y="54695"/>
                    <a:pt x="205719" y="54695"/>
                  </a:cubicBezTo>
                  <a:cubicBezTo>
                    <a:pt x="205719" y="54695"/>
                    <a:pt x="97992" y="126514"/>
                    <a:pt x="11219" y="10555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5" name="Google Shape;1605;p49"/>
            <p:cNvSpPr/>
            <p:nvPr/>
          </p:nvSpPr>
          <p:spPr>
            <a:xfrm>
              <a:off x="7128759" y="4825563"/>
              <a:ext cx="127480" cy="55522"/>
            </a:xfrm>
            <a:custGeom>
              <a:avLst/>
              <a:gdLst/>
              <a:ahLst/>
              <a:cxnLst/>
              <a:rect l="l" t="t" r="r" b="b"/>
              <a:pathLst>
                <a:path w="127480" h="55522" extrusionOk="0">
                  <a:moveTo>
                    <a:pt x="2418" y="55427"/>
                  </a:moveTo>
                  <a:cubicBezTo>
                    <a:pt x="2418" y="55427"/>
                    <a:pt x="-16156" y="13612"/>
                    <a:pt x="49662" y="1706"/>
                  </a:cubicBezTo>
                  <a:cubicBezTo>
                    <a:pt x="115479" y="-10295"/>
                    <a:pt x="127481" y="44950"/>
                    <a:pt x="127481" y="44950"/>
                  </a:cubicBezTo>
                  <a:lnTo>
                    <a:pt x="2418" y="55523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6" name="Google Shape;1606;p49"/>
            <p:cNvSpPr/>
            <p:nvPr/>
          </p:nvSpPr>
          <p:spPr>
            <a:xfrm>
              <a:off x="6800550" y="5015845"/>
              <a:ext cx="404826" cy="281578"/>
            </a:xfrm>
            <a:custGeom>
              <a:avLst/>
              <a:gdLst/>
              <a:ahLst/>
              <a:cxnLst/>
              <a:rect l="l" t="t" r="r" b="b"/>
              <a:pathLst>
                <a:path w="404826" h="281578" extrusionOk="0">
                  <a:moveTo>
                    <a:pt x="24779" y="281483"/>
                  </a:moveTo>
                  <a:cubicBezTo>
                    <a:pt x="24779" y="281483"/>
                    <a:pt x="-59041" y="92031"/>
                    <a:pt x="81644" y="19069"/>
                  </a:cubicBezTo>
                  <a:cubicBezTo>
                    <a:pt x="222232" y="-53892"/>
                    <a:pt x="404827" y="106033"/>
                    <a:pt x="404827" y="106033"/>
                  </a:cubicBezTo>
                  <a:cubicBezTo>
                    <a:pt x="404827" y="106033"/>
                    <a:pt x="243283" y="251860"/>
                    <a:pt x="24779" y="28157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7" name="Google Shape;1607;p49"/>
            <p:cNvSpPr/>
            <p:nvPr/>
          </p:nvSpPr>
          <p:spPr>
            <a:xfrm>
              <a:off x="4148708" y="2651283"/>
              <a:ext cx="373591" cy="920400"/>
            </a:xfrm>
            <a:custGeom>
              <a:avLst/>
              <a:gdLst/>
              <a:ahLst/>
              <a:cxnLst/>
              <a:rect l="l" t="t" r="r" b="b"/>
              <a:pathLst>
                <a:path w="373591" h="920400" extrusionOk="0">
                  <a:moveTo>
                    <a:pt x="287274" y="0"/>
                  </a:moveTo>
                  <a:cubicBezTo>
                    <a:pt x="287274" y="0"/>
                    <a:pt x="354997" y="677799"/>
                    <a:pt x="0" y="753809"/>
                  </a:cubicBezTo>
                  <a:cubicBezTo>
                    <a:pt x="6096" y="861536"/>
                    <a:pt x="0" y="920401"/>
                    <a:pt x="0" y="920401"/>
                  </a:cubicBezTo>
                  <a:cubicBezTo>
                    <a:pt x="0" y="920401"/>
                    <a:pt x="439198" y="779621"/>
                    <a:pt x="365188" y="5410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8" name="Google Shape;1608;p49"/>
            <p:cNvSpPr/>
            <p:nvPr/>
          </p:nvSpPr>
          <p:spPr>
            <a:xfrm>
              <a:off x="4065746" y="2251424"/>
              <a:ext cx="730186" cy="597503"/>
            </a:xfrm>
            <a:custGeom>
              <a:avLst/>
              <a:gdLst/>
              <a:ahLst/>
              <a:cxnLst/>
              <a:rect l="l" t="t" r="r" b="b"/>
              <a:pathLst>
                <a:path w="730186" h="597503" extrusionOk="0">
                  <a:moveTo>
                    <a:pt x="730186" y="327374"/>
                  </a:moveTo>
                  <a:cubicBezTo>
                    <a:pt x="730186" y="368998"/>
                    <a:pt x="721519" y="405765"/>
                    <a:pt x="705612" y="437769"/>
                  </a:cubicBezTo>
                  <a:cubicBezTo>
                    <a:pt x="652843" y="544544"/>
                    <a:pt x="520255" y="597503"/>
                    <a:pt x="365093" y="597503"/>
                  </a:cubicBezTo>
                  <a:cubicBezTo>
                    <a:pt x="163449" y="597503"/>
                    <a:pt x="0" y="508159"/>
                    <a:pt x="0" y="327374"/>
                  </a:cubicBezTo>
                  <a:cubicBezTo>
                    <a:pt x="0" y="239173"/>
                    <a:pt x="38862" y="159163"/>
                    <a:pt x="102108" y="100298"/>
                  </a:cubicBezTo>
                  <a:cubicBezTo>
                    <a:pt x="168497" y="38481"/>
                    <a:pt x="261747" y="0"/>
                    <a:pt x="365093" y="0"/>
                  </a:cubicBezTo>
                  <a:cubicBezTo>
                    <a:pt x="566738" y="0"/>
                    <a:pt x="730186" y="146494"/>
                    <a:pt x="730186" y="32737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09" name="Google Shape;1609;p49"/>
            <p:cNvSpPr/>
            <p:nvPr/>
          </p:nvSpPr>
          <p:spPr>
            <a:xfrm>
              <a:off x="3671160" y="2150364"/>
              <a:ext cx="336197" cy="866965"/>
            </a:xfrm>
            <a:custGeom>
              <a:avLst/>
              <a:gdLst/>
              <a:ahLst/>
              <a:cxnLst/>
              <a:rect l="l" t="t" r="r" b="b"/>
              <a:pathLst>
                <a:path w="336197" h="866965" extrusionOk="0">
                  <a:moveTo>
                    <a:pt x="287430" y="614934"/>
                  </a:moveTo>
                  <a:cubicBezTo>
                    <a:pt x="287430" y="614934"/>
                    <a:pt x="64069" y="500920"/>
                    <a:pt x="41780" y="0"/>
                  </a:cubicBezTo>
                  <a:lnTo>
                    <a:pt x="3775" y="0"/>
                  </a:lnTo>
                  <a:cubicBezTo>
                    <a:pt x="3775" y="0"/>
                    <a:pt x="-59947" y="608648"/>
                    <a:pt x="336198" y="866965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0" name="Google Shape;1610;p49"/>
            <p:cNvSpPr/>
            <p:nvPr/>
          </p:nvSpPr>
          <p:spPr>
            <a:xfrm>
              <a:off x="4148804" y="1047750"/>
              <a:ext cx="373570" cy="887634"/>
            </a:xfrm>
            <a:custGeom>
              <a:avLst/>
              <a:gdLst/>
              <a:ahLst/>
              <a:cxnLst/>
              <a:rect l="l" t="t" r="r" b="b"/>
              <a:pathLst>
                <a:path w="373570" h="887634" extrusionOk="0">
                  <a:moveTo>
                    <a:pt x="0" y="669893"/>
                  </a:moveTo>
                  <a:lnTo>
                    <a:pt x="336994" y="0"/>
                  </a:lnTo>
                  <a:lnTo>
                    <a:pt x="373570" y="0"/>
                  </a:lnTo>
                  <a:lnTo>
                    <a:pt x="0" y="887635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1" name="Google Shape;1611;p49"/>
            <p:cNvSpPr/>
            <p:nvPr/>
          </p:nvSpPr>
          <p:spPr>
            <a:xfrm>
              <a:off x="6353078" y="1491519"/>
              <a:ext cx="375858" cy="480821"/>
            </a:xfrm>
            <a:custGeom>
              <a:avLst/>
              <a:gdLst/>
              <a:ahLst/>
              <a:cxnLst/>
              <a:rect l="l" t="t" r="r" b="b"/>
              <a:pathLst>
                <a:path w="375858" h="480821" extrusionOk="0">
                  <a:moveTo>
                    <a:pt x="375858" y="336137"/>
                  </a:moveTo>
                  <a:cubicBezTo>
                    <a:pt x="375858" y="336137"/>
                    <a:pt x="64867" y="310039"/>
                    <a:pt x="51437" y="0"/>
                  </a:cubicBezTo>
                  <a:cubicBezTo>
                    <a:pt x="1" y="6763"/>
                    <a:pt x="1" y="0"/>
                    <a:pt x="1" y="0"/>
                  </a:cubicBezTo>
                  <a:cubicBezTo>
                    <a:pt x="1" y="0"/>
                    <a:pt x="-3618" y="468916"/>
                    <a:pt x="363856" y="480822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2" name="Google Shape;1612;p49"/>
            <p:cNvSpPr/>
            <p:nvPr/>
          </p:nvSpPr>
          <p:spPr>
            <a:xfrm>
              <a:off x="6796182" y="2008727"/>
              <a:ext cx="221456" cy="522160"/>
            </a:xfrm>
            <a:custGeom>
              <a:avLst/>
              <a:gdLst/>
              <a:ahLst/>
              <a:cxnLst/>
              <a:rect l="l" t="t" r="r" b="b"/>
              <a:pathLst>
                <a:path w="221456" h="522160" extrusionOk="0">
                  <a:moveTo>
                    <a:pt x="0" y="315944"/>
                  </a:moveTo>
                  <a:lnTo>
                    <a:pt x="155257" y="0"/>
                  </a:lnTo>
                  <a:lnTo>
                    <a:pt x="221456" y="0"/>
                  </a:lnTo>
                  <a:lnTo>
                    <a:pt x="19336" y="522161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3" name="Google Shape;1613;p49"/>
            <p:cNvSpPr/>
            <p:nvPr/>
          </p:nvSpPr>
          <p:spPr>
            <a:xfrm>
              <a:off x="6462807" y="3687508"/>
              <a:ext cx="283844" cy="329755"/>
            </a:xfrm>
            <a:custGeom>
              <a:avLst/>
              <a:gdLst/>
              <a:ahLst/>
              <a:cxnLst/>
              <a:rect l="l" t="t" r="r" b="b"/>
              <a:pathLst>
                <a:path w="283844" h="329755" extrusionOk="0">
                  <a:moveTo>
                    <a:pt x="82296" y="0"/>
                  </a:moveTo>
                  <a:lnTo>
                    <a:pt x="0" y="76962"/>
                  </a:lnTo>
                  <a:lnTo>
                    <a:pt x="212407" y="329755"/>
                  </a:lnTo>
                  <a:lnTo>
                    <a:pt x="283845" y="159163"/>
                  </a:lnTo>
                  <a:lnTo>
                    <a:pt x="82296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4" name="Google Shape;1614;p49"/>
            <p:cNvSpPr/>
            <p:nvPr/>
          </p:nvSpPr>
          <p:spPr>
            <a:xfrm>
              <a:off x="6819042" y="2831591"/>
              <a:ext cx="165544" cy="244125"/>
            </a:xfrm>
            <a:custGeom>
              <a:avLst/>
              <a:gdLst/>
              <a:ahLst/>
              <a:cxnLst/>
              <a:rect l="l" t="t" r="r" b="b"/>
              <a:pathLst>
                <a:path w="165544" h="244125" extrusionOk="0">
                  <a:moveTo>
                    <a:pt x="0" y="117348"/>
                  </a:moveTo>
                  <a:lnTo>
                    <a:pt x="119158" y="0"/>
                  </a:lnTo>
                  <a:lnTo>
                    <a:pt x="165545" y="17336"/>
                  </a:lnTo>
                  <a:lnTo>
                    <a:pt x="0" y="244126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5" name="Google Shape;1615;p49"/>
            <p:cNvSpPr/>
            <p:nvPr/>
          </p:nvSpPr>
          <p:spPr>
            <a:xfrm>
              <a:off x="8969216" y="1241774"/>
              <a:ext cx="251459" cy="475869"/>
            </a:xfrm>
            <a:custGeom>
              <a:avLst/>
              <a:gdLst/>
              <a:ahLst/>
              <a:cxnLst/>
              <a:rect l="l" t="t" r="r" b="b"/>
              <a:pathLst>
                <a:path w="251459" h="475869" extrusionOk="0">
                  <a:moveTo>
                    <a:pt x="251460" y="249841"/>
                  </a:moveTo>
                  <a:lnTo>
                    <a:pt x="56483" y="0"/>
                  </a:lnTo>
                  <a:lnTo>
                    <a:pt x="0" y="22098"/>
                  </a:lnTo>
                  <a:lnTo>
                    <a:pt x="251460" y="475869"/>
                  </a:lnTo>
                </a:path>
              </a:pathLst>
            </a:custGeom>
            <a:solidFill>
              <a:srgbClr val="47484D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6" name="Google Shape;1616;p49"/>
            <p:cNvSpPr/>
            <p:nvPr/>
          </p:nvSpPr>
          <p:spPr>
            <a:xfrm>
              <a:off x="6590807" y="2442749"/>
              <a:ext cx="427690" cy="210700"/>
            </a:xfrm>
            <a:custGeom>
              <a:avLst/>
              <a:gdLst/>
              <a:ahLst/>
              <a:cxnLst/>
              <a:rect l="l" t="t" r="r" b="b"/>
              <a:pathLst>
                <a:path w="427690" h="210700" extrusionOk="0">
                  <a:moveTo>
                    <a:pt x="111" y="129953"/>
                  </a:moveTo>
                  <a:cubicBezTo>
                    <a:pt x="-7985" y="233966"/>
                    <a:pt x="428832" y="241205"/>
                    <a:pt x="427689" y="129953"/>
                  </a:cubicBezTo>
                  <a:cubicBezTo>
                    <a:pt x="426546" y="18701"/>
                    <a:pt x="17637" y="-96075"/>
                    <a:pt x="111" y="1299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7" name="Google Shape;1617;p49"/>
            <p:cNvSpPr/>
            <p:nvPr/>
          </p:nvSpPr>
          <p:spPr>
            <a:xfrm>
              <a:off x="3397361" y="2016410"/>
              <a:ext cx="427690" cy="210700"/>
            </a:xfrm>
            <a:custGeom>
              <a:avLst/>
              <a:gdLst/>
              <a:ahLst/>
              <a:cxnLst/>
              <a:rect l="l" t="t" r="r" b="b"/>
              <a:pathLst>
                <a:path w="427690" h="210700" extrusionOk="0">
                  <a:moveTo>
                    <a:pt x="111" y="129953"/>
                  </a:moveTo>
                  <a:cubicBezTo>
                    <a:pt x="-7985" y="233966"/>
                    <a:pt x="428831" y="241205"/>
                    <a:pt x="427688" y="129953"/>
                  </a:cubicBezTo>
                  <a:cubicBezTo>
                    <a:pt x="426545" y="18701"/>
                    <a:pt x="17637" y="-96075"/>
                    <a:pt x="111" y="129953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8" name="Google Shape;1618;p49"/>
            <p:cNvSpPr/>
            <p:nvPr/>
          </p:nvSpPr>
          <p:spPr>
            <a:xfrm>
              <a:off x="6147821" y="1113631"/>
              <a:ext cx="861601" cy="445192"/>
            </a:xfrm>
            <a:custGeom>
              <a:avLst/>
              <a:gdLst/>
              <a:ahLst/>
              <a:cxnLst/>
              <a:rect l="l" t="t" r="r" b="b"/>
              <a:pathLst>
                <a:path w="861601" h="445192" extrusionOk="0">
                  <a:moveTo>
                    <a:pt x="858292" y="360267"/>
                  </a:moveTo>
                  <a:cubicBezTo>
                    <a:pt x="819240" y="507523"/>
                    <a:pt x="-20294" y="446563"/>
                    <a:pt x="375" y="304831"/>
                  </a:cubicBezTo>
                  <a:cubicBezTo>
                    <a:pt x="5424" y="269970"/>
                    <a:pt x="13139" y="238537"/>
                    <a:pt x="23045" y="210343"/>
                  </a:cubicBezTo>
                  <a:cubicBezTo>
                    <a:pt x="141536" y="-125604"/>
                    <a:pt x="580734" y="412"/>
                    <a:pt x="771805" y="177672"/>
                  </a:cubicBezTo>
                  <a:cubicBezTo>
                    <a:pt x="836861" y="237966"/>
                    <a:pt x="873151" y="304260"/>
                    <a:pt x="858292" y="360267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19" name="Google Shape;1619;p49"/>
            <p:cNvSpPr/>
            <p:nvPr/>
          </p:nvSpPr>
          <p:spPr>
            <a:xfrm>
              <a:off x="8931903" y="1354312"/>
              <a:ext cx="659677" cy="311521"/>
            </a:xfrm>
            <a:custGeom>
              <a:avLst/>
              <a:gdLst/>
              <a:ahLst/>
              <a:cxnLst/>
              <a:rect l="l" t="t" r="r" b="b"/>
              <a:pathLst>
                <a:path w="659677" h="311521" extrusionOk="0">
                  <a:moveTo>
                    <a:pt x="1595" y="209311"/>
                  </a:moveTo>
                  <a:cubicBezTo>
                    <a:pt x="-36505" y="312086"/>
                    <a:pt x="620434" y="372760"/>
                    <a:pt x="657867" y="215693"/>
                  </a:cubicBezTo>
                  <a:cubicBezTo>
                    <a:pt x="695205" y="58626"/>
                    <a:pt x="144374" y="-175689"/>
                    <a:pt x="1595" y="20931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0" name="Google Shape;1620;p49"/>
            <p:cNvSpPr/>
            <p:nvPr/>
          </p:nvSpPr>
          <p:spPr>
            <a:xfrm>
              <a:off x="4065746" y="2351722"/>
              <a:ext cx="705611" cy="497205"/>
            </a:xfrm>
            <a:custGeom>
              <a:avLst/>
              <a:gdLst/>
              <a:ahLst/>
              <a:cxnLst/>
              <a:rect l="l" t="t" r="r" b="b"/>
              <a:pathLst>
                <a:path w="705611" h="497205" extrusionOk="0">
                  <a:moveTo>
                    <a:pt x="705612" y="337471"/>
                  </a:moveTo>
                  <a:cubicBezTo>
                    <a:pt x="652843" y="444246"/>
                    <a:pt x="520255" y="497205"/>
                    <a:pt x="365093" y="497205"/>
                  </a:cubicBezTo>
                  <a:cubicBezTo>
                    <a:pt x="163449" y="497205"/>
                    <a:pt x="0" y="407861"/>
                    <a:pt x="0" y="227076"/>
                  </a:cubicBezTo>
                  <a:cubicBezTo>
                    <a:pt x="0" y="138875"/>
                    <a:pt x="38862" y="58865"/>
                    <a:pt x="102108" y="0"/>
                  </a:cubicBezTo>
                  <a:cubicBezTo>
                    <a:pt x="144113" y="139256"/>
                    <a:pt x="278416" y="370713"/>
                    <a:pt x="705612" y="33747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1" name="Google Shape;1621;p49"/>
            <p:cNvSpPr/>
            <p:nvPr/>
          </p:nvSpPr>
          <p:spPr>
            <a:xfrm>
              <a:off x="6147821" y="1291304"/>
              <a:ext cx="861601" cy="267520"/>
            </a:xfrm>
            <a:custGeom>
              <a:avLst/>
              <a:gdLst/>
              <a:ahLst/>
              <a:cxnLst/>
              <a:rect l="l" t="t" r="r" b="b"/>
              <a:pathLst>
                <a:path w="861601" h="267520" extrusionOk="0">
                  <a:moveTo>
                    <a:pt x="858292" y="182594"/>
                  </a:moveTo>
                  <a:cubicBezTo>
                    <a:pt x="819240" y="329851"/>
                    <a:pt x="-20294" y="268891"/>
                    <a:pt x="375" y="127159"/>
                  </a:cubicBezTo>
                  <a:cubicBezTo>
                    <a:pt x="5424" y="92297"/>
                    <a:pt x="13139" y="60865"/>
                    <a:pt x="23045" y="32671"/>
                  </a:cubicBezTo>
                  <a:cubicBezTo>
                    <a:pt x="195733" y="57817"/>
                    <a:pt x="531299" y="88964"/>
                    <a:pt x="771805" y="0"/>
                  </a:cubicBezTo>
                  <a:cubicBezTo>
                    <a:pt x="836861" y="60293"/>
                    <a:pt x="873151" y="126587"/>
                    <a:pt x="858292" y="18259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22" name="Google Shape;1622;p49"/>
          <p:cNvGrpSpPr/>
          <p:nvPr/>
        </p:nvGrpSpPr>
        <p:grpSpPr>
          <a:xfrm>
            <a:off x="3360538" y="2387722"/>
            <a:ext cx="1193448" cy="1823561"/>
            <a:chOff x="6551009" y="1047750"/>
            <a:chExt cx="3116865" cy="4762500"/>
          </a:xfrm>
        </p:grpSpPr>
        <p:sp>
          <p:nvSpPr>
            <p:cNvPr id="1623" name="Google Shape;1623;p49"/>
            <p:cNvSpPr/>
            <p:nvPr/>
          </p:nvSpPr>
          <p:spPr>
            <a:xfrm>
              <a:off x="6551009" y="4808669"/>
              <a:ext cx="3116865" cy="1001580"/>
            </a:xfrm>
            <a:custGeom>
              <a:avLst/>
              <a:gdLst/>
              <a:ahLst/>
              <a:cxnLst/>
              <a:rect l="l" t="t" r="r" b="b"/>
              <a:pathLst>
                <a:path w="3116865" h="1001580" extrusionOk="0">
                  <a:moveTo>
                    <a:pt x="3116866" y="1001581"/>
                  </a:moveTo>
                  <a:lnTo>
                    <a:pt x="0" y="1001581"/>
                  </a:lnTo>
                  <a:cubicBezTo>
                    <a:pt x="0" y="1001581"/>
                    <a:pt x="1433418" y="-63409"/>
                    <a:pt x="3116866" y="2980"/>
                  </a:cubicBezTo>
                  <a:cubicBezTo>
                    <a:pt x="3116866" y="715450"/>
                    <a:pt x="3116866" y="1001581"/>
                    <a:pt x="3116866" y="100158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4" name="Google Shape;1624;p49"/>
            <p:cNvSpPr/>
            <p:nvPr/>
          </p:nvSpPr>
          <p:spPr>
            <a:xfrm>
              <a:off x="8390572" y="1047750"/>
              <a:ext cx="961072" cy="4762500"/>
            </a:xfrm>
            <a:custGeom>
              <a:avLst/>
              <a:gdLst/>
              <a:ahLst/>
              <a:cxnLst/>
              <a:rect l="l" t="t" r="r" b="b"/>
              <a:pathLst>
                <a:path w="961072" h="4762500" extrusionOk="0">
                  <a:moveTo>
                    <a:pt x="961072" y="4762500"/>
                  </a:moveTo>
                  <a:lnTo>
                    <a:pt x="298895" y="4762500"/>
                  </a:lnTo>
                  <a:lnTo>
                    <a:pt x="0" y="0"/>
                  </a:lnTo>
                  <a:lnTo>
                    <a:pt x="262128" y="0"/>
                  </a:lnTo>
                  <a:lnTo>
                    <a:pt x="961072" y="47625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5" name="Google Shape;1625;p49"/>
            <p:cNvSpPr/>
            <p:nvPr/>
          </p:nvSpPr>
          <p:spPr>
            <a:xfrm>
              <a:off x="7968424" y="1047750"/>
              <a:ext cx="1058703" cy="264100"/>
            </a:xfrm>
            <a:custGeom>
              <a:avLst/>
              <a:gdLst/>
              <a:ahLst/>
              <a:cxnLst/>
              <a:rect l="l" t="t" r="r" b="b"/>
              <a:pathLst>
                <a:path w="1058703" h="264100" extrusionOk="0">
                  <a:moveTo>
                    <a:pt x="0" y="0"/>
                  </a:moveTo>
                  <a:lnTo>
                    <a:pt x="1058703" y="0"/>
                  </a:lnTo>
                  <a:cubicBezTo>
                    <a:pt x="1058703" y="0"/>
                    <a:pt x="1000697" y="254222"/>
                    <a:pt x="577215" y="263843"/>
                  </a:cubicBezTo>
                  <a:cubicBezTo>
                    <a:pt x="141827" y="273653"/>
                    <a:pt x="0" y="0"/>
                    <a:pt x="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6" name="Google Shape;1626;p49"/>
            <p:cNvSpPr/>
            <p:nvPr/>
          </p:nvSpPr>
          <p:spPr>
            <a:xfrm>
              <a:off x="7192517" y="1047750"/>
              <a:ext cx="378809" cy="4762500"/>
            </a:xfrm>
            <a:custGeom>
              <a:avLst/>
              <a:gdLst/>
              <a:ahLst/>
              <a:cxnLst/>
              <a:rect l="l" t="t" r="r" b="b"/>
              <a:pathLst>
                <a:path w="378809" h="4762500" extrusionOk="0">
                  <a:moveTo>
                    <a:pt x="293751" y="4762500"/>
                  </a:moveTo>
                  <a:lnTo>
                    <a:pt x="0" y="4762500"/>
                  </a:lnTo>
                  <a:lnTo>
                    <a:pt x="240221" y="0"/>
                  </a:lnTo>
                  <a:lnTo>
                    <a:pt x="378809" y="0"/>
                  </a:lnTo>
                  <a:lnTo>
                    <a:pt x="293751" y="47625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7" name="Google Shape;1627;p49"/>
            <p:cNvSpPr/>
            <p:nvPr/>
          </p:nvSpPr>
          <p:spPr>
            <a:xfrm>
              <a:off x="8095002" y="4355397"/>
              <a:ext cx="457746" cy="430678"/>
            </a:xfrm>
            <a:custGeom>
              <a:avLst/>
              <a:gdLst/>
              <a:ahLst/>
              <a:cxnLst/>
              <a:rect l="l" t="t" r="r" b="b"/>
              <a:pathLst>
                <a:path w="457746" h="430678" extrusionOk="0">
                  <a:moveTo>
                    <a:pt x="89354" y="18006"/>
                  </a:moveTo>
                  <a:cubicBezTo>
                    <a:pt x="14964" y="58487"/>
                    <a:pt x="-22660" y="374337"/>
                    <a:pt x="14488" y="422819"/>
                  </a:cubicBezTo>
                  <a:cubicBezTo>
                    <a:pt x="51635" y="471301"/>
                    <a:pt x="477688" y="282135"/>
                    <a:pt x="457019" y="220412"/>
                  </a:cubicBezTo>
                  <a:cubicBezTo>
                    <a:pt x="436445" y="158691"/>
                    <a:pt x="240325" y="-64290"/>
                    <a:pt x="89259" y="18006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8" name="Google Shape;1628;p49"/>
            <p:cNvSpPr/>
            <p:nvPr/>
          </p:nvSpPr>
          <p:spPr>
            <a:xfrm>
              <a:off x="8279606" y="4634198"/>
              <a:ext cx="174499" cy="437953"/>
            </a:xfrm>
            <a:custGeom>
              <a:avLst/>
              <a:gdLst/>
              <a:ahLst/>
              <a:cxnLst/>
              <a:rect l="l" t="t" r="r" b="b"/>
              <a:pathLst>
                <a:path w="174499" h="437953" extrusionOk="0">
                  <a:moveTo>
                    <a:pt x="0" y="68009"/>
                  </a:moveTo>
                  <a:cubicBezTo>
                    <a:pt x="0" y="68009"/>
                    <a:pt x="56579" y="278321"/>
                    <a:pt x="44291" y="391668"/>
                  </a:cubicBezTo>
                  <a:cubicBezTo>
                    <a:pt x="32004" y="505015"/>
                    <a:pt x="174498" y="374523"/>
                    <a:pt x="174498" y="374523"/>
                  </a:cubicBezTo>
                  <a:cubicBezTo>
                    <a:pt x="174498" y="374523"/>
                    <a:pt x="176213" y="144304"/>
                    <a:pt x="69723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29" name="Google Shape;1629;p49"/>
            <p:cNvSpPr/>
            <p:nvPr/>
          </p:nvSpPr>
          <p:spPr>
            <a:xfrm>
              <a:off x="8006001" y="4880997"/>
              <a:ext cx="178259" cy="119325"/>
            </a:xfrm>
            <a:custGeom>
              <a:avLst/>
              <a:gdLst/>
              <a:ahLst/>
              <a:cxnLst/>
              <a:rect l="l" t="t" r="r" b="b"/>
              <a:pathLst>
                <a:path w="178259" h="119325" extrusionOk="0">
                  <a:moveTo>
                    <a:pt x="61578" y="660"/>
                  </a:moveTo>
                  <a:cubicBezTo>
                    <a:pt x="22050" y="7233"/>
                    <a:pt x="-10526" y="96863"/>
                    <a:pt x="3190" y="114008"/>
                  </a:cubicBezTo>
                  <a:cubicBezTo>
                    <a:pt x="16906" y="131153"/>
                    <a:pt x="178164" y="104007"/>
                    <a:pt x="178259" y="72955"/>
                  </a:cubicBezTo>
                  <a:cubicBezTo>
                    <a:pt x="178355" y="41904"/>
                    <a:pt x="102821" y="-6198"/>
                    <a:pt x="61578" y="66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0" name="Google Shape;1630;p49"/>
            <p:cNvSpPr/>
            <p:nvPr/>
          </p:nvSpPr>
          <p:spPr>
            <a:xfrm>
              <a:off x="8066849" y="4953952"/>
              <a:ext cx="58362" cy="167889"/>
            </a:xfrm>
            <a:custGeom>
              <a:avLst/>
              <a:gdLst/>
              <a:ahLst/>
              <a:cxnLst/>
              <a:rect l="l" t="t" r="r" b="b"/>
              <a:pathLst>
                <a:path w="58362" h="167889" extrusionOk="0">
                  <a:moveTo>
                    <a:pt x="23495" y="0"/>
                  </a:moveTo>
                  <a:cubicBezTo>
                    <a:pt x="23495" y="0"/>
                    <a:pt x="-29369" y="79724"/>
                    <a:pt x="23495" y="144589"/>
                  </a:cubicBezTo>
                  <a:cubicBezTo>
                    <a:pt x="76359" y="209455"/>
                    <a:pt x="53404" y="118300"/>
                    <a:pt x="53404" y="118300"/>
                  </a:cubicBezTo>
                  <a:cubicBezTo>
                    <a:pt x="53404" y="118300"/>
                    <a:pt x="25019" y="58579"/>
                    <a:pt x="42545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1" name="Google Shape;1631;p49"/>
            <p:cNvSpPr/>
            <p:nvPr/>
          </p:nvSpPr>
          <p:spPr>
            <a:xfrm>
              <a:off x="9273407" y="4309762"/>
              <a:ext cx="274314" cy="270113"/>
            </a:xfrm>
            <a:custGeom>
              <a:avLst/>
              <a:gdLst/>
              <a:ahLst/>
              <a:cxnLst/>
              <a:rect l="l" t="t" r="r" b="b"/>
              <a:pathLst>
                <a:path w="274314" h="270113" extrusionOk="0">
                  <a:moveTo>
                    <a:pt x="133" y="176799"/>
                  </a:moveTo>
                  <a:cubicBezTo>
                    <a:pt x="-6725" y="218137"/>
                    <a:pt x="254355" y="297004"/>
                    <a:pt x="271500" y="260904"/>
                  </a:cubicBezTo>
                  <a:cubicBezTo>
                    <a:pt x="288645" y="224900"/>
                    <a:pt x="223399" y="18779"/>
                    <a:pt x="185585" y="1539"/>
                  </a:cubicBezTo>
                  <a:cubicBezTo>
                    <a:pt x="147770" y="-15607"/>
                    <a:pt x="10325" y="114886"/>
                    <a:pt x="38" y="176799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2" name="Google Shape;1632;p49"/>
            <p:cNvSpPr/>
            <p:nvPr/>
          </p:nvSpPr>
          <p:spPr>
            <a:xfrm>
              <a:off x="9220676" y="4503610"/>
              <a:ext cx="207753" cy="414051"/>
            </a:xfrm>
            <a:custGeom>
              <a:avLst/>
              <a:gdLst/>
              <a:ahLst/>
              <a:cxnLst/>
              <a:rect l="l" t="t" r="r" b="b"/>
              <a:pathLst>
                <a:path w="207753" h="414051" extrusionOk="0">
                  <a:moveTo>
                    <a:pt x="162783" y="95"/>
                  </a:moveTo>
                  <a:cubicBezTo>
                    <a:pt x="162783" y="95"/>
                    <a:pt x="129159" y="247459"/>
                    <a:pt x="0" y="414052"/>
                  </a:cubicBezTo>
                  <a:cubicBezTo>
                    <a:pt x="80391" y="405479"/>
                    <a:pt x="100965" y="377285"/>
                    <a:pt x="100965" y="377285"/>
                  </a:cubicBezTo>
                  <a:cubicBezTo>
                    <a:pt x="100965" y="377285"/>
                    <a:pt x="214313" y="120301"/>
                    <a:pt x="207455" y="0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3" name="Google Shape;1633;p49"/>
            <p:cNvSpPr/>
            <p:nvPr/>
          </p:nvSpPr>
          <p:spPr>
            <a:xfrm>
              <a:off x="9129236" y="4617016"/>
              <a:ext cx="326697" cy="323695"/>
            </a:xfrm>
            <a:custGeom>
              <a:avLst/>
              <a:gdLst/>
              <a:ahLst/>
              <a:cxnLst/>
              <a:rect l="l" t="t" r="r" b="b"/>
              <a:pathLst>
                <a:path w="326697" h="323695" extrusionOk="0">
                  <a:moveTo>
                    <a:pt x="0" y="263974"/>
                  </a:moveTo>
                  <a:cubicBezTo>
                    <a:pt x="0" y="263974"/>
                    <a:pt x="51530" y="-6821"/>
                    <a:pt x="113347" y="132"/>
                  </a:cubicBezTo>
                  <a:cubicBezTo>
                    <a:pt x="175165" y="6990"/>
                    <a:pt x="113347" y="161199"/>
                    <a:pt x="113347" y="161199"/>
                  </a:cubicBezTo>
                  <a:cubicBezTo>
                    <a:pt x="113347" y="161199"/>
                    <a:pt x="206693" y="6990"/>
                    <a:pt x="299180" y="58520"/>
                  </a:cubicBezTo>
                  <a:cubicBezTo>
                    <a:pt x="391668" y="110050"/>
                    <a:pt x="221361" y="323696"/>
                    <a:pt x="221361" y="32369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4" name="Google Shape;1634;p49"/>
            <p:cNvSpPr/>
            <p:nvPr/>
          </p:nvSpPr>
          <p:spPr>
            <a:xfrm>
              <a:off x="7462932" y="5072244"/>
              <a:ext cx="280582" cy="286997"/>
            </a:xfrm>
            <a:custGeom>
              <a:avLst/>
              <a:gdLst/>
              <a:ahLst/>
              <a:cxnLst/>
              <a:rect l="l" t="t" r="r" b="b"/>
              <a:pathLst>
                <a:path w="280582" h="286997" extrusionOk="0">
                  <a:moveTo>
                    <a:pt x="0" y="286997"/>
                  </a:moveTo>
                  <a:cubicBezTo>
                    <a:pt x="3429" y="276710"/>
                    <a:pt x="34671" y="-1801"/>
                    <a:pt x="108395" y="9"/>
                  </a:cubicBezTo>
                  <a:cubicBezTo>
                    <a:pt x="182118" y="1819"/>
                    <a:pt x="108395" y="172507"/>
                    <a:pt x="108395" y="172507"/>
                  </a:cubicBezTo>
                  <a:cubicBezTo>
                    <a:pt x="108395" y="172507"/>
                    <a:pt x="140875" y="42395"/>
                    <a:pt x="223361" y="49634"/>
                  </a:cubicBezTo>
                  <a:cubicBezTo>
                    <a:pt x="305848" y="56873"/>
                    <a:pt x="274891" y="259565"/>
                    <a:pt x="274891" y="259565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5" name="Google Shape;1635;p49"/>
            <p:cNvSpPr/>
            <p:nvPr/>
          </p:nvSpPr>
          <p:spPr>
            <a:xfrm>
              <a:off x="7151274" y="3557492"/>
              <a:ext cx="511873" cy="578453"/>
            </a:xfrm>
            <a:custGeom>
              <a:avLst/>
              <a:gdLst/>
              <a:ahLst/>
              <a:cxnLst/>
              <a:rect l="l" t="t" r="r" b="b"/>
              <a:pathLst>
                <a:path w="511873" h="578453" extrusionOk="0">
                  <a:moveTo>
                    <a:pt x="204978" y="578453"/>
                  </a:moveTo>
                  <a:lnTo>
                    <a:pt x="0" y="349377"/>
                  </a:lnTo>
                  <a:lnTo>
                    <a:pt x="35528" y="297371"/>
                  </a:lnTo>
                  <a:lnTo>
                    <a:pt x="283464" y="442055"/>
                  </a:lnTo>
                  <a:lnTo>
                    <a:pt x="511874" y="56674"/>
                  </a:lnTo>
                  <a:lnTo>
                    <a:pt x="499301" y="0"/>
                  </a:lnTo>
                  <a:lnTo>
                    <a:pt x="311658" y="188595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6" name="Google Shape;1636;p49"/>
            <p:cNvSpPr/>
            <p:nvPr/>
          </p:nvSpPr>
          <p:spPr>
            <a:xfrm>
              <a:off x="7424261" y="2572702"/>
              <a:ext cx="348614" cy="547306"/>
            </a:xfrm>
            <a:custGeom>
              <a:avLst/>
              <a:gdLst/>
              <a:ahLst/>
              <a:cxnLst/>
              <a:rect l="l" t="t" r="r" b="b"/>
              <a:pathLst>
                <a:path w="348614" h="547306" extrusionOk="0">
                  <a:moveTo>
                    <a:pt x="32956" y="547306"/>
                  </a:moveTo>
                  <a:cubicBezTo>
                    <a:pt x="32956" y="547306"/>
                    <a:pt x="344138" y="434435"/>
                    <a:pt x="348615" y="0"/>
                  </a:cubicBezTo>
                  <a:lnTo>
                    <a:pt x="270510" y="0"/>
                  </a:lnTo>
                  <a:cubicBezTo>
                    <a:pt x="270510" y="0"/>
                    <a:pt x="228790" y="312896"/>
                    <a:pt x="0" y="35099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7" name="Google Shape;1637;p49"/>
            <p:cNvSpPr/>
            <p:nvPr/>
          </p:nvSpPr>
          <p:spPr>
            <a:xfrm>
              <a:off x="8658987" y="1646682"/>
              <a:ext cx="354710" cy="362045"/>
            </a:xfrm>
            <a:custGeom>
              <a:avLst/>
              <a:gdLst/>
              <a:ahLst/>
              <a:cxnLst/>
              <a:rect l="l" t="t" r="r" b="b"/>
              <a:pathLst>
                <a:path w="354710" h="362045" extrusionOk="0">
                  <a:moveTo>
                    <a:pt x="30480" y="362045"/>
                  </a:moveTo>
                  <a:cubicBezTo>
                    <a:pt x="30480" y="362045"/>
                    <a:pt x="329374" y="256127"/>
                    <a:pt x="354711" y="0"/>
                  </a:cubicBezTo>
                  <a:lnTo>
                    <a:pt x="304038" y="0"/>
                  </a:lnTo>
                  <a:cubicBezTo>
                    <a:pt x="304038" y="0"/>
                    <a:pt x="145637" y="253937"/>
                    <a:pt x="0" y="220694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8" name="Google Shape;1638;p49"/>
            <p:cNvSpPr/>
            <p:nvPr/>
          </p:nvSpPr>
          <p:spPr>
            <a:xfrm>
              <a:off x="8724233" y="2268664"/>
              <a:ext cx="602932" cy="562931"/>
            </a:xfrm>
            <a:custGeom>
              <a:avLst/>
              <a:gdLst/>
              <a:ahLst/>
              <a:cxnLst/>
              <a:rect l="l" t="t" r="r" b="b"/>
              <a:pathLst>
                <a:path w="602932" h="562931" extrusionOk="0">
                  <a:moveTo>
                    <a:pt x="0" y="562928"/>
                  </a:moveTo>
                  <a:cubicBezTo>
                    <a:pt x="0" y="562928"/>
                    <a:pt x="541497" y="569786"/>
                    <a:pt x="602932" y="0"/>
                  </a:cubicBezTo>
                  <a:lnTo>
                    <a:pt x="543973" y="0"/>
                  </a:lnTo>
                  <a:cubicBezTo>
                    <a:pt x="543973" y="0"/>
                    <a:pt x="470345" y="489966"/>
                    <a:pt x="2953" y="416528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39" name="Google Shape;1639;p49"/>
            <p:cNvSpPr/>
            <p:nvPr/>
          </p:nvSpPr>
          <p:spPr>
            <a:xfrm>
              <a:off x="7151274" y="1568005"/>
              <a:ext cx="330898" cy="299370"/>
            </a:xfrm>
            <a:custGeom>
              <a:avLst/>
              <a:gdLst/>
              <a:ahLst/>
              <a:cxnLst/>
              <a:rect l="l" t="t" r="r" b="b"/>
              <a:pathLst>
                <a:path w="330898" h="299370" extrusionOk="0">
                  <a:moveTo>
                    <a:pt x="330899" y="299371"/>
                  </a:moveTo>
                  <a:lnTo>
                    <a:pt x="0" y="50673"/>
                  </a:lnTo>
                  <a:lnTo>
                    <a:pt x="24955" y="0"/>
                  </a:lnTo>
                  <a:lnTo>
                    <a:pt x="312801" y="149638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0" name="Google Shape;1640;p49"/>
            <p:cNvSpPr/>
            <p:nvPr/>
          </p:nvSpPr>
          <p:spPr>
            <a:xfrm>
              <a:off x="8993192" y="2251443"/>
              <a:ext cx="462720" cy="262042"/>
            </a:xfrm>
            <a:custGeom>
              <a:avLst/>
              <a:gdLst/>
              <a:ahLst/>
              <a:cxnLst/>
              <a:rect l="l" t="t" r="r" b="b"/>
              <a:pathLst>
                <a:path w="462720" h="262042" extrusionOk="0">
                  <a:moveTo>
                    <a:pt x="122" y="162763"/>
                  </a:moveTo>
                  <a:cubicBezTo>
                    <a:pt x="-8450" y="268776"/>
                    <a:pt x="438748" y="326021"/>
                    <a:pt x="461893" y="145141"/>
                  </a:cubicBezTo>
                  <a:cubicBezTo>
                    <a:pt x="484944" y="-35834"/>
                    <a:pt x="18791" y="-66695"/>
                    <a:pt x="122" y="16276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1" name="Google Shape;1641;p49"/>
            <p:cNvSpPr/>
            <p:nvPr/>
          </p:nvSpPr>
          <p:spPr>
            <a:xfrm>
              <a:off x="8803203" y="1449738"/>
              <a:ext cx="377292" cy="344952"/>
            </a:xfrm>
            <a:custGeom>
              <a:avLst/>
              <a:gdLst/>
              <a:ahLst/>
              <a:cxnLst/>
              <a:rect l="l" t="t" r="r" b="b"/>
              <a:pathLst>
                <a:path w="377292" h="344952" extrusionOk="0">
                  <a:moveTo>
                    <a:pt x="2755" y="196658"/>
                  </a:moveTo>
                  <a:cubicBezTo>
                    <a:pt x="33139" y="377919"/>
                    <a:pt x="358037" y="418686"/>
                    <a:pt x="376706" y="172655"/>
                  </a:cubicBezTo>
                  <a:cubicBezTo>
                    <a:pt x="395375" y="-73376"/>
                    <a:pt x="-38394" y="-48515"/>
                    <a:pt x="2755" y="1966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2" name="Google Shape;1642;p49"/>
            <p:cNvSpPr/>
            <p:nvPr/>
          </p:nvSpPr>
          <p:spPr>
            <a:xfrm>
              <a:off x="7434731" y="2309730"/>
              <a:ext cx="754885" cy="407458"/>
            </a:xfrm>
            <a:custGeom>
              <a:avLst/>
              <a:gdLst/>
              <a:ahLst/>
              <a:cxnLst/>
              <a:rect l="l" t="t" r="r" b="b"/>
              <a:pathLst>
                <a:path w="754885" h="407458" extrusionOk="0">
                  <a:moveTo>
                    <a:pt x="753530" y="225634"/>
                  </a:moveTo>
                  <a:cubicBezTo>
                    <a:pt x="720288" y="474427"/>
                    <a:pt x="145930" y="433565"/>
                    <a:pt x="23057" y="306787"/>
                  </a:cubicBezTo>
                  <a:cubicBezTo>
                    <a:pt x="6961" y="290213"/>
                    <a:pt x="-1421" y="272116"/>
                    <a:pt x="198" y="253066"/>
                  </a:cubicBezTo>
                  <a:cubicBezTo>
                    <a:pt x="20867" y="10655"/>
                    <a:pt x="378436" y="-44876"/>
                    <a:pt x="593796" y="32657"/>
                  </a:cubicBezTo>
                  <a:cubicBezTo>
                    <a:pt x="695523" y="69138"/>
                    <a:pt x="765627" y="135432"/>
                    <a:pt x="753530" y="22563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3" name="Google Shape;1643;p49"/>
            <p:cNvSpPr/>
            <p:nvPr/>
          </p:nvSpPr>
          <p:spPr>
            <a:xfrm>
              <a:off x="7457788" y="2342387"/>
              <a:ext cx="731828" cy="374801"/>
            </a:xfrm>
            <a:custGeom>
              <a:avLst/>
              <a:gdLst/>
              <a:ahLst/>
              <a:cxnLst/>
              <a:rect l="l" t="t" r="r" b="b"/>
              <a:pathLst>
                <a:path w="731828" h="374801" extrusionOk="0">
                  <a:moveTo>
                    <a:pt x="730472" y="192976"/>
                  </a:moveTo>
                  <a:cubicBezTo>
                    <a:pt x="697230" y="441770"/>
                    <a:pt x="122873" y="400907"/>
                    <a:pt x="0" y="274130"/>
                  </a:cubicBezTo>
                  <a:cubicBezTo>
                    <a:pt x="187453" y="276511"/>
                    <a:pt x="465677" y="236982"/>
                    <a:pt x="570738" y="0"/>
                  </a:cubicBezTo>
                  <a:cubicBezTo>
                    <a:pt x="672465" y="36481"/>
                    <a:pt x="742569" y="102775"/>
                    <a:pt x="730472" y="192976"/>
                  </a:cubicBezTo>
                  <a:close/>
                </a:path>
              </a:pathLst>
            </a:custGeom>
            <a:solidFill>
              <a:srgbClr val="1E233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4" name="Google Shape;1644;p49"/>
            <p:cNvSpPr/>
            <p:nvPr/>
          </p:nvSpPr>
          <p:spPr>
            <a:xfrm>
              <a:off x="6883149" y="1330058"/>
              <a:ext cx="436676" cy="430032"/>
            </a:xfrm>
            <a:custGeom>
              <a:avLst/>
              <a:gdLst/>
              <a:ahLst/>
              <a:cxnLst/>
              <a:rect l="l" t="t" r="r" b="b"/>
              <a:pathLst>
                <a:path w="436676" h="430032" extrusionOk="0">
                  <a:moveTo>
                    <a:pt x="568" y="241758"/>
                  </a:moveTo>
                  <a:cubicBezTo>
                    <a:pt x="15712" y="495123"/>
                    <a:pt x="414143" y="499504"/>
                    <a:pt x="435955" y="213849"/>
                  </a:cubicBezTo>
                  <a:cubicBezTo>
                    <a:pt x="457672" y="-71806"/>
                    <a:pt x="-18673" y="-79902"/>
                    <a:pt x="568" y="241758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5" name="Google Shape;1645;p49"/>
            <p:cNvSpPr/>
            <p:nvPr/>
          </p:nvSpPr>
          <p:spPr>
            <a:xfrm>
              <a:off x="7960518" y="4940712"/>
              <a:ext cx="1707356" cy="869537"/>
            </a:xfrm>
            <a:custGeom>
              <a:avLst/>
              <a:gdLst/>
              <a:ahLst/>
              <a:cxnLst/>
              <a:rect l="l" t="t" r="r" b="b"/>
              <a:pathLst>
                <a:path w="1707356" h="869537" extrusionOk="0">
                  <a:moveTo>
                    <a:pt x="1707356" y="869537"/>
                  </a:moveTo>
                  <a:lnTo>
                    <a:pt x="0" y="869537"/>
                  </a:lnTo>
                  <a:cubicBezTo>
                    <a:pt x="0" y="869537"/>
                    <a:pt x="784098" y="5715"/>
                    <a:pt x="1707356" y="0"/>
                  </a:cubicBezTo>
                  <a:lnTo>
                    <a:pt x="1707356" y="869537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6" name="Google Shape;1646;p49"/>
            <p:cNvSpPr/>
            <p:nvPr/>
          </p:nvSpPr>
          <p:spPr>
            <a:xfrm>
              <a:off x="7580786" y="5537478"/>
              <a:ext cx="397056" cy="175863"/>
            </a:xfrm>
            <a:custGeom>
              <a:avLst/>
              <a:gdLst/>
              <a:ahLst/>
              <a:cxnLst/>
              <a:rect l="l" t="t" r="r" b="b"/>
              <a:pathLst>
                <a:path w="397056" h="175863" extrusionOk="0">
                  <a:moveTo>
                    <a:pt x="1101" y="118944"/>
                  </a:moveTo>
                  <a:cubicBezTo>
                    <a:pt x="22532" y="213909"/>
                    <a:pt x="406866" y="186000"/>
                    <a:pt x="396864" y="65319"/>
                  </a:cubicBezTo>
                  <a:cubicBezTo>
                    <a:pt x="386768" y="-55363"/>
                    <a:pt x="-23950" y="8073"/>
                    <a:pt x="1101" y="118944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7" name="Google Shape;1647;p49"/>
            <p:cNvSpPr/>
            <p:nvPr/>
          </p:nvSpPr>
          <p:spPr>
            <a:xfrm>
              <a:off x="7900957" y="5298188"/>
              <a:ext cx="195159" cy="110854"/>
            </a:xfrm>
            <a:custGeom>
              <a:avLst/>
              <a:gdLst/>
              <a:ahLst/>
              <a:cxnLst/>
              <a:rect l="l" t="t" r="r" b="b"/>
              <a:pathLst>
                <a:path w="195159" h="110854" extrusionOk="0">
                  <a:moveTo>
                    <a:pt x="221" y="77245"/>
                  </a:moveTo>
                  <a:cubicBezTo>
                    <a:pt x="5460" y="135728"/>
                    <a:pt x="191102" y="113631"/>
                    <a:pt x="195102" y="43812"/>
                  </a:cubicBezTo>
                  <a:cubicBezTo>
                    <a:pt x="199103" y="-26006"/>
                    <a:pt x="-7685" y="-10576"/>
                    <a:pt x="221" y="77245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8" name="Google Shape;1648;p49"/>
            <p:cNvSpPr/>
            <p:nvPr/>
          </p:nvSpPr>
          <p:spPr>
            <a:xfrm>
              <a:off x="7982712" y="5478512"/>
              <a:ext cx="127807" cy="58952"/>
            </a:xfrm>
            <a:custGeom>
              <a:avLst/>
              <a:gdLst/>
              <a:ahLst/>
              <a:cxnLst/>
              <a:rect l="l" t="t" r="r" b="b"/>
              <a:pathLst>
                <a:path w="127807" h="58952" extrusionOk="0">
                  <a:moveTo>
                    <a:pt x="0" y="38462"/>
                  </a:moveTo>
                  <a:cubicBezTo>
                    <a:pt x="0" y="72181"/>
                    <a:pt x="131445" y="61894"/>
                    <a:pt x="127730" y="25032"/>
                  </a:cubicBezTo>
                  <a:cubicBezTo>
                    <a:pt x="124015" y="-11830"/>
                    <a:pt x="0" y="-8496"/>
                    <a:pt x="0" y="38462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49" name="Google Shape;1649;p49"/>
            <p:cNvSpPr/>
            <p:nvPr/>
          </p:nvSpPr>
          <p:spPr>
            <a:xfrm>
              <a:off x="8416385" y="1457515"/>
              <a:ext cx="397859" cy="3445573"/>
            </a:xfrm>
            <a:custGeom>
              <a:avLst/>
              <a:gdLst/>
              <a:ahLst/>
              <a:cxnLst/>
              <a:rect l="l" t="t" r="r" b="b"/>
              <a:pathLst>
                <a:path w="397859" h="3445573" extrusionOk="0">
                  <a:moveTo>
                    <a:pt x="0" y="0"/>
                  </a:moveTo>
                  <a:lnTo>
                    <a:pt x="397859" y="3411284"/>
                  </a:lnTo>
                  <a:lnTo>
                    <a:pt x="216218" y="344557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grpSp>
        <p:nvGrpSpPr>
          <p:cNvPr id="1650" name="Google Shape;1650;p49"/>
          <p:cNvGrpSpPr/>
          <p:nvPr/>
        </p:nvGrpSpPr>
        <p:grpSpPr>
          <a:xfrm>
            <a:off x="1879891" y="2387795"/>
            <a:ext cx="571716" cy="1823561"/>
            <a:chOff x="2524125" y="1047750"/>
            <a:chExt cx="1493122" cy="4762500"/>
          </a:xfrm>
        </p:grpSpPr>
        <p:sp>
          <p:nvSpPr>
            <p:cNvPr id="1651" name="Google Shape;1651;p49"/>
            <p:cNvSpPr/>
            <p:nvPr/>
          </p:nvSpPr>
          <p:spPr>
            <a:xfrm>
              <a:off x="3387756" y="5026710"/>
              <a:ext cx="619682" cy="565512"/>
            </a:xfrm>
            <a:custGeom>
              <a:avLst/>
              <a:gdLst/>
              <a:ahLst/>
              <a:cxnLst/>
              <a:rect l="l" t="t" r="r" b="b"/>
              <a:pathLst>
                <a:path w="619682" h="565512" extrusionOk="0">
                  <a:moveTo>
                    <a:pt x="0" y="436163"/>
                  </a:moveTo>
                  <a:cubicBezTo>
                    <a:pt x="0" y="436163"/>
                    <a:pt x="149352" y="-21323"/>
                    <a:pt x="289560" y="776"/>
                  </a:cubicBezTo>
                  <a:cubicBezTo>
                    <a:pt x="429768" y="22874"/>
                    <a:pt x="289560" y="285573"/>
                    <a:pt x="289560" y="285573"/>
                  </a:cubicBezTo>
                  <a:cubicBezTo>
                    <a:pt x="289560" y="285573"/>
                    <a:pt x="505587" y="21826"/>
                    <a:pt x="604076" y="123838"/>
                  </a:cubicBezTo>
                  <a:cubicBezTo>
                    <a:pt x="718661" y="242520"/>
                    <a:pt x="164687" y="565513"/>
                    <a:pt x="164687" y="565513"/>
                  </a:cubicBezTo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2" name="Google Shape;1652;p49"/>
            <p:cNvSpPr/>
            <p:nvPr/>
          </p:nvSpPr>
          <p:spPr>
            <a:xfrm>
              <a:off x="2688698" y="4710779"/>
              <a:ext cx="230999" cy="598646"/>
            </a:xfrm>
            <a:custGeom>
              <a:avLst/>
              <a:gdLst/>
              <a:ahLst/>
              <a:cxnLst/>
              <a:rect l="l" t="t" r="r" b="b"/>
              <a:pathLst>
                <a:path w="230999" h="598646" extrusionOk="0">
                  <a:moveTo>
                    <a:pt x="230999" y="598646"/>
                  </a:moveTo>
                  <a:cubicBezTo>
                    <a:pt x="230999" y="598646"/>
                    <a:pt x="-78849" y="415957"/>
                    <a:pt x="19163" y="0"/>
                  </a:cubicBezTo>
                  <a:cubicBezTo>
                    <a:pt x="215093" y="167259"/>
                    <a:pt x="230999" y="598646"/>
                    <a:pt x="230999" y="59864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3" name="Google Shape;1653;p49"/>
            <p:cNvSpPr/>
            <p:nvPr/>
          </p:nvSpPr>
          <p:spPr>
            <a:xfrm>
              <a:off x="2979801" y="1047750"/>
              <a:ext cx="557307" cy="4762500"/>
            </a:xfrm>
            <a:custGeom>
              <a:avLst/>
              <a:gdLst/>
              <a:ahLst/>
              <a:cxnLst/>
              <a:rect l="l" t="t" r="r" b="b"/>
              <a:pathLst>
                <a:path w="557307" h="4762500" extrusionOk="0">
                  <a:moveTo>
                    <a:pt x="0" y="4762500"/>
                  </a:moveTo>
                  <a:lnTo>
                    <a:pt x="277939" y="0"/>
                  </a:lnTo>
                  <a:lnTo>
                    <a:pt x="557308" y="0"/>
                  </a:lnTo>
                  <a:lnTo>
                    <a:pt x="557308" y="4762500"/>
                  </a:lnTo>
                  <a:lnTo>
                    <a:pt x="0" y="476250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4" name="Google Shape;1654;p49"/>
            <p:cNvSpPr/>
            <p:nvPr/>
          </p:nvSpPr>
          <p:spPr>
            <a:xfrm>
              <a:off x="3282219" y="2324671"/>
              <a:ext cx="254889" cy="3324129"/>
            </a:xfrm>
            <a:custGeom>
              <a:avLst/>
              <a:gdLst/>
              <a:ahLst/>
              <a:cxnLst/>
              <a:rect l="l" t="t" r="r" b="b"/>
              <a:pathLst>
                <a:path w="254889" h="3324129" extrusionOk="0">
                  <a:moveTo>
                    <a:pt x="254889" y="0"/>
                  </a:moveTo>
                  <a:lnTo>
                    <a:pt x="0" y="3324130"/>
                  </a:lnTo>
                  <a:lnTo>
                    <a:pt x="254889" y="3136583"/>
                  </a:lnTo>
                  <a:lnTo>
                    <a:pt x="254889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5" name="Google Shape;1655;p49"/>
            <p:cNvSpPr/>
            <p:nvPr/>
          </p:nvSpPr>
          <p:spPr>
            <a:xfrm>
              <a:off x="2524125" y="5112179"/>
              <a:ext cx="1341786" cy="698070"/>
            </a:xfrm>
            <a:custGeom>
              <a:avLst/>
              <a:gdLst/>
              <a:ahLst/>
              <a:cxnLst/>
              <a:rect l="l" t="t" r="r" b="b"/>
              <a:pathLst>
                <a:path w="1341786" h="698070" extrusionOk="0">
                  <a:moveTo>
                    <a:pt x="1341787" y="698071"/>
                  </a:moveTo>
                  <a:lnTo>
                    <a:pt x="0" y="698071"/>
                  </a:lnTo>
                  <a:lnTo>
                    <a:pt x="0" y="746"/>
                  </a:lnTo>
                  <a:cubicBezTo>
                    <a:pt x="0" y="746"/>
                    <a:pt x="79915" y="-2588"/>
                    <a:pt x="200978" y="4841"/>
                  </a:cubicBezTo>
                  <a:cubicBezTo>
                    <a:pt x="526256" y="24749"/>
                    <a:pt x="1148239" y="122570"/>
                    <a:pt x="1310450" y="573008"/>
                  </a:cubicBezTo>
                  <a:cubicBezTo>
                    <a:pt x="1324547" y="611965"/>
                    <a:pt x="1335119" y="653589"/>
                    <a:pt x="1341787" y="6980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6" name="Google Shape;1656;p49"/>
            <p:cNvSpPr/>
            <p:nvPr/>
          </p:nvSpPr>
          <p:spPr>
            <a:xfrm>
              <a:off x="2524125" y="5112179"/>
              <a:ext cx="1341786" cy="698070"/>
            </a:xfrm>
            <a:custGeom>
              <a:avLst/>
              <a:gdLst/>
              <a:ahLst/>
              <a:cxnLst/>
              <a:rect l="l" t="t" r="r" b="b"/>
              <a:pathLst>
                <a:path w="1341786" h="698070" extrusionOk="0">
                  <a:moveTo>
                    <a:pt x="1341787" y="698071"/>
                  </a:moveTo>
                  <a:lnTo>
                    <a:pt x="0" y="698071"/>
                  </a:lnTo>
                  <a:lnTo>
                    <a:pt x="0" y="746"/>
                  </a:lnTo>
                  <a:cubicBezTo>
                    <a:pt x="0" y="746"/>
                    <a:pt x="79915" y="-2588"/>
                    <a:pt x="200978" y="4841"/>
                  </a:cubicBezTo>
                  <a:cubicBezTo>
                    <a:pt x="226409" y="223440"/>
                    <a:pt x="396621" y="622728"/>
                    <a:pt x="1310450" y="573008"/>
                  </a:cubicBezTo>
                  <a:cubicBezTo>
                    <a:pt x="1324547" y="611965"/>
                    <a:pt x="1335119" y="653589"/>
                    <a:pt x="1341787" y="698071"/>
                  </a:cubicBezTo>
                  <a:close/>
                </a:path>
              </a:pathLst>
            </a:custGeom>
            <a:solidFill>
              <a:srgbClr val="1E363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7" name="Google Shape;1657;p49"/>
            <p:cNvSpPr/>
            <p:nvPr/>
          </p:nvSpPr>
          <p:spPr>
            <a:xfrm>
              <a:off x="2983684" y="2121771"/>
              <a:ext cx="274913" cy="664386"/>
            </a:xfrm>
            <a:custGeom>
              <a:avLst/>
              <a:gdLst/>
              <a:ahLst/>
              <a:cxnLst/>
              <a:rect l="l" t="t" r="r" b="b"/>
              <a:pathLst>
                <a:path w="274913" h="664386" extrusionOk="0">
                  <a:moveTo>
                    <a:pt x="274914" y="511986"/>
                  </a:moveTo>
                  <a:cubicBezTo>
                    <a:pt x="274914" y="511986"/>
                    <a:pt x="22501" y="335488"/>
                    <a:pt x="52029" y="1732"/>
                  </a:cubicBezTo>
                  <a:cubicBezTo>
                    <a:pt x="15072" y="-35225"/>
                    <a:pt x="-105229" y="530084"/>
                    <a:pt x="224145" y="664386"/>
                  </a:cubicBez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8" name="Google Shape;1658;p49"/>
            <p:cNvSpPr/>
            <p:nvPr/>
          </p:nvSpPr>
          <p:spPr>
            <a:xfrm>
              <a:off x="3421094" y="1487709"/>
              <a:ext cx="325754" cy="533304"/>
            </a:xfrm>
            <a:custGeom>
              <a:avLst/>
              <a:gdLst/>
              <a:ahLst/>
              <a:cxnLst/>
              <a:rect l="l" t="t" r="r" b="b"/>
              <a:pathLst>
                <a:path w="325754" h="533304" extrusionOk="0">
                  <a:moveTo>
                    <a:pt x="0" y="312515"/>
                  </a:moveTo>
                  <a:lnTo>
                    <a:pt x="278511" y="0"/>
                  </a:lnTo>
                  <a:lnTo>
                    <a:pt x="325755" y="0"/>
                  </a:lnTo>
                  <a:lnTo>
                    <a:pt x="74104" y="533305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59" name="Google Shape;1659;p49"/>
            <p:cNvSpPr/>
            <p:nvPr/>
          </p:nvSpPr>
          <p:spPr>
            <a:xfrm>
              <a:off x="2869406" y="3889533"/>
              <a:ext cx="320420" cy="537971"/>
            </a:xfrm>
            <a:custGeom>
              <a:avLst/>
              <a:gdLst/>
              <a:ahLst/>
              <a:cxnLst/>
              <a:rect l="l" t="t" r="r" b="b"/>
              <a:pathLst>
                <a:path w="320420" h="537971" extrusionOk="0">
                  <a:moveTo>
                    <a:pt x="320421" y="306705"/>
                  </a:moveTo>
                  <a:lnTo>
                    <a:pt x="38005" y="0"/>
                  </a:lnTo>
                  <a:lnTo>
                    <a:pt x="0" y="71533"/>
                  </a:lnTo>
                  <a:lnTo>
                    <a:pt x="320421" y="537972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0" name="Google Shape;1660;p49"/>
            <p:cNvSpPr/>
            <p:nvPr/>
          </p:nvSpPr>
          <p:spPr>
            <a:xfrm>
              <a:off x="2663761" y="1871975"/>
              <a:ext cx="724111" cy="537610"/>
            </a:xfrm>
            <a:custGeom>
              <a:avLst/>
              <a:gdLst/>
              <a:ahLst/>
              <a:cxnLst/>
              <a:rect l="l" t="t" r="r" b="b"/>
              <a:pathLst>
                <a:path w="724111" h="537610" extrusionOk="0">
                  <a:moveTo>
                    <a:pt x="722090" y="292200"/>
                  </a:moveTo>
                  <a:cubicBezTo>
                    <a:pt x="716185" y="336015"/>
                    <a:pt x="699992" y="373925"/>
                    <a:pt x="676275" y="405929"/>
                  </a:cubicBezTo>
                  <a:cubicBezTo>
                    <a:pt x="514064" y="624432"/>
                    <a:pt x="-190" y="568425"/>
                    <a:pt x="0" y="257148"/>
                  </a:cubicBezTo>
                  <a:cubicBezTo>
                    <a:pt x="95" y="87698"/>
                    <a:pt x="148685" y="7784"/>
                    <a:pt x="311277" y="545"/>
                  </a:cubicBezTo>
                  <a:cubicBezTo>
                    <a:pt x="518351" y="-8695"/>
                    <a:pt x="748094" y="100081"/>
                    <a:pt x="722090" y="29220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1" name="Google Shape;1661;p49"/>
            <p:cNvSpPr/>
            <p:nvPr/>
          </p:nvSpPr>
          <p:spPr>
            <a:xfrm>
              <a:off x="2663761" y="1872519"/>
              <a:ext cx="676275" cy="537065"/>
            </a:xfrm>
            <a:custGeom>
              <a:avLst/>
              <a:gdLst/>
              <a:ahLst/>
              <a:cxnLst/>
              <a:rect l="l" t="t" r="r" b="b"/>
              <a:pathLst>
                <a:path w="676275" h="537065" extrusionOk="0">
                  <a:moveTo>
                    <a:pt x="676275" y="405384"/>
                  </a:moveTo>
                  <a:cubicBezTo>
                    <a:pt x="514064" y="623888"/>
                    <a:pt x="-190" y="567881"/>
                    <a:pt x="0" y="256604"/>
                  </a:cubicBezTo>
                  <a:cubicBezTo>
                    <a:pt x="95" y="87154"/>
                    <a:pt x="148685" y="7239"/>
                    <a:pt x="311277" y="0"/>
                  </a:cubicBezTo>
                  <a:cubicBezTo>
                    <a:pt x="284893" y="148400"/>
                    <a:pt x="306419" y="376714"/>
                    <a:pt x="676275" y="405384"/>
                  </a:cubicBezTo>
                  <a:close/>
                </a:path>
              </a:pathLst>
            </a:custGeom>
            <a:solidFill>
              <a:srgbClr val="1E233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2" name="Google Shape;1662;p49"/>
            <p:cNvSpPr/>
            <p:nvPr/>
          </p:nvSpPr>
          <p:spPr>
            <a:xfrm>
              <a:off x="3379089" y="3320605"/>
              <a:ext cx="356044" cy="443865"/>
            </a:xfrm>
            <a:custGeom>
              <a:avLst/>
              <a:gdLst/>
              <a:ahLst/>
              <a:cxnLst/>
              <a:rect l="l" t="t" r="r" b="b"/>
              <a:pathLst>
                <a:path w="356044" h="443865" extrusionOk="0">
                  <a:moveTo>
                    <a:pt x="42005" y="108395"/>
                  </a:moveTo>
                  <a:lnTo>
                    <a:pt x="288703" y="0"/>
                  </a:lnTo>
                  <a:lnTo>
                    <a:pt x="356044" y="37148"/>
                  </a:lnTo>
                  <a:lnTo>
                    <a:pt x="0" y="443865"/>
                  </a:lnTo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3" name="Google Shape;1663;p49"/>
            <p:cNvSpPr/>
            <p:nvPr/>
          </p:nvSpPr>
          <p:spPr>
            <a:xfrm>
              <a:off x="3408586" y="1239509"/>
              <a:ext cx="608661" cy="374529"/>
            </a:xfrm>
            <a:custGeom>
              <a:avLst/>
              <a:gdLst/>
              <a:ahLst/>
              <a:cxnLst/>
              <a:rect l="l" t="t" r="r" b="b"/>
              <a:pathLst>
                <a:path w="608661" h="374529" extrusionOk="0">
                  <a:moveTo>
                    <a:pt x="1078" y="179240"/>
                  </a:moveTo>
                  <a:cubicBezTo>
                    <a:pt x="-29498" y="424794"/>
                    <a:pt x="600676" y="446892"/>
                    <a:pt x="608582" y="199242"/>
                  </a:cubicBezTo>
                  <a:cubicBezTo>
                    <a:pt x="616488" y="-48408"/>
                    <a:pt x="32891" y="-76602"/>
                    <a:pt x="1078" y="17924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4" name="Google Shape;1664;p49"/>
            <p:cNvSpPr/>
            <p:nvPr/>
          </p:nvSpPr>
          <p:spPr>
            <a:xfrm>
              <a:off x="2922376" y="5251728"/>
              <a:ext cx="196002" cy="111298"/>
            </a:xfrm>
            <a:custGeom>
              <a:avLst/>
              <a:gdLst/>
              <a:ahLst/>
              <a:cxnLst/>
              <a:rect l="l" t="t" r="r" b="b"/>
              <a:pathLst>
                <a:path w="196002" h="111298" extrusionOk="0">
                  <a:moveTo>
                    <a:pt x="195061" y="82653"/>
                  </a:moveTo>
                  <a:cubicBezTo>
                    <a:pt x="187536" y="109513"/>
                    <a:pt x="138102" y="119229"/>
                    <a:pt x="84476" y="104274"/>
                  </a:cubicBezTo>
                  <a:cubicBezTo>
                    <a:pt x="30850" y="89320"/>
                    <a:pt x="-6488" y="55507"/>
                    <a:pt x="942" y="28646"/>
                  </a:cubicBezTo>
                  <a:cubicBezTo>
                    <a:pt x="8466" y="1785"/>
                    <a:pt x="57901" y="-7930"/>
                    <a:pt x="111527" y="7024"/>
                  </a:cubicBezTo>
                  <a:cubicBezTo>
                    <a:pt x="165153" y="21979"/>
                    <a:pt x="202491" y="55792"/>
                    <a:pt x="195061" y="82653"/>
                  </a:cubicBezTo>
                  <a:close/>
                </a:path>
              </a:pathLst>
            </a:custGeom>
            <a:solidFill>
              <a:srgbClr val="1E363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5" name="Google Shape;1665;p49"/>
            <p:cNvSpPr/>
            <p:nvPr/>
          </p:nvSpPr>
          <p:spPr>
            <a:xfrm>
              <a:off x="3129519" y="5402319"/>
              <a:ext cx="337004" cy="186278"/>
            </a:xfrm>
            <a:custGeom>
              <a:avLst/>
              <a:gdLst/>
              <a:ahLst/>
              <a:cxnLst/>
              <a:rect l="l" t="t" r="r" b="b"/>
              <a:pathLst>
                <a:path w="337004" h="186278" extrusionOk="0">
                  <a:moveTo>
                    <a:pt x="335485" y="139611"/>
                  </a:moveTo>
                  <a:cubicBezTo>
                    <a:pt x="323103" y="184188"/>
                    <a:pt x="238235" y="199523"/>
                    <a:pt x="146033" y="173806"/>
                  </a:cubicBezTo>
                  <a:cubicBezTo>
                    <a:pt x="53831" y="148088"/>
                    <a:pt x="-10939" y="91129"/>
                    <a:pt x="1539" y="46647"/>
                  </a:cubicBezTo>
                  <a:cubicBezTo>
                    <a:pt x="14017" y="2165"/>
                    <a:pt x="98789" y="-13265"/>
                    <a:pt x="190991" y="12452"/>
                  </a:cubicBezTo>
                  <a:cubicBezTo>
                    <a:pt x="283193" y="38170"/>
                    <a:pt x="347868" y="95129"/>
                    <a:pt x="335485" y="139611"/>
                  </a:cubicBezTo>
                  <a:close/>
                </a:path>
              </a:pathLst>
            </a:custGeom>
            <a:solidFill>
              <a:srgbClr val="1E363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66" name="Google Shape;1666;p49"/>
            <p:cNvSpPr/>
            <p:nvPr/>
          </p:nvSpPr>
          <p:spPr>
            <a:xfrm>
              <a:off x="2524125" y="5353621"/>
              <a:ext cx="623506" cy="456628"/>
            </a:xfrm>
            <a:custGeom>
              <a:avLst/>
              <a:gdLst/>
              <a:ahLst/>
              <a:cxnLst/>
              <a:rect l="l" t="t" r="r" b="b"/>
              <a:pathLst>
                <a:path w="623506" h="456628" extrusionOk="0">
                  <a:moveTo>
                    <a:pt x="0" y="456629"/>
                  </a:moveTo>
                  <a:lnTo>
                    <a:pt x="623507" y="456629"/>
                  </a:lnTo>
                  <a:cubicBezTo>
                    <a:pt x="623507" y="456629"/>
                    <a:pt x="142970" y="358521"/>
                    <a:pt x="0" y="0"/>
                  </a:cubicBezTo>
                  <a:lnTo>
                    <a:pt x="0" y="456629"/>
                  </a:lnTo>
                  <a:close/>
                </a:path>
              </a:pathLst>
            </a:custGeom>
            <a:solidFill>
              <a:srgbClr val="1E3639">
                <a:alpha val="20000"/>
              </a:srgbClr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My Presentation Template">
  <a:themeElements>
    <a:clrScheme name="Simple Light">
      <a:dk1>
        <a:srgbClr val="2E303B"/>
      </a:dk1>
      <a:lt1>
        <a:srgbClr val="E9F4C8"/>
      </a:lt1>
      <a:dk2>
        <a:srgbClr val="407273"/>
      </a:dk2>
      <a:lt2>
        <a:srgbClr val="3A6667"/>
      </a:lt2>
      <a:accent1>
        <a:srgbClr val="8CC059"/>
      </a:accent1>
      <a:accent2>
        <a:srgbClr val="74A145"/>
      </a:accent2>
      <a:accent3>
        <a:srgbClr val="E7F187"/>
      </a:accent3>
      <a:accent4>
        <a:srgbClr val="434652"/>
      </a:accent4>
      <a:accent5>
        <a:srgbClr val="FFFFFF"/>
      </a:accent5>
      <a:accent6>
        <a:srgbClr val="FFFFFF"/>
      </a:accent6>
      <a:hlink>
        <a:srgbClr val="3A3B4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387</Words>
  <Application>Microsoft Office PowerPoint</Application>
  <PresentationFormat>Экран (16:9)</PresentationFormat>
  <Paragraphs>63</Paragraphs>
  <Slides>18</Slides>
  <Notes>18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18</vt:i4>
      </vt:variant>
    </vt:vector>
  </HeadingPairs>
  <TitlesOfParts>
    <vt:vector size="26" baseType="lpstr">
      <vt:lpstr>Open Sans</vt:lpstr>
      <vt:lpstr>Fustat SemiBold</vt:lpstr>
      <vt:lpstr>Darker Grotesque SemiBold</vt:lpstr>
      <vt:lpstr>Sofia</vt:lpstr>
      <vt:lpstr>Fustat</vt:lpstr>
      <vt:lpstr>Raleway</vt:lpstr>
      <vt:lpstr>Arial</vt:lpstr>
      <vt:lpstr>My Presentation Template</vt:lpstr>
      <vt:lpstr>Classic tales  by the Grimm Brothers</vt:lpstr>
      <vt:lpstr>Index</vt:lpstr>
      <vt:lpstr>01</vt:lpstr>
      <vt:lpstr>Getting to know the Brothers Grimm</vt:lpstr>
      <vt:lpstr>The truth about the tales of the  Brothers Grimm</vt:lpstr>
      <vt:lpstr>Fairy tales</vt:lpstr>
      <vt:lpstr>02</vt:lpstr>
      <vt:lpstr>Famous stories</vt:lpstr>
      <vt:lpstr>Famous stories</vt:lpstr>
      <vt:lpstr>Famous stories</vt:lpstr>
      <vt:lpstr>03</vt:lpstr>
      <vt:lpstr>Change the ending of the tale of Snow White</vt:lpstr>
      <vt:lpstr>True or false Hansel and Gretel</vt:lpstr>
      <vt:lpstr>Sequence: Cinderella</vt:lpstr>
      <vt:lpstr>Little Red Riding Hood throughout the tale</vt:lpstr>
      <vt:lpstr>Change any of the characters from Rapunzel</vt:lpstr>
      <vt:lpstr>Thanks!</vt:lpstr>
      <vt:lpstr>Alternative resources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Classic tales  by the Grimm Brothers</dc:title>
  <cp:lastModifiedBy>я</cp:lastModifiedBy>
  <cp:revision>2</cp:revision>
  <dcterms:modified xsi:type="dcterms:W3CDTF">2026-02-19T06:49:48Z</dcterms:modified>
</cp:coreProperties>
</file>
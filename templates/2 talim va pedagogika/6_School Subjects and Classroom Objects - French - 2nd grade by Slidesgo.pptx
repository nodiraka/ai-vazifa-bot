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DM Sans" panose="020B060402020202020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DM Sans Light" panose="020B0604020202020204" charset="0"/>
      <p:regular r:id="rId31"/>
      <p:bold r:id="rId32"/>
      <p:italic r:id="rId33"/>
      <p:boldItalic r:id="rId34"/>
    </p:embeddedFont>
    <p:embeddedFont>
      <p:font typeface="Lato" panose="020B0604020202020204" charset="0"/>
      <p:regular r:id="rId35"/>
      <p:bold r:id="rId36"/>
      <p:italic r:id="rId37"/>
      <p:boldItalic r:id="rId38"/>
    </p:embeddedFont>
    <p:embeddedFont>
      <p:font typeface="Nunito Black" panose="020B0604020202020204" charset="-52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9DC355-F442-4752-9905-A1DC267C3D3B}">
  <a:tblStyle styleId="{DC9DC355-F442-4752-9905-A1DC267C3D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b946f83e57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b946f83e57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e1d838b62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e1d838b62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7eff44cef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7eff44cef2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7eff44cef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7eff44cef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e1d838b627_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e1d838b627_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7eff44cef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7eff44cef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e1d838b627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e1d838b627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e1d838b627_4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e1d838b627_4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27eff44cef2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27eff44cef2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e1d838b627_4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e1d838b627_4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e20d9cf87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e20d9cf87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7eff44cef2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7eff44cef2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39200" y="1179825"/>
            <a:ext cx="48111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300" b="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39200" y="3360248"/>
            <a:ext cx="48111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9700" y="2628550"/>
            <a:ext cx="3984600" cy="693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600" b="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937800" y="1923549"/>
            <a:ext cx="1268400" cy="69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 b="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579700" y="3245650"/>
            <a:ext cx="39846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062625"/>
            <a:ext cx="7704000" cy="3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-309129" y="93617"/>
            <a:ext cx="9557931" cy="5530089"/>
            <a:chOff x="-309129" y="93617"/>
            <a:chExt cx="9557931" cy="5530089"/>
          </a:xfrm>
        </p:grpSpPr>
        <p:grpSp>
          <p:nvGrpSpPr>
            <p:cNvPr id="22" name="Google Shape;22;p4"/>
            <p:cNvGrpSpPr/>
            <p:nvPr/>
          </p:nvGrpSpPr>
          <p:grpSpPr>
            <a:xfrm rot="-3597567">
              <a:off x="7659919" y="4384022"/>
              <a:ext cx="1473528" cy="802191"/>
              <a:chOff x="2150175" y="1535988"/>
              <a:chExt cx="2878139" cy="1566862"/>
            </a:xfrm>
          </p:grpSpPr>
          <p:sp>
            <p:nvSpPr>
              <p:cNvPr id="23" name="Google Shape;23;p4"/>
              <p:cNvSpPr/>
              <p:nvPr/>
            </p:nvSpPr>
            <p:spPr>
              <a:xfrm>
                <a:off x="2259713" y="1535988"/>
                <a:ext cx="12922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42" extrusionOk="0">
                    <a:moveTo>
                      <a:pt x="0" y="115"/>
                    </a:move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433" y="243"/>
                      <a:pt x="497" y="487"/>
                    </a:cubicBezTo>
                    <a:cubicBezTo>
                      <a:pt x="414" y="542"/>
                      <a:pt x="414" y="542"/>
                      <a:pt x="414" y="542"/>
                    </a:cubicBezTo>
                    <a:cubicBezTo>
                      <a:pt x="414" y="542"/>
                      <a:pt x="221" y="287"/>
                      <a:pt x="0" y="1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4"/>
              <p:cNvSpPr/>
              <p:nvPr/>
            </p:nvSpPr>
            <p:spPr>
              <a:xfrm>
                <a:off x="3626550" y="1535988"/>
                <a:ext cx="12922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42" extrusionOk="0">
                    <a:moveTo>
                      <a:pt x="497" y="115"/>
                    </a:moveTo>
                    <a:cubicBezTo>
                      <a:pt x="393" y="0"/>
                      <a:pt x="393" y="0"/>
                      <a:pt x="393" y="0"/>
                    </a:cubicBezTo>
                    <a:cubicBezTo>
                      <a:pt x="393" y="0"/>
                      <a:pt x="63" y="243"/>
                      <a:pt x="0" y="487"/>
                    </a:cubicBezTo>
                    <a:cubicBezTo>
                      <a:pt x="82" y="542"/>
                      <a:pt x="82" y="542"/>
                      <a:pt x="82" y="542"/>
                    </a:cubicBezTo>
                    <a:cubicBezTo>
                      <a:pt x="82" y="542"/>
                      <a:pt x="276" y="287"/>
                      <a:pt x="497" y="1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3369375" y="2485313"/>
                <a:ext cx="88900" cy="179388"/>
              </a:xfrm>
              <a:custGeom>
                <a:avLst/>
                <a:gdLst/>
                <a:ahLst/>
                <a:cxnLst/>
                <a:rect l="l" t="t" r="r" b="b"/>
                <a:pathLst>
                  <a:path w="34" h="69" extrusionOk="0">
                    <a:moveTo>
                      <a:pt x="0" y="0"/>
                    </a:moveTo>
                    <a:cubicBezTo>
                      <a:pt x="6" y="25"/>
                      <a:pt x="19" y="48"/>
                      <a:pt x="34" y="69"/>
                    </a:cubicBezTo>
                    <a:cubicBezTo>
                      <a:pt x="27" y="44"/>
                      <a:pt x="14" y="22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4"/>
              <p:cNvSpPr/>
              <p:nvPr/>
            </p:nvSpPr>
            <p:spPr>
              <a:xfrm>
                <a:off x="4401250" y="1751888"/>
                <a:ext cx="219075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84" h="79" extrusionOk="0">
                    <a:moveTo>
                      <a:pt x="0" y="79"/>
                    </a:moveTo>
                    <a:cubicBezTo>
                      <a:pt x="31" y="57"/>
                      <a:pt x="60" y="31"/>
                      <a:pt x="84" y="0"/>
                    </a:cubicBezTo>
                    <a:cubicBezTo>
                      <a:pt x="51" y="21"/>
                      <a:pt x="22" y="48"/>
                      <a:pt x="0" y="7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4"/>
              <p:cNvSpPr/>
              <p:nvPr/>
            </p:nvSpPr>
            <p:spPr>
              <a:xfrm>
                <a:off x="2875663" y="2029700"/>
                <a:ext cx="455613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05" extrusionOk="0">
                    <a:moveTo>
                      <a:pt x="0" y="0"/>
                    </a:moveTo>
                    <a:cubicBezTo>
                      <a:pt x="61" y="51"/>
                      <a:pt x="143" y="133"/>
                      <a:pt x="175" y="205"/>
                    </a:cubicBezTo>
                    <a:cubicBezTo>
                      <a:pt x="172" y="200"/>
                      <a:pt x="169" y="196"/>
                      <a:pt x="166" y="191"/>
                    </a:cubicBezTo>
                    <a:cubicBezTo>
                      <a:pt x="118" y="123"/>
                      <a:pt x="56" y="62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4"/>
              <p:cNvSpPr/>
              <p:nvPr/>
            </p:nvSpPr>
            <p:spPr>
              <a:xfrm>
                <a:off x="4142488" y="1651875"/>
                <a:ext cx="503238" cy="48736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87" extrusionOk="0">
                    <a:moveTo>
                      <a:pt x="194" y="0"/>
                    </a:moveTo>
                    <a:cubicBezTo>
                      <a:pt x="129" y="45"/>
                      <a:pt x="39" y="119"/>
                      <a:pt x="0" y="187"/>
                    </a:cubicBezTo>
                    <a:cubicBezTo>
                      <a:pt x="4" y="183"/>
                      <a:pt x="7" y="178"/>
                      <a:pt x="10" y="174"/>
                    </a:cubicBezTo>
                    <a:cubicBezTo>
                      <a:pt x="65" y="111"/>
                      <a:pt x="133" y="56"/>
                      <a:pt x="1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3364613" y="2783763"/>
                <a:ext cx="449263" cy="19685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76" extrusionOk="0">
                    <a:moveTo>
                      <a:pt x="173" y="76"/>
                    </a:moveTo>
                    <a:cubicBezTo>
                      <a:pt x="173" y="34"/>
                      <a:pt x="134" y="0"/>
                      <a:pt x="86" y="0"/>
                    </a:cubicBezTo>
                    <a:cubicBezTo>
                      <a:pt x="39" y="0"/>
                      <a:pt x="0" y="34"/>
                      <a:pt x="0" y="7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3339213" y="2758363"/>
                <a:ext cx="501650" cy="246063"/>
              </a:xfrm>
              <a:custGeom>
                <a:avLst/>
                <a:gdLst/>
                <a:ahLst/>
                <a:cxnLst/>
                <a:rect l="l" t="t" r="r" b="b"/>
                <a:pathLst>
                  <a:path w="193" h="95" extrusionOk="0">
                    <a:moveTo>
                      <a:pt x="183" y="95"/>
                    </a:moveTo>
                    <a:cubicBezTo>
                      <a:pt x="177" y="95"/>
                      <a:pt x="172" y="91"/>
                      <a:pt x="172" y="86"/>
                    </a:cubicBezTo>
                    <a:cubicBezTo>
                      <a:pt x="172" y="49"/>
                      <a:pt x="138" y="19"/>
                      <a:pt x="96" y="19"/>
                    </a:cubicBezTo>
                    <a:cubicBezTo>
                      <a:pt x="55" y="19"/>
                      <a:pt x="21" y="49"/>
                      <a:pt x="21" y="86"/>
                    </a:cubicBezTo>
                    <a:cubicBezTo>
                      <a:pt x="21" y="91"/>
                      <a:pt x="16" y="95"/>
                      <a:pt x="10" y="95"/>
                    </a:cubicBezTo>
                    <a:cubicBezTo>
                      <a:pt x="4" y="95"/>
                      <a:pt x="0" y="91"/>
                      <a:pt x="0" y="86"/>
                    </a:cubicBezTo>
                    <a:cubicBezTo>
                      <a:pt x="0" y="39"/>
                      <a:pt x="43" y="0"/>
                      <a:pt x="96" y="0"/>
                    </a:cubicBezTo>
                    <a:cubicBezTo>
                      <a:pt x="150" y="0"/>
                      <a:pt x="193" y="39"/>
                      <a:pt x="193" y="86"/>
                    </a:cubicBezTo>
                    <a:cubicBezTo>
                      <a:pt x="193" y="91"/>
                      <a:pt x="188" y="95"/>
                      <a:pt x="183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2150175" y="1761413"/>
                <a:ext cx="2878139" cy="1341437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516" extrusionOk="0">
                    <a:moveTo>
                      <a:pt x="1104" y="35"/>
                    </a:moveTo>
                    <a:cubicBezTo>
                      <a:pt x="1094" y="25"/>
                      <a:pt x="1084" y="14"/>
                      <a:pt x="1074" y="3"/>
                    </a:cubicBezTo>
                    <a:cubicBezTo>
                      <a:pt x="1071" y="0"/>
                      <a:pt x="1066" y="0"/>
                      <a:pt x="1063" y="2"/>
                    </a:cubicBezTo>
                    <a:cubicBezTo>
                      <a:pt x="896" y="129"/>
                      <a:pt x="749" y="276"/>
                      <a:pt x="626" y="438"/>
                    </a:cubicBezTo>
                    <a:cubicBezTo>
                      <a:pt x="580" y="456"/>
                      <a:pt x="527" y="456"/>
                      <a:pt x="481" y="438"/>
                    </a:cubicBezTo>
                    <a:cubicBezTo>
                      <a:pt x="358" y="276"/>
                      <a:pt x="211" y="129"/>
                      <a:pt x="44" y="2"/>
                    </a:cubicBezTo>
                    <a:cubicBezTo>
                      <a:pt x="41" y="0"/>
                      <a:pt x="36" y="0"/>
                      <a:pt x="33" y="3"/>
                    </a:cubicBezTo>
                    <a:cubicBezTo>
                      <a:pt x="23" y="14"/>
                      <a:pt x="13" y="25"/>
                      <a:pt x="2" y="35"/>
                    </a:cubicBezTo>
                    <a:cubicBezTo>
                      <a:pt x="0" y="38"/>
                      <a:pt x="0" y="42"/>
                      <a:pt x="3" y="45"/>
                    </a:cubicBezTo>
                    <a:cubicBezTo>
                      <a:pt x="170" y="171"/>
                      <a:pt x="316" y="318"/>
                      <a:pt x="437" y="480"/>
                    </a:cubicBezTo>
                    <a:cubicBezTo>
                      <a:pt x="436" y="481"/>
                      <a:pt x="436" y="481"/>
                      <a:pt x="436" y="481"/>
                    </a:cubicBezTo>
                    <a:cubicBezTo>
                      <a:pt x="437" y="481"/>
                      <a:pt x="437" y="481"/>
                      <a:pt x="438" y="482"/>
                    </a:cubicBezTo>
                    <a:cubicBezTo>
                      <a:pt x="438" y="482"/>
                      <a:pt x="438" y="482"/>
                      <a:pt x="438" y="482"/>
                    </a:cubicBezTo>
                    <a:cubicBezTo>
                      <a:pt x="439" y="482"/>
                      <a:pt x="439" y="482"/>
                      <a:pt x="439" y="482"/>
                    </a:cubicBezTo>
                    <a:cubicBezTo>
                      <a:pt x="510" y="516"/>
                      <a:pt x="596" y="516"/>
                      <a:pt x="668" y="482"/>
                    </a:cubicBezTo>
                    <a:cubicBezTo>
                      <a:pt x="668" y="482"/>
                      <a:pt x="668" y="482"/>
                      <a:pt x="668" y="482"/>
                    </a:cubicBezTo>
                    <a:cubicBezTo>
                      <a:pt x="669" y="482"/>
                      <a:pt x="669" y="482"/>
                      <a:pt x="669" y="482"/>
                    </a:cubicBezTo>
                    <a:cubicBezTo>
                      <a:pt x="669" y="481"/>
                      <a:pt x="670" y="481"/>
                      <a:pt x="670" y="481"/>
                    </a:cubicBezTo>
                    <a:cubicBezTo>
                      <a:pt x="670" y="480"/>
                      <a:pt x="670" y="480"/>
                      <a:pt x="670" y="480"/>
                    </a:cubicBezTo>
                    <a:cubicBezTo>
                      <a:pt x="791" y="318"/>
                      <a:pt x="937" y="171"/>
                      <a:pt x="1104" y="45"/>
                    </a:cubicBezTo>
                    <a:cubicBezTo>
                      <a:pt x="1107" y="42"/>
                      <a:pt x="1107" y="38"/>
                      <a:pt x="1104" y="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" name="Google Shape;32;p4"/>
            <p:cNvGrpSpPr/>
            <p:nvPr/>
          </p:nvGrpSpPr>
          <p:grpSpPr>
            <a:xfrm rot="-10580157">
              <a:off x="7906139" y="4615406"/>
              <a:ext cx="363973" cy="216195"/>
              <a:chOff x="6191763" y="4215150"/>
              <a:chExt cx="261938" cy="155576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" name="Google Shape;35;p4"/>
            <p:cNvGrpSpPr/>
            <p:nvPr/>
          </p:nvGrpSpPr>
          <p:grpSpPr>
            <a:xfrm rot="8420947">
              <a:off x="987405" y="184875"/>
              <a:ext cx="363983" cy="216195"/>
              <a:chOff x="6191763" y="4215150"/>
              <a:chExt cx="261938" cy="155576"/>
            </a:xfrm>
          </p:grpSpPr>
          <p:sp>
            <p:nvSpPr>
              <p:cNvPr id="36" name="Google Shape;36;p4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" name="Google Shape;38;p4"/>
            <p:cNvGrpSpPr/>
            <p:nvPr/>
          </p:nvGrpSpPr>
          <p:grpSpPr>
            <a:xfrm rot="176158">
              <a:off x="-287397" y="466957"/>
              <a:ext cx="1144456" cy="877963"/>
              <a:chOff x="6729413" y="2840263"/>
              <a:chExt cx="742950" cy="569913"/>
            </a:xfrm>
          </p:grpSpPr>
          <p:sp>
            <p:nvSpPr>
              <p:cNvPr id="39" name="Google Shape;39;p4"/>
              <p:cNvSpPr/>
              <p:nvPr/>
            </p:nvSpPr>
            <p:spPr>
              <a:xfrm>
                <a:off x="7326313" y="2840263"/>
                <a:ext cx="146050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56" h="47" extrusionOk="0">
                    <a:moveTo>
                      <a:pt x="41" y="2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1" y="18"/>
                      <a:pt x="9" y="19"/>
                      <a:pt x="8" y="2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7" y="38"/>
                      <a:pt x="28" y="37"/>
                    </a:cubicBezTo>
                    <a:lnTo>
                      <a:pt x="41" y="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7423150" y="2840263"/>
                <a:ext cx="4921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21" extrusionOk="0">
                    <a:moveTo>
                      <a:pt x="0" y="13"/>
                    </a:moveTo>
                    <a:lnTo>
                      <a:pt x="16" y="21"/>
                    </a:lnTo>
                    <a:lnTo>
                      <a:pt x="31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6835775" y="2892650"/>
                <a:ext cx="525463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199" y="1"/>
                      <a:pt x="201" y="3"/>
                    </a:cubicBezTo>
                    <a:cubicBezTo>
                      <a:pt x="202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6861175" y="2929163"/>
                <a:ext cx="528638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200" y="1"/>
                      <a:pt x="201" y="3"/>
                    </a:cubicBezTo>
                    <a:cubicBezTo>
                      <a:pt x="203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6845300" y="2910113"/>
                <a:ext cx="53181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56" extrusionOk="0">
                    <a:moveTo>
                      <a:pt x="7" y="156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194" y="1"/>
                      <a:pt x="194" y="1"/>
                      <a:pt x="194" y="1"/>
                    </a:cubicBezTo>
                    <a:cubicBezTo>
                      <a:pt x="196" y="0"/>
                      <a:pt x="200" y="0"/>
                      <a:pt x="202" y="3"/>
                    </a:cubicBezTo>
                    <a:cubicBezTo>
                      <a:pt x="204" y="5"/>
                      <a:pt x="203" y="9"/>
                      <a:pt x="201" y="11"/>
                    </a:cubicBezTo>
                    <a:lnTo>
                      <a:pt x="7" y="1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6781800" y="3303813"/>
                <a:ext cx="920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8" h="52" extrusionOk="0">
                    <a:moveTo>
                      <a:pt x="13" y="52"/>
                    </a:moveTo>
                    <a:lnTo>
                      <a:pt x="0" y="34"/>
                    </a:lnTo>
                    <a:lnTo>
                      <a:pt x="47" y="0"/>
                    </a:lnTo>
                    <a:lnTo>
                      <a:pt x="58" y="18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6729413" y="3332388"/>
                <a:ext cx="730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8" h="30" extrusionOk="0">
                    <a:moveTo>
                      <a:pt x="13" y="28"/>
                    </a:moveTo>
                    <a:cubicBezTo>
                      <a:pt x="2" y="13"/>
                      <a:pt x="2" y="13"/>
                      <a:pt x="2" y="13"/>
                    </a:cubicBezTo>
                    <a:cubicBezTo>
                      <a:pt x="0" y="11"/>
                      <a:pt x="1" y="9"/>
                      <a:pt x="2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6" y="30"/>
                      <a:pt x="14" y="29"/>
                      <a:pt x="13" y="2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6767513" y="3210150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ECC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6762750" y="3276825"/>
                <a:ext cx="111125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70" h="69" extrusionOk="0">
                    <a:moveTo>
                      <a:pt x="25" y="69"/>
                    </a:moveTo>
                    <a:lnTo>
                      <a:pt x="0" y="35"/>
                    </a:lnTo>
                    <a:lnTo>
                      <a:pt x="46" y="0"/>
                    </a:lnTo>
                    <a:lnTo>
                      <a:pt x="70" y="35"/>
                    </a:lnTo>
                    <a:lnTo>
                      <a:pt x="25" y="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" name="Google Shape;48;p4"/>
            <p:cNvSpPr/>
            <p:nvPr/>
          </p:nvSpPr>
          <p:spPr>
            <a:xfrm rot="3740541">
              <a:off x="8905098" y="3945575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 txBox="1">
            <a:spLocks noGrp="1"/>
          </p:cNvSpPr>
          <p:nvPr>
            <p:ph type="subTitle" idx="1"/>
          </p:nvPr>
        </p:nvSpPr>
        <p:spPr>
          <a:xfrm>
            <a:off x="1295324" y="1706950"/>
            <a:ext cx="3106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2"/>
          </p:nvPr>
        </p:nvSpPr>
        <p:spPr>
          <a:xfrm>
            <a:off x="4742475" y="1706950"/>
            <a:ext cx="3106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3"/>
          </p:nvPr>
        </p:nvSpPr>
        <p:spPr>
          <a:xfrm>
            <a:off x="1295324" y="2143150"/>
            <a:ext cx="3106200" cy="23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4"/>
          </p:nvPr>
        </p:nvSpPr>
        <p:spPr>
          <a:xfrm>
            <a:off x="4742475" y="2143150"/>
            <a:ext cx="3106200" cy="23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56" name="Google Shape;56;p5"/>
          <p:cNvGrpSpPr/>
          <p:nvPr/>
        </p:nvGrpSpPr>
        <p:grpSpPr>
          <a:xfrm>
            <a:off x="-573392" y="-216252"/>
            <a:ext cx="9787044" cy="5923673"/>
            <a:chOff x="-573392" y="-216252"/>
            <a:chExt cx="9787044" cy="5923673"/>
          </a:xfrm>
        </p:grpSpPr>
        <p:grpSp>
          <p:nvGrpSpPr>
            <p:cNvPr id="57" name="Google Shape;57;p5"/>
            <p:cNvGrpSpPr/>
            <p:nvPr/>
          </p:nvGrpSpPr>
          <p:grpSpPr>
            <a:xfrm rot="8420947">
              <a:off x="8684105" y="4495900"/>
              <a:ext cx="363983" cy="216195"/>
              <a:chOff x="6191763" y="4215150"/>
              <a:chExt cx="261938" cy="155576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" name="Google Shape;60;p5"/>
            <p:cNvGrpSpPr/>
            <p:nvPr/>
          </p:nvGrpSpPr>
          <p:grpSpPr>
            <a:xfrm rot="-7798508">
              <a:off x="8504924" y="3687569"/>
              <a:ext cx="511482" cy="753429"/>
              <a:chOff x="8940901" y="497675"/>
              <a:chExt cx="1147762" cy="1690688"/>
            </a:xfrm>
          </p:grpSpPr>
          <p:sp>
            <p:nvSpPr>
              <p:cNvPr id="61" name="Google Shape;61;p5"/>
              <p:cNvSpPr/>
              <p:nvPr/>
            </p:nvSpPr>
            <p:spPr>
              <a:xfrm>
                <a:off x="9815613" y="497675"/>
                <a:ext cx="273050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90" h="98" extrusionOk="0">
                    <a:moveTo>
                      <a:pt x="0" y="75"/>
                    </a:moveTo>
                    <a:cubicBezTo>
                      <a:pt x="12" y="52"/>
                      <a:pt x="26" y="23"/>
                      <a:pt x="40" y="0"/>
                    </a:cubicBezTo>
                    <a:cubicBezTo>
                      <a:pt x="90" y="20"/>
                      <a:pt x="59" y="67"/>
                      <a:pt x="42" y="9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9467951" y="667538"/>
                <a:ext cx="538163" cy="554038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82" extrusionOk="0">
                    <a:moveTo>
                      <a:pt x="0" y="102"/>
                    </a:moveTo>
                    <a:cubicBezTo>
                      <a:pt x="6" y="93"/>
                      <a:pt x="7" y="82"/>
                      <a:pt x="14" y="75"/>
                    </a:cubicBezTo>
                    <a:cubicBezTo>
                      <a:pt x="28" y="61"/>
                      <a:pt x="21" y="64"/>
                      <a:pt x="39" y="65"/>
                    </a:cubicBezTo>
                    <a:cubicBezTo>
                      <a:pt x="66" y="67"/>
                      <a:pt x="73" y="68"/>
                      <a:pt x="91" y="42"/>
                    </a:cubicBezTo>
                    <a:cubicBezTo>
                      <a:pt x="104" y="21"/>
                      <a:pt x="106" y="0"/>
                      <a:pt x="106" y="0"/>
                    </a:cubicBezTo>
                    <a:cubicBezTo>
                      <a:pt x="119" y="4"/>
                      <a:pt x="164" y="28"/>
                      <a:pt x="174" y="37"/>
                    </a:cubicBezTo>
                    <a:cubicBezTo>
                      <a:pt x="150" y="53"/>
                      <a:pt x="129" y="94"/>
                      <a:pt x="149" y="118"/>
                    </a:cubicBezTo>
                    <a:cubicBezTo>
                      <a:pt x="167" y="141"/>
                      <a:pt x="177" y="134"/>
                      <a:pt x="160" y="166"/>
                    </a:cubicBezTo>
                    <a:cubicBezTo>
                      <a:pt x="152" y="180"/>
                      <a:pt x="156" y="169"/>
                      <a:pt x="148" y="1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8940901" y="942175"/>
                <a:ext cx="1038225" cy="1246188"/>
              </a:xfrm>
              <a:custGeom>
                <a:avLst/>
                <a:gdLst/>
                <a:ahLst/>
                <a:cxnLst/>
                <a:rect l="l" t="t" r="r" b="b"/>
                <a:pathLst>
                  <a:path w="341" h="409" extrusionOk="0">
                    <a:moveTo>
                      <a:pt x="178" y="380"/>
                    </a:moveTo>
                    <a:cubicBezTo>
                      <a:pt x="168" y="399"/>
                      <a:pt x="152" y="409"/>
                      <a:pt x="133" y="399"/>
                    </a:cubicBezTo>
                    <a:cubicBezTo>
                      <a:pt x="19" y="337"/>
                      <a:pt x="19" y="337"/>
                      <a:pt x="19" y="337"/>
                    </a:cubicBezTo>
                    <a:cubicBezTo>
                      <a:pt x="0" y="327"/>
                      <a:pt x="0" y="308"/>
                      <a:pt x="10" y="289"/>
                    </a:cubicBezTo>
                    <a:cubicBezTo>
                      <a:pt x="145" y="19"/>
                      <a:pt x="145" y="19"/>
                      <a:pt x="145" y="19"/>
                    </a:cubicBezTo>
                    <a:cubicBezTo>
                      <a:pt x="155" y="0"/>
                      <a:pt x="173" y="8"/>
                      <a:pt x="192" y="18"/>
                    </a:cubicBezTo>
                    <a:cubicBezTo>
                      <a:pt x="306" y="80"/>
                      <a:pt x="306" y="80"/>
                      <a:pt x="306" y="80"/>
                    </a:cubicBezTo>
                    <a:cubicBezTo>
                      <a:pt x="325" y="90"/>
                      <a:pt x="341" y="101"/>
                      <a:pt x="331" y="120"/>
                    </a:cubicBezTo>
                    <a:lnTo>
                      <a:pt x="178" y="38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9059963" y="1121563"/>
                <a:ext cx="54133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67" extrusionOk="0">
                    <a:moveTo>
                      <a:pt x="60" y="250"/>
                    </a:moveTo>
                    <a:cubicBezTo>
                      <a:pt x="53" y="262"/>
                      <a:pt x="38" y="267"/>
                      <a:pt x="26" y="260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5" y="249"/>
                      <a:pt x="0" y="234"/>
                      <a:pt x="7" y="221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24" y="4"/>
                      <a:pt x="140" y="0"/>
                      <a:pt x="152" y="6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73" y="18"/>
                      <a:pt x="178" y="33"/>
                      <a:pt x="171" y="45"/>
                    </a:cubicBezTo>
                    <a:lnTo>
                      <a:pt x="60" y="2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9264751" y="1231100"/>
                <a:ext cx="54133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67" extrusionOk="0">
                    <a:moveTo>
                      <a:pt x="60" y="250"/>
                    </a:moveTo>
                    <a:cubicBezTo>
                      <a:pt x="53" y="263"/>
                      <a:pt x="38" y="267"/>
                      <a:pt x="26" y="261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5" y="249"/>
                      <a:pt x="0" y="234"/>
                      <a:pt x="7" y="222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24" y="5"/>
                      <a:pt x="140" y="0"/>
                      <a:pt x="152" y="7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73" y="18"/>
                      <a:pt x="178" y="33"/>
                      <a:pt x="171" y="46"/>
                    </a:cubicBezTo>
                    <a:lnTo>
                      <a:pt x="60" y="2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6" name="Google Shape;66;p5"/>
            <p:cNvSpPr/>
            <p:nvPr/>
          </p:nvSpPr>
          <p:spPr>
            <a:xfrm>
              <a:off x="522273" y="314888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" name="Google Shape;67;p5"/>
            <p:cNvGrpSpPr/>
            <p:nvPr/>
          </p:nvGrpSpPr>
          <p:grpSpPr>
            <a:xfrm rot="5619956">
              <a:off x="719224" y="-95021"/>
              <a:ext cx="724423" cy="513300"/>
              <a:chOff x="6180688" y="2320538"/>
              <a:chExt cx="1149350" cy="814387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>
              <a:off x="7591021" y="4375445"/>
              <a:ext cx="1159173" cy="1331976"/>
              <a:chOff x="5652063" y="1771263"/>
              <a:chExt cx="1714500" cy="1970087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6272775" y="3138100"/>
                <a:ext cx="1093788" cy="603250"/>
              </a:xfrm>
              <a:custGeom>
                <a:avLst/>
                <a:gdLst/>
                <a:ahLst/>
                <a:cxnLst/>
                <a:rect l="l" t="t" r="r" b="b"/>
                <a:pathLst>
                  <a:path w="689" h="380" extrusionOk="0">
                    <a:moveTo>
                      <a:pt x="689" y="83"/>
                    </a:moveTo>
                    <a:lnTo>
                      <a:pt x="39" y="380"/>
                    </a:lnTo>
                    <a:lnTo>
                      <a:pt x="0" y="296"/>
                    </a:lnTo>
                    <a:lnTo>
                      <a:pt x="650" y="0"/>
                    </a:lnTo>
                    <a:lnTo>
                      <a:pt x="689" y="8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6348975" y="3233350"/>
                <a:ext cx="9620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88" extrusionOk="0">
                    <a:moveTo>
                      <a:pt x="606" y="15"/>
                    </a:moveTo>
                    <a:lnTo>
                      <a:pt x="8" y="288"/>
                    </a:lnTo>
                    <a:lnTo>
                      <a:pt x="0" y="272"/>
                    </a:lnTo>
                    <a:lnTo>
                      <a:pt x="600" y="0"/>
                    </a:lnTo>
                    <a:lnTo>
                      <a:pt x="606" y="1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5652063" y="1771263"/>
                <a:ext cx="1671638" cy="1873250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180" extrusionOk="0">
                    <a:moveTo>
                      <a:pt x="1053" y="882"/>
                    </a:moveTo>
                    <a:lnTo>
                      <a:pt x="403" y="1180"/>
                    </a:lnTo>
                    <a:lnTo>
                      <a:pt x="0" y="297"/>
                    </a:lnTo>
                    <a:lnTo>
                      <a:pt x="650" y="0"/>
                    </a:lnTo>
                    <a:lnTo>
                      <a:pt x="1053" y="88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5996550" y="2139563"/>
                <a:ext cx="747713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471" h="389" extrusionOk="0">
                    <a:moveTo>
                      <a:pt x="471" y="221"/>
                    </a:moveTo>
                    <a:lnTo>
                      <a:pt x="101" y="389"/>
                    </a:lnTo>
                    <a:lnTo>
                      <a:pt x="0" y="169"/>
                    </a:lnTo>
                    <a:lnTo>
                      <a:pt x="370" y="0"/>
                    </a:lnTo>
                    <a:lnTo>
                      <a:pt x="471" y="22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6129900" y="233165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6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6090213" y="2249100"/>
                <a:ext cx="481013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50" extrusionOk="0">
                    <a:moveTo>
                      <a:pt x="303" y="13"/>
                    </a:moveTo>
                    <a:lnTo>
                      <a:pt x="8" y="150"/>
                    </a:lnTo>
                    <a:lnTo>
                      <a:pt x="0" y="134"/>
                    </a:lnTo>
                    <a:lnTo>
                      <a:pt x="297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6166413" y="241420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8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5685400" y="246500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5728263" y="2560250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5771125" y="2653913"/>
                <a:ext cx="193675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5" y="38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813988" y="2749163"/>
                <a:ext cx="19367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64" h="40" extrusionOk="0">
                    <a:moveTo>
                      <a:pt x="62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0"/>
                      <a:pt x="5" y="38"/>
                      <a:pt x="2" y="33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5855263" y="283965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2" y="34"/>
                    </a:cubicBezTo>
                    <a:cubicBezTo>
                      <a:pt x="0" y="29"/>
                      <a:pt x="2" y="24"/>
                      <a:pt x="7" y="22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54" y="0"/>
                      <a:pt x="59" y="3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5898125" y="2934900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2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5940988" y="3028563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3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5983850" y="3123813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6026713" y="3217475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6072750" y="3312725"/>
                <a:ext cx="1905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3" h="41" extrusionOk="0">
                    <a:moveTo>
                      <a:pt x="61" y="7"/>
                    </a:moveTo>
                    <a:cubicBezTo>
                      <a:pt x="63" y="12"/>
                      <a:pt x="61" y="17"/>
                      <a:pt x="56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5"/>
            <p:cNvGrpSpPr/>
            <p:nvPr/>
          </p:nvGrpSpPr>
          <p:grpSpPr>
            <a:xfrm rot="176158">
              <a:off x="-551660" y="843657"/>
              <a:ext cx="1144456" cy="877963"/>
              <a:chOff x="6729413" y="2840263"/>
              <a:chExt cx="742950" cy="569913"/>
            </a:xfrm>
          </p:grpSpPr>
          <p:sp>
            <p:nvSpPr>
              <p:cNvPr id="94" name="Google Shape;94;p5"/>
              <p:cNvSpPr/>
              <p:nvPr/>
            </p:nvSpPr>
            <p:spPr>
              <a:xfrm>
                <a:off x="7326313" y="2840263"/>
                <a:ext cx="146050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56" h="47" extrusionOk="0">
                    <a:moveTo>
                      <a:pt x="41" y="2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1" y="18"/>
                      <a:pt x="9" y="19"/>
                      <a:pt x="8" y="2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7" y="38"/>
                      <a:pt x="28" y="37"/>
                    </a:cubicBezTo>
                    <a:lnTo>
                      <a:pt x="41" y="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7423150" y="2840263"/>
                <a:ext cx="4921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21" extrusionOk="0">
                    <a:moveTo>
                      <a:pt x="0" y="13"/>
                    </a:moveTo>
                    <a:lnTo>
                      <a:pt x="16" y="21"/>
                    </a:lnTo>
                    <a:lnTo>
                      <a:pt x="31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6835775" y="2892650"/>
                <a:ext cx="525463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199" y="1"/>
                      <a:pt x="201" y="3"/>
                    </a:cubicBezTo>
                    <a:cubicBezTo>
                      <a:pt x="202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6861175" y="2929163"/>
                <a:ext cx="528638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200" y="1"/>
                      <a:pt x="201" y="3"/>
                    </a:cubicBezTo>
                    <a:cubicBezTo>
                      <a:pt x="203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6845300" y="2910113"/>
                <a:ext cx="53181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56" extrusionOk="0">
                    <a:moveTo>
                      <a:pt x="7" y="156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194" y="1"/>
                      <a:pt x="194" y="1"/>
                      <a:pt x="194" y="1"/>
                    </a:cubicBezTo>
                    <a:cubicBezTo>
                      <a:pt x="196" y="0"/>
                      <a:pt x="200" y="0"/>
                      <a:pt x="202" y="3"/>
                    </a:cubicBezTo>
                    <a:cubicBezTo>
                      <a:pt x="204" y="5"/>
                      <a:pt x="203" y="9"/>
                      <a:pt x="201" y="11"/>
                    </a:cubicBezTo>
                    <a:lnTo>
                      <a:pt x="7" y="1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6781800" y="3303813"/>
                <a:ext cx="920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8" h="52" extrusionOk="0">
                    <a:moveTo>
                      <a:pt x="13" y="52"/>
                    </a:moveTo>
                    <a:lnTo>
                      <a:pt x="0" y="34"/>
                    </a:lnTo>
                    <a:lnTo>
                      <a:pt x="47" y="0"/>
                    </a:lnTo>
                    <a:lnTo>
                      <a:pt x="58" y="18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6729413" y="3332388"/>
                <a:ext cx="730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8" h="30" extrusionOk="0">
                    <a:moveTo>
                      <a:pt x="13" y="28"/>
                    </a:moveTo>
                    <a:cubicBezTo>
                      <a:pt x="2" y="13"/>
                      <a:pt x="2" y="13"/>
                      <a:pt x="2" y="13"/>
                    </a:cubicBezTo>
                    <a:cubicBezTo>
                      <a:pt x="0" y="11"/>
                      <a:pt x="1" y="9"/>
                      <a:pt x="2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6" y="30"/>
                      <a:pt x="14" y="29"/>
                      <a:pt x="13" y="2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6767513" y="3210150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ECC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6762750" y="3276825"/>
                <a:ext cx="111125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70" h="69" extrusionOk="0">
                    <a:moveTo>
                      <a:pt x="25" y="69"/>
                    </a:moveTo>
                    <a:lnTo>
                      <a:pt x="0" y="35"/>
                    </a:lnTo>
                    <a:lnTo>
                      <a:pt x="46" y="0"/>
                    </a:lnTo>
                    <a:lnTo>
                      <a:pt x="70" y="35"/>
                    </a:lnTo>
                    <a:lnTo>
                      <a:pt x="25" y="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6"/>
          <p:cNvGrpSpPr/>
          <p:nvPr/>
        </p:nvGrpSpPr>
        <p:grpSpPr>
          <a:xfrm>
            <a:off x="6" y="-43495"/>
            <a:ext cx="9910738" cy="5232973"/>
            <a:chOff x="6" y="-33320"/>
            <a:chExt cx="9910738" cy="5232973"/>
          </a:xfrm>
        </p:grpSpPr>
        <p:grpSp>
          <p:nvGrpSpPr>
            <p:cNvPr id="107" name="Google Shape;107;p6"/>
            <p:cNvGrpSpPr/>
            <p:nvPr/>
          </p:nvGrpSpPr>
          <p:grpSpPr>
            <a:xfrm rot="8420947">
              <a:off x="8575230" y="3331850"/>
              <a:ext cx="363983" cy="216195"/>
              <a:chOff x="6191763" y="4215150"/>
              <a:chExt cx="261938" cy="155576"/>
            </a:xfrm>
          </p:grpSpPr>
          <p:sp>
            <p:nvSpPr>
              <p:cNvPr id="108" name="Google Shape;108;p6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p6"/>
            <p:cNvGrpSpPr/>
            <p:nvPr/>
          </p:nvGrpSpPr>
          <p:grpSpPr>
            <a:xfrm rot="5199451">
              <a:off x="93024" y="-61784"/>
              <a:ext cx="1077290" cy="1202565"/>
              <a:chOff x="3378650" y="4173525"/>
              <a:chExt cx="573088" cy="639763"/>
            </a:xfrm>
          </p:grpSpPr>
          <p:sp>
            <p:nvSpPr>
              <p:cNvPr id="111" name="Google Shape;111;p6"/>
              <p:cNvSpPr/>
              <p:nvPr/>
            </p:nvSpPr>
            <p:spPr>
              <a:xfrm>
                <a:off x="3378650" y="4173525"/>
                <a:ext cx="276225" cy="30956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19" extrusionOk="0">
                    <a:moveTo>
                      <a:pt x="6" y="5"/>
                    </a:moveTo>
                    <a:cubicBezTo>
                      <a:pt x="6" y="5"/>
                      <a:pt x="6" y="5"/>
                      <a:pt x="6" y="5"/>
                    </a:cubicBezTo>
                    <a:cubicBezTo>
                      <a:pt x="12" y="0"/>
                      <a:pt x="21" y="1"/>
                      <a:pt x="25" y="7"/>
                    </a:cubicBezTo>
                    <a:cubicBezTo>
                      <a:pt x="106" y="102"/>
                      <a:pt x="106" y="102"/>
                      <a:pt x="106" y="102"/>
                    </a:cubicBezTo>
                    <a:cubicBezTo>
                      <a:pt x="85" y="119"/>
                      <a:pt x="85" y="119"/>
                      <a:pt x="85" y="119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0" y="18"/>
                      <a:pt x="1" y="10"/>
                      <a:pt x="6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3543750" y="4370375"/>
                <a:ext cx="87313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5" extrusionOk="0">
                    <a:moveTo>
                      <a:pt x="34" y="0"/>
                    </a:moveTo>
                    <a:lnTo>
                      <a:pt x="0" y="30"/>
                    </a:lnTo>
                    <a:lnTo>
                      <a:pt x="21" y="55"/>
                    </a:lnTo>
                    <a:lnTo>
                      <a:pt x="55" y="2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3618363" y="4454513"/>
                <a:ext cx="49213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1" h="33" extrusionOk="0">
                    <a:moveTo>
                      <a:pt x="10" y="0"/>
                    </a:moveTo>
                    <a:lnTo>
                      <a:pt x="0" y="8"/>
                    </a:lnTo>
                    <a:lnTo>
                      <a:pt x="21" y="33"/>
                    </a:lnTo>
                    <a:lnTo>
                      <a:pt x="31" y="2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A7C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3618363" y="4454513"/>
                <a:ext cx="49213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1" h="33" extrusionOk="0">
                    <a:moveTo>
                      <a:pt x="10" y="0"/>
                    </a:moveTo>
                    <a:lnTo>
                      <a:pt x="0" y="8"/>
                    </a:lnTo>
                    <a:lnTo>
                      <a:pt x="21" y="33"/>
                    </a:lnTo>
                    <a:lnTo>
                      <a:pt x="31" y="26"/>
                    </a:lnTo>
                    <a:lnTo>
                      <a:pt x="10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3573913" y="4433875"/>
                <a:ext cx="377825" cy="379413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6" extrusionOk="0">
                    <a:moveTo>
                      <a:pt x="114" y="123"/>
                    </a:moveTo>
                    <a:cubicBezTo>
                      <a:pt x="142" y="100"/>
                      <a:pt x="145" y="59"/>
                      <a:pt x="122" y="31"/>
                    </a:cubicBezTo>
                    <a:cubicBezTo>
                      <a:pt x="99" y="4"/>
                      <a:pt x="58" y="0"/>
                      <a:pt x="31" y="23"/>
                    </a:cubicBezTo>
                    <a:cubicBezTo>
                      <a:pt x="3" y="46"/>
                      <a:pt x="0" y="87"/>
                      <a:pt x="23" y="115"/>
                    </a:cubicBezTo>
                    <a:cubicBezTo>
                      <a:pt x="46" y="142"/>
                      <a:pt x="87" y="146"/>
                      <a:pt x="114" y="123"/>
                    </a:cubicBezTo>
                    <a:moveTo>
                      <a:pt x="36" y="30"/>
                    </a:moveTo>
                    <a:cubicBezTo>
                      <a:pt x="60" y="10"/>
                      <a:pt x="96" y="13"/>
                      <a:pt x="115" y="37"/>
                    </a:cubicBezTo>
                    <a:cubicBezTo>
                      <a:pt x="135" y="60"/>
                      <a:pt x="132" y="96"/>
                      <a:pt x="109" y="116"/>
                    </a:cubicBezTo>
                    <a:cubicBezTo>
                      <a:pt x="85" y="136"/>
                      <a:pt x="49" y="133"/>
                      <a:pt x="30" y="109"/>
                    </a:cubicBezTo>
                    <a:cubicBezTo>
                      <a:pt x="10" y="85"/>
                      <a:pt x="13" y="50"/>
                      <a:pt x="36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3615188" y="4478325"/>
                <a:ext cx="295275" cy="29051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12" extrusionOk="0">
                    <a:moveTo>
                      <a:pt x="56" y="0"/>
                    </a:moveTo>
                    <a:cubicBezTo>
                      <a:pt x="44" y="0"/>
                      <a:pt x="31" y="4"/>
                      <a:pt x="20" y="13"/>
                    </a:cubicBezTo>
                    <a:cubicBezTo>
                      <a:pt x="7" y="24"/>
                      <a:pt x="0" y="40"/>
                      <a:pt x="0" y="56"/>
                    </a:cubicBezTo>
                    <a:cubicBezTo>
                      <a:pt x="0" y="69"/>
                      <a:pt x="5" y="82"/>
                      <a:pt x="14" y="92"/>
                    </a:cubicBezTo>
                    <a:cubicBezTo>
                      <a:pt x="25" y="105"/>
                      <a:pt x="41" y="112"/>
                      <a:pt x="57" y="112"/>
                    </a:cubicBezTo>
                    <a:cubicBezTo>
                      <a:pt x="69" y="112"/>
                      <a:pt x="82" y="108"/>
                      <a:pt x="93" y="99"/>
                    </a:cubicBezTo>
                    <a:cubicBezTo>
                      <a:pt x="106" y="88"/>
                      <a:pt x="113" y="72"/>
                      <a:pt x="113" y="56"/>
                    </a:cubicBezTo>
                    <a:cubicBezTo>
                      <a:pt x="113" y="43"/>
                      <a:pt x="108" y="30"/>
                      <a:pt x="99" y="20"/>
                    </a:cubicBezTo>
                    <a:cubicBezTo>
                      <a:pt x="88" y="7"/>
                      <a:pt x="72" y="0"/>
                      <a:pt x="56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6"/>
            <p:cNvGrpSpPr/>
            <p:nvPr/>
          </p:nvGrpSpPr>
          <p:grpSpPr>
            <a:xfrm rot="-1767078">
              <a:off x="8223622" y="4299891"/>
              <a:ext cx="698504" cy="778325"/>
              <a:chOff x="5431538" y="3074425"/>
              <a:chExt cx="485775" cy="541338"/>
            </a:xfrm>
          </p:grpSpPr>
          <p:sp>
            <p:nvSpPr>
              <p:cNvPr id="118" name="Google Shape;118;p6"/>
              <p:cNvSpPr/>
              <p:nvPr/>
            </p:nvSpPr>
            <p:spPr>
              <a:xfrm>
                <a:off x="5431538" y="3074425"/>
                <a:ext cx="485775" cy="541338"/>
              </a:xfrm>
              <a:custGeom>
                <a:avLst/>
                <a:gdLst/>
                <a:ahLst/>
                <a:cxnLst/>
                <a:rect l="l" t="t" r="r" b="b"/>
                <a:pathLst>
                  <a:path w="187" h="208" extrusionOk="0">
                    <a:moveTo>
                      <a:pt x="187" y="99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158" y="168"/>
                      <a:pt x="158" y="168"/>
                      <a:pt x="158" y="168"/>
                    </a:cubicBezTo>
                    <a:cubicBezTo>
                      <a:pt x="158" y="168"/>
                      <a:pt x="186" y="103"/>
                      <a:pt x="187" y="9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6"/>
              <p:cNvSpPr/>
              <p:nvPr/>
            </p:nvSpPr>
            <p:spPr>
              <a:xfrm>
                <a:off x="5480750" y="3134750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1" y="0"/>
                      <a:pt x="122" y="1"/>
                      <a:pt x="123" y="3"/>
                    </a:cubicBezTo>
                    <a:cubicBezTo>
                      <a:pt x="123" y="4"/>
                      <a:pt x="123" y="6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5501388" y="3195075"/>
                <a:ext cx="32226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8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1" y="0"/>
                      <a:pt x="123" y="1"/>
                      <a:pt x="123" y="2"/>
                    </a:cubicBezTo>
                    <a:cubicBezTo>
                      <a:pt x="124" y="4"/>
                      <a:pt x="123" y="5"/>
                      <a:pt x="122" y="6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5526788" y="3253813"/>
                <a:ext cx="322263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3" extrusionOk="0">
                    <a:moveTo>
                      <a:pt x="3" y="53"/>
                    </a:moveTo>
                    <a:cubicBezTo>
                      <a:pt x="2" y="53"/>
                      <a:pt x="1" y="53"/>
                      <a:pt x="1" y="52"/>
                    </a:cubicBezTo>
                    <a:cubicBezTo>
                      <a:pt x="0" y="50"/>
                      <a:pt x="1" y="49"/>
                      <a:pt x="2" y="48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0"/>
                      <a:pt x="123" y="2"/>
                    </a:cubicBezTo>
                    <a:cubicBezTo>
                      <a:pt x="124" y="3"/>
                      <a:pt x="123" y="5"/>
                      <a:pt x="122" y="5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5553775" y="3314138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0" y="52"/>
                    </a:cubicBezTo>
                    <a:cubicBezTo>
                      <a:pt x="0" y="51"/>
                      <a:pt x="0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0" y="0"/>
                      <a:pt x="122" y="1"/>
                      <a:pt x="123" y="2"/>
                    </a:cubicBezTo>
                    <a:cubicBezTo>
                      <a:pt x="123" y="4"/>
                      <a:pt x="122" y="5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5579175" y="3420500"/>
                <a:ext cx="217488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84" h="38" extrusionOk="0">
                    <a:moveTo>
                      <a:pt x="3" y="38"/>
                    </a:moveTo>
                    <a:cubicBezTo>
                      <a:pt x="2" y="38"/>
                      <a:pt x="1" y="37"/>
                      <a:pt x="1" y="36"/>
                    </a:cubicBezTo>
                    <a:cubicBezTo>
                      <a:pt x="0" y="34"/>
                      <a:pt x="1" y="33"/>
                      <a:pt x="2" y="32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3" y="1"/>
                      <a:pt x="83" y="2"/>
                    </a:cubicBezTo>
                    <a:cubicBezTo>
                      <a:pt x="84" y="4"/>
                      <a:pt x="83" y="5"/>
                      <a:pt x="82" y="6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3" y="38"/>
                      <a:pt x="3" y="38"/>
                      <a:pt x="3" y="38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5790313" y="3333188"/>
                <a:ext cx="127000" cy="179388"/>
              </a:xfrm>
              <a:custGeom>
                <a:avLst/>
                <a:gdLst/>
                <a:ahLst/>
                <a:cxnLst/>
                <a:rect l="l" t="t" r="r" b="b"/>
                <a:pathLst>
                  <a:path w="49" h="69" extrusionOk="0">
                    <a:moveTo>
                      <a:pt x="49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" name="Google Shape;125;p6"/>
            <p:cNvSpPr/>
            <p:nvPr/>
          </p:nvSpPr>
          <p:spPr>
            <a:xfrm>
              <a:off x="7879699" y="4750425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" name="Google Shape;126;p6"/>
            <p:cNvGrpSpPr/>
            <p:nvPr/>
          </p:nvGrpSpPr>
          <p:grpSpPr>
            <a:xfrm>
              <a:off x="1084775" y="165925"/>
              <a:ext cx="724435" cy="513308"/>
              <a:chOff x="6180688" y="2320538"/>
              <a:chExt cx="1149350" cy="814387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 rot="-4931827">
              <a:off x="214374" y="1163875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" name="Google Shape;135;p6"/>
            <p:cNvGrpSpPr/>
            <p:nvPr/>
          </p:nvGrpSpPr>
          <p:grpSpPr>
            <a:xfrm rot="-8100000">
              <a:off x="8623524" y="3596447"/>
              <a:ext cx="1144411" cy="877953"/>
              <a:chOff x="6729413" y="2840263"/>
              <a:chExt cx="742950" cy="569913"/>
            </a:xfrm>
          </p:grpSpPr>
          <p:sp>
            <p:nvSpPr>
              <p:cNvPr id="136" name="Google Shape;136;p6"/>
              <p:cNvSpPr/>
              <p:nvPr/>
            </p:nvSpPr>
            <p:spPr>
              <a:xfrm>
                <a:off x="7326313" y="2840263"/>
                <a:ext cx="146050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56" h="47" extrusionOk="0">
                    <a:moveTo>
                      <a:pt x="41" y="2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1" y="18"/>
                      <a:pt x="9" y="19"/>
                      <a:pt x="8" y="2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7" y="38"/>
                      <a:pt x="28" y="37"/>
                    </a:cubicBezTo>
                    <a:lnTo>
                      <a:pt x="41" y="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7423150" y="2840263"/>
                <a:ext cx="4921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21" extrusionOk="0">
                    <a:moveTo>
                      <a:pt x="0" y="13"/>
                    </a:moveTo>
                    <a:lnTo>
                      <a:pt x="16" y="21"/>
                    </a:lnTo>
                    <a:lnTo>
                      <a:pt x="31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6835775" y="2892650"/>
                <a:ext cx="525463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199" y="1"/>
                      <a:pt x="201" y="3"/>
                    </a:cubicBezTo>
                    <a:cubicBezTo>
                      <a:pt x="202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6"/>
              <p:cNvSpPr/>
              <p:nvPr/>
            </p:nvSpPr>
            <p:spPr>
              <a:xfrm>
                <a:off x="6861175" y="2929163"/>
                <a:ext cx="528638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200" y="1"/>
                      <a:pt x="201" y="3"/>
                    </a:cubicBezTo>
                    <a:cubicBezTo>
                      <a:pt x="203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6"/>
              <p:cNvSpPr/>
              <p:nvPr/>
            </p:nvSpPr>
            <p:spPr>
              <a:xfrm>
                <a:off x="6845300" y="2910113"/>
                <a:ext cx="53181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56" extrusionOk="0">
                    <a:moveTo>
                      <a:pt x="7" y="156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194" y="1"/>
                      <a:pt x="194" y="1"/>
                      <a:pt x="194" y="1"/>
                    </a:cubicBezTo>
                    <a:cubicBezTo>
                      <a:pt x="196" y="0"/>
                      <a:pt x="200" y="0"/>
                      <a:pt x="202" y="3"/>
                    </a:cubicBezTo>
                    <a:cubicBezTo>
                      <a:pt x="204" y="5"/>
                      <a:pt x="203" y="9"/>
                      <a:pt x="201" y="11"/>
                    </a:cubicBezTo>
                    <a:lnTo>
                      <a:pt x="7" y="1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6"/>
              <p:cNvSpPr/>
              <p:nvPr/>
            </p:nvSpPr>
            <p:spPr>
              <a:xfrm>
                <a:off x="6781800" y="3303813"/>
                <a:ext cx="920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8" h="52" extrusionOk="0">
                    <a:moveTo>
                      <a:pt x="13" y="52"/>
                    </a:moveTo>
                    <a:lnTo>
                      <a:pt x="0" y="34"/>
                    </a:lnTo>
                    <a:lnTo>
                      <a:pt x="47" y="0"/>
                    </a:lnTo>
                    <a:lnTo>
                      <a:pt x="58" y="18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6"/>
              <p:cNvSpPr/>
              <p:nvPr/>
            </p:nvSpPr>
            <p:spPr>
              <a:xfrm>
                <a:off x="6729413" y="3332388"/>
                <a:ext cx="730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8" h="30" extrusionOk="0">
                    <a:moveTo>
                      <a:pt x="13" y="28"/>
                    </a:moveTo>
                    <a:cubicBezTo>
                      <a:pt x="2" y="13"/>
                      <a:pt x="2" y="13"/>
                      <a:pt x="2" y="13"/>
                    </a:cubicBezTo>
                    <a:cubicBezTo>
                      <a:pt x="0" y="11"/>
                      <a:pt x="1" y="9"/>
                      <a:pt x="2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6" y="30"/>
                      <a:pt x="14" y="29"/>
                      <a:pt x="13" y="2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6"/>
              <p:cNvSpPr/>
              <p:nvPr/>
            </p:nvSpPr>
            <p:spPr>
              <a:xfrm>
                <a:off x="6767513" y="3210150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ECC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6"/>
              <p:cNvSpPr/>
              <p:nvPr/>
            </p:nvSpPr>
            <p:spPr>
              <a:xfrm>
                <a:off x="6762750" y="3276825"/>
                <a:ext cx="111125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70" h="69" extrusionOk="0">
                    <a:moveTo>
                      <a:pt x="25" y="69"/>
                    </a:moveTo>
                    <a:lnTo>
                      <a:pt x="0" y="35"/>
                    </a:lnTo>
                    <a:lnTo>
                      <a:pt x="46" y="0"/>
                    </a:lnTo>
                    <a:lnTo>
                      <a:pt x="70" y="35"/>
                    </a:lnTo>
                    <a:lnTo>
                      <a:pt x="25" y="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7"/>
          <p:cNvSpPr txBox="1">
            <a:spLocks noGrp="1"/>
          </p:cNvSpPr>
          <p:nvPr>
            <p:ph type="body" idx="1"/>
          </p:nvPr>
        </p:nvSpPr>
        <p:spPr>
          <a:xfrm>
            <a:off x="1043750" y="1349075"/>
            <a:ext cx="3568200" cy="29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7"/>
          <p:cNvSpPr>
            <a:spLocks noGrp="1"/>
          </p:cNvSpPr>
          <p:nvPr>
            <p:ph type="pic" idx="2"/>
          </p:nvPr>
        </p:nvSpPr>
        <p:spPr>
          <a:xfrm>
            <a:off x="4827325" y="1374425"/>
            <a:ext cx="3232800" cy="2913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50" name="Google Shape;150;p7"/>
          <p:cNvGrpSpPr/>
          <p:nvPr/>
        </p:nvGrpSpPr>
        <p:grpSpPr>
          <a:xfrm>
            <a:off x="-348984" y="482337"/>
            <a:ext cx="9645401" cy="5042774"/>
            <a:chOff x="-348984" y="482337"/>
            <a:chExt cx="9645401" cy="5042774"/>
          </a:xfrm>
        </p:grpSpPr>
        <p:grpSp>
          <p:nvGrpSpPr>
            <p:cNvPr id="151" name="Google Shape;151;p7"/>
            <p:cNvGrpSpPr/>
            <p:nvPr/>
          </p:nvGrpSpPr>
          <p:grpSpPr>
            <a:xfrm rot="-6984721">
              <a:off x="8456095" y="4134684"/>
              <a:ext cx="808224" cy="572678"/>
              <a:chOff x="6180688" y="2320538"/>
              <a:chExt cx="1149350" cy="814387"/>
            </a:xfrm>
          </p:grpSpPr>
          <p:sp>
            <p:nvSpPr>
              <p:cNvPr id="152" name="Google Shape;152;p7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9" name="Google Shape;159;p7"/>
            <p:cNvSpPr/>
            <p:nvPr/>
          </p:nvSpPr>
          <p:spPr>
            <a:xfrm rot="2700000">
              <a:off x="183175" y="1260800"/>
              <a:ext cx="278900" cy="633650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0" name="Google Shape;160;p7"/>
            <p:cNvGrpSpPr/>
            <p:nvPr/>
          </p:nvGrpSpPr>
          <p:grpSpPr>
            <a:xfrm>
              <a:off x="7443363" y="4694052"/>
              <a:ext cx="1683766" cy="831059"/>
              <a:chOff x="5199988" y="4055513"/>
              <a:chExt cx="2222500" cy="1096963"/>
            </a:xfrm>
          </p:grpSpPr>
          <p:sp>
            <p:nvSpPr>
              <p:cNvPr id="161" name="Google Shape;161;p7"/>
              <p:cNvSpPr/>
              <p:nvPr/>
            </p:nvSpPr>
            <p:spPr>
              <a:xfrm>
                <a:off x="5199988" y="4055513"/>
                <a:ext cx="2222500" cy="1096963"/>
              </a:xfrm>
              <a:custGeom>
                <a:avLst/>
                <a:gdLst/>
                <a:ahLst/>
                <a:cxnLst/>
                <a:rect l="l" t="t" r="r" b="b"/>
                <a:pathLst>
                  <a:path w="730" h="360" extrusionOk="0">
                    <a:moveTo>
                      <a:pt x="698" y="186"/>
                    </a:moveTo>
                    <a:cubicBezTo>
                      <a:pt x="719" y="192"/>
                      <a:pt x="730" y="213"/>
                      <a:pt x="724" y="233"/>
                    </a:cubicBezTo>
                    <a:cubicBezTo>
                      <a:pt x="696" y="329"/>
                      <a:pt x="696" y="329"/>
                      <a:pt x="696" y="329"/>
                    </a:cubicBezTo>
                    <a:cubicBezTo>
                      <a:pt x="690" y="349"/>
                      <a:pt x="669" y="360"/>
                      <a:pt x="649" y="355"/>
                    </a:cubicBezTo>
                    <a:cubicBezTo>
                      <a:pt x="32" y="174"/>
                      <a:pt x="32" y="174"/>
                      <a:pt x="32" y="174"/>
                    </a:cubicBezTo>
                    <a:cubicBezTo>
                      <a:pt x="12" y="168"/>
                      <a:pt x="0" y="147"/>
                      <a:pt x="6" y="127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40" y="12"/>
                      <a:pt x="61" y="0"/>
                      <a:pt x="82" y="6"/>
                    </a:cubicBezTo>
                    <a:lnTo>
                      <a:pt x="698" y="1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5444463" y="4082501"/>
                <a:ext cx="53975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109" extrusionOk="0">
                    <a:moveTo>
                      <a:pt x="3" y="109"/>
                    </a:moveTo>
                    <a:lnTo>
                      <a:pt x="34" y="2"/>
                    </a:lnTo>
                    <a:lnTo>
                      <a:pt x="30" y="0"/>
                    </a:lnTo>
                    <a:lnTo>
                      <a:pt x="0" y="108"/>
                    </a:lnTo>
                    <a:lnTo>
                      <a:pt x="3" y="1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5444463" y="4082501"/>
                <a:ext cx="53975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109" extrusionOk="0">
                    <a:moveTo>
                      <a:pt x="3" y="109"/>
                    </a:moveTo>
                    <a:lnTo>
                      <a:pt x="34" y="2"/>
                    </a:lnTo>
                    <a:lnTo>
                      <a:pt x="30" y="0"/>
                    </a:lnTo>
                    <a:lnTo>
                      <a:pt x="0" y="10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5590513" y="4125363"/>
                <a:ext cx="57150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6" h="109" extrusionOk="0">
                    <a:moveTo>
                      <a:pt x="5" y="109"/>
                    </a:moveTo>
                    <a:lnTo>
                      <a:pt x="36" y="2"/>
                    </a:lnTo>
                    <a:lnTo>
                      <a:pt x="32" y="0"/>
                    </a:lnTo>
                    <a:lnTo>
                      <a:pt x="0" y="109"/>
                    </a:lnTo>
                    <a:lnTo>
                      <a:pt x="5" y="1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5590513" y="4125363"/>
                <a:ext cx="57150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6" h="109" extrusionOk="0">
                    <a:moveTo>
                      <a:pt x="5" y="109"/>
                    </a:moveTo>
                    <a:lnTo>
                      <a:pt x="36" y="2"/>
                    </a:lnTo>
                    <a:lnTo>
                      <a:pt x="32" y="0"/>
                    </a:lnTo>
                    <a:lnTo>
                      <a:pt x="0" y="10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5739738" y="4171401"/>
                <a:ext cx="57150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6" h="109" extrusionOk="0">
                    <a:moveTo>
                      <a:pt x="5" y="109"/>
                    </a:moveTo>
                    <a:lnTo>
                      <a:pt x="36" y="0"/>
                    </a:lnTo>
                    <a:lnTo>
                      <a:pt x="32" y="0"/>
                    </a:lnTo>
                    <a:lnTo>
                      <a:pt x="0" y="107"/>
                    </a:lnTo>
                    <a:lnTo>
                      <a:pt x="5" y="1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5739738" y="4171401"/>
                <a:ext cx="57150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6" h="109" extrusionOk="0">
                    <a:moveTo>
                      <a:pt x="5" y="109"/>
                    </a:moveTo>
                    <a:lnTo>
                      <a:pt x="36" y="0"/>
                    </a:lnTo>
                    <a:lnTo>
                      <a:pt x="32" y="0"/>
                    </a:lnTo>
                    <a:lnTo>
                      <a:pt x="0" y="1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5888963" y="4214263"/>
                <a:ext cx="57150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6" h="109" extrusionOk="0">
                    <a:moveTo>
                      <a:pt x="3" y="109"/>
                    </a:moveTo>
                    <a:lnTo>
                      <a:pt x="36" y="2"/>
                    </a:lnTo>
                    <a:lnTo>
                      <a:pt x="30" y="0"/>
                    </a:lnTo>
                    <a:lnTo>
                      <a:pt x="0" y="107"/>
                    </a:lnTo>
                    <a:lnTo>
                      <a:pt x="3" y="1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5888963" y="4214263"/>
                <a:ext cx="57150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6" h="109" extrusionOk="0">
                    <a:moveTo>
                      <a:pt x="3" y="109"/>
                    </a:moveTo>
                    <a:lnTo>
                      <a:pt x="36" y="2"/>
                    </a:lnTo>
                    <a:lnTo>
                      <a:pt x="30" y="0"/>
                    </a:lnTo>
                    <a:lnTo>
                      <a:pt x="0" y="1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6036601" y="4255538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4" y="110"/>
                    </a:moveTo>
                    <a:lnTo>
                      <a:pt x="37" y="2"/>
                    </a:lnTo>
                    <a:lnTo>
                      <a:pt x="31" y="0"/>
                    </a:lnTo>
                    <a:lnTo>
                      <a:pt x="0" y="108"/>
                    </a:lnTo>
                    <a:lnTo>
                      <a:pt x="4" y="1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6036601" y="4255538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4" y="110"/>
                    </a:moveTo>
                    <a:lnTo>
                      <a:pt x="37" y="2"/>
                    </a:lnTo>
                    <a:lnTo>
                      <a:pt x="31" y="0"/>
                    </a:lnTo>
                    <a:lnTo>
                      <a:pt x="0" y="10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6185826" y="4298401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4" y="110"/>
                    </a:moveTo>
                    <a:lnTo>
                      <a:pt x="37" y="2"/>
                    </a:lnTo>
                    <a:lnTo>
                      <a:pt x="31" y="0"/>
                    </a:lnTo>
                    <a:lnTo>
                      <a:pt x="0" y="110"/>
                    </a:lnTo>
                    <a:lnTo>
                      <a:pt x="4" y="1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6185826" y="4298401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4" y="110"/>
                    </a:moveTo>
                    <a:lnTo>
                      <a:pt x="37" y="2"/>
                    </a:lnTo>
                    <a:lnTo>
                      <a:pt x="31" y="0"/>
                    </a:lnTo>
                    <a:lnTo>
                      <a:pt x="0" y="11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6335051" y="4344438"/>
                <a:ext cx="55563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109" extrusionOk="0">
                    <a:moveTo>
                      <a:pt x="4" y="109"/>
                    </a:moveTo>
                    <a:lnTo>
                      <a:pt x="35" y="0"/>
                    </a:lnTo>
                    <a:lnTo>
                      <a:pt x="31" y="0"/>
                    </a:lnTo>
                    <a:lnTo>
                      <a:pt x="0" y="108"/>
                    </a:lnTo>
                    <a:lnTo>
                      <a:pt x="4" y="1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6335051" y="4344438"/>
                <a:ext cx="55563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109" extrusionOk="0">
                    <a:moveTo>
                      <a:pt x="4" y="109"/>
                    </a:moveTo>
                    <a:lnTo>
                      <a:pt x="35" y="0"/>
                    </a:lnTo>
                    <a:lnTo>
                      <a:pt x="31" y="0"/>
                    </a:lnTo>
                    <a:lnTo>
                      <a:pt x="0" y="10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6481101" y="4387301"/>
                <a:ext cx="58738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09" extrusionOk="0">
                    <a:moveTo>
                      <a:pt x="6" y="109"/>
                    </a:moveTo>
                    <a:lnTo>
                      <a:pt x="37" y="2"/>
                    </a:lnTo>
                    <a:lnTo>
                      <a:pt x="33" y="0"/>
                    </a:lnTo>
                    <a:lnTo>
                      <a:pt x="0" y="107"/>
                    </a:lnTo>
                    <a:lnTo>
                      <a:pt x="6" y="1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6481101" y="4387301"/>
                <a:ext cx="58738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09" extrusionOk="0">
                    <a:moveTo>
                      <a:pt x="6" y="109"/>
                    </a:moveTo>
                    <a:lnTo>
                      <a:pt x="37" y="2"/>
                    </a:lnTo>
                    <a:lnTo>
                      <a:pt x="33" y="0"/>
                    </a:lnTo>
                    <a:lnTo>
                      <a:pt x="0" y="1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6630326" y="4430163"/>
                <a:ext cx="58738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09" extrusionOk="0">
                    <a:moveTo>
                      <a:pt x="6" y="109"/>
                    </a:moveTo>
                    <a:lnTo>
                      <a:pt x="37" y="2"/>
                    </a:lnTo>
                    <a:lnTo>
                      <a:pt x="33" y="0"/>
                    </a:lnTo>
                    <a:lnTo>
                      <a:pt x="0" y="109"/>
                    </a:lnTo>
                    <a:lnTo>
                      <a:pt x="6" y="1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6630326" y="4430163"/>
                <a:ext cx="58738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09" extrusionOk="0">
                    <a:moveTo>
                      <a:pt x="6" y="109"/>
                    </a:moveTo>
                    <a:lnTo>
                      <a:pt x="37" y="2"/>
                    </a:lnTo>
                    <a:lnTo>
                      <a:pt x="33" y="0"/>
                    </a:lnTo>
                    <a:lnTo>
                      <a:pt x="0" y="10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7"/>
              <p:cNvSpPr/>
              <p:nvPr/>
            </p:nvSpPr>
            <p:spPr>
              <a:xfrm>
                <a:off x="6779551" y="4476201"/>
                <a:ext cx="58738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09" extrusionOk="0">
                    <a:moveTo>
                      <a:pt x="4" y="109"/>
                    </a:moveTo>
                    <a:lnTo>
                      <a:pt x="37" y="0"/>
                    </a:lnTo>
                    <a:lnTo>
                      <a:pt x="31" y="0"/>
                    </a:lnTo>
                    <a:lnTo>
                      <a:pt x="0" y="107"/>
                    </a:lnTo>
                    <a:lnTo>
                      <a:pt x="4" y="1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7"/>
              <p:cNvSpPr/>
              <p:nvPr/>
            </p:nvSpPr>
            <p:spPr>
              <a:xfrm>
                <a:off x="6779551" y="4476201"/>
                <a:ext cx="58738" cy="17303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09" extrusionOk="0">
                    <a:moveTo>
                      <a:pt x="4" y="109"/>
                    </a:moveTo>
                    <a:lnTo>
                      <a:pt x="37" y="0"/>
                    </a:lnTo>
                    <a:lnTo>
                      <a:pt x="31" y="0"/>
                    </a:lnTo>
                    <a:lnTo>
                      <a:pt x="0" y="1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7"/>
              <p:cNvSpPr/>
              <p:nvPr/>
            </p:nvSpPr>
            <p:spPr>
              <a:xfrm>
                <a:off x="6928776" y="4517476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4" y="110"/>
                    </a:moveTo>
                    <a:lnTo>
                      <a:pt x="37" y="2"/>
                    </a:lnTo>
                    <a:lnTo>
                      <a:pt x="31" y="0"/>
                    </a:lnTo>
                    <a:lnTo>
                      <a:pt x="0" y="108"/>
                    </a:lnTo>
                    <a:lnTo>
                      <a:pt x="4" y="1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7"/>
              <p:cNvSpPr/>
              <p:nvPr/>
            </p:nvSpPr>
            <p:spPr>
              <a:xfrm>
                <a:off x="6928776" y="4517476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4" y="110"/>
                    </a:moveTo>
                    <a:lnTo>
                      <a:pt x="37" y="2"/>
                    </a:lnTo>
                    <a:lnTo>
                      <a:pt x="31" y="0"/>
                    </a:lnTo>
                    <a:lnTo>
                      <a:pt x="0" y="10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7"/>
              <p:cNvSpPr/>
              <p:nvPr/>
            </p:nvSpPr>
            <p:spPr>
              <a:xfrm>
                <a:off x="7078001" y="4560338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4" y="110"/>
                    </a:moveTo>
                    <a:lnTo>
                      <a:pt x="37" y="2"/>
                    </a:lnTo>
                    <a:lnTo>
                      <a:pt x="31" y="0"/>
                    </a:lnTo>
                    <a:lnTo>
                      <a:pt x="0" y="108"/>
                    </a:lnTo>
                    <a:lnTo>
                      <a:pt x="4" y="1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7"/>
              <p:cNvSpPr/>
              <p:nvPr/>
            </p:nvSpPr>
            <p:spPr>
              <a:xfrm>
                <a:off x="7078001" y="4560338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4" y="110"/>
                    </a:moveTo>
                    <a:lnTo>
                      <a:pt x="37" y="2"/>
                    </a:lnTo>
                    <a:lnTo>
                      <a:pt x="31" y="0"/>
                    </a:lnTo>
                    <a:lnTo>
                      <a:pt x="0" y="10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>
                <a:off x="7224051" y="4603201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6" y="110"/>
                    </a:moveTo>
                    <a:lnTo>
                      <a:pt x="37" y="2"/>
                    </a:lnTo>
                    <a:lnTo>
                      <a:pt x="33" y="0"/>
                    </a:lnTo>
                    <a:lnTo>
                      <a:pt x="0" y="110"/>
                    </a:lnTo>
                    <a:lnTo>
                      <a:pt x="6" y="1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7"/>
              <p:cNvSpPr/>
              <p:nvPr/>
            </p:nvSpPr>
            <p:spPr>
              <a:xfrm>
                <a:off x="7224051" y="4603201"/>
                <a:ext cx="58738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110" extrusionOk="0">
                    <a:moveTo>
                      <a:pt x="6" y="110"/>
                    </a:moveTo>
                    <a:lnTo>
                      <a:pt x="37" y="2"/>
                    </a:lnTo>
                    <a:lnTo>
                      <a:pt x="33" y="0"/>
                    </a:lnTo>
                    <a:lnTo>
                      <a:pt x="0" y="11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7"/>
              <p:cNvSpPr/>
              <p:nvPr/>
            </p:nvSpPr>
            <p:spPr>
              <a:xfrm>
                <a:off x="5531776" y="4104726"/>
                <a:ext cx="42863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4" extrusionOk="0">
                    <a:moveTo>
                      <a:pt x="6" y="74"/>
                    </a:moveTo>
                    <a:lnTo>
                      <a:pt x="27" y="1"/>
                    </a:lnTo>
                    <a:lnTo>
                      <a:pt x="21" y="0"/>
                    </a:lnTo>
                    <a:lnTo>
                      <a:pt x="0" y="72"/>
                    </a:lnTo>
                    <a:lnTo>
                      <a:pt x="6" y="7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5531776" y="4104726"/>
                <a:ext cx="42863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4" extrusionOk="0">
                    <a:moveTo>
                      <a:pt x="6" y="74"/>
                    </a:moveTo>
                    <a:lnTo>
                      <a:pt x="27" y="1"/>
                    </a:lnTo>
                    <a:lnTo>
                      <a:pt x="21" y="0"/>
                    </a:lnTo>
                    <a:lnTo>
                      <a:pt x="0" y="7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5681001" y="4149176"/>
                <a:ext cx="4286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7" h="73" extrusionOk="0">
                    <a:moveTo>
                      <a:pt x="6" y="73"/>
                    </a:moveTo>
                    <a:lnTo>
                      <a:pt x="27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6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5681001" y="4149176"/>
                <a:ext cx="4286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7" h="73" extrusionOk="0">
                    <a:moveTo>
                      <a:pt x="6" y="73"/>
                    </a:moveTo>
                    <a:lnTo>
                      <a:pt x="27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>
                <a:off x="5830226" y="4192038"/>
                <a:ext cx="4286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7" h="73" extrusionOk="0">
                    <a:moveTo>
                      <a:pt x="6" y="73"/>
                    </a:moveTo>
                    <a:lnTo>
                      <a:pt x="27" y="2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6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7"/>
              <p:cNvSpPr/>
              <p:nvPr/>
            </p:nvSpPr>
            <p:spPr>
              <a:xfrm>
                <a:off x="5830226" y="4192038"/>
                <a:ext cx="4286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7" h="73" extrusionOk="0">
                    <a:moveTo>
                      <a:pt x="6" y="73"/>
                    </a:moveTo>
                    <a:lnTo>
                      <a:pt x="27" y="2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7"/>
              <p:cNvSpPr/>
              <p:nvPr/>
            </p:nvSpPr>
            <p:spPr>
              <a:xfrm>
                <a:off x="5979451" y="42349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>
                <a:off x="5979451" y="42349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7"/>
              <p:cNvSpPr/>
              <p:nvPr/>
            </p:nvSpPr>
            <p:spPr>
              <a:xfrm>
                <a:off x="6128676" y="4277763"/>
                <a:ext cx="39688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75" extrusionOk="0">
                    <a:moveTo>
                      <a:pt x="4" y="75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7"/>
              <p:cNvSpPr/>
              <p:nvPr/>
            </p:nvSpPr>
            <p:spPr>
              <a:xfrm>
                <a:off x="6128676" y="4277763"/>
                <a:ext cx="39688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75" extrusionOk="0">
                    <a:moveTo>
                      <a:pt x="4" y="75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7"/>
              <p:cNvSpPr/>
              <p:nvPr/>
            </p:nvSpPr>
            <p:spPr>
              <a:xfrm>
                <a:off x="6277901" y="43238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7"/>
              <p:cNvSpPr/>
              <p:nvPr/>
            </p:nvSpPr>
            <p:spPr>
              <a:xfrm>
                <a:off x="6277901" y="43238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7"/>
              <p:cNvSpPr/>
              <p:nvPr/>
            </p:nvSpPr>
            <p:spPr>
              <a:xfrm>
                <a:off x="6423951" y="4366663"/>
                <a:ext cx="4286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72" extrusionOk="0">
                    <a:moveTo>
                      <a:pt x="6" y="72"/>
                    </a:moveTo>
                    <a:lnTo>
                      <a:pt x="27" y="1"/>
                    </a:lnTo>
                    <a:lnTo>
                      <a:pt x="21" y="0"/>
                    </a:lnTo>
                    <a:lnTo>
                      <a:pt x="0" y="72"/>
                    </a:lnTo>
                    <a:lnTo>
                      <a:pt x="6" y="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7"/>
              <p:cNvSpPr/>
              <p:nvPr/>
            </p:nvSpPr>
            <p:spPr>
              <a:xfrm>
                <a:off x="6423951" y="4366663"/>
                <a:ext cx="42863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72" extrusionOk="0">
                    <a:moveTo>
                      <a:pt x="6" y="72"/>
                    </a:moveTo>
                    <a:lnTo>
                      <a:pt x="27" y="1"/>
                    </a:lnTo>
                    <a:lnTo>
                      <a:pt x="21" y="0"/>
                    </a:lnTo>
                    <a:lnTo>
                      <a:pt x="0" y="7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7"/>
              <p:cNvSpPr/>
              <p:nvPr/>
            </p:nvSpPr>
            <p:spPr>
              <a:xfrm>
                <a:off x="6573176" y="4407938"/>
                <a:ext cx="4286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7" h="73" extrusionOk="0">
                    <a:moveTo>
                      <a:pt x="6" y="73"/>
                    </a:moveTo>
                    <a:lnTo>
                      <a:pt x="27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6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7"/>
              <p:cNvSpPr/>
              <p:nvPr/>
            </p:nvSpPr>
            <p:spPr>
              <a:xfrm>
                <a:off x="6573176" y="4407938"/>
                <a:ext cx="4286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7" h="73" extrusionOk="0">
                    <a:moveTo>
                      <a:pt x="6" y="73"/>
                    </a:moveTo>
                    <a:lnTo>
                      <a:pt x="27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7"/>
              <p:cNvSpPr/>
              <p:nvPr/>
            </p:nvSpPr>
            <p:spPr>
              <a:xfrm>
                <a:off x="6722401" y="4450801"/>
                <a:ext cx="39688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75" extrusionOk="0">
                    <a:moveTo>
                      <a:pt x="4" y="75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7"/>
              <p:cNvSpPr/>
              <p:nvPr/>
            </p:nvSpPr>
            <p:spPr>
              <a:xfrm>
                <a:off x="6722401" y="4450801"/>
                <a:ext cx="39688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75" extrusionOk="0">
                    <a:moveTo>
                      <a:pt x="4" y="75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7"/>
              <p:cNvSpPr/>
              <p:nvPr/>
            </p:nvSpPr>
            <p:spPr>
              <a:xfrm>
                <a:off x="6871626" y="44968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7"/>
              <p:cNvSpPr/>
              <p:nvPr/>
            </p:nvSpPr>
            <p:spPr>
              <a:xfrm>
                <a:off x="6871626" y="44968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7"/>
              <p:cNvSpPr/>
              <p:nvPr/>
            </p:nvSpPr>
            <p:spPr>
              <a:xfrm>
                <a:off x="7020851" y="45397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7"/>
              <p:cNvSpPr/>
              <p:nvPr/>
            </p:nvSpPr>
            <p:spPr>
              <a:xfrm>
                <a:off x="7020851" y="45397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7"/>
              <p:cNvSpPr/>
              <p:nvPr/>
            </p:nvSpPr>
            <p:spPr>
              <a:xfrm>
                <a:off x="7166901" y="4582563"/>
                <a:ext cx="42863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7" h="75" extrusionOk="0">
                    <a:moveTo>
                      <a:pt x="6" y="75"/>
                    </a:moveTo>
                    <a:lnTo>
                      <a:pt x="27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6" y="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7"/>
              <p:cNvSpPr/>
              <p:nvPr/>
            </p:nvSpPr>
            <p:spPr>
              <a:xfrm>
                <a:off x="7166901" y="4582563"/>
                <a:ext cx="42863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7" h="75" extrusionOk="0">
                    <a:moveTo>
                      <a:pt x="6" y="75"/>
                    </a:moveTo>
                    <a:lnTo>
                      <a:pt x="27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7"/>
              <p:cNvSpPr/>
              <p:nvPr/>
            </p:nvSpPr>
            <p:spPr>
              <a:xfrm>
                <a:off x="5498438" y="4095201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2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7"/>
              <p:cNvSpPr/>
              <p:nvPr/>
            </p:nvSpPr>
            <p:spPr>
              <a:xfrm>
                <a:off x="5498438" y="4095201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7"/>
              <p:cNvSpPr/>
              <p:nvPr/>
            </p:nvSpPr>
            <p:spPr>
              <a:xfrm>
                <a:off x="5644488" y="4138063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7"/>
              <p:cNvSpPr/>
              <p:nvPr/>
            </p:nvSpPr>
            <p:spPr>
              <a:xfrm>
                <a:off x="5644488" y="4138063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7"/>
              <p:cNvSpPr/>
              <p:nvPr/>
            </p:nvSpPr>
            <p:spPr>
              <a:xfrm>
                <a:off x="5793713" y="4180926"/>
                <a:ext cx="396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72" extrusionOk="0">
                    <a:moveTo>
                      <a:pt x="4" y="72"/>
                    </a:moveTo>
                    <a:lnTo>
                      <a:pt x="25" y="1"/>
                    </a:lnTo>
                    <a:lnTo>
                      <a:pt x="21" y="0"/>
                    </a:lnTo>
                    <a:lnTo>
                      <a:pt x="0" y="72"/>
                    </a:lnTo>
                    <a:lnTo>
                      <a:pt x="4" y="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7"/>
              <p:cNvSpPr/>
              <p:nvPr/>
            </p:nvSpPr>
            <p:spPr>
              <a:xfrm>
                <a:off x="5793713" y="4180926"/>
                <a:ext cx="396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72" extrusionOk="0">
                    <a:moveTo>
                      <a:pt x="4" y="72"/>
                    </a:moveTo>
                    <a:lnTo>
                      <a:pt x="25" y="1"/>
                    </a:lnTo>
                    <a:lnTo>
                      <a:pt x="21" y="0"/>
                    </a:lnTo>
                    <a:lnTo>
                      <a:pt x="0" y="7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7"/>
              <p:cNvSpPr/>
              <p:nvPr/>
            </p:nvSpPr>
            <p:spPr>
              <a:xfrm>
                <a:off x="5942938" y="4225376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5942938" y="4225376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7"/>
              <p:cNvSpPr/>
              <p:nvPr/>
            </p:nvSpPr>
            <p:spPr>
              <a:xfrm>
                <a:off x="6092163" y="42682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7"/>
              <p:cNvSpPr/>
              <p:nvPr/>
            </p:nvSpPr>
            <p:spPr>
              <a:xfrm>
                <a:off x="6092163" y="42682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7"/>
              <p:cNvSpPr/>
              <p:nvPr/>
            </p:nvSpPr>
            <p:spPr>
              <a:xfrm>
                <a:off x="6241388" y="4311101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2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7"/>
              <p:cNvSpPr/>
              <p:nvPr/>
            </p:nvSpPr>
            <p:spPr>
              <a:xfrm>
                <a:off x="6241388" y="4311101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7"/>
              <p:cNvSpPr/>
              <p:nvPr/>
            </p:nvSpPr>
            <p:spPr>
              <a:xfrm>
                <a:off x="6390613" y="4353963"/>
                <a:ext cx="36513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3" h="75" extrusionOk="0">
                    <a:moveTo>
                      <a:pt x="2" y="75"/>
                    </a:moveTo>
                    <a:lnTo>
                      <a:pt x="23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2" y="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7"/>
              <p:cNvSpPr/>
              <p:nvPr/>
            </p:nvSpPr>
            <p:spPr>
              <a:xfrm>
                <a:off x="6390613" y="4353963"/>
                <a:ext cx="36513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3" h="75" extrusionOk="0">
                    <a:moveTo>
                      <a:pt x="2" y="75"/>
                    </a:moveTo>
                    <a:lnTo>
                      <a:pt x="23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7"/>
              <p:cNvSpPr/>
              <p:nvPr/>
            </p:nvSpPr>
            <p:spPr>
              <a:xfrm>
                <a:off x="6536663" y="44000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7"/>
              <p:cNvSpPr/>
              <p:nvPr/>
            </p:nvSpPr>
            <p:spPr>
              <a:xfrm>
                <a:off x="6536663" y="44000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7"/>
              <p:cNvSpPr/>
              <p:nvPr/>
            </p:nvSpPr>
            <p:spPr>
              <a:xfrm>
                <a:off x="6685888" y="4442863"/>
                <a:ext cx="396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72" extrusionOk="0">
                    <a:moveTo>
                      <a:pt x="4" y="72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2"/>
                    </a:lnTo>
                    <a:lnTo>
                      <a:pt x="4" y="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7"/>
              <p:cNvSpPr/>
              <p:nvPr/>
            </p:nvSpPr>
            <p:spPr>
              <a:xfrm>
                <a:off x="6685888" y="4442863"/>
                <a:ext cx="396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72" extrusionOk="0">
                    <a:moveTo>
                      <a:pt x="4" y="72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7"/>
              <p:cNvSpPr/>
              <p:nvPr/>
            </p:nvSpPr>
            <p:spPr>
              <a:xfrm>
                <a:off x="6835113" y="44841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7"/>
              <p:cNvSpPr/>
              <p:nvPr/>
            </p:nvSpPr>
            <p:spPr>
              <a:xfrm>
                <a:off x="6835113" y="44841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7"/>
              <p:cNvSpPr/>
              <p:nvPr/>
            </p:nvSpPr>
            <p:spPr>
              <a:xfrm>
                <a:off x="6984338" y="4530176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6984338" y="4530176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7"/>
              <p:cNvSpPr/>
              <p:nvPr/>
            </p:nvSpPr>
            <p:spPr>
              <a:xfrm>
                <a:off x="7133563" y="4573038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2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7"/>
              <p:cNvSpPr/>
              <p:nvPr/>
            </p:nvSpPr>
            <p:spPr>
              <a:xfrm>
                <a:off x="7133563" y="4573038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7"/>
              <p:cNvSpPr/>
              <p:nvPr/>
            </p:nvSpPr>
            <p:spPr>
              <a:xfrm>
                <a:off x="5571463" y="41158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5571463" y="41158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5720688" y="41587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5720688" y="41587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5869913" y="4201563"/>
                <a:ext cx="36513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3" h="75" extrusionOk="0">
                    <a:moveTo>
                      <a:pt x="2" y="75"/>
                    </a:moveTo>
                    <a:lnTo>
                      <a:pt x="23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2" y="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5869913" y="4201563"/>
                <a:ext cx="36513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3" h="75" extrusionOk="0">
                    <a:moveTo>
                      <a:pt x="2" y="75"/>
                    </a:moveTo>
                    <a:lnTo>
                      <a:pt x="23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6015963" y="42476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6015963" y="42476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6165188" y="4290463"/>
                <a:ext cx="396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72" extrusionOk="0">
                    <a:moveTo>
                      <a:pt x="4" y="72"/>
                    </a:moveTo>
                    <a:lnTo>
                      <a:pt x="25" y="1"/>
                    </a:lnTo>
                    <a:lnTo>
                      <a:pt x="21" y="0"/>
                    </a:lnTo>
                    <a:lnTo>
                      <a:pt x="0" y="72"/>
                    </a:lnTo>
                    <a:lnTo>
                      <a:pt x="4" y="7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6165188" y="4290463"/>
                <a:ext cx="396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72" extrusionOk="0">
                    <a:moveTo>
                      <a:pt x="4" y="72"/>
                    </a:moveTo>
                    <a:lnTo>
                      <a:pt x="25" y="1"/>
                    </a:lnTo>
                    <a:lnTo>
                      <a:pt x="21" y="0"/>
                    </a:lnTo>
                    <a:lnTo>
                      <a:pt x="0" y="7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6314413" y="43317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6314413" y="4331738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6463638" y="4377776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6463638" y="4377776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7"/>
              <p:cNvSpPr/>
              <p:nvPr/>
            </p:nvSpPr>
            <p:spPr>
              <a:xfrm>
                <a:off x="6612863" y="4420638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2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6612863" y="4420638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6762088" y="4463501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2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7"/>
              <p:cNvSpPr/>
              <p:nvPr/>
            </p:nvSpPr>
            <p:spPr>
              <a:xfrm>
                <a:off x="6762088" y="4463501"/>
                <a:ext cx="36513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3" h="73" extrusionOk="0">
                    <a:moveTo>
                      <a:pt x="2" y="73"/>
                    </a:moveTo>
                    <a:lnTo>
                      <a:pt x="23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6908138" y="4506363"/>
                <a:ext cx="39688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75" extrusionOk="0">
                    <a:moveTo>
                      <a:pt x="4" y="75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6908138" y="4506363"/>
                <a:ext cx="39688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75" extrusionOk="0">
                    <a:moveTo>
                      <a:pt x="4" y="75"/>
                    </a:moveTo>
                    <a:lnTo>
                      <a:pt x="25" y="2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7057363" y="45524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7057363" y="4552401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7206588" y="4593676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3"/>
                    </a:lnTo>
                    <a:lnTo>
                      <a:pt x="4" y="7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7206588" y="4593676"/>
                <a:ext cx="39688" cy="115888"/>
              </a:xfrm>
              <a:custGeom>
                <a:avLst/>
                <a:gdLst/>
                <a:ahLst/>
                <a:cxnLst/>
                <a:rect l="l" t="t" r="r" b="b"/>
                <a:pathLst>
                  <a:path w="25" h="73" extrusionOk="0">
                    <a:moveTo>
                      <a:pt x="4" y="73"/>
                    </a:moveTo>
                    <a:lnTo>
                      <a:pt x="25" y="0"/>
                    </a:lnTo>
                    <a:lnTo>
                      <a:pt x="21" y="0"/>
                    </a:lnTo>
                    <a:lnTo>
                      <a:pt x="0" y="7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7"/>
            <p:cNvGrpSpPr/>
            <p:nvPr/>
          </p:nvGrpSpPr>
          <p:grpSpPr>
            <a:xfrm rot="-10580157">
              <a:off x="8103264" y="4434893"/>
              <a:ext cx="363973" cy="216195"/>
              <a:chOff x="6191763" y="4215150"/>
              <a:chExt cx="261938" cy="155576"/>
            </a:xfrm>
          </p:grpSpPr>
          <p:sp>
            <p:nvSpPr>
              <p:cNvPr id="261" name="Google Shape;261;p7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" name="Google Shape;263;p7"/>
            <p:cNvGrpSpPr/>
            <p:nvPr/>
          </p:nvGrpSpPr>
          <p:grpSpPr>
            <a:xfrm rot="1425875">
              <a:off x="-288869" y="639039"/>
              <a:ext cx="879426" cy="483394"/>
              <a:chOff x="6250913" y="1598225"/>
              <a:chExt cx="958850" cy="527051"/>
            </a:xfrm>
          </p:grpSpPr>
          <p:sp>
            <p:nvSpPr>
              <p:cNvPr id="264" name="Google Shape;264;p7"/>
              <p:cNvSpPr/>
              <p:nvPr/>
            </p:nvSpPr>
            <p:spPr>
              <a:xfrm>
                <a:off x="6250912" y="1598225"/>
                <a:ext cx="958850" cy="52705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73" extrusionOk="0">
                    <a:moveTo>
                      <a:pt x="305" y="131"/>
                    </a:moveTo>
                    <a:cubicBezTo>
                      <a:pt x="301" y="156"/>
                      <a:pt x="278" y="173"/>
                      <a:pt x="253" y="170"/>
                    </a:cubicBezTo>
                    <a:cubicBezTo>
                      <a:pt x="42" y="140"/>
                      <a:pt x="42" y="140"/>
                      <a:pt x="42" y="140"/>
                    </a:cubicBezTo>
                    <a:cubicBezTo>
                      <a:pt x="17" y="136"/>
                      <a:pt x="0" y="113"/>
                      <a:pt x="4" y="88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4" y="18"/>
                      <a:pt x="37" y="0"/>
                      <a:pt x="62" y="4"/>
                    </a:cubicBezTo>
                    <a:cubicBezTo>
                      <a:pt x="272" y="34"/>
                      <a:pt x="272" y="34"/>
                      <a:pt x="272" y="34"/>
                    </a:cubicBezTo>
                    <a:cubicBezTo>
                      <a:pt x="297" y="37"/>
                      <a:pt x="315" y="61"/>
                      <a:pt x="311" y="86"/>
                    </a:cubicBezTo>
                    <a:lnTo>
                      <a:pt x="305" y="1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6698588" y="1656963"/>
                <a:ext cx="511175" cy="468313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54" extrusionOk="0">
                    <a:moveTo>
                      <a:pt x="19" y="0"/>
                    </a:moveTo>
                    <a:cubicBezTo>
                      <a:pt x="125" y="15"/>
                      <a:pt x="125" y="15"/>
                      <a:pt x="125" y="15"/>
                    </a:cubicBezTo>
                    <a:cubicBezTo>
                      <a:pt x="150" y="18"/>
                      <a:pt x="168" y="42"/>
                      <a:pt x="164" y="67"/>
                    </a:cubicBezTo>
                    <a:cubicBezTo>
                      <a:pt x="158" y="112"/>
                      <a:pt x="158" y="112"/>
                      <a:pt x="158" y="112"/>
                    </a:cubicBezTo>
                    <a:cubicBezTo>
                      <a:pt x="154" y="137"/>
                      <a:pt x="131" y="154"/>
                      <a:pt x="106" y="151"/>
                    </a:cubicBezTo>
                    <a:cubicBezTo>
                      <a:pt x="0" y="136"/>
                      <a:pt x="0" y="136"/>
                      <a:pt x="0" y="13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6306475" y="1650613"/>
                <a:ext cx="849313" cy="427038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40" extrusionOk="0">
                    <a:moveTo>
                      <a:pt x="271" y="107"/>
                    </a:moveTo>
                    <a:cubicBezTo>
                      <a:pt x="268" y="106"/>
                      <a:pt x="268" y="106"/>
                      <a:pt x="268" y="106"/>
                    </a:cubicBezTo>
                    <a:cubicBezTo>
                      <a:pt x="267" y="114"/>
                      <a:pt x="262" y="121"/>
                      <a:pt x="256" y="126"/>
                    </a:cubicBezTo>
                    <a:cubicBezTo>
                      <a:pt x="249" y="131"/>
                      <a:pt x="241" y="134"/>
                      <a:pt x="232" y="134"/>
                    </a:cubicBezTo>
                    <a:cubicBezTo>
                      <a:pt x="230" y="134"/>
                      <a:pt x="228" y="134"/>
                      <a:pt x="226" y="133"/>
                    </a:cubicBezTo>
                    <a:cubicBezTo>
                      <a:pt x="39" y="107"/>
                      <a:pt x="39" y="107"/>
                      <a:pt x="39" y="107"/>
                    </a:cubicBezTo>
                    <a:cubicBezTo>
                      <a:pt x="29" y="105"/>
                      <a:pt x="21" y="101"/>
                      <a:pt x="15" y="95"/>
                    </a:cubicBezTo>
                    <a:cubicBezTo>
                      <a:pt x="9" y="89"/>
                      <a:pt x="5" y="81"/>
                      <a:pt x="5" y="73"/>
                    </a:cubicBezTo>
                    <a:cubicBezTo>
                      <a:pt x="5" y="72"/>
                      <a:pt x="6" y="70"/>
                      <a:pt x="6" y="69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25"/>
                      <a:pt x="16" y="19"/>
                      <a:pt x="23" y="14"/>
                    </a:cubicBezTo>
                    <a:cubicBezTo>
                      <a:pt x="29" y="9"/>
                      <a:pt x="38" y="6"/>
                      <a:pt x="47" y="6"/>
                    </a:cubicBezTo>
                    <a:cubicBezTo>
                      <a:pt x="49" y="6"/>
                      <a:pt x="51" y="6"/>
                      <a:pt x="53" y="6"/>
                    </a:cubicBezTo>
                    <a:cubicBezTo>
                      <a:pt x="240" y="33"/>
                      <a:pt x="240" y="33"/>
                      <a:pt x="240" y="33"/>
                    </a:cubicBezTo>
                    <a:cubicBezTo>
                      <a:pt x="250" y="34"/>
                      <a:pt x="258" y="39"/>
                      <a:pt x="264" y="45"/>
                    </a:cubicBezTo>
                    <a:cubicBezTo>
                      <a:pt x="270" y="51"/>
                      <a:pt x="273" y="59"/>
                      <a:pt x="273" y="67"/>
                    </a:cubicBezTo>
                    <a:cubicBezTo>
                      <a:pt x="273" y="68"/>
                      <a:pt x="273" y="69"/>
                      <a:pt x="273" y="71"/>
                    </a:cubicBezTo>
                    <a:cubicBezTo>
                      <a:pt x="268" y="106"/>
                      <a:pt x="268" y="106"/>
                      <a:pt x="268" y="106"/>
                    </a:cubicBezTo>
                    <a:cubicBezTo>
                      <a:pt x="271" y="107"/>
                      <a:pt x="271" y="107"/>
                      <a:pt x="271" y="107"/>
                    </a:cubicBezTo>
                    <a:cubicBezTo>
                      <a:pt x="274" y="107"/>
                      <a:pt x="274" y="107"/>
                      <a:pt x="274" y="107"/>
                    </a:cubicBezTo>
                    <a:cubicBezTo>
                      <a:pt x="279" y="72"/>
                      <a:pt x="279" y="72"/>
                      <a:pt x="279" y="72"/>
                    </a:cubicBezTo>
                    <a:cubicBezTo>
                      <a:pt x="279" y="70"/>
                      <a:pt x="279" y="68"/>
                      <a:pt x="279" y="67"/>
                    </a:cubicBezTo>
                    <a:cubicBezTo>
                      <a:pt x="279" y="57"/>
                      <a:pt x="275" y="48"/>
                      <a:pt x="268" y="41"/>
                    </a:cubicBezTo>
                    <a:cubicBezTo>
                      <a:pt x="261" y="34"/>
                      <a:pt x="252" y="29"/>
                      <a:pt x="241" y="27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1" y="0"/>
                      <a:pt x="49" y="0"/>
                      <a:pt x="47" y="0"/>
                    </a:cubicBezTo>
                    <a:cubicBezTo>
                      <a:pt x="36" y="0"/>
                      <a:pt x="27" y="3"/>
                      <a:pt x="19" y="9"/>
                    </a:cubicBezTo>
                    <a:cubicBezTo>
                      <a:pt x="12" y="15"/>
                      <a:pt x="6" y="23"/>
                      <a:pt x="5" y="33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0"/>
                      <a:pt x="0" y="71"/>
                      <a:pt x="0" y="73"/>
                    </a:cubicBezTo>
                    <a:cubicBezTo>
                      <a:pt x="0" y="83"/>
                      <a:pt x="4" y="92"/>
                      <a:pt x="10" y="99"/>
                    </a:cubicBezTo>
                    <a:cubicBezTo>
                      <a:pt x="17" y="106"/>
                      <a:pt x="27" y="111"/>
                      <a:pt x="38" y="113"/>
                    </a:cubicBezTo>
                    <a:cubicBezTo>
                      <a:pt x="225" y="139"/>
                      <a:pt x="225" y="139"/>
                      <a:pt x="225" y="139"/>
                    </a:cubicBezTo>
                    <a:cubicBezTo>
                      <a:pt x="227" y="140"/>
                      <a:pt x="230" y="140"/>
                      <a:pt x="232" y="140"/>
                    </a:cubicBezTo>
                    <a:cubicBezTo>
                      <a:pt x="242" y="140"/>
                      <a:pt x="252" y="137"/>
                      <a:pt x="259" y="131"/>
                    </a:cubicBezTo>
                    <a:cubicBezTo>
                      <a:pt x="267" y="125"/>
                      <a:pt x="272" y="117"/>
                      <a:pt x="274" y="107"/>
                    </a:cubicBezTo>
                    <a:lnTo>
                      <a:pt x="271" y="10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8"/>
          <p:cNvSpPr txBox="1">
            <a:spLocks noGrp="1"/>
          </p:cNvSpPr>
          <p:nvPr>
            <p:ph type="title"/>
          </p:nvPr>
        </p:nvSpPr>
        <p:spPr>
          <a:xfrm>
            <a:off x="1746750" y="1710100"/>
            <a:ext cx="5650500" cy="159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 b="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270" name="Google Shape;270;p8"/>
          <p:cNvGrpSpPr/>
          <p:nvPr/>
        </p:nvGrpSpPr>
        <p:grpSpPr>
          <a:xfrm>
            <a:off x="1428517" y="2344206"/>
            <a:ext cx="7391280" cy="3342464"/>
            <a:chOff x="1428517" y="2344206"/>
            <a:chExt cx="7391280" cy="3342464"/>
          </a:xfrm>
        </p:grpSpPr>
        <p:grpSp>
          <p:nvGrpSpPr>
            <p:cNvPr id="271" name="Google Shape;271;p8"/>
            <p:cNvGrpSpPr/>
            <p:nvPr/>
          </p:nvGrpSpPr>
          <p:grpSpPr>
            <a:xfrm>
              <a:off x="8308355" y="2344206"/>
              <a:ext cx="511443" cy="753371"/>
              <a:chOff x="8940901" y="497675"/>
              <a:chExt cx="1147762" cy="1690688"/>
            </a:xfrm>
          </p:grpSpPr>
          <p:sp>
            <p:nvSpPr>
              <p:cNvPr id="272" name="Google Shape;272;p8"/>
              <p:cNvSpPr/>
              <p:nvPr/>
            </p:nvSpPr>
            <p:spPr>
              <a:xfrm>
                <a:off x="9815613" y="497675"/>
                <a:ext cx="273050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90" h="98" extrusionOk="0">
                    <a:moveTo>
                      <a:pt x="0" y="75"/>
                    </a:moveTo>
                    <a:cubicBezTo>
                      <a:pt x="12" y="52"/>
                      <a:pt x="26" y="23"/>
                      <a:pt x="40" y="0"/>
                    </a:cubicBezTo>
                    <a:cubicBezTo>
                      <a:pt x="90" y="20"/>
                      <a:pt x="59" y="67"/>
                      <a:pt x="42" y="9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8"/>
              <p:cNvSpPr/>
              <p:nvPr/>
            </p:nvSpPr>
            <p:spPr>
              <a:xfrm>
                <a:off x="9467951" y="667538"/>
                <a:ext cx="538163" cy="554038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82" extrusionOk="0">
                    <a:moveTo>
                      <a:pt x="0" y="102"/>
                    </a:moveTo>
                    <a:cubicBezTo>
                      <a:pt x="6" y="93"/>
                      <a:pt x="7" y="82"/>
                      <a:pt x="14" y="75"/>
                    </a:cubicBezTo>
                    <a:cubicBezTo>
                      <a:pt x="28" y="61"/>
                      <a:pt x="21" y="64"/>
                      <a:pt x="39" y="65"/>
                    </a:cubicBezTo>
                    <a:cubicBezTo>
                      <a:pt x="66" y="67"/>
                      <a:pt x="73" y="68"/>
                      <a:pt x="91" y="42"/>
                    </a:cubicBezTo>
                    <a:cubicBezTo>
                      <a:pt x="104" y="21"/>
                      <a:pt x="106" y="0"/>
                      <a:pt x="106" y="0"/>
                    </a:cubicBezTo>
                    <a:cubicBezTo>
                      <a:pt x="119" y="4"/>
                      <a:pt x="164" y="28"/>
                      <a:pt x="174" y="37"/>
                    </a:cubicBezTo>
                    <a:cubicBezTo>
                      <a:pt x="150" y="53"/>
                      <a:pt x="129" y="94"/>
                      <a:pt x="149" y="118"/>
                    </a:cubicBezTo>
                    <a:cubicBezTo>
                      <a:pt x="167" y="141"/>
                      <a:pt x="177" y="134"/>
                      <a:pt x="160" y="166"/>
                    </a:cubicBezTo>
                    <a:cubicBezTo>
                      <a:pt x="152" y="180"/>
                      <a:pt x="156" y="169"/>
                      <a:pt x="148" y="1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8"/>
              <p:cNvSpPr/>
              <p:nvPr/>
            </p:nvSpPr>
            <p:spPr>
              <a:xfrm>
                <a:off x="8940901" y="942175"/>
                <a:ext cx="1038225" cy="1246188"/>
              </a:xfrm>
              <a:custGeom>
                <a:avLst/>
                <a:gdLst/>
                <a:ahLst/>
                <a:cxnLst/>
                <a:rect l="l" t="t" r="r" b="b"/>
                <a:pathLst>
                  <a:path w="341" h="409" extrusionOk="0">
                    <a:moveTo>
                      <a:pt x="178" y="380"/>
                    </a:moveTo>
                    <a:cubicBezTo>
                      <a:pt x="168" y="399"/>
                      <a:pt x="152" y="409"/>
                      <a:pt x="133" y="399"/>
                    </a:cubicBezTo>
                    <a:cubicBezTo>
                      <a:pt x="19" y="337"/>
                      <a:pt x="19" y="337"/>
                      <a:pt x="19" y="337"/>
                    </a:cubicBezTo>
                    <a:cubicBezTo>
                      <a:pt x="0" y="327"/>
                      <a:pt x="0" y="308"/>
                      <a:pt x="10" y="289"/>
                    </a:cubicBezTo>
                    <a:cubicBezTo>
                      <a:pt x="145" y="19"/>
                      <a:pt x="145" y="19"/>
                      <a:pt x="145" y="19"/>
                    </a:cubicBezTo>
                    <a:cubicBezTo>
                      <a:pt x="155" y="0"/>
                      <a:pt x="173" y="8"/>
                      <a:pt x="192" y="18"/>
                    </a:cubicBezTo>
                    <a:cubicBezTo>
                      <a:pt x="306" y="80"/>
                      <a:pt x="306" y="80"/>
                      <a:pt x="306" y="80"/>
                    </a:cubicBezTo>
                    <a:cubicBezTo>
                      <a:pt x="325" y="90"/>
                      <a:pt x="341" y="101"/>
                      <a:pt x="331" y="120"/>
                    </a:cubicBezTo>
                    <a:lnTo>
                      <a:pt x="178" y="38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8"/>
              <p:cNvSpPr/>
              <p:nvPr/>
            </p:nvSpPr>
            <p:spPr>
              <a:xfrm>
                <a:off x="9059963" y="1121563"/>
                <a:ext cx="54133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67" extrusionOk="0">
                    <a:moveTo>
                      <a:pt x="60" y="250"/>
                    </a:moveTo>
                    <a:cubicBezTo>
                      <a:pt x="53" y="262"/>
                      <a:pt x="38" y="267"/>
                      <a:pt x="26" y="260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5" y="249"/>
                      <a:pt x="0" y="234"/>
                      <a:pt x="7" y="221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24" y="4"/>
                      <a:pt x="140" y="0"/>
                      <a:pt x="152" y="6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73" y="18"/>
                      <a:pt x="178" y="33"/>
                      <a:pt x="171" y="45"/>
                    </a:cubicBezTo>
                    <a:lnTo>
                      <a:pt x="60" y="2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8"/>
              <p:cNvSpPr/>
              <p:nvPr/>
            </p:nvSpPr>
            <p:spPr>
              <a:xfrm>
                <a:off x="9264751" y="1231100"/>
                <a:ext cx="54133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67" extrusionOk="0">
                    <a:moveTo>
                      <a:pt x="60" y="250"/>
                    </a:moveTo>
                    <a:cubicBezTo>
                      <a:pt x="53" y="263"/>
                      <a:pt x="38" y="267"/>
                      <a:pt x="26" y="261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5" y="249"/>
                      <a:pt x="0" y="234"/>
                      <a:pt x="7" y="222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24" y="5"/>
                      <a:pt x="140" y="0"/>
                      <a:pt x="152" y="7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73" y="18"/>
                      <a:pt x="178" y="33"/>
                      <a:pt x="171" y="46"/>
                    </a:cubicBezTo>
                    <a:lnTo>
                      <a:pt x="60" y="2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8"/>
            <p:cNvGrpSpPr/>
            <p:nvPr/>
          </p:nvGrpSpPr>
          <p:grpSpPr>
            <a:xfrm rot="-7080816">
              <a:off x="1521609" y="4413049"/>
              <a:ext cx="1267036" cy="972041"/>
              <a:chOff x="6729413" y="2840263"/>
              <a:chExt cx="742950" cy="569913"/>
            </a:xfrm>
          </p:grpSpPr>
          <p:sp>
            <p:nvSpPr>
              <p:cNvPr id="278" name="Google Shape;278;p8"/>
              <p:cNvSpPr/>
              <p:nvPr/>
            </p:nvSpPr>
            <p:spPr>
              <a:xfrm>
                <a:off x="7326313" y="2840263"/>
                <a:ext cx="146050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56" h="47" extrusionOk="0">
                    <a:moveTo>
                      <a:pt x="41" y="2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1" y="18"/>
                      <a:pt x="9" y="19"/>
                      <a:pt x="8" y="2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7" y="38"/>
                      <a:pt x="28" y="37"/>
                    </a:cubicBezTo>
                    <a:lnTo>
                      <a:pt x="41" y="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8"/>
              <p:cNvSpPr/>
              <p:nvPr/>
            </p:nvSpPr>
            <p:spPr>
              <a:xfrm>
                <a:off x="7423150" y="2840263"/>
                <a:ext cx="4921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21" extrusionOk="0">
                    <a:moveTo>
                      <a:pt x="0" y="13"/>
                    </a:moveTo>
                    <a:lnTo>
                      <a:pt x="16" y="21"/>
                    </a:lnTo>
                    <a:lnTo>
                      <a:pt x="31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6835775" y="2892650"/>
                <a:ext cx="525463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199" y="1"/>
                      <a:pt x="201" y="3"/>
                    </a:cubicBezTo>
                    <a:cubicBezTo>
                      <a:pt x="202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8"/>
              <p:cNvSpPr/>
              <p:nvPr/>
            </p:nvSpPr>
            <p:spPr>
              <a:xfrm>
                <a:off x="6861175" y="2929163"/>
                <a:ext cx="528638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200" y="1"/>
                      <a:pt x="201" y="3"/>
                    </a:cubicBezTo>
                    <a:cubicBezTo>
                      <a:pt x="203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8"/>
              <p:cNvSpPr/>
              <p:nvPr/>
            </p:nvSpPr>
            <p:spPr>
              <a:xfrm>
                <a:off x="6845300" y="2910113"/>
                <a:ext cx="53181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56" extrusionOk="0">
                    <a:moveTo>
                      <a:pt x="7" y="156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194" y="1"/>
                      <a:pt x="194" y="1"/>
                      <a:pt x="194" y="1"/>
                    </a:cubicBezTo>
                    <a:cubicBezTo>
                      <a:pt x="196" y="0"/>
                      <a:pt x="200" y="0"/>
                      <a:pt x="202" y="3"/>
                    </a:cubicBezTo>
                    <a:cubicBezTo>
                      <a:pt x="204" y="5"/>
                      <a:pt x="203" y="9"/>
                      <a:pt x="201" y="11"/>
                    </a:cubicBezTo>
                    <a:lnTo>
                      <a:pt x="7" y="1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8"/>
              <p:cNvSpPr/>
              <p:nvPr/>
            </p:nvSpPr>
            <p:spPr>
              <a:xfrm>
                <a:off x="6781800" y="3303813"/>
                <a:ext cx="920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8" h="52" extrusionOk="0">
                    <a:moveTo>
                      <a:pt x="13" y="52"/>
                    </a:moveTo>
                    <a:lnTo>
                      <a:pt x="0" y="34"/>
                    </a:lnTo>
                    <a:lnTo>
                      <a:pt x="47" y="0"/>
                    </a:lnTo>
                    <a:lnTo>
                      <a:pt x="58" y="18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6729413" y="3332388"/>
                <a:ext cx="730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8" h="30" extrusionOk="0">
                    <a:moveTo>
                      <a:pt x="13" y="28"/>
                    </a:moveTo>
                    <a:cubicBezTo>
                      <a:pt x="2" y="13"/>
                      <a:pt x="2" y="13"/>
                      <a:pt x="2" y="13"/>
                    </a:cubicBezTo>
                    <a:cubicBezTo>
                      <a:pt x="0" y="11"/>
                      <a:pt x="1" y="9"/>
                      <a:pt x="2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6" y="30"/>
                      <a:pt x="14" y="29"/>
                      <a:pt x="13" y="2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6767513" y="3210150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ECC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6762750" y="3276825"/>
                <a:ext cx="111125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70" h="69" extrusionOk="0">
                    <a:moveTo>
                      <a:pt x="25" y="69"/>
                    </a:moveTo>
                    <a:lnTo>
                      <a:pt x="0" y="35"/>
                    </a:lnTo>
                    <a:lnTo>
                      <a:pt x="46" y="0"/>
                    </a:lnTo>
                    <a:lnTo>
                      <a:pt x="70" y="35"/>
                    </a:lnTo>
                    <a:lnTo>
                      <a:pt x="25" y="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 txBox="1">
            <a:spLocks noGrp="1"/>
          </p:cNvSpPr>
          <p:nvPr>
            <p:ph type="subTitle" idx="1"/>
          </p:nvPr>
        </p:nvSpPr>
        <p:spPr>
          <a:xfrm>
            <a:off x="880573" y="1622750"/>
            <a:ext cx="3597000" cy="21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9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9"/>
          <p:cNvSpPr txBox="1">
            <a:spLocks noGrp="1"/>
          </p:cNvSpPr>
          <p:nvPr>
            <p:ph type="subTitle" idx="2"/>
          </p:nvPr>
        </p:nvSpPr>
        <p:spPr>
          <a:xfrm>
            <a:off x="4666427" y="1622750"/>
            <a:ext cx="3597000" cy="21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2" name="Google Shape;292;p9"/>
          <p:cNvGrpSpPr/>
          <p:nvPr/>
        </p:nvGrpSpPr>
        <p:grpSpPr>
          <a:xfrm>
            <a:off x="-277682" y="-654534"/>
            <a:ext cx="9212604" cy="5910588"/>
            <a:chOff x="-277682" y="-654534"/>
            <a:chExt cx="9212604" cy="5910588"/>
          </a:xfrm>
        </p:grpSpPr>
        <p:grpSp>
          <p:nvGrpSpPr>
            <p:cNvPr id="293" name="Google Shape;293;p9"/>
            <p:cNvGrpSpPr/>
            <p:nvPr/>
          </p:nvGrpSpPr>
          <p:grpSpPr>
            <a:xfrm>
              <a:off x="7645543" y="4092299"/>
              <a:ext cx="1170192" cy="904189"/>
              <a:chOff x="7537043" y="4025261"/>
              <a:chExt cx="1170192" cy="904189"/>
            </a:xfrm>
          </p:grpSpPr>
          <p:sp>
            <p:nvSpPr>
              <p:cNvPr id="294" name="Google Shape;294;p9"/>
              <p:cNvSpPr/>
              <p:nvPr/>
            </p:nvSpPr>
            <p:spPr>
              <a:xfrm rot="-766793">
                <a:off x="8605876" y="4227120"/>
                <a:ext cx="1588" cy="15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598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9"/>
              <p:cNvSpPr/>
              <p:nvPr/>
            </p:nvSpPr>
            <p:spPr>
              <a:xfrm rot="-766793">
                <a:off x="8605876" y="4227120"/>
                <a:ext cx="1588" cy="15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9"/>
              <p:cNvSpPr/>
              <p:nvPr/>
            </p:nvSpPr>
            <p:spPr>
              <a:xfrm rot="-766792">
                <a:off x="7611148" y="4360031"/>
                <a:ext cx="865164" cy="412739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59" extrusionOk="0">
                    <a:moveTo>
                      <a:pt x="25" y="133"/>
                    </a:moveTo>
                    <a:cubicBezTo>
                      <a:pt x="30" y="139"/>
                      <a:pt x="35" y="145"/>
                      <a:pt x="42" y="150"/>
                    </a:cubicBezTo>
                    <a:cubicBezTo>
                      <a:pt x="324" y="107"/>
                      <a:pt x="324" y="107"/>
                      <a:pt x="324" y="107"/>
                    </a:cubicBezTo>
                    <a:cubicBezTo>
                      <a:pt x="329" y="106"/>
                      <a:pt x="329" y="106"/>
                      <a:pt x="329" y="106"/>
                    </a:cubicBezTo>
                    <a:cubicBezTo>
                      <a:pt x="333" y="117"/>
                      <a:pt x="333" y="117"/>
                      <a:pt x="333" y="117"/>
                    </a:cubicBezTo>
                    <a:cubicBezTo>
                      <a:pt x="42" y="159"/>
                      <a:pt x="42" y="159"/>
                      <a:pt x="42" y="159"/>
                    </a:cubicBezTo>
                    <a:cubicBezTo>
                      <a:pt x="24" y="146"/>
                      <a:pt x="10" y="127"/>
                      <a:pt x="4" y="105"/>
                    </a:cubicBezTo>
                    <a:cubicBezTo>
                      <a:pt x="1" y="93"/>
                      <a:pt x="0" y="80"/>
                      <a:pt x="4" y="68"/>
                    </a:cubicBezTo>
                    <a:cubicBezTo>
                      <a:pt x="290" y="0"/>
                      <a:pt x="290" y="0"/>
                      <a:pt x="290" y="0"/>
                    </a:cubicBezTo>
                    <a:cubicBezTo>
                      <a:pt x="295" y="12"/>
                      <a:pt x="295" y="12"/>
                      <a:pt x="295" y="12"/>
                    </a:cubicBezTo>
                    <a:cubicBezTo>
                      <a:pt x="292" y="12"/>
                      <a:pt x="16" y="75"/>
                      <a:pt x="14" y="76"/>
                    </a:cubicBezTo>
                    <a:cubicBezTo>
                      <a:pt x="13" y="76"/>
                      <a:pt x="11" y="76"/>
                      <a:pt x="11" y="76"/>
                    </a:cubicBezTo>
                    <a:cubicBezTo>
                      <a:pt x="6" y="96"/>
                      <a:pt x="14" y="117"/>
                      <a:pt x="25" y="13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9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215" y="115"/>
                    </a:moveTo>
                    <a:lnTo>
                      <a:pt x="621" y="0"/>
                    </a:lnTo>
                    <a:lnTo>
                      <a:pt x="469" y="138"/>
                    </a:lnTo>
                    <a:lnTo>
                      <a:pt x="0" y="249"/>
                    </a:lnTo>
                    <a:lnTo>
                      <a:pt x="215" y="115"/>
                    </a:lnTo>
                    <a:close/>
                  </a:path>
                </a:pathLst>
              </a:custGeom>
              <a:solidFill>
                <a:srgbClr val="7A8CD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215" y="115"/>
                    </a:moveTo>
                    <a:lnTo>
                      <a:pt x="621" y="0"/>
                    </a:lnTo>
                    <a:lnTo>
                      <a:pt x="469" y="138"/>
                    </a:lnTo>
                    <a:lnTo>
                      <a:pt x="0" y="249"/>
                    </a:lnTo>
                    <a:lnTo>
                      <a:pt x="215" y="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9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621" y="0"/>
                    </a:moveTo>
                    <a:lnTo>
                      <a:pt x="215" y="115"/>
                    </a:lnTo>
                    <a:lnTo>
                      <a:pt x="0" y="249"/>
                    </a:lnTo>
                    <a:lnTo>
                      <a:pt x="469" y="138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9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621" y="0"/>
                    </a:moveTo>
                    <a:lnTo>
                      <a:pt x="215" y="115"/>
                    </a:lnTo>
                    <a:lnTo>
                      <a:pt x="0" y="249"/>
                    </a:lnTo>
                    <a:lnTo>
                      <a:pt x="469" y="138"/>
                    </a:lnTo>
                    <a:lnTo>
                      <a:pt x="62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9"/>
              <p:cNvSpPr/>
              <p:nvPr/>
            </p:nvSpPr>
            <p:spPr>
              <a:xfrm rot="-766793">
                <a:off x="8287594" y="4049740"/>
                <a:ext cx="249231" cy="249231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7" extrusionOk="0">
                    <a:moveTo>
                      <a:pt x="0" y="138"/>
                    </a:moveTo>
                    <a:lnTo>
                      <a:pt x="152" y="0"/>
                    </a:lnTo>
                    <a:lnTo>
                      <a:pt x="157" y="15"/>
                    </a:lnTo>
                    <a:lnTo>
                      <a:pt x="149" y="23"/>
                    </a:lnTo>
                    <a:lnTo>
                      <a:pt x="8" y="157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9"/>
              <p:cNvSpPr/>
              <p:nvPr/>
            </p:nvSpPr>
            <p:spPr>
              <a:xfrm rot="-766793">
                <a:off x="8441067" y="4239913"/>
                <a:ext cx="223832" cy="306379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93" extrusionOk="0">
                    <a:moveTo>
                      <a:pt x="136" y="0"/>
                    </a:moveTo>
                    <a:lnTo>
                      <a:pt x="141" y="15"/>
                    </a:lnTo>
                    <a:lnTo>
                      <a:pt x="6" y="193"/>
                    </a:lnTo>
                    <a:lnTo>
                      <a:pt x="0" y="175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9"/>
              <p:cNvSpPr/>
              <p:nvPr/>
            </p:nvSpPr>
            <p:spPr>
              <a:xfrm rot="-766793">
                <a:off x="8441067" y="4239913"/>
                <a:ext cx="223832" cy="306379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93" extrusionOk="0">
                    <a:moveTo>
                      <a:pt x="136" y="0"/>
                    </a:moveTo>
                    <a:lnTo>
                      <a:pt x="141" y="15"/>
                    </a:lnTo>
                    <a:lnTo>
                      <a:pt x="6" y="193"/>
                    </a:lnTo>
                    <a:lnTo>
                      <a:pt x="0" y="175"/>
                    </a:lnTo>
                    <a:lnTo>
                      <a:pt x="13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9"/>
              <p:cNvSpPr/>
              <p:nvPr/>
            </p:nvSpPr>
            <p:spPr>
              <a:xfrm rot="-766793">
                <a:off x="8322200" y="4076509"/>
                <a:ext cx="296855" cy="452425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4" extrusionOk="0">
                    <a:moveTo>
                      <a:pt x="114" y="71"/>
                    </a:moveTo>
                    <a:cubicBezTo>
                      <a:pt x="34" y="174"/>
                      <a:pt x="34" y="174"/>
                      <a:pt x="34" y="174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90" y="1"/>
                      <a:pt x="114" y="70"/>
                      <a:pt x="114" y="7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9"/>
              <p:cNvSpPr/>
              <p:nvPr/>
            </p:nvSpPr>
            <p:spPr>
              <a:xfrm rot="-766793">
                <a:off x="7631921" y="4389822"/>
                <a:ext cx="827065" cy="354003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36" extrusionOk="0">
                    <a:moveTo>
                      <a:pt x="284" y="0"/>
                    </a:moveTo>
                    <a:cubicBezTo>
                      <a:pt x="318" y="92"/>
                      <a:pt x="318" y="92"/>
                      <a:pt x="318" y="92"/>
                    </a:cubicBezTo>
                    <a:cubicBezTo>
                      <a:pt x="36" y="136"/>
                      <a:pt x="36" y="136"/>
                      <a:pt x="36" y="136"/>
                    </a:cubicBezTo>
                    <a:cubicBezTo>
                      <a:pt x="16" y="119"/>
                      <a:pt x="0" y="90"/>
                      <a:pt x="6" y="64"/>
                    </a:cubicBezTo>
                    <a:cubicBezTo>
                      <a:pt x="284" y="0"/>
                      <a:pt x="284" y="0"/>
                      <a:pt x="284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9"/>
              <p:cNvSpPr/>
              <p:nvPr/>
            </p:nvSpPr>
            <p:spPr>
              <a:xfrm rot="-766793">
                <a:off x="8348017" y="4220501"/>
                <a:ext cx="114297" cy="111122"/>
              </a:xfrm>
              <a:custGeom>
                <a:avLst/>
                <a:gdLst/>
                <a:ahLst/>
                <a:cxnLst/>
                <a:rect l="l" t="t" r="r" b="b"/>
                <a:pathLst>
                  <a:path w="44" h="43" extrusionOk="0">
                    <a:moveTo>
                      <a:pt x="40" y="4"/>
                    </a:moveTo>
                    <a:cubicBezTo>
                      <a:pt x="25" y="15"/>
                      <a:pt x="13" y="29"/>
                      <a:pt x="0" y="43"/>
                    </a:cubicBezTo>
                    <a:cubicBezTo>
                      <a:pt x="17" y="33"/>
                      <a:pt x="31" y="19"/>
                      <a:pt x="43" y="2"/>
                    </a:cubicBezTo>
                    <a:cubicBezTo>
                      <a:pt x="43" y="2"/>
                      <a:pt x="44" y="1"/>
                      <a:pt x="44" y="0"/>
                    </a:cubicBezTo>
                    <a:cubicBezTo>
                      <a:pt x="43" y="1"/>
                      <a:pt x="41" y="3"/>
                      <a:pt x="40" y="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9"/>
              <p:cNvSpPr/>
              <p:nvPr/>
            </p:nvSpPr>
            <p:spPr>
              <a:xfrm rot="-766793">
                <a:off x="8432831" y="4140939"/>
                <a:ext cx="50799" cy="49212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0" y="19"/>
                    </a:moveTo>
                    <a:cubicBezTo>
                      <a:pt x="8" y="14"/>
                      <a:pt x="15" y="8"/>
                      <a:pt x="20" y="0"/>
                    </a:cubicBezTo>
                    <a:cubicBezTo>
                      <a:pt x="13" y="5"/>
                      <a:pt x="6" y="12"/>
                      <a:pt x="0" y="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9"/>
              <p:cNvSpPr/>
              <p:nvPr/>
            </p:nvSpPr>
            <p:spPr>
              <a:xfrm rot="-766793">
                <a:off x="8462658" y="4145878"/>
                <a:ext cx="31749" cy="31749"/>
              </a:xfrm>
              <a:custGeom>
                <a:avLst/>
                <a:gdLst/>
                <a:ahLst/>
                <a:cxnLst/>
                <a:rect l="l" t="t" r="r" b="b"/>
                <a:pathLst>
                  <a:path w="12" h="12" extrusionOk="0">
                    <a:moveTo>
                      <a:pt x="0" y="12"/>
                    </a:moveTo>
                    <a:cubicBezTo>
                      <a:pt x="5" y="9"/>
                      <a:pt x="9" y="5"/>
                      <a:pt x="12" y="0"/>
                    </a:cubicBezTo>
                    <a:cubicBezTo>
                      <a:pt x="8" y="4"/>
                      <a:pt x="4" y="7"/>
                      <a:pt x="0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9"/>
              <p:cNvSpPr/>
              <p:nvPr/>
            </p:nvSpPr>
            <p:spPr>
              <a:xfrm rot="-766793">
                <a:off x="8433960" y="4283708"/>
                <a:ext cx="53973" cy="60323"/>
              </a:xfrm>
              <a:custGeom>
                <a:avLst/>
                <a:gdLst/>
                <a:ahLst/>
                <a:cxnLst/>
                <a:rect l="l" t="t" r="r" b="b"/>
                <a:pathLst>
                  <a:path w="21" h="23" extrusionOk="0">
                    <a:moveTo>
                      <a:pt x="0" y="23"/>
                    </a:moveTo>
                    <a:cubicBezTo>
                      <a:pt x="8" y="16"/>
                      <a:pt x="16" y="9"/>
                      <a:pt x="21" y="0"/>
                    </a:cubicBezTo>
                    <a:cubicBezTo>
                      <a:pt x="13" y="6"/>
                      <a:pt x="6" y="13"/>
                      <a:pt x="0" y="2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9"/>
              <p:cNvSpPr/>
              <p:nvPr/>
            </p:nvSpPr>
            <p:spPr>
              <a:xfrm rot="-766793">
                <a:off x="8530098" y="4207057"/>
                <a:ext cx="49212" cy="5714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2" extrusionOk="0">
                    <a:moveTo>
                      <a:pt x="0" y="22"/>
                    </a:moveTo>
                    <a:cubicBezTo>
                      <a:pt x="7" y="16"/>
                      <a:pt x="14" y="9"/>
                      <a:pt x="19" y="0"/>
                    </a:cubicBezTo>
                    <a:cubicBezTo>
                      <a:pt x="11" y="6"/>
                      <a:pt x="5" y="14"/>
                      <a:pt x="0" y="2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9"/>
              <p:cNvSpPr/>
              <p:nvPr/>
            </p:nvSpPr>
            <p:spPr>
              <a:xfrm rot="-766793">
                <a:off x="8101964" y="4446764"/>
                <a:ext cx="79373" cy="190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7" extrusionOk="0">
                    <a:moveTo>
                      <a:pt x="0" y="7"/>
                    </a:moveTo>
                    <a:cubicBezTo>
                      <a:pt x="11" y="6"/>
                      <a:pt x="21" y="4"/>
                      <a:pt x="31" y="0"/>
                    </a:cubicBezTo>
                    <a:cubicBezTo>
                      <a:pt x="21" y="0"/>
                      <a:pt x="10" y="3"/>
                      <a:pt x="0" y="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9"/>
              <p:cNvSpPr/>
              <p:nvPr/>
            </p:nvSpPr>
            <p:spPr>
              <a:xfrm rot="-766793">
                <a:off x="8230536" y="4387118"/>
                <a:ext cx="46037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8" h="5" extrusionOk="0">
                    <a:moveTo>
                      <a:pt x="0" y="5"/>
                    </a:moveTo>
                    <a:cubicBezTo>
                      <a:pt x="6" y="4"/>
                      <a:pt x="12" y="3"/>
                      <a:pt x="18" y="0"/>
                    </a:cubicBezTo>
                    <a:cubicBezTo>
                      <a:pt x="12" y="1"/>
                      <a:pt x="6" y="2"/>
                      <a:pt x="0" y="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9"/>
              <p:cNvSpPr/>
              <p:nvPr/>
            </p:nvSpPr>
            <p:spPr>
              <a:xfrm rot="-766793">
                <a:off x="8191281" y="4408100"/>
                <a:ext cx="84136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32" h="9" extrusionOk="0">
                    <a:moveTo>
                      <a:pt x="0" y="9"/>
                    </a:moveTo>
                    <a:cubicBezTo>
                      <a:pt x="11" y="7"/>
                      <a:pt x="22" y="4"/>
                      <a:pt x="32" y="0"/>
                    </a:cubicBezTo>
                    <a:cubicBezTo>
                      <a:pt x="21" y="1"/>
                      <a:pt x="10" y="4"/>
                      <a:pt x="0" y="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9"/>
              <p:cNvSpPr/>
              <p:nvPr/>
            </p:nvSpPr>
            <p:spPr>
              <a:xfrm rot="-766793">
                <a:off x="8237369" y="4430446"/>
                <a:ext cx="52387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20" h="6" extrusionOk="0">
                    <a:moveTo>
                      <a:pt x="0" y="6"/>
                    </a:moveTo>
                    <a:cubicBezTo>
                      <a:pt x="7" y="5"/>
                      <a:pt x="13" y="3"/>
                      <a:pt x="20" y="0"/>
                    </a:cubicBezTo>
                    <a:cubicBezTo>
                      <a:pt x="13" y="1"/>
                      <a:pt x="6" y="3"/>
                      <a:pt x="0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 rot="-766793">
                <a:off x="7758276" y="4553843"/>
                <a:ext cx="273042" cy="68261"/>
              </a:xfrm>
              <a:custGeom>
                <a:avLst/>
                <a:gdLst/>
                <a:ahLst/>
                <a:cxnLst/>
                <a:rect l="l" t="t" r="r" b="b"/>
                <a:pathLst>
                  <a:path w="105" h="26" extrusionOk="0">
                    <a:moveTo>
                      <a:pt x="76" y="3"/>
                    </a:moveTo>
                    <a:cubicBezTo>
                      <a:pt x="50" y="8"/>
                      <a:pt x="25" y="18"/>
                      <a:pt x="0" y="26"/>
                    </a:cubicBezTo>
                    <a:cubicBezTo>
                      <a:pt x="18" y="25"/>
                      <a:pt x="35" y="21"/>
                      <a:pt x="52" y="17"/>
                    </a:cubicBezTo>
                    <a:cubicBezTo>
                      <a:pt x="69" y="12"/>
                      <a:pt x="86" y="6"/>
                      <a:pt x="102" y="0"/>
                    </a:cubicBezTo>
                    <a:cubicBezTo>
                      <a:pt x="103" y="0"/>
                      <a:pt x="104" y="0"/>
                      <a:pt x="105" y="0"/>
                    </a:cubicBezTo>
                    <a:cubicBezTo>
                      <a:pt x="95" y="0"/>
                      <a:pt x="85" y="1"/>
                      <a:pt x="76" y="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9"/>
              <p:cNvSpPr/>
              <p:nvPr/>
            </p:nvSpPr>
            <p:spPr>
              <a:xfrm rot="-766793">
                <a:off x="7968184" y="4555722"/>
                <a:ext cx="74611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29" h="6" extrusionOk="0">
                    <a:moveTo>
                      <a:pt x="0" y="6"/>
                    </a:moveTo>
                    <a:cubicBezTo>
                      <a:pt x="10" y="6"/>
                      <a:pt x="20" y="4"/>
                      <a:pt x="29" y="0"/>
                    </a:cubicBezTo>
                    <a:cubicBezTo>
                      <a:pt x="18" y="1"/>
                      <a:pt x="10" y="3"/>
                      <a:pt x="0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9"/>
              <p:cNvSpPr/>
              <p:nvPr/>
            </p:nvSpPr>
            <p:spPr>
              <a:xfrm rot="-766793">
                <a:off x="8050212" y="4599064"/>
                <a:ext cx="24923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" extrusionOk="0">
                    <a:moveTo>
                      <a:pt x="95" y="0"/>
                    </a:moveTo>
                    <a:cubicBezTo>
                      <a:pt x="92" y="0"/>
                      <a:pt x="89" y="0"/>
                      <a:pt x="86" y="1"/>
                    </a:cubicBezTo>
                    <a:cubicBezTo>
                      <a:pt x="75" y="1"/>
                      <a:pt x="64" y="2"/>
                      <a:pt x="52" y="3"/>
                    </a:cubicBezTo>
                    <a:cubicBezTo>
                      <a:pt x="34" y="6"/>
                      <a:pt x="19" y="11"/>
                      <a:pt x="0" y="16"/>
                    </a:cubicBezTo>
                    <a:cubicBezTo>
                      <a:pt x="32" y="16"/>
                      <a:pt x="63" y="8"/>
                      <a:pt x="94" y="1"/>
                    </a:cubicBezTo>
                    <a:cubicBezTo>
                      <a:pt x="95" y="1"/>
                      <a:pt x="96" y="0"/>
                      <a:pt x="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9"/>
              <p:cNvSpPr/>
              <p:nvPr/>
            </p:nvSpPr>
            <p:spPr>
              <a:xfrm rot="-766793">
                <a:off x="8338212" y="4534631"/>
                <a:ext cx="36512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14" h="3" extrusionOk="0">
                    <a:moveTo>
                      <a:pt x="0" y="3"/>
                    </a:moveTo>
                    <a:cubicBezTo>
                      <a:pt x="5" y="3"/>
                      <a:pt x="9" y="2"/>
                      <a:pt x="14" y="0"/>
                    </a:cubicBezTo>
                    <a:cubicBezTo>
                      <a:pt x="9" y="0"/>
                      <a:pt x="5" y="1"/>
                      <a:pt x="0" y="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9"/>
              <p:cNvSpPr/>
              <p:nvPr/>
            </p:nvSpPr>
            <p:spPr>
              <a:xfrm rot="-766793">
                <a:off x="7618149" y="4332960"/>
                <a:ext cx="1058834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407" h="151" extrusionOk="0">
                    <a:moveTo>
                      <a:pt x="402" y="1"/>
                    </a:moveTo>
                    <a:cubicBezTo>
                      <a:pt x="401" y="3"/>
                      <a:pt x="322" y="103"/>
                      <a:pt x="321" y="105"/>
                    </a:cubicBezTo>
                    <a:cubicBezTo>
                      <a:pt x="39" y="149"/>
                      <a:pt x="39" y="149"/>
                      <a:pt x="39" y="149"/>
                    </a:cubicBezTo>
                    <a:cubicBezTo>
                      <a:pt x="39" y="148"/>
                      <a:pt x="39" y="148"/>
                      <a:pt x="39" y="148"/>
                    </a:cubicBezTo>
                    <a:cubicBezTo>
                      <a:pt x="19" y="132"/>
                      <a:pt x="3" y="103"/>
                      <a:pt x="9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7"/>
                      <a:pt x="7" y="7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0" y="105"/>
                      <a:pt x="16" y="135"/>
                      <a:pt x="37" y="151"/>
                    </a:cubicBezTo>
                    <a:cubicBezTo>
                      <a:pt x="319" y="108"/>
                      <a:pt x="319" y="108"/>
                      <a:pt x="319" y="108"/>
                    </a:cubicBezTo>
                    <a:cubicBezTo>
                      <a:pt x="324" y="107"/>
                      <a:pt x="324" y="107"/>
                      <a:pt x="324" y="107"/>
                    </a:cubicBezTo>
                    <a:cubicBezTo>
                      <a:pt x="407" y="0"/>
                      <a:pt x="407" y="0"/>
                      <a:pt x="407" y="0"/>
                    </a:cubicBezTo>
                    <a:cubicBezTo>
                      <a:pt x="402" y="1"/>
                      <a:pt x="402" y="1"/>
                      <a:pt x="402" y="1"/>
                    </a:cubicBezTo>
                  </a:path>
                </a:pathLst>
              </a:custGeom>
              <a:solidFill>
                <a:srgbClr val="7A8CD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9"/>
              <p:cNvSpPr/>
              <p:nvPr/>
            </p:nvSpPr>
            <p:spPr>
              <a:xfrm rot="-766793">
                <a:off x="7629123" y="4331732"/>
                <a:ext cx="1047720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51" extrusionOk="0">
                    <a:moveTo>
                      <a:pt x="403" y="0"/>
                    </a:moveTo>
                    <a:cubicBezTo>
                      <a:pt x="398" y="1"/>
                      <a:pt x="398" y="1"/>
                      <a:pt x="398" y="1"/>
                    </a:cubicBezTo>
                    <a:cubicBezTo>
                      <a:pt x="398" y="1"/>
                      <a:pt x="398" y="1"/>
                      <a:pt x="398" y="1"/>
                    </a:cubicBezTo>
                    <a:cubicBezTo>
                      <a:pt x="398" y="1"/>
                      <a:pt x="398" y="1"/>
                      <a:pt x="398" y="1"/>
                    </a:cubicBezTo>
                    <a:cubicBezTo>
                      <a:pt x="397" y="3"/>
                      <a:pt x="318" y="103"/>
                      <a:pt x="317" y="105"/>
                    </a:cubicBezTo>
                    <a:cubicBezTo>
                      <a:pt x="317" y="105"/>
                      <a:pt x="317" y="105"/>
                      <a:pt x="317" y="105"/>
                    </a:cubicBezTo>
                    <a:cubicBezTo>
                      <a:pt x="35" y="149"/>
                      <a:pt x="35" y="149"/>
                      <a:pt x="35" y="149"/>
                    </a:cubicBezTo>
                    <a:cubicBezTo>
                      <a:pt x="35" y="148"/>
                      <a:pt x="35" y="148"/>
                      <a:pt x="35" y="148"/>
                    </a:cubicBezTo>
                    <a:cubicBezTo>
                      <a:pt x="28" y="143"/>
                      <a:pt x="22" y="136"/>
                      <a:pt x="16" y="128"/>
                    </a:cubicBezTo>
                    <a:cubicBezTo>
                      <a:pt x="16" y="128"/>
                      <a:pt x="16" y="128"/>
                      <a:pt x="16" y="128"/>
                    </a:cubicBezTo>
                    <a:cubicBezTo>
                      <a:pt x="16" y="128"/>
                      <a:pt x="16" y="127"/>
                      <a:pt x="16" y="127"/>
                    </a:cubicBezTo>
                    <a:cubicBezTo>
                      <a:pt x="16" y="127"/>
                      <a:pt x="16" y="127"/>
                      <a:pt x="16" y="127"/>
                    </a:cubicBezTo>
                    <a:cubicBezTo>
                      <a:pt x="16" y="127"/>
                      <a:pt x="16" y="127"/>
                      <a:pt x="16" y="127"/>
                    </a:cubicBezTo>
                    <a:cubicBezTo>
                      <a:pt x="11" y="119"/>
                      <a:pt x="7" y="110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4" y="96"/>
                      <a:pt x="4" y="91"/>
                      <a:pt x="4" y="87"/>
                    </a:cubicBezTo>
                    <a:cubicBezTo>
                      <a:pt x="4" y="84"/>
                      <a:pt x="4" y="80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3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1" y="80"/>
                      <a:pt x="1" y="81"/>
                      <a:pt x="1" y="82"/>
                    </a:cubicBezTo>
                    <a:cubicBezTo>
                      <a:pt x="1" y="85"/>
                      <a:pt x="0" y="87"/>
                      <a:pt x="0" y="89"/>
                    </a:cubicBezTo>
                    <a:cubicBezTo>
                      <a:pt x="1" y="113"/>
                      <a:pt x="14" y="137"/>
                      <a:pt x="33" y="151"/>
                    </a:cubicBezTo>
                    <a:cubicBezTo>
                      <a:pt x="315" y="108"/>
                      <a:pt x="315" y="108"/>
                      <a:pt x="315" y="108"/>
                    </a:cubicBezTo>
                    <a:cubicBezTo>
                      <a:pt x="320" y="107"/>
                      <a:pt x="320" y="107"/>
                      <a:pt x="320" y="107"/>
                    </a:cubicBezTo>
                    <a:cubicBezTo>
                      <a:pt x="403" y="0"/>
                      <a:pt x="403" y="0"/>
                      <a:pt x="403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9"/>
              <p:cNvSpPr/>
              <p:nvPr/>
            </p:nvSpPr>
            <p:spPr>
              <a:xfrm rot="-766793">
                <a:off x="7861599" y="4573703"/>
                <a:ext cx="158746" cy="277805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7" extrusionOk="0">
                    <a:moveTo>
                      <a:pt x="51" y="46"/>
                    </a:moveTo>
                    <a:cubicBezTo>
                      <a:pt x="54" y="59"/>
                      <a:pt x="58" y="72"/>
                      <a:pt x="60" y="85"/>
                    </a:cubicBezTo>
                    <a:cubicBezTo>
                      <a:pt x="60" y="90"/>
                      <a:pt x="61" y="94"/>
                      <a:pt x="61" y="98"/>
                    </a:cubicBezTo>
                    <a:cubicBezTo>
                      <a:pt x="61" y="99"/>
                      <a:pt x="61" y="100"/>
                      <a:pt x="60" y="101"/>
                    </a:cubicBezTo>
                    <a:cubicBezTo>
                      <a:pt x="15" y="107"/>
                      <a:pt x="15" y="107"/>
                      <a:pt x="15" y="107"/>
                    </a:cubicBezTo>
                    <a:cubicBezTo>
                      <a:pt x="19" y="105"/>
                      <a:pt x="13" y="83"/>
                      <a:pt x="12" y="79"/>
                    </a:cubicBezTo>
                    <a:cubicBezTo>
                      <a:pt x="7" y="56"/>
                      <a:pt x="0" y="33"/>
                      <a:pt x="0" y="1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15"/>
                      <a:pt x="48" y="31"/>
                      <a:pt x="51" y="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9"/>
              <p:cNvSpPr/>
              <p:nvPr/>
            </p:nvSpPr>
            <p:spPr>
              <a:xfrm rot="-766793">
                <a:off x="7892830" y="4780105"/>
                <a:ext cx="147634" cy="69848"/>
              </a:xfrm>
              <a:custGeom>
                <a:avLst/>
                <a:gdLst/>
                <a:ahLst/>
                <a:cxnLst/>
                <a:rect l="l" t="t" r="r" b="b"/>
                <a:pathLst>
                  <a:path w="57" h="27" extrusionOk="0">
                    <a:moveTo>
                      <a:pt x="57" y="21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11" y="27"/>
                      <a:pt x="10" y="26"/>
                      <a:pt x="9" y="24"/>
                    </a:cubicBezTo>
                    <a:cubicBezTo>
                      <a:pt x="7" y="20"/>
                      <a:pt x="4" y="7"/>
                      <a:pt x="0" y="7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6" y="1"/>
                      <a:pt x="47" y="1"/>
                    </a:cubicBezTo>
                    <a:cubicBezTo>
                      <a:pt x="50" y="5"/>
                      <a:pt x="52" y="20"/>
                      <a:pt x="57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9"/>
              <p:cNvSpPr/>
              <p:nvPr/>
            </p:nvSpPr>
            <p:spPr>
              <a:xfrm rot="-766793">
                <a:off x="7890586" y="4781614"/>
                <a:ext cx="131759" cy="134934"/>
              </a:xfrm>
              <a:custGeom>
                <a:avLst/>
                <a:gdLst/>
                <a:ahLst/>
                <a:cxnLst/>
                <a:rect l="l" t="t" r="r" b="b"/>
                <a:pathLst>
                  <a:path w="51" h="52" extrusionOk="0">
                    <a:moveTo>
                      <a:pt x="46" y="11"/>
                    </a:moveTo>
                    <a:cubicBezTo>
                      <a:pt x="45" y="19"/>
                      <a:pt x="51" y="41"/>
                      <a:pt x="46" y="46"/>
                    </a:cubicBezTo>
                    <a:cubicBezTo>
                      <a:pt x="46" y="47"/>
                      <a:pt x="3" y="51"/>
                      <a:pt x="2" y="52"/>
                    </a:cubicBezTo>
                    <a:cubicBezTo>
                      <a:pt x="6" y="50"/>
                      <a:pt x="4" y="39"/>
                      <a:pt x="4" y="36"/>
                    </a:cubicBezTo>
                    <a:cubicBezTo>
                      <a:pt x="4" y="29"/>
                      <a:pt x="0" y="12"/>
                      <a:pt x="4" y="7"/>
                    </a:cubicBezTo>
                    <a:cubicBezTo>
                      <a:pt x="4" y="7"/>
                      <a:pt x="48" y="0"/>
                      <a:pt x="48" y="0"/>
                    </a:cubicBezTo>
                    <a:cubicBezTo>
                      <a:pt x="46" y="1"/>
                      <a:pt x="46" y="8"/>
                      <a:pt x="46" y="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9"/>
              <p:cNvSpPr/>
              <p:nvPr/>
            </p:nvSpPr>
            <p:spPr>
              <a:xfrm rot="-766793">
                <a:off x="7908965" y="4903212"/>
                <a:ext cx="114297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72" h="8" extrusionOk="0">
                    <a:moveTo>
                      <a:pt x="72" y="0"/>
                    </a:moveTo>
                    <a:lnTo>
                      <a:pt x="0" y="8"/>
                    </a:lnTo>
                    <a:lnTo>
                      <a:pt x="0" y="8"/>
                    </a:lnTo>
                    <a:lnTo>
                      <a:pt x="70" y="0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FFBE7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9"/>
            <p:cNvGrpSpPr/>
            <p:nvPr/>
          </p:nvGrpSpPr>
          <p:grpSpPr>
            <a:xfrm rot="6264258">
              <a:off x="205500" y="-430079"/>
              <a:ext cx="1144458" cy="877963"/>
              <a:chOff x="6729413" y="2840263"/>
              <a:chExt cx="742950" cy="569913"/>
            </a:xfrm>
          </p:grpSpPr>
          <p:sp>
            <p:nvSpPr>
              <p:cNvPr id="326" name="Google Shape;326;p9"/>
              <p:cNvSpPr/>
              <p:nvPr/>
            </p:nvSpPr>
            <p:spPr>
              <a:xfrm>
                <a:off x="7326313" y="2840263"/>
                <a:ext cx="146050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56" h="47" extrusionOk="0">
                    <a:moveTo>
                      <a:pt x="41" y="2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1" y="18"/>
                      <a:pt x="9" y="19"/>
                      <a:pt x="8" y="2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7" y="38"/>
                      <a:pt x="28" y="37"/>
                    </a:cubicBezTo>
                    <a:lnTo>
                      <a:pt x="41" y="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7423150" y="2840263"/>
                <a:ext cx="4921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21" extrusionOk="0">
                    <a:moveTo>
                      <a:pt x="0" y="13"/>
                    </a:moveTo>
                    <a:lnTo>
                      <a:pt x="16" y="21"/>
                    </a:lnTo>
                    <a:lnTo>
                      <a:pt x="31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9"/>
              <p:cNvSpPr/>
              <p:nvPr/>
            </p:nvSpPr>
            <p:spPr>
              <a:xfrm>
                <a:off x="6835775" y="2892650"/>
                <a:ext cx="525463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199" y="1"/>
                      <a:pt x="201" y="3"/>
                    </a:cubicBezTo>
                    <a:cubicBezTo>
                      <a:pt x="202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9"/>
              <p:cNvSpPr/>
              <p:nvPr/>
            </p:nvSpPr>
            <p:spPr>
              <a:xfrm>
                <a:off x="6861175" y="2929163"/>
                <a:ext cx="528638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200" y="1"/>
                      <a:pt x="201" y="3"/>
                    </a:cubicBezTo>
                    <a:cubicBezTo>
                      <a:pt x="203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9"/>
              <p:cNvSpPr/>
              <p:nvPr/>
            </p:nvSpPr>
            <p:spPr>
              <a:xfrm>
                <a:off x="6845300" y="2910113"/>
                <a:ext cx="53181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56" extrusionOk="0">
                    <a:moveTo>
                      <a:pt x="7" y="156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194" y="1"/>
                      <a:pt x="194" y="1"/>
                      <a:pt x="194" y="1"/>
                    </a:cubicBezTo>
                    <a:cubicBezTo>
                      <a:pt x="196" y="0"/>
                      <a:pt x="200" y="0"/>
                      <a:pt x="202" y="3"/>
                    </a:cubicBezTo>
                    <a:cubicBezTo>
                      <a:pt x="204" y="5"/>
                      <a:pt x="203" y="9"/>
                      <a:pt x="201" y="11"/>
                    </a:cubicBezTo>
                    <a:lnTo>
                      <a:pt x="7" y="1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6762750" y="3276825"/>
                <a:ext cx="111125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70" h="69" extrusionOk="0">
                    <a:moveTo>
                      <a:pt x="25" y="69"/>
                    </a:moveTo>
                    <a:lnTo>
                      <a:pt x="0" y="35"/>
                    </a:lnTo>
                    <a:lnTo>
                      <a:pt x="46" y="0"/>
                    </a:lnTo>
                    <a:lnTo>
                      <a:pt x="70" y="35"/>
                    </a:lnTo>
                    <a:lnTo>
                      <a:pt x="25" y="6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6729413" y="3332388"/>
                <a:ext cx="730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8" h="30" extrusionOk="0">
                    <a:moveTo>
                      <a:pt x="13" y="28"/>
                    </a:moveTo>
                    <a:cubicBezTo>
                      <a:pt x="2" y="13"/>
                      <a:pt x="2" y="13"/>
                      <a:pt x="2" y="13"/>
                    </a:cubicBezTo>
                    <a:cubicBezTo>
                      <a:pt x="0" y="11"/>
                      <a:pt x="1" y="9"/>
                      <a:pt x="2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6" y="30"/>
                      <a:pt x="14" y="29"/>
                      <a:pt x="13" y="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6767513" y="3210150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ECC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4" name="Google Shape;334;p9"/>
            <p:cNvGrpSpPr/>
            <p:nvPr/>
          </p:nvGrpSpPr>
          <p:grpSpPr>
            <a:xfrm>
              <a:off x="7058642" y="4769007"/>
              <a:ext cx="363963" cy="216188"/>
              <a:chOff x="6191763" y="4215150"/>
              <a:chExt cx="261938" cy="155576"/>
            </a:xfrm>
          </p:grpSpPr>
          <p:sp>
            <p:nvSpPr>
              <p:cNvPr id="335" name="Google Shape;335;p9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9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7" name="Google Shape;337;p9"/>
            <p:cNvGrpSpPr/>
            <p:nvPr/>
          </p:nvGrpSpPr>
          <p:grpSpPr>
            <a:xfrm rot="-1767078">
              <a:off x="-131478" y="566453"/>
              <a:ext cx="698504" cy="778325"/>
              <a:chOff x="5431538" y="3074425"/>
              <a:chExt cx="485775" cy="541338"/>
            </a:xfrm>
          </p:grpSpPr>
          <p:sp>
            <p:nvSpPr>
              <p:cNvPr id="338" name="Google Shape;338;p9"/>
              <p:cNvSpPr/>
              <p:nvPr/>
            </p:nvSpPr>
            <p:spPr>
              <a:xfrm>
                <a:off x="5431538" y="3074425"/>
                <a:ext cx="485775" cy="541338"/>
              </a:xfrm>
              <a:custGeom>
                <a:avLst/>
                <a:gdLst/>
                <a:ahLst/>
                <a:cxnLst/>
                <a:rect l="l" t="t" r="r" b="b"/>
                <a:pathLst>
                  <a:path w="187" h="208" extrusionOk="0">
                    <a:moveTo>
                      <a:pt x="187" y="99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158" y="168"/>
                      <a:pt x="158" y="168"/>
                      <a:pt x="158" y="168"/>
                    </a:cubicBezTo>
                    <a:cubicBezTo>
                      <a:pt x="158" y="168"/>
                      <a:pt x="186" y="103"/>
                      <a:pt x="187" y="9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9"/>
              <p:cNvSpPr/>
              <p:nvPr/>
            </p:nvSpPr>
            <p:spPr>
              <a:xfrm>
                <a:off x="5480750" y="3134750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1" y="0"/>
                      <a:pt x="122" y="1"/>
                      <a:pt x="123" y="3"/>
                    </a:cubicBezTo>
                    <a:cubicBezTo>
                      <a:pt x="123" y="4"/>
                      <a:pt x="123" y="6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9"/>
              <p:cNvSpPr/>
              <p:nvPr/>
            </p:nvSpPr>
            <p:spPr>
              <a:xfrm>
                <a:off x="5501388" y="3195075"/>
                <a:ext cx="32226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8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1" y="0"/>
                      <a:pt x="123" y="1"/>
                      <a:pt x="123" y="2"/>
                    </a:cubicBezTo>
                    <a:cubicBezTo>
                      <a:pt x="124" y="4"/>
                      <a:pt x="123" y="5"/>
                      <a:pt x="122" y="6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5526788" y="3253813"/>
                <a:ext cx="322263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3" extrusionOk="0">
                    <a:moveTo>
                      <a:pt x="3" y="53"/>
                    </a:moveTo>
                    <a:cubicBezTo>
                      <a:pt x="2" y="53"/>
                      <a:pt x="1" y="53"/>
                      <a:pt x="1" y="52"/>
                    </a:cubicBezTo>
                    <a:cubicBezTo>
                      <a:pt x="0" y="50"/>
                      <a:pt x="1" y="49"/>
                      <a:pt x="2" y="48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0"/>
                      <a:pt x="123" y="2"/>
                    </a:cubicBezTo>
                    <a:cubicBezTo>
                      <a:pt x="124" y="3"/>
                      <a:pt x="123" y="5"/>
                      <a:pt x="122" y="5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9"/>
              <p:cNvSpPr/>
              <p:nvPr/>
            </p:nvSpPr>
            <p:spPr>
              <a:xfrm>
                <a:off x="5553775" y="3314138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0" y="52"/>
                    </a:cubicBezTo>
                    <a:cubicBezTo>
                      <a:pt x="0" y="51"/>
                      <a:pt x="0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0" y="0"/>
                      <a:pt x="122" y="1"/>
                      <a:pt x="123" y="2"/>
                    </a:cubicBezTo>
                    <a:cubicBezTo>
                      <a:pt x="123" y="4"/>
                      <a:pt x="122" y="5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5579175" y="3420500"/>
                <a:ext cx="217488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84" h="38" extrusionOk="0">
                    <a:moveTo>
                      <a:pt x="3" y="38"/>
                    </a:moveTo>
                    <a:cubicBezTo>
                      <a:pt x="2" y="38"/>
                      <a:pt x="1" y="37"/>
                      <a:pt x="1" y="36"/>
                    </a:cubicBezTo>
                    <a:cubicBezTo>
                      <a:pt x="0" y="34"/>
                      <a:pt x="1" y="33"/>
                      <a:pt x="2" y="32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3" y="1"/>
                      <a:pt x="83" y="2"/>
                    </a:cubicBezTo>
                    <a:cubicBezTo>
                      <a:pt x="84" y="4"/>
                      <a:pt x="83" y="5"/>
                      <a:pt x="82" y="6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3" y="38"/>
                      <a:pt x="3" y="38"/>
                      <a:pt x="3" y="38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5790313" y="3333188"/>
                <a:ext cx="127000" cy="179388"/>
              </a:xfrm>
              <a:custGeom>
                <a:avLst/>
                <a:gdLst/>
                <a:ahLst/>
                <a:cxnLst/>
                <a:rect l="l" t="t" r="r" b="b"/>
                <a:pathLst>
                  <a:path w="49" h="69" extrusionOk="0">
                    <a:moveTo>
                      <a:pt x="49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5" name="Google Shape;345;p9"/>
            <p:cNvSpPr/>
            <p:nvPr/>
          </p:nvSpPr>
          <p:spPr>
            <a:xfrm>
              <a:off x="297750" y="-81000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9"/>
            <p:cNvSpPr/>
            <p:nvPr/>
          </p:nvSpPr>
          <p:spPr>
            <a:xfrm rot="-1851069">
              <a:off x="8635999" y="4787913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"/>
          <p:cNvSpPr>
            <a:spLocks noGrp="1"/>
          </p:cNvSpPr>
          <p:nvPr>
            <p:ph type="pic" idx="2"/>
          </p:nvPr>
        </p:nvSpPr>
        <p:spPr>
          <a:xfrm>
            <a:off x="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10"/>
          <p:cNvSpPr txBox="1">
            <a:spLocks noGrp="1"/>
          </p:cNvSpPr>
          <p:nvPr>
            <p:ph type="title"/>
          </p:nvPr>
        </p:nvSpPr>
        <p:spPr>
          <a:xfrm>
            <a:off x="1330350" y="4038825"/>
            <a:ext cx="6483300" cy="5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1"/>
          <p:cNvSpPr txBox="1">
            <a:spLocks noGrp="1"/>
          </p:cNvSpPr>
          <p:nvPr>
            <p:ph type="title" hasCustomPrompt="1"/>
          </p:nvPr>
        </p:nvSpPr>
        <p:spPr>
          <a:xfrm>
            <a:off x="4471675" y="1856225"/>
            <a:ext cx="3767700" cy="10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 b="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53" name="Google Shape;353;p11"/>
          <p:cNvSpPr txBox="1">
            <a:spLocks noGrp="1"/>
          </p:cNvSpPr>
          <p:nvPr>
            <p:ph type="subTitle" idx="1"/>
          </p:nvPr>
        </p:nvSpPr>
        <p:spPr>
          <a:xfrm>
            <a:off x="4471675" y="2716749"/>
            <a:ext cx="3767700" cy="91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3"/>
          <p:cNvSpPr txBox="1">
            <a:spLocks noGrp="1"/>
          </p:cNvSpPr>
          <p:nvPr>
            <p:ph type="subTitle" idx="1"/>
          </p:nvPr>
        </p:nvSpPr>
        <p:spPr>
          <a:xfrm>
            <a:off x="1029297" y="2462251"/>
            <a:ext cx="2260200" cy="14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13"/>
          <p:cNvSpPr txBox="1">
            <a:spLocks noGrp="1"/>
          </p:cNvSpPr>
          <p:nvPr>
            <p:ph type="subTitle" idx="2"/>
          </p:nvPr>
        </p:nvSpPr>
        <p:spPr>
          <a:xfrm>
            <a:off x="3441896" y="2461201"/>
            <a:ext cx="2260200" cy="14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13"/>
          <p:cNvSpPr txBox="1">
            <a:spLocks noGrp="1"/>
          </p:cNvSpPr>
          <p:nvPr>
            <p:ph type="subTitle" idx="3"/>
          </p:nvPr>
        </p:nvSpPr>
        <p:spPr>
          <a:xfrm>
            <a:off x="5854503" y="2462251"/>
            <a:ext cx="2260200" cy="14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1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61" name="Google Shape;361;p13"/>
          <p:cNvSpPr txBox="1">
            <a:spLocks noGrp="1"/>
          </p:cNvSpPr>
          <p:nvPr>
            <p:ph type="subTitle" idx="4"/>
          </p:nvPr>
        </p:nvSpPr>
        <p:spPr>
          <a:xfrm>
            <a:off x="1029297" y="2040377"/>
            <a:ext cx="22602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362" name="Google Shape;362;p13"/>
          <p:cNvSpPr txBox="1">
            <a:spLocks noGrp="1"/>
          </p:cNvSpPr>
          <p:nvPr>
            <p:ph type="subTitle" idx="5"/>
          </p:nvPr>
        </p:nvSpPr>
        <p:spPr>
          <a:xfrm>
            <a:off x="5854503" y="2040377"/>
            <a:ext cx="22602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363" name="Google Shape;363;p13"/>
          <p:cNvSpPr txBox="1">
            <a:spLocks noGrp="1"/>
          </p:cNvSpPr>
          <p:nvPr>
            <p:ph type="subTitle" idx="6"/>
          </p:nvPr>
        </p:nvSpPr>
        <p:spPr>
          <a:xfrm>
            <a:off x="3441896" y="2040376"/>
            <a:ext cx="22602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grpSp>
        <p:nvGrpSpPr>
          <p:cNvPr id="364" name="Google Shape;364;p13"/>
          <p:cNvGrpSpPr/>
          <p:nvPr/>
        </p:nvGrpSpPr>
        <p:grpSpPr>
          <a:xfrm>
            <a:off x="-353272" y="90275"/>
            <a:ext cx="9945639" cy="5183700"/>
            <a:chOff x="-353272" y="90275"/>
            <a:chExt cx="9945639" cy="5183700"/>
          </a:xfrm>
        </p:grpSpPr>
        <p:grpSp>
          <p:nvGrpSpPr>
            <p:cNvPr id="365" name="Google Shape;365;p13"/>
            <p:cNvGrpSpPr/>
            <p:nvPr/>
          </p:nvGrpSpPr>
          <p:grpSpPr>
            <a:xfrm rot="-10580157">
              <a:off x="7854039" y="4643293"/>
              <a:ext cx="363973" cy="216195"/>
              <a:chOff x="6191763" y="4215150"/>
              <a:chExt cx="261938" cy="155576"/>
            </a:xfrm>
          </p:grpSpPr>
          <p:sp>
            <p:nvSpPr>
              <p:cNvPr id="366" name="Google Shape;366;p13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3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8" name="Google Shape;368;p13"/>
            <p:cNvGrpSpPr/>
            <p:nvPr/>
          </p:nvGrpSpPr>
          <p:grpSpPr>
            <a:xfrm rot="2394761">
              <a:off x="8268456" y="3941258"/>
              <a:ext cx="1170157" cy="904162"/>
              <a:chOff x="8268618" y="3920549"/>
              <a:chExt cx="1170193" cy="904189"/>
            </a:xfrm>
          </p:grpSpPr>
          <p:sp>
            <p:nvSpPr>
              <p:cNvPr id="369" name="Google Shape;369;p13"/>
              <p:cNvSpPr/>
              <p:nvPr/>
            </p:nvSpPr>
            <p:spPr>
              <a:xfrm rot="-766792">
                <a:off x="9337451" y="4122407"/>
                <a:ext cx="1588" cy="15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598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3"/>
              <p:cNvSpPr/>
              <p:nvPr/>
            </p:nvSpPr>
            <p:spPr>
              <a:xfrm rot="-766792">
                <a:off x="9337451" y="4122407"/>
                <a:ext cx="1588" cy="15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3"/>
              <p:cNvSpPr/>
              <p:nvPr/>
            </p:nvSpPr>
            <p:spPr>
              <a:xfrm rot="-766792">
                <a:off x="8342723" y="4255318"/>
                <a:ext cx="865164" cy="412739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59" extrusionOk="0">
                    <a:moveTo>
                      <a:pt x="25" y="133"/>
                    </a:moveTo>
                    <a:cubicBezTo>
                      <a:pt x="30" y="139"/>
                      <a:pt x="35" y="145"/>
                      <a:pt x="42" y="150"/>
                    </a:cubicBezTo>
                    <a:cubicBezTo>
                      <a:pt x="324" y="107"/>
                      <a:pt x="324" y="107"/>
                      <a:pt x="324" y="107"/>
                    </a:cubicBezTo>
                    <a:cubicBezTo>
                      <a:pt x="329" y="106"/>
                      <a:pt x="329" y="106"/>
                      <a:pt x="329" y="106"/>
                    </a:cubicBezTo>
                    <a:cubicBezTo>
                      <a:pt x="333" y="117"/>
                      <a:pt x="333" y="117"/>
                      <a:pt x="333" y="117"/>
                    </a:cubicBezTo>
                    <a:cubicBezTo>
                      <a:pt x="42" y="159"/>
                      <a:pt x="42" y="159"/>
                      <a:pt x="42" y="159"/>
                    </a:cubicBezTo>
                    <a:cubicBezTo>
                      <a:pt x="24" y="146"/>
                      <a:pt x="10" y="127"/>
                      <a:pt x="4" y="105"/>
                    </a:cubicBezTo>
                    <a:cubicBezTo>
                      <a:pt x="1" y="93"/>
                      <a:pt x="0" y="80"/>
                      <a:pt x="4" y="68"/>
                    </a:cubicBezTo>
                    <a:cubicBezTo>
                      <a:pt x="290" y="0"/>
                      <a:pt x="290" y="0"/>
                      <a:pt x="290" y="0"/>
                    </a:cubicBezTo>
                    <a:cubicBezTo>
                      <a:pt x="295" y="12"/>
                      <a:pt x="295" y="12"/>
                      <a:pt x="295" y="12"/>
                    </a:cubicBezTo>
                    <a:cubicBezTo>
                      <a:pt x="292" y="12"/>
                      <a:pt x="16" y="75"/>
                      <a:pt x="14" y="76"/>
                    </a:cubicBezTo>
                    <a:cubicBezTo>
                      <a:pt x="13" y="76"/>
                      <a:pt x="11" y="76"/>
                      <a:pt x="11" y="76"/>
                    </a:cubicBezTo>
                    <a:cubicBezTo>
                      <a:pt x="6" y="96"/>
                      <a:pt x="14" y="117"/>
                      <a:pt x="25" y="13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3"/>
              <p:cNvSpPr/>
              <p:nvPr/>
            </p:nvSpPr>
            <p:spPr>
              <a:xfrm rot="-766793">
                <a:off x="8300126" y="4026442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215" y="115"/>
                    </a:moveTo>
                    <a:lnTo>
                      <a:pt x="621" y="0"/>
                    </a:lnTo>
                    <a:lnTo>
                      <a:pt x="469" y="138"/>
                    </a:lnTo>
                    <a:lnTo>
                      <a:pt x="0" y="249"/>
                    </a:lnTo>
                    <a:lnTo>
                      <a:pt x="215" y="115"/>
                    </a:lnTo>
                    <a:close/>
                  </a:path>
                </a:pathLst>
              </a:custGeom>
              <a:solidFill>
                <a:srgbClr val="7A8CD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3"/>
              <p:cNvSpPr/>
              <p:nvPr/>
            </p:nvSpPr>
            <p:spPr>
              <a:xfrm rot="-766793">
                <a:off x="8300126" y="4026442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215" y="115"/>
                    </a:moveTo>
                    <a:lnTo>
                      <a:pt x="621" y="0"/>
                    </a:lnTo>
                    <a:lnTo>
                      <a:pt x="469" y="138"/>
                    </a:lnTo>
                    <a:lnTo>
                      <a:pt x="0" y="249"/>
                    </a:lnTo>
                    <a:lnTo>
                      <a:pt x="215" y="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 rot="-766793">
                <a:off x="8300126" y="4026442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621" y="0"/>
                    </a:moveTo>
                    <a:lnTo>
                      <a:pt x="215" y="115"/>
                    </a:lnTo>
                    <a:lnTo>
                      <a:pt x="0" y="249"/>
                    </a:lnTo>
                    <a:lnTo>
                      <a:pt x="469" y="138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 rot="-766793">
                <a:off x="8300126" y="4026442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621" y="0"/>
                    </a:moveTo>
                    <a:lnTo>
                      <a:pt x="215" y="115"/>
                    </a:lnTo>
                    <a:lnTo>
                      <a:pt x="0" y="249"/>
                    </a:lnTo>
                    <a:lnTo>
                      <a:pt x="469" y="138"/>
                    </a:lnTo>
                    <a:lnTo>
                      <a:pt x="62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 rot="-766792">
                <a:off x="9019169" y="3945027"/>
                <a:ext cx="249231" cy="249231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7" extrusionOk="0">
                    <a:moveTo>
                      <a:pt x="0" y="138"/>
                    </a:moveTo>
                    <a:lnTo>
                      <a:pt x="152" y="0"/>
                    </a:lnTo>
                    <a:lnTo>
                      <a:pt x="157" y="15"/>
                    </a:lnTo>
                    <a:lnTo>
                      <a:pt x="149" y="23"/>
                    </a:lnTo>
                    <a:lnTo>
                      <a:pt x="8" y="157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 rot="-766792">
                <a:off x="9172642" y="4135200"/>
                <a:ext cx="223832" cy="306379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93" extrusionOk="0">
                    <a:moveTo>
                      <a:pt x="136" y="0"/>
                    </a:moveTo>
                    <a:lnTo>
                      <a:pt x="141" y="15"/>
                    </a:lnTo>
                    <a:lnTo>
                      <a:pt x="6" y="193"/>
                    </a:lnTo>
                    <a:lnTo>
                      <a:pt x="0" y="175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3"/>
              <p:cNvSpPr/>
              <p:nvPr/>
            </p:nvSpPr>
            <p:spPr>
              <a:xfrm rot="-766792">
                <a:off x="9172642" y="4135200"/>
                <a:ext cx="223832" cy="306379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93" extrusionOk="0">
                    <a:moveTo>
                      <a:pt x="136" y="0"/>
                    </a:moveTo>
                    <a:lnTo>
                      <a:pt x="141" y="15"/>
                    </a:lnTo>
                    <a:lnTo>
                      <a:pt x="6" y="193"/>
                    </a:lnTo>
                    <a:lnTo>
                      <a:pt x="0" y="175"/>
                    </a:lnTo>
                    <a:lnTo>
                      <a:pt x="13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3"/>
              <p:cNvSpPr/>
              <p:nvPr/>
            </p:nvSpPr>
            <p:spPr>
              <a:xfrm rot="-766791">
                <a:off x="9053775" y="3971797"/>
                <a:ext cx="296855" cy="452425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4" extrusionOk="0">
                    <a:moveTo>
                      <a:pt x="114" y="71"/>
                    </a:moveTo>
                    <a:cubicBezTo>
                      <a:pt x="34" y="174"/>
                      <a:pt x="34" y="174"/>
                      <a:pt x="34" y="174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90" y="1"/>
                      <a:pt x="114" y="70"/>
                      <a:pt x="114" y="7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 rot="-766793">
                <a:off x="8363496" y="4285110"/>
                <a:ext cx="827065" cy="354003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36" extrusionOk="0">
                    <a:moveTo>
                      <a:pt x="284" y="0"/>
                    </a:moveTo>
                    <a:cubicBezTo>
                      <a:pt x="318" y="92"/>
                      <a:pt x="318" y="92"/>
                      <a:pt x="318" y="92"/>
                    </a:cubicBezTo>
                    <a:cubicBezTo>
                      <a:pt x="36" y="136"/>
                      <a:pt x="36" y="136"/>
                      <a:pt x="36" y="136"/>
                    </a:cubicBezTo>
                    <a:cubicBezTo>
                      <a:pt x="16" y="119"/>
                      <a:pt x="0" y="90"/>
                      <a:pt x="6" y="64"/>
                    </a:cubicBezTo>
                    <a:cubicBezTo>
                      <a:pt x="284" y="0"/>
                      <a:pt x="284" y="0"/>
                      <a:pt x="284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 rot="-766793">
                <a:off x="9079592" y="4115788"/>
                <a:ext cx="114297" cy="111122"/>
              </a:xfrm>
              <a:custGeom>
                <a:avLst/>
                <a:gdLst/>
                <a:ahLst/>
                <a:cxnLst/>
                <a:rect l="l" t="t" r="r" b="b"/>
                <a:pathLst>
                  <a:path w="44" h="43" extrusionOk="0">
                    <a:moveTo>
                      <a:pt x="40" y="4"/>
                    </a:moveTo>
                    <a:cubicBezTo>
                      <a:pt x="25" y="15"/>
                      <a:pt x="13" y="29"/>
                      <a:pt x="0" y="43"/>
                    </a:cubicBezTo>
                    <a:cubicBezTo>
                      <a:pt x="17" y="33"/>
                      <a:pt x="31" y="19"/>
                      <a:pt x="43" y="2"/>
                    </a:cubicBezTo>
                    <a:cubicBezTo>
                      <a:pt x="43" y="2"/>
                      <a:pt x="44" y="1"/>
                      <a:pt x="44" y="0"/>
                    </a:cubicBezTo>
                    <a:cubicBezTo>
                      <a:pt x="43" y="1"/>
                      <a:pt x="41" y="3"/>
                      <a:pt x="40" y="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3"/>
              <p:cNvSpPr/>
              <p:nvPr/>
            </p:nvSpPr>
            <p:spPr>
              <a:xfrm rot="-766793">
                <a:off x="9164406" y="4036226"/>
                <a:ext cx="50799" cy="49212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0" y="19"/>
                    </a:moveTo>
                    <a:cubicBezTo>
                      <a:pt x="8" y="14"/>
                      <a:pt x="15" y="8"/>
                      <a:pt x="20" y="0"/>
                    </a:cubicBezTo>
                    <a:cubicBezTo>
                      <a:pt x="13" y="5"/>
                      <a:pt x="6" y="12"/>
                      <a:pt x="0" y="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3"/>
              <p:cNvSpPr/>
              <p:nvPr/>
            </p:nvSpPr>
            <p:spPr>
              <a:xfrm rot="-766793">
                <a:off x="9194233" y="4041166"/>
                <a:ext cx="31749" cy="31749"/>
              </a:xfrm>
              <a:custGeom>
                <a:avLst/>
                <a:gdLst/>
                <a:ahLst/>
                <a:cxnLst/>
                <a:rect l="l" t="t" r="r" b="b"/>
                <a:pathLst>
                  <a:path w="12" h="12" extrusionOk="0">
                    <a:moveTo>
                      <a:pt x="0" y="12"/>
                    </a:moveTo>
                    <a:cubicBezTo>
                      <a:pt x="5" y="9"/>
                      <a:pt x="9" y="5"/>
                      <a:pt x="12" y="0"/>
                    </a:cubicBezTo>
                    <a:cubicBezTo>
                      <a:pt x="8" y="4"/>
                      <a:pt x="4" y="7"/>
                      <a:pt x="0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 rot="-766795">
                <a:off x="9165535" y="4178996"/>
                <a:ext cx="53973" cy="60323"/>
              </a:xfrm>
              <a:custGeom>
                <a:avLst/>
                <a:gdLst/>
                <a:ahLst/>
                <a:cxnLst/>
                <a:rect l="l" t="t" r="r" b="b"/>
                <a:pathLst>
                  <a:path w="21" h="23" extrusionOk="0">
                    <a:moveTo>
                      <a:pt x="0" y="23"/>
                    </a:moveTo>
                    <a:cubicBezTo>
                      <a:pt x="8" y="16"/>
                      <a:pt x="16" y="9"/>
                      <a:pt x="21" y="0"/>
                    </a:cubicBezTo>
                    <a:cubicBezTo>
                      <a:pt x="13" y="6"/>
                      <a:pt x="6" y="13"/>
                      <a:pt x="0" y="2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3"/>
              <p:cNvSpPr/>
              <p:nvPr/>
            </p:nvSpPr>
            <p:spPr>
              <a:xfrm rot="-766792">
                <a:off x="9261673" y="4102345"/>
                <a:ext cx="49212" cy="5714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2" extrusionOk="0">
                    <a:moveTo>
                      <a:pt x="0" y="22"/>
                    </a:moveTo>
                    <a:cubicBezTo>
                      <a:pt x="7" y="16"/>
                      <a:pt x="14" y="9"/>
                      <a:pt x="19" y="0"/>
                    </a:cubicBezTo>
                    <a:cubicBezTo>
                      <a:pt x="11" y="6"/>
                      <a:pt x="5" y="14"/>
                      <a:pt x="0" y="2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3"/>
              <p:cNvSpPr/>
              <p:nvPr/>
            </p:nvSpPr>
            <p:spPr>
              <a:xfrm rot="-766794">
                <a:off x="8833539" y="4342052"/>
                <a:ext cx="79373" cy="190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7" extrusionOk="0">
                    <a:moveTo>
                      <a:pt x="0" y="7"/>
                    </a:moveTo>
                    <a:cubicBezTo>
                      <a:pt x="11" y="6"/>
                      <a:pt x="21" y="4"/>
                      <a:pt x="31" y="0"/>
                    </a:cubicBezTo>
                    <a:cubicBezTo>
                      <a:pt x="21" y="0"/>
                      <a:pt x="10" y="3"/>
                      <a:pt x="0" y="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3"/>
              <p:cNvSpPr/>
              <p:nvPr/>
            </p:nvSpPr>
            <p:spPr>
              <a:xfrm rot="-766792">
                <a:off x="8962111" y="4282406"/>
                <a:ext cx="46037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8" h="5" extrusionOk="0">
                    <a:moveTo>
                      <a:pt x="0" y="5"/>
                    </a:moveTo>
                    <a:cubicBezTo>
                      <a:pt x="6" y="4"/>
                      <a:pt x="12" y="3"/>
                      <a:pt x="18" y="0"/>
                    </a:cubicBezTo>
                    <a:cubicBezTo>
                      <a:pt x="12" y="1"/>
                      <a:pt x="6" y="2"/>
                      <a:pt x="0" y="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3"/>
              <p:cNvSpPr/>
              <p:nvPr/>
            </p:nvSpPr>
            <p:spPr>
              <a:xfrm rot="-766795">
                <a:off x="8922856" y="4303387"/>
                <a:ext cx="84136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32" h="9" extrusionOk="0">
                    <a:moveTo>
                      <a:pt x="0" y="9"/>
                    </a:moveTo>
                    <a:cubicBezTo>
                      <a:pt x="11" y="7"/>
                      <a:pt x="22" y="4"/>
                      <a:pt x="32" y="0"/>
                    </a:cubicBezTo>
                    <a:cubicBezTo>
                      <a:pt x="21" y="1"/>
                      <a:pt x="10" y="4"/>
                      <a:pt x="0" y="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 rot="-766794">
                <a:off x="8968944" y="4325734"/>
                <a:ext cx="52387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20" h="6" extrusionOk="0">
                    <a:moveTo>
                      <a:pt x="0" y="6"/>
                    </a:moveTo>
                    <a:cubicBezTo>
                      <a:pt x="7" y="5"/>
                      <a:pt x="13" y="3"/>
                      <a:pt x="20" y="0"/>
                    </a:cubicBezTo>
                    <a:cubicBezTo>
                      <a:pt x="13" y="1"/>
                      <a:pt x="6" y="3"/>
                      <a:pt x="0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 rot="-766793">
                <a:off x="8489851" y="4449131"/>
                <a:ext cx="273042" cy="68261"/>
              </a:xfrm>
              <a:custGeom>
                <a:avLst/>
                <a:gdLst/>
                <a:ahLst/>
                <a:cxnLst/>
                <a:rect l="l" t="t" r="r" b="b"/>
                <a:pathLst>
                  <a:path w="105" h="26" extrusionOk="0">
                    <a:moveTo>
                      <a:pt x="76" y="3"/>
                    </a:moveTo>
                    <a:cubicBezTo>
                      <a:pt x="50" y="8"/>
                      <a:pt x="25" y="18"/>
                      <a:pt x="0" y="26"/>
                    </a:cubicBezTo>
                    <a:cubicBezTo>
                      <a:pt x="18" y="25"/>
                      <a:pt x="35" y="21"/>
                      <a:pt x="52" y="17"/>
                    </a:cubicBezTo>
                    <a:cubicBezTo>
                      <a:pt x="69" y="12"/>
                      <a:pt x="86" y="6"/>
                      <a:pt x="102" y="0"/>
                    </a:cubicBezTo>
                    <a:cubicBezTo>
                      <a:pt x="103" y="0"/>
                      <a:pt x="104" y="0"/>
                      <a:pt x="105" y="0"/>
                    </a:cubicBezTo>
                    <a:cubicBezTo>
                      <a:pt x="95" y="0"/>
                      <a:pt x="85" y="1"/>
                      <a:pt x="76" y="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13"/>
              <p:cNvSpPr/>
              <p:nvPr/>
            </p:nvSpPr>
            <p:spPr>
              <a:xfrm rot="-766794">
                <a:off x="8699759" y="4451010"/>
                <a:ext cx="74611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29" h="6" extrusionOk="0">
                    <a:moveTo>
                      <a:pt x="0" y="6"/>
                    </a:moveTo>
                    <a:cubicBezTo>
                      <a:pt x="10" y="6"/>
                      <a:pt x="20" y="4"/>
                      <a:pt x="29" y="0"/>
                    </a:cubicBezTo>
                    <a:cubicBezTo>
                      <a:pt x="18" y="1"/>
                      <a:pt x="10" y="3"/>
                      <a:pt x="0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13"/>
              <p:cNvSpPr/>
              <p:nvPr/>
            </p:nvSpPr>
            <p:spPr>
              <a:xfrm rot="-766792">
                <a:off x="8781787" y="4494351"/>
                <a:ext cx="24923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" extrusionOk="0">
                    <a:moveTo>
                      <a:pt x="95" y="0"/>
                    </a:moveTo>
                    <a:cubicBezTo>
                      <a:pt x="92" y="0"/>
                      <a:pt x="89" y="0"/>
                      <a:pt x="86" y="1"/>
                    </a:cubicBezTo>
                    <a:cubicBezTo>
                      <a:pt x="75" y="1"/>
                      <a:pt x="64" y="2"/>
                      <a:pt x="52" y="3"/>
                    </a:cubicBezTo>
                    <a:cubicBezTo>
                      <a:pt x="34" y="6"/>
                      <a:pt x="19" y="11"/>
                      <a:pt x="0" y="16"/>
                    </a:cubicBezTo>
                    <a:cubicBezTo>
                      <a:pt x="32" y="16"/>
                      <a:pt x="63" y="8"/>
                      <a:pt x="94" y="1"/>
                    </a:cubicBezTo>
                    <a:cubicBezTo>
                      <a:pt x="95" y="1"/>
                      <a:pt x="96" y="0"/>
                      <a:pt x="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13"/>
              <p:cNvSpPr/>
              <p:nvPr/>
            </p:nvSpPr>
            <p:spPr>
              <a:xfrm rot="-766792">
                <a:off x="9069787" y="4429918"/>
                <a:ext cx="36512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14" h="3" extrusionOk="0">
                    <a:moveTo>
                      <a:pt x="0" y="3"/>
                    </a:moveTo>
                    <a:cubicBezTo>
                      <a:pt x="5" y="3"/>
                      <a:pt x="9" y="2"/>
                      <a:pt x="14" y="0"/>
                    </a:cubicBezTo>
                    <a:cubicBezTo>
                      <a:pt x="9" y="0"/>
                      <a:pt x="5" y="1"/>
                      <a:pt x="0" y="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13"/>
              <p:cNvSpPr/>
              <p:nvPr/>
            </p:nvSpPr>
            <p:spPr>
              <a:xfrm rot="-766792">
                <a:off x="8349724" y="4228248"/>
                <a:ext cx="1058834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407" h="151" extrusionOk="0">
                    <a:moveTo>
                      <a:pt x="402" y="1"/>
                    </a:moveTo>
                    <a:cubicBezTo>
                      <a:pt x="401" y="3"/>
                      <a:pt x="322" y="103"/>
                      <a:pt x="321" y="105"/>
                    </a:cubicBezTo>
                    <a:cubicBezTo>
                      <a:pt x="39" y="149"/>
                      <a:pt x="39" y="149"/>
                      <a:pt x="39" y="149"/>
                    </a:cubicBezTo>
                    <a:cubicBezTo>
                      <a:pt x="39" y="148"/>
                      <a:pt x="39" y="148"/>
                      <a:pt x="39" y="148"/>
                    </a:cubicBezTo>
                    <a:cubicBezTo>
                      <a:pt x="19" y="132"/>
                      <a:pt x="3" y="103"/>
                      <a:pt x="9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7"/>
                      <a:pt x="7" y="7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0" y="105"/>
                      <a:pt x="16" y="135"/>
                      <a:pt x="37" y="151"/>
                    </a:cubicBezTo>
                    <a:cubicBezTo>
                      <a:pt x="319" y="108"/>
                      <a:pt x="319" y="108"/>
                      <a:pt x="319" y="108"/>
                    </a:cubicBezTo>
                    <a:cubicBezTo>
                      <a:pt x="324" y="107"/>
                      <a:pt x="324" y="107"/>
                      <a:pt x="324" y="107"/>
                    </a:cubicBezTo>
                    <a:cubicBezTo>
                      <a:pt x="407" y="0"/>
                      <a:pt x="407" y="0"/>
                      <a:pt x="407" y="0"/>
                    </a:cubicBezTo>
                    <a:cubicBezTo>
                      <a:pt x="402" y="1"/>
                      <a:pt x="402" y="1"/>
                      <a:pt x="402" y="1"/>
                    </a:cubicBezTo>
                  </a:path>
                </a:pathLst>
              </a:custGeom>
              <a:solidFill>
                <a:srgbClr val="7A8CD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13"/>
              <p:cNvSpPr/>
              <p:nvPr/>
            </p:nvSpPr>
            <p:spPr>
              <a:xfrm rot="-766793">
                <a:off x="8360698" y="4227019"/>
                <a:ext cx="1047720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51" extrusionOk="0">
                    <a:moveTo>
                      <a:pt x="403" y="0"/>
                    </a:moveTo>
                    <a:cubicBezTo>
                      <a:pt x="398" y="1"/>
                      <a:pt x="398" y="1"/>
                      <a:pt x="398" y="1"/>
                    </a:cubicBezTo>
                    <a:cubicBezTo>
                      <a:pt x="398" y="1"/>
                      <a:pt x="398" y="1"/>
                      <a:pt x="398" y="1"/>
                    </a:cubicBezTo>
                    <a:cubicBezTo>
                      <a:pt x="398" y="1"/>
                      <a:pt x="398" y="1"/>
                      <a:pt x="398" y="1"/>
                    </a:cubicBezTo>
                    <a:cubicBezTo>
                      <a:pt x="397" y="3"/>
                      <a:pt x="318" y="103"/>
                      <a:pt x="317" y="105"/>
                    </a:cubicBezTo>
                    <a:cubicBezTo>
                      <a:pt x="317" y="105"/>
                      <a:pt x="317" y="105"/>
                      <a:pt x="317" y="105"/>
                    </a:cubicBezTo>
                    <a:cubicBezTo>
                      <a:pt x="35" y="149"/>
                      <a:pt x="35" y="149"/>
                      <a:pt x="35" y="149"/>
                    </a:cubicBezTo>
                    <a:cubicBezTo>
                      <a:pt x="35" y="148"/>
                      <a:pt x="35" y="148"/>
                      <a:pt x="35" y="148"/>
                    </a:cubicBezTo>
                    <a:cubicBezTo>
                      <a:pt x="28" y="143"/>
                      <a:pt x="22" y="136"/>
                      <a:pt x="16" y="128"/>
                    </a:cubicBezTo>
                    <a:cubicBezTo>
                      <a:pt x="16" y="128"/>
                      <a:pt x="16" y="128"/>
                      <a:pt x="16" y="128"/>
                    </a:cubicBezTo>
                    <a:cubicBezTo>
                      <a:pt x="16" y="128"/>
                      <a:pt x="16" y="127"/>
                      <a:pt x="16" y="127"/>
                    </a:cubicBezTo>
                    <a:cubicBezTo>
                      <a:pt x="16" y="127"/>
                      <a:pt x="16" y="127"/>
                      <a:pt x="16" y="127"/>
                    </a:cubicBezTo>
                    <a:cubicBezTo>
                      <a:pt x="16" y="127"/>
                      <a:pt x="16" y="127"/>
                      <a:pt x="16" y="127"/>
                    </a:cubicBezTo>
                    <a:cubicBezTo>
                      <a:pt x="11" y="119"/>
                      <a:pt x="7" y="110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4" y="96"/>
                      <a:pt x="4" y="91"/>
                      <a:pt x="4" y="87"/>
                    </a:cubicBezTo>
                    <a:cubicBezTo>
                      <a:pt x="4" y="84"/>
                      <a:pt x="4" y="80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3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1" y="80"/>
                      <a:pt x="1" y="81"/>
                      <a:pt x="1" y="82"/>
                    </a:cubicBezTo>
                    <a:cubicBezTo>
                      <a:pt x="1" y="85"/>
                      <a:pt x="0" y="87"/>
                      <a:pt x="0" y="89"/>
                    </a:cubicBezTo>
                    <a:cubicBezTo>
                      <a:pt x="1" y="113"/>
                      <a:pt x="14" y="137"/>
                      <a:pt x="33" y="151"/>
                    </a:cubicBezTo>
                    <a:cubicBezTo>
                      <a:pt x="315" y="108"/>
                      <a:pt x="315" y="108"/>
                      <a:pt x="315" y="108"/>
                    </a:cubicBezTo>
                    <a:cubicBezTo>
                      <a:pt x="320" y="107"/>
                      <a:pt x="320" y="107"/>
                      <a:pt x="320" y="107"/>
                    </a:cubicBezTo>
                    <a:cubicBezTo>
                      <a:pt x="403" y="0"/>
                      <a:pt x="403" y="0"/>
                      <a:pt x="40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13"/>
              <p:cNvSpPr/>
              <p:nvPr/>
            </p:nvSpPr>
            <p:spPr>
              <a:xfrm rot="-766794">
                <a:off x="8593174" y="4468991"/>
                <a:ext cx="158746" cy="277805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7" extrusionOk="0">
                    <a:moveTo>
                      <a:pt x="51" y="46"/>
                    </a:moveTo>
                    <a:cubicBezTo>
                      <a:pt x="54" y="59"/>
                      <a:pt x="58" y="72"/>
                      <a:pt x="60" y="85"/>
                    </a:cubicBezTo>
                    <a:cubicBezTo>
                      <a:pt x="60" y="90"/>
                      <a:pt x="61" y="94"/>
                      <a:pt x="61" y="98"/>
                    </a:cubicBezTo>
                    <a:cubicBezTo>
                      <a:pt x="61" y="99"/>
                      <a:pt x="61" y="100"/>
                      <a:pt x="60" y="101"/>
                    </a:cubicBezTo>
                    <a:cubicBezTo>
                      <a:pt x="15" y="107"/>
                      <a:pt x="15" y="107"/>
                      <a:pt x="15" y="107"/>
                    </a:cubicBezTo>
                    <a:cubicBezTo>
                      <a:pt x="19" y="105"/>
                      <a:pt x="13" y="83"/>
                      <a:pt x="12" y="79"/>
                    </a:cubicBezTo>
                    <a:cubicBezTo>
                      <a:pt x="7" y="56"/>
                      <a:pt x="0" y="33"/>
                      <a:pt x="0" y="1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15"/>
                      <a:pt x="48" y="31"/>
                      <a:pt x="51" y="4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13"/>
              <p:cNvSpPr/>
              <p:nvPr/>
            </p:nvSpPr>
            <p:spPr>
              <a:xfrm rot="-766794">
                <a:off x="8624405" y="4675393"/>
                <a:ext cx="147634" cy="69848"/>
              </a:xfrm>
              <a:custGeom>
                <a:avLst/>
                <a:gdLst/>
                <a:ahLst/>
                <a:cxnLst/>
                <a:rect l="l" t="t" r="r" b="b"/>
                <a:pathLst>
                  <a:path w="57" h="27" extrusionOk="0">
                    <a:moveTo>
                      <a:pt x="57" y="21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11" y="27"/>
                      <a:pt x="10" y="26"/>
                      <a:pt x="9" y="24"/>
                    </a:cubicBezTo>
                    <a:cubicBezTo>
                      <a:pt x="7" y="20"/>
                      <a:pt x="4" y="7"/>
                      <a:pt x="0" y="7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6" y="1"/>
                      <a:pt x="47" y="1"/>
                    </a:cubicBezTo>
                    <a:cubicBezTo>
                      <a:pt x="50" y="5"/>
                      <a:pt x="52" y="20"/>
                      <a:pt x="57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13"/>
              <p:cNvSpPr/>
              <p:nvPr/>
            </p:nvSpPr>
            <p:spPr>
              <a:xfrm rot="-766794">
                <a:off x="8622161" y="4676902"/>
                <a:ext cx="131759" cy="134934"/>
              </a:xfrm>
              <a:custGeom>
                <a:avLst/>
                <a:gdLst/>
                <a:ahLst/>
                <a:cxnLst/>
                <a:rect l="l" t="t" r="r" b="b"/>
                <a:pathLst>
                  <a:path w="51" h="52" extrusionOk="0">
                    <a:moveTo>
                      <a:pt x="46" y="11"/>
                    </a:moveTo>
                    <a:cubicBezTo>
                      <a:pt x="45" y="19"/>
                      <a:pt x="51" y="41"/>
                      <a:pt x="46" y="46"/>
                    </a:cubicBezTo>
                    <a:cubicBezTo>
                      <a:pt x="46" y="47"/>
                      <a:pt x="3" y="51"/>
                      <a:pt x="2" y="52"/>
                    </a:cubicBezTo>
                    <a:cubicBezTo>
                      <a:pt x="6" y="50"/>
                      <a:pt x="4" y="39"/>
                      <a:pt x="4" y="36"/>
                    </a:cubicBezTo>
                    <a:cubicBezTo>
                      <a:pt x="4" y="29"/>
                      <a:pt x="0" y="12"/>
                      <a:pt x="4" y="7"/>
                    </a:cubicBezTo>
                    <a:cubicBezTo>
                      <a:pt x="4" y="7"/>
                      <a:pt x="48" y="0"/>
                      <a:pt x="48" y="0"/>
                    </a:cubicBezTo>
                    <a:cubicBezTo>
                      <a:pt x="46" y="1"/>
                      <a:pt x="46" y="8"/>
                      <a:pt x="46" y="1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" name="Google Shape;399;p13"/>
            <p:cNvGrpSpPr/>
            <p:nvPr/>
          </p:nvGrpSpPr>
          <p:grpSpPr>
            <a:xfrm rot="-2849343">
              <a:off x="-238519" y="663130"/>
              <a:ext cx="1313574" cy="889180"/>
              <a:chOff x="6120623" y="1600755"/>
              <a:chExt cx="1889363" cy="1278941"/>
            </a:xfrm>
          </p:grpSpPr>
          <p:sp>
            <p:nvSpPr>
              <p:cNvPr id="400" name="Google Shape;400;p13"/>
              <p:cNvSpPr/>
              <p:nvPr/>
            </p:nvSpPr>
            <p:spPr>
              <a:xfrm>
                <a:off x="6428776" y="2005239"/>
                <a:ext cx="1022683" cy="647174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5" extrusionOk="0">
                    <a:moveTo>
                      <a:pt x="324" y="121"/>
                    </a:moveTo>
                    <a:cubicBezTo>
                      <a:pt x="263" y="116"/>
                      <a:pt x="202" y="112"/>
                      <a:pt x="140" y="107"/>
                    </a:cubicBezTo>
                    <a:cubicBezTo>
                      <a:pt x="102" y="72"/>
                      <a:pt x="64" y="36"/>
                      <a:pt x="26" y="0"/>
                    </a:cubicBezTo>
                    <a:cubicBezTo>
                      <a:pt x="2" y="61"/>
                      <a:pt x="2" y="61"/>
                      <a:pt x="2" y="61"/>
                    </a:cubicBezTo>
                    <a:cubicBezTo>
                      <a:pt x="2" y="62"/>
                      <a:pt x="1" y="64"/>
                      <a:pt x="1" y="65"/>
                    </a:cubicBezTo>
                    <a:cubicBezTo>
                      <a:pt x="0" y="70"/>
                      <a:pt x="1" y="76"/>
                      <a:pt x="3" y="81"/>
                    </a:cubicBezTo>
                    <a:cubicBezTo>
                      <a:pt x="13" y="105"/>
                      <a:pt x="39" y="124"/>
                      <a:pt x="60" y="138"/>
                    </a:cubicBezTo>
                    <a:cubicBezTo>
                      <a:pt x="104" y="166"/>
                      <a:pt x="154" y="187"/>
                      <a:pt x="205" y="197"/>
                    </a:cubicBezTo>
                    <a:cubicBezTo>
                      <a:pt x="229" y="201"/>
                      <a:pt x="257" y="205"/>
                      <a:pt x="280" y="197"/>
                    </a:cubicBezTo>
                    <a:cubicBezTo>
                      <a:pt x="286" y="195"/>
                      <a:pt x="291" y="192"/>
                      <a:pt x="295" y="188"/>
                    </a:cubicBezTo>
                    <a:cubicBezTo>
                      <a:pt x="295" y="187"/>
                      <a:pt x="297" y="185"/>
                      <a:pt x="297" y="185"/>
                    </a:cubicBezTo>
                    <a:cubicBezTo>
                      <a:pt x="298" y="183"/>
                      <a:pt x="298" y="183"/>
                      <a:pt x="298" y="183"/>
                    </a:cubicBezTo>
                    <a:cubicBezTo>
                      <a:pt x="324" y="121"/>
                      <a:pt x="324" y="121"/>
                      <a:pt x="324" y="1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3"/>
              <p:cNvSpPr/>
              <p:nvPr/>
            </p:nvSpPr>
            <p:spPr>
              <a:xfrm>
                <a:off x="6394109" y="2197850"/>
                <a:ext cx="974533" cy="554721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76" extrusionOk="0">
                    <a:moveTo>
                      <a:pt x="308" y="124"/>
                    </a:moveTo>
                    <a:cubicBezTo>
                      <a:pt x="297" y="141"/>
                      <a:pt x="265" y="141"/>
                      <a:pt x="246" y="140"/>
                    </a:cubicBezTo>
                    <a:cubicBezTo>
                      <a:pt x="195" y="136"/>
                      <a:pt x="146" y="118"/>
                      <a:pt x="101" y="94"/>
                    </a:cubicBezTo>
                    <a:cubicBezTo>
                      <a:pt x="73" y="80"/>
                      <a:pt x="46" y="62"/>
                      <a:pt x="26" y="38"/>
                    </a:cubicBezTo>
                    <a:cubicBezTo>
                      <a:pt x="17" y="28"/>
                      <a:pt x="8" y="14"/>
                      <a:pt x="13" y="0"/>
                    </a:cubicBezTo>
                    <a:cubicBezTo>
                      <a:pt x="12" y="2"/>
                      <a:pt x="1" y="32"/>
                      <a:pt x="1" y="34"/>
                    </a:cubicBezTo>
                    <a:cubicBezTo>
                      <a:pt x="0" y="38"/>
                      <a:pt x="0" y="42"/>
                      <a:pt x="1" y="46"/>
                    </a:cubicBezTo>
                    <a:cubicBezTo>
                      <a:pt x="8" y="71"/>
                      <a:pt x="37" y="94"/>
                      <a:pt x="59" y="108"/>
                    </a:cubicBezTo>
                    <a:cubicBezTo>
                      <a:pt x="100" y="135"/>
                      <a:pt x="146" y="154"/>
                      <a:pt x="194" y="165"/>
                    </a:cubicBezTo>
                    <a:cubicBezTo>
                      <a:pt x="221" y="171"/>
                      <a:pt x="260" y="176"/>
                      <a:pt x="285" y="163"/>
                    </a:cubicBezTo>
                    <a:cubicBezTo>
                      <a:pt x="288" y="161"/>
                      <a:pt x="292" y="158"/>
                      <a:pt x="294" y="155"/>
                    </a:cubicBezTo>
                    <a:cubicBezTo>
                      <a:pt x="296" y="154"/>
                      <a:pt x="307" y="124"/>
                      <a:pt x="309" y="122"/>
                    </a:cubicBezTo>
                    <a:lnTo>
                      <a:pt x="308" y="1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6871746" y="2298008"/>
                <a:ext cx="1138240" cy="130976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1" extrusionOk="0">
                    <a:moveTo>
                      <a:pt x="361" y="29"/>
                    </a:moveTo>
                    <a:cubicBezTo>
                      <a:pt x="355" y="41"/>
                      <a:pt x="355" y="41"/>
                      <a:pt x="355" y="41"/>
                    </a:cubicBezTo>
                    <a:cubicBezTo>
                      <a:pt x="249" y="33"/>
                      <a:pt x="105" y="22"/>
                      <a:pt x="0" y="1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361" y="29"/>
                      <a:pt x="361" y="29"/>
                      <a:pt x="361" y="29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6136031" y="1600755"/>
                <a:ext cx="1873954" cy="789707"/>
              </a:xfrm>
              <a:custGeom>
                <a:avLst/>
                <a:gdLst/>
                <a:ahLst/>
                <a:cxnLst/>
                <a:rect l="l" t="t" r="r" b="b"/>
                <a:pathLst>
                  <a:path w="973" h="410" extrusionOk="0">
                    <a:moveTo>
                      <a:pt x="973" y="410"/>
                    </a:moveTo>
                    <a:lnTo>
                      <a:pt x="391" y="362"/>
                    </a:lnTo>
                    <a:lnTo>
                      <a:pt x="0" y="0"/>
                    </a:lnTo>
                    <a:lnTo>
                      <a:pt x="555" y="72"/>
                    </a:lnTo>
                    <a:lnTo>
                      <a:pt x="973" y="41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6136031" y="1600755"/>
                <a:ext cx="1873954" cy="789707"/>
              </a:xfrm>
              <a:custGeom>
                <a:avLst/>
                <a:gdLst/>
                <a:ahLst/>
                <a:cxnLst/>
                <a:rect l="l" t="t" r="r" b="b"/>
                <a:pathLst>
                  <a:path w="973" h="410" extrusionOk="0">
                    <a:moveTo>
                      <a:pt x="973" y="410"/>
                    </a:moveTo>
                    <a:lnTo>
                      <a:pt x="391" y="362"/>
                    </a:lnTo>
                    <a:lnTo>
                      <a:pt x="0" y="0"/>
                    </a:lnTo>
                    <a:lnTo>
                      <a:pt x="555" y="72"/>
                    </a:lnTo>
                    <a:lnTo>
                      <a:pt x="973" y="41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13"/>
              <p:cNvSpPr/>
              <p:nvPr/>
            </p:nvSpPr>
            <p:spPr>
              <a:xfrm>
                <a:off x="6120623" y="1600755"/>
                <a:ext cx="768457" cy="741554"/>
              </a:xfrm>
              <a:custGeom>
                <a:avLst/>
                <a:gdLst/>
                <a:ahLst/>
                <a:cxnLst/>
                <a:rect l="l" t="t" r="r" b="b"/>
                <a:pathLst>
                  <a:path w="244" h="235" extrusionOk="0">
                    <a:moveTo>
                      <a:pt x="244" y="221"/>
                    </a:moveTo>
                    <a:cubicBezTo>
                      <a:pt x="238" y="235"/>
                      <a:pt x="238" y="235"/>
                      <a:pt x="238" y="235"/>
                    </a:cubicBezTo>
                    <a:cubicBezTo>
                      <a:pt x="171" y="172"/>
                      <a:pt x="69" y="77"/>
                      <a:pt x="0" y="13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244" y="22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6492332" y="2005239"/>
                <a:ext cx="959125" cy="647174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05" extrusionOk="0">
                    <a:moveTo>
                      <a:pt x="175" y="163"/>
                    </a:moveTo>
                    <a:cubicBezTo>
                      <a:pt x="166" y="167"/>
                      <a:pt x="156" y="166"/>
                      <a:pt x="147" y="166"/>
                    </a:cubicBezTo>
                    <a:cubicBezTo>
                      <a:pt x="126" y="165"/>
                      <a:pt x="105" y="164"/>
                      <a:pt x="84" y="163"/>
                    </a:cubicBezTo>
                    <a:cubicBezTo>
                      <a:pt x="116" y="178"/>
                      <a:pt x="150" y="190"/>
                      <a:pt x="185" y="197"/>
                    </a:cubicBezTo>
                    <a:cubicBezTo>
                      <a:pt x="209" y="201"/>
                      <a:pt x="237" y="205"/>
                      <a:pt x="260" y="197"/>
                    </a:cubicBezTo>
                    <a:cubicBezTo>
                      <a:pt x="266" y="195"/>
                      <a:pt x="271" y="192"/>
                      <a:pt x="275" y="188"/>
                    </a:cubicBezTo>
                    <a:cubicBezTo>
                      <a:pt x="275" y="187"/>
                      <a:pt x="277" y="185"/>
                      <a:pt x="277" y="185"/>
                    </a:cubicBezTo>
                    <a:cubicBezTo>
                      <a:pt x="278" y="183"/>
                      <a:pt x="278" y="183"/>
                      <a:pt x="278" y="183"/>
                    </a:cubicBezTo>
                    <a:cubicBezTo>
                      <a:pt x="304" y="121"/>
                      <a:pt x="304" y="121"/>
                      <a:pt x="304" y="121"/>
                    </a:cubicBezTo>
                    <a:cubicBezTo>
                      <a:pt x="304" y="121"/>
                      <a:pt x="304" y="121"/>
                      <a:pt x="304" y="121"/>
                    </a:cubicBezTo>
                    <a:cubicBezTo>
                      <a:pt x="243" y="116"/>
                      <a:pt x="182" y="112"/>
                      <a:pt x="120" y="107"/>
                    </a:cubicBezTo>
                    <a:cubicBezTo>
                      <a:pt x="82" y="72"/>
                      <a:pt x="44" y="36"/>
                      <a:pt x="6" y="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8" y="30"/>
                      <a:pt x="19" y="42"/>
                      <a:pt x="24" y="49"/>
                    </a:cubicBezTo>
                    <a:cubicBezTo>
                      <a:pt x="34" y="62"/>
                      <a:pt x="46" y="74"/>
                      <a:pt x="60" y="84"/>
                    </a:cubicBezTo>
                    <a:cubicBezTo>
                      <a:pt x="86" y="103"/>
                      <a:pt x="118" y="116"/>
                      <a:pt x="151" y="120"/>
                    </a:cubicBezTo>
                    <a:cubicBezTo>
                      <a:pt x="159" y="121"/>
                      <a:pt x="167" y="121"/>
                      <a:pt x="175" y="124"/>
                    </a:cubicBezTo>
                    <a:cubicBezTo>
                      <a:pt x="182" y="127"/>
                      <a:pt x="189" y="133"/>
                      <a:pt x="190" y="141"/>
                    </a:cubicBezTo>
                    <a:cubicBezTo>
                      <a:pt x="191" y="151"/>
                      <a:pt x="184" y="159"/>
                      <a:pt x="175" y="163"/>
                    </a:cubicBezTo>
                    <a:close/>
                  </a:path>
                </a:pathLst>
              </a:cu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3"/>
              <p:cNvSpPr/>
              <p:nvPr/>
            </p:nvSpPr>
            <p:spPr>
              <a:xfrm>
                <a:off x="6136031" y="1600755"/>
                <a:ext cx="1873954" cy="789707"/>
              </a:xfrm>
              <a:custGeom>
                <a:avLst/>
                <a:gdLst/>
                <a:ahLst/>
                <a:cxnLst/>
                <a:rect l="l" t="t" r="r" b="b"/>
                <a:pathLst>
                  <a:path w="594" h="250" extrusionOk="0">
                    <a:moveTo>
                      <a:pt x="0" y="0"/>
                    </a:moveTo>
                    <a:cubicBezTo>
                      <a:pt x="239" y="221"/>
                      <a:pt x="239" y="221"/>
                      <a:pt x="239" y="221"/>
                    </a:cubicBezTo>
                    <a:cubicBezTo>
                      <a:pt x="594" y="250"/>
                      <a:pt x="594" y="250"/>
                      <a:pt x="594" y="250"/>
                    </a:cubicBezTo>
                    <a:cubicBezTo>
                      <a:pt x="388" y="83"/>
                      <a:pt x="388" y="83"/>
                      <a:pt x="388" y="83"/>
                    </a:cubicBezTo>
                    <a:cubicBezTo>
                      <a:pt x="391" y="92"/>
                      <a:pt x="395" y="101"/>
                      <a:pt x="395" y="111"/>
                    </a:cubicBezTo>
                    <a:cubicBezTo>
                      <a:pt x="396" y="127"/>
                      <a:pt x="391" y="143"/>
                      <a:pt x="381" y="156"/>
                    </a:cubicBezTo>
                    <a:cubicBezTo>
                      <a:pt x="365" y="176"/>
                      <a:pt x="338" y="186"/>
                      <a:pt x="311" y="186"/>
                    </a:cubicBezTo>
                    <a:cubicBezTo>
                      <a:pt x="304" y="186"/>
                      <a:pt x="297" y="185"/>
                      <a:pt x="290" y="184"/>
                    </a:cubicBezTo>
                    <a:cubicBezTo>
                      <a:pt x="257" y="178"/>
                      <a:pt x="228" y="160"/>
                      <a:pt x="200" y="142"/>
                    </a:cubicBezTo>
                    <a:cubicBezTo>
                      <a:pt x="132" y="98"/>
                      <a:pt x="66" y="51"/>
                      <a:pt x="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3"/>
              <p:cNvSpPr/>
              <p:nvPr/>
            </p:nvSpPr>
            <p:spPr>
              <a:xfrm>
                <a:off x="7031599" y="1945530"/>
                <a:ext cx="533490" cy="934166"/>
              </a:xfrm>
              <a:custGeom>
                <a:avLst/>
                <a:gdLst/>
                <a:ahLst/>
                <a:cxnLst/>
                <a:rect l="l" t="t" r="r" b="b"/>
                <a:pathLst>
                  <a:path w="169" h="296" extrusionOk="0">
                    <a:moveTo>
                      <a:pt x="166" y="271"/>
                    </a:moveTo>
                    <a:cubicBezTo>
                      <a:pt x="167" y="266"/>
                      <a:pt x="166" y="261"/>
                      <a:pt x="164" y="257"/>
                    </a:cubicBezTo>
                    <a:cubicBezTo>
                      <a:pt x="162" y="252"/>
                      <a:pt x="158" y="248"/>
                      <a:pt x="154" y="247"/>
                    </a:cubicBezTo>
                    <a:cubicBezTo>
                      <a:pt x="169" y="130"/>
                      <a:pt x="169" y="130"/>
                      <a:pt x="169" y="130"/>
                    </a:cubicBezTo>
                    <a:cubicBezTo>
                      <a:pt x="169" y="128"/>
                      <a:pt x="169" y="127"/>
                      <a:pt x="167" y="126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6" y="0"/>
                      <a:pt x="3" y="0"/>
                      <a:pt x="2" y="2"/>
                    </a:cubicBezTo>
                    <a:cubicBezTo>
                      <a:pt x="0" y="3"/>
                      <a:pt x="1" y="6"/>
                      <a:pt x="2" y="7"/>
                    </a:cubicBezTo>
                    <a:cubicBezTo>
                      <a:pt x="161" y="131"/>
                      <a:pt x="161" y="131"/>
                      <a:pt x="161" y="131"/>
                    </a:cubicBezTo>
                    <a:cubicBezTo>
                      <a:pt x="146" y="247"/>
                      <a:pt x="146" y="247"/>
                      <a:pt x="146" y="247"/>
                    </a:cubicBezTo>
                    <a:cubicBezTo>
                      <a:pt x="137" y="249"/>
                      <a:pt x="128" y="260"/>
                      <a:pt x="128" y="272"/>
                    </a:cubicBezTo>
                    <a:cubicBezTo>
                      <a:pt x="129" y="277"/>
                      <a:pt x="130" y="282"/>
                      <a:pt x="133" y="287"/>
                    </a:cubicBezTo>
                    <a:cubicBezTo>
                      <a:pt x="139" y="295"/>
                      <a:pt x="152" y="296"/>
                      <a:pt x="159" y="288"/>
                    </a:cubicBezTo>
                    <a:cubicBezTo>
                      <a:pt x="163" y="283"/>
                      <a:pt x="166" y="277"/>
                      <a:pt x="166" y="27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9" name="Google Shape;409;p13"/>
            <p:cNvSpPr/>
            <p:nvPr/>
          </p:nvSpPr>
          <p:spPr>
            <a:xfrm>
              <a:off x="558477" y="90275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8268623" y="4824750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2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4"/>
          <p:cNvSpPr txBox="1">
            <a:spLocks noGrp="1"/>
          </p:cNvSpPr>
          <p:nvPr>
            <p:ph type="subTitle" idx="1"/>
          </p:nvPr>
        </p:nvSpPr>
        <p:spPr>
          <a:xfrm>
            <a:off x="1111747" y="2062409"/>
            <a:ext cx="34224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14"/>
          <p:cNvSpPr txBox="1">
            <a:spLocks noGrp="1"/>
          </p:cNvSpPr>
          <p:nvPr>
            <p:ph type="subTitle" idx="2"/>
          </p:nvPr>
        </p:nvSpPr>
        <p:spPr>
          <a:xfrm>
            <a:off x="4762253" y="2062410"/>
            <a:ext cx="34224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14"/>
          <p:cNvSpPr txBox="1">
            <a:spLocks noGrp="1"/>
          </p:cNvSpPr>
          <p:nvPr>
            <p:ph type="subTitle" idx="3"/>
          </p:nvPr>
        </p:nvSpPr>
        <p:spPr>
          <a:xfrm>
            <a:off x="1111747" y="3615877"/>
            <a:ext cx="34224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14"/>
          <p:cNvSpPr txBox="1">
            <a:spLocks noGrp="1"/>
          </p:cNvSpPr>
          <p:nvPr>
            <p:ph type="subTitle" idx="4"/>
          </p:nvPr>
        </p:nvSpPr>
        <p:spPr>
          <a:xfrm>
            <a:off x="4762253" y="3615878"/>
            <a:ext cx="34224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1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14"/>
          <p:cNvSpPr txBox="1">
            <a:spLocks noGrp="1"/>
          </p:cNvSpPr>
          <p:nvPr>
            <p:ph type="title" idx="5" hasCustomPrompt="1"/>
          </p:nvPr>
        </p:nvSpPr>
        <p:spPr>
          <a:xfrm>
            <a:off x="1111747" y="1361250"/>
            <a:ext cx="773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19" name="Google Shape;419;p14"/>
          <p:cNvSpPr txBox="1">
            <a:spLocks noGrp="1"/>
          </p:cNvSpPr>
          <p:nvPr>
            <p:ph type="title" idx="6" hasCustomPrompt="1"/>
          </p:nvPr>
        </p:nvSpPr>
        <p:spPr>
          <a:xfrm>
            <a:off x="1111747" y="2913568"/>
            <a:ext cx="771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0" name="Google Shape;420;p14"/>
          <p:cNvSpPr txBox="1">
            <a:spLocks noGrp="1"/>
          </p:cNvSpPr>
          <p:nvPr>
            <p:ph type="title" idx="7" hasCustomPrompt="1"/>
          </p:nvPr>
        </p:nvSpPr>
        <p:spPr>
          <a:xfrm>
            <a:off x="4762248" y="1361887"/>
            <a:ext cx="771300" cy="446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1" name="Google Shape;421;p14"/>
          <p:cNvSpPr txBox="1">
            <a:spLocks noGrp="1"/>
          </p:cNvSpPr>
          <p:nvPr>
            <p:ph type="title" idx="8" hasCustomPrompt="1"/>
          </p:nvPr>
        </p:nvSpPr>
        <p:spPr>
          <a:xfrm>
            <a:off x="4762248" y="2913569"/>
            <a:ext cx="7713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22" name="Google Shape;422;p14"/>
          <p:cNvSpPr txBox="1">
            <a:spLocks noGrp="1"/>
          </p:cNvSpPr>
          <p:nvPr>
            <p:ph type="subTitle" idx="9"/>
          </p:nvPr>
        </p:nvSpPr>
        <p:spPr>
          <a:xfrm>
            <a:off x="1111747" y="1741861"/>
            <a:ext cx="342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423" name="Google Shape;423;p14"/>
          <p:cNvSpPr txBox="1">
            <a:spLocks noGrp="1"/>
          </p:cNvSpPr>
          <p:nvPr>
            <p:ph type="subTitle" idx="13"/>
          </p:nvPr>
        </p:nvSpPr>
        <p:spPr>
          <a:xfrm>
            <a:off x="1111747" y="3295459"/>
            <a:ext cx="342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424" name="Google Shape;424;p14"/>
          <p:cNvSpPr txBox="1">
            <a:spLocks noGrp="1"/>
          </p:cNvSpPr>
          <p:nvPr>
            <p:ph type="subTitle" idx="14"/>
          </p:nvPr>
        </p:nvSpPr>
        <p:spPr>
          <a:xfrm>
            <a:off x="4762248" y="1741861"/>
            <a:ext cx="342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425" name="Google Shape;425;p14"/>
          <p:cNvSpPr txBox="1">
            <a:spLocks noGrp="1"/>
          </p:cNvSpPr>
          <p:nvPr>
            <p:ph type="subTitle" idx="15"/>
          </p:nvPr>
        </p:nvSpPr>
        <p:spPr>
          <a:xfrm>
            <a:off x="4762248" y="3295457"/>
            <a:ext cx="342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grpSp>
        <p:nvGrpSpPr>
          <p:cNvPr id="426" name="Google Shape;426;p14"/>
          <p:cNvGrpSpPr/>
          <p:nvPr/>
        </p:nvGrpSpPr>
        <p:grpSpPr>
          <a:xfrm>
            <a:off x="-656486" y="-20439"/>
            <a:ext cx="9928125" cy="5653899"/>
            <a:chOff x="-656486" y="-20439"/>
            <a:chExt cx="9928125" cy="5653899"/>
          </a:xfrm>
        </p:grpSpPr>
        <p:grpSp>
          <p:nvGrpSpPr>
            <p:cNvPr id="427" name="Google Shape;427;p14"/>
            <p:cNvGrpSpPr/>
            <p:nvPr/>
          </p:nvGrpSpPr>
          <p:grpSpPr>
            <a:xfrm rot="9864516">
              <a:off x="8328688" y="74426"/>
              <a:ext cx="833272" cy="930156"/>
              <a:chOff x="3378650" y="4173525"/>
              <a:chExt cx="573088" cy="639763"/>
            </a:xfrm>
          </p:grpSpPr>
          <p:sp>
            <p:nvSpPr>
              <p:cNvPr id="428" name="Google Shape;428;p14"/>
              <p:cNvSpPr/>
              <p:nvPr/>
            </p:nvSpPr>
            <p:spPr>
              <a:xfrm>
                <a:off x="3378650" y="4173525"/>
                <a:ext cx="276225" cy="30956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19" extrusionOk="0">
                    <a:moveTo>
                      <a:pt x="6" y="5"/>
                    </a:moveTo>
                    <a:cubicBezTo>
                      <a:pt x="6" y="5"/>
                      <a:pt x="6" y="5"/>
                      <a:pt x="6" y="5"/>
                    </a:cubicBezTo>
                    <a:cubicBezTo>
                      <a:pt x="12" y="0"/>
                      <a:pt x="21" y="1"/>
                      <a:pt x="25" y="7"/>
                    </a:cubicBezTo>
                    <a:cubicBezTo>
                      <a:pt x="106" y="102"/>
                      <a:pt x="106" y="102"/>
                      <a:pt x="106" y="102"/>
                    </a:cubicBezTo>
                    <a:cubicBezTo>
                      <a:pt x="85" y="119"/>
                      <a:pt x="85" y="119"/>
                      <a:pt x="85" y="119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0" y="18"/>
                      <a:pt x="1" y="10"/>
                      <a:pt x="6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14"/>
              <p:cNvSpPr/>
              <p:nvPr/>
            </p:nvSpPr>
            <p:spPr>
              <a:xfrm>
                <a:off x="3543750" y="4370375"/>
                <a:ext cx="87313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5" extrusionOk="0">
                    <a:moveTo>
                      <a:pt x="34" y="0"/>
                    </a:moveTo>
                    <a:lnTo>
                      <a:pt x="0" y="30"/>
                    </a:lnTo>
                    <a:lnTo>
                      <a:pt x="21" y="55"/>
                    </a:lnTo>
                    <a:lnTo>
                      <a:pt x="55" y="2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4"/>
              <p:cNvSpPr/>
              <p:nvPr/>
            </p:nvSpPr>
            <p:spPr>
              <a:xfrm>
                <a:off x="3618363" y="4454513"/>
                <a:ext cx="49213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1" h="33" extrusionOk="0">
                    <a:moveTo>
                      <a:pt x="10" y="0"/>
                    </a:moveTo>
                    <a:lnTo>
                      <a:pt x="0" y="8"/>
                    </a:lnTo>
                    <a:lnTo>
                      <a:pt x="21" y="33"/>
                    </a:lnTo>
                    <a:lnTo>
                      <a:pt x="31" y="2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A7C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14"/>
              <p:cNvSpPr/>
              <p:nvPr/>
            </p:nvSpPr>
            <p:spPr>
              <a:xfrm>
                <a:off x="3618363" y="4454513"/>
                <a:ext cx="49213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1" h="33" extrusionOk="0">
                    <a:moveTo>
                      <a:pt x="10" y="0"/>
                    </a:moveTo>
                    <a:lnTo>
                      <a:pt x="0" y="8"/>
                    </a:lnTo>
                    <a:lnTo>
                      <a:pt x="21" y="33"/>
                    </a:lnTo>
                    <a:lnTo>
                      <a:pt x="31" y="26"/>
                    </a:lnTo>
                    <a:lnTo>
                      <a:pt x="10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14"/>
              <p:cNvSpPr/>
              <p:nvPr/>
            </p:nvSpPr>
            <p:spPr>
              <a:xfrm>
                <a:off x="3573913" y="4433875"/>
                <a:ext cx="377825" cy="379413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6" extrusionOk="0">
                    <a:moveTo>
                      <a:pt x="114" y="123"/>
                    </a:moveTo>
                    <a:cubicBezTo>
                      <a:pt x="142" y="100"/>
                      <a:pt x="145" y="59"/>
                      <a:pt x="122" y="31"/>
                    </a:cubicBezTo>
                    <a:cubicBezTo>
                      <a:pt x="99" y="4"/>
                      <a:pt x="58" y="0"/>
                      <a:pt x="31" y="23"/>
                    </a:cubicBezTo>
                    <a:cubicBezTo>
                      <a:pt x="3" y="46"/>
                      <a:pt x="0" y="87"/>
                      <a:pt x="23" y="115"/>
                    </a:cubicBezTo>
                    <a:cubicBezTo>
                      <a:pt x="46" y="142"/>
                      <a:pt x="87" y="146"/>
                      <a:pt x="114" y="123"/>
                    </a:cubicBezTo>
                    <a:moveTo>
                      <a:pt x="36" y="30"/>
                    </a:moveTo>
                    <a:cubicBezTo>
                      <a:pt x="60" y="10"/>
                      <a:pt x="96" y="13"/>
                      <a:pt x="115" y="37"/>
                    </a:cubicBezTo>
                    <a:cubicBezTo>
                      <a:pt x="135" y="60"/>
                      <a:pt x="132" y="96"/>
                      <a:pt x="109" y="116"/>
                    </a:cubicBezTo>
                    <a:cubicBezTo>
                      <a:pt x="85" y="136"/>
                      <a:pt x="49" y="133"/>
                      <a:pt x="30" y="109"/>
                    </a:cubicBezTo>
                    <a:cubicBezTo>
                      <a:pt x="10" y="85"/>
                      <a:pt x="13" y="50"/>
                      <a:pt x="36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4"/>
              <p:cNvSpPr/>
              <p:nvPr/>
            </p:nvSpPr>
            <p:spPr>
              <a:xfrm>
                <a:off x="3615188" y="4478325"/>
                <a:ext cx="295275" cy="29051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12" extrusionOk="0">
                    <a:moveTo>
                      <a:pt x="56" y="0"/>
                    </a:moveTo>
                    <a:cubicBezTo>
                      <a:pt x="44" y="0"/>
                      <a:pt x="31" y="4"/>
                      <a:pt x="20" y="13"/>
                    </a:cubicBezTo>
                    <a:cubicBezTo>
                      <a:pt x="7" y="24"/>
                      <a:pt x="0" y="40"/>
                      <a:pt x="0" y="56"/>
                    </a:cubicBezTo>
                    <a:cubicBezTo>
                      <a:pt x="0" y="69"/>
                      <a:pt x="5" y="82"/>
                      <a:pt x="14" y="92"/>
                    </a:cubicBezTo>
                    <a:cubicBezTo>
                      <a:pt x="25" y="105"/>
                      <a:pt x="41" y="112"/>
                      <a:pt x="57" y="112"/>
                    </a:cubicBezTo>
                    <a:cubicBezTo>
                      <a:pt x="69" y="112"/>
                      <a:pt x="82" y="108"/>
                      <a:pt x="93" y="99"/>
                    </a:cubicBezTo>
                    <a:cubicBezTo>
                      <a:pt x="106" y="88"/>
                      <a:pt x="113" y="72"/>
                      <a:pt x="113" y="56"/>
                    </a:cubicBezTo>
                    <a:cubicBezTo>
                      <a:pt x="113" y="43"/>
                      <a:pt x="108" y="30"/>
                      <a:pt x="99" y="20"/>
                    </a:cubicBezTo>
                    <a:cubicBezTo>
                      <a:pt x="88" y="7"/>
                      <a:pt x="72" y="0"/>
                      <a:pt x="56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4" name="Google Shape;434;p14"/>
            <p:cNvGrpSpPr/>
            <p:nvPr/>
          </p:nvGrpSpPr>
          <p:grpSpPr>
            <a:xfrm rot="-10580157">
              <a:off x="8628264" y="897081"/>
              <a:ext cx="363973" cy="216195"/>
              <a:chOff x="6191763" y="4215150"/>
              <a:chExt cx="261938" cy="155576"/>
            </a:xfrm>
          </p:grpSpPr>
          <p:sp>
            <p:nvSpPr>
              <p:cNvPr id="435" name="Google Shape;435;p14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4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7" name="Google Shape;437;p14"/>
            <p:cNvGrpSpPr/>
            <p:nvPr/>
          </p:nvGrpSpPr>
          <p:grpSpPr>
            <a:xfrm rot="-1189430">
              <a:off x="-617552" y="4801850"/>
              <a:ext cx="1795181" cy="543309"/>
              <a:chOff x="1762838" y="2278475"/>
              <a:chExt cx="1258888" cy="381001"/>
            </a:xfrm>
          </p:grpSpPr>
          <p:sp>
            <p:nvSpPr>
              <p:cNvPr id="438" name="Google Shape;438;p14"/>
              <p:cNvSpPr/>
              <p:nvPr/>
            </p:nvSpPr>
            <p:spPr>
              <a:xfrm>
                <a:off x="1762838" y="2568988"/>
                <a:ext cx="4763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120000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DBE0F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4"/>
              <p:cNvSpPr/>
              <p:nvPr/>
            </p:nvSpPr>
            <p:spPr>
              <a:xfrm>
                <a:off x="3007438" y="2589625"/>
                <a:ext cx="14288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5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moveTo>
                      <a:pt x="2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2" y="2"/>
                    </a:cubicBezTo>
                    <a:moveTo>
                      <a:pt x="2" y="2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moveTo>
                      <a:pt x="3" y="2"/>
                    </a:move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3" y="2"/>
                      <a:pt x="3" y="2"/>
                    </a:cubicBezTo>
                    <a:moveTo>
                      <a:pt x="3" y="1"/>
                    </a:move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1"/>
                      <a:pt x="3" y="1"/>
                    </a:cubicBezTo>
                    <a:moveTo>
                      <a:pt x="3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moveTo>
                      <a:pt x="5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5" y="1"/>
                    </a:cubicBezTo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DBB56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4"/>
              <p:cNvSpPr/>
              <p:nvPr/>
            </p:nvSpPr>
            <p:spPr>
              <a:xfrm>
                <a:off x="1794588" y="2454688"/>
                <a:ext cx="579438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223" h="79" extrusionOk="0">
                    <a:moveTo>
                      <a:pt x="4" y="15"/>
                    </a:moveTo>
                    <a:cubicBezTo>
                      <a:pt x="4" y="22"/>
                      <a:pt x="5" y="28"/>
                      <a:pt x="6" y="35"/>
                    </a:cubicBezTo>
                    <a:cubicBezTo>
                      <a:pt x="223" y="72"/>
                      <a:pt x="223" y="72"/>
                      <a:pt x="223" y="72"/>
                    </a:cubicBezTo>
                    <a:cubicBezTo>
                      <a:pt x="223" y="79"/>
                      <a:pt x="223" y="79"/>
                      <a:pt x="223" y="7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1" y="27"/>
                      <a:pt x="0" y="13"/>
                      <a:pt x="4" y="0"/>
                    </a:cubicBezTo>
                    <a:cubicBezTo>
                      <a:pt x="223" y="27"/>
                      <a:pt x="223" y="27"/>
                      <a:pt x="223" y="27"/>
                    </a:cubicBezTo>
                    <a:cubicBezTo>
                      <a:pt x="223" y="34"/>
                      <a:pt x="223" y="34"/>
                      <a:pt x="223" y="3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5" y="9"/>
                      <a:pt x="5" y="12"/>
                      <a:pt x="4" y="15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4"/>
              <p:cNvSpPr/>
              <p:nvPr/>
            </p:nvSpPr>
            <p:spPr>
              <a:xfrm>
                <a:off x="1804113" y="2470563"/>
                <a:ext cx="56991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66" extrusionOk="0">
                    <a:moveTo>
                      <a:pt x="0" y="10"/>
                    </a:moveTo>
                    <a:cubicBezTo>
                      <a:pt x="0" y="6"/>
                      <a:pt x="1" y="3"/>
                      <a:pt x="2" y="0"/>
                    </a:cubicBezTo>
                    <a:cubicBezTo>
                      <a:pt x="219" y="28"/>
                      <a:pt x="219" y="28"/>
                      <a:pt x="219" y="28"/>
                    </a:cubicBezTo>
                    <a:cubicBezTo>
                      <a:pt x="219" y="66"/>
                      <a:pt x="219" y="66"/>
                      <a:pt x="219" y="66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1" y="23"/>
                      <a:pt x="0" y="16"/>
                      <a:pt x="0" y="1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4"/>
              <p:cNvSpPr/>
              <p:nvPr/>
            </p:nvSpPr>
            <p:spPr>
              <a:xfrm>
                <a:off x="2374025" y="2488025"/>
                <a:ext cx="569913" cy="153988"/>
              </a:xfrm>
              <a:custGeom>
                <a:avLst/>
                <a:gdLst/>
                <a:ahLst/>
                <a:cxnLst/>
                <a:rect l="l" t="t" r="r" b="b"/>
                <a:pathLst>
                  <a:path w="359" h="97" extrusionOk="0">
                    <a:moveTo>
                      <a:pt x="0" y="97"/>
                    </a:moveTo>
                    <a:lnTo>
                      <a:pt x="0" y="35"/>
                    </a:lnTo>
                    <a:lnTo>
                      <a:pt x="359" y="0"/>
                    </a:lnTo>
                    <a:lnTo>
                      <a:pt x="357" y="53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4"/>
              <p:cNvSpPr/>
              <p:nvPr/>
            </p:nvSpPr>
            <p:spPr>
              <a:xfrm>
                <a:off x="2374025" y="2472150"/>
                <a:ext cx="576263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18" extrusionOk="0">
                    <a:moveTo>
                      <a:pt x="360" y="71"/>
                    </a:moveTo>
                    <a:lnTo>
                      <a:pt x="0" y="118"/>
                    </a:lnTo>
                    <a:lnTo>
                      <a:pt x="0" y="107"/>
                    </a:lnTo>
                    <a:lnTo>
                      <a:pt x="357" y="63"/>
                    </a:lnTo>
                    <a:lnTo>
                      <a:pt x="359" y="10"/>
                    </a:lnTo>
                    <a:lnTo>
                      <a:pt x="0" y="45"/>
                    </a:lnTo>
                    <a:lnTo>
                      <a:pt x="0" y="33"/>
                    </a:lnTo>
                    <a:lnTo>
                      <a:pt x="363" y="0"/>
                    </a:lnTo>
                    <a:lnTo>
                      <a:pt x="360" y="7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4"/>
              <p:cNvSpPr/>
              <p:nvPr/>
            </p:nvSpPr>
            <p:spPr>
              <a:xfrm>
                <a:off x="2374025" y="2472150"/>
                <a:ext cx="576263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18" extrusionOk="0">
                    <a:moveTo>
                      <a:pt x="360" y="71"/>
                    </a:moveTo>
                    <a:lnTo>
                      <a:pt x="0" y="118"/>
                    </a:lnTo>
                    <a:lnTo>
                      <a:pt x="0" y="107"/>
                    </a:lnTo>
                    <a:lnTo>
                      <a:pt x="357" y="63"/>
                    </a:lnTo>
                    <a:lnTo>
                      <a:pt x="359" y="10"/>
                    </a:lnTo>
                    <a:lnTo>
                      <a:pt x="0" y="45"/>
                    </a:lnTo>
                    <a:lnTo>
                      <a:pt x="0" y="33"/>
                    </a:lnTo>
                    <a:lnTo>
                      <a:pt x="363" y="0"/>
                    </a:lnTo>
                    <a:lnTo>
                      <a:pt x="360" y="7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4"/>
              <p:cNvSpPr/>
              <p:nvPr/>
            </p:nvSpPr>
            <p:spPr>
              <a:xfrm>
                <a:off x="1804113" y="2422938"/>
                <a:ext cx="114617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64" extrusionOk="0">
                    <a:moveTo>
                      <a:pt x="0" y="20"/>
                    </a:moveTo>
                    <a:lnTo>
                      <a:pt x="339" y="0"/>
                    </a:lnTo>
                    <a:lnTo>
                      <a:pt x="722" y="31"/>
                    </a:lnTo>
                    <a:lnTo>
                      <a:pt x="359" y="64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A7C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4"/>
              <p:cNvSpPr/>
              <p:nvPr/>
            </p:nvSpPr>
            <p:spPr>
              <a:xfrm>
                <a:off x="1804113" y="2422938"/>
                <a:ext cx="114617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64" extrusionOk="0">
                    <a:moveTo>
                      <a:pt x="0" y="20"/>
                    </a:moveTo>
                    <a:lnTo>
                      <a:pt x="339" y="0"/>
                    </a:lnTo>
                    <a:lnTo>
                      <a:pt x="722" y="31"/>
                    </a:lnTo>
                    <a:lnTo>
                      <a:pt x="359" y="64"/>
                    </a:lnTo>
                    <a:lnTo>
                      <a:pt x="0" y="2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4"/>
              <p:cNvSpPr/>
              <p:nvPr/>
            </p:nvSpPr>
            <p:spPr>
              <a:xfrm>
                <a:off x="2399425" y="2597563"/>
                <a:ext cx="161925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9" extrusionOk="0">
                    <a:moveTo>
                      <a:pt x="49" y="0"/>
                    </a:moveTo>
                    <a:cubicBezTo>
                      <a:pt x="33" y="0"/>
                      <a:pt x="16" y="4"/>
                      <a:pt x="0" y="7"/>
                    </a:cubicBezTo>
                    <a:cubicBezTo>
                      <a:pt x="20" y="9"/>
                      <a:pt x="41" y="6"/>
                      <a:pt x="60" y="0"/>
                    </a:cubicBezTo>
                    <a:cubicBezTo>
                      <a:pt x="61" y="0"/>
                      <a:pt x="61" y="0"/>
                      <a:pt x="62" y="0"/>
                    </a:cubicBezTo>
                    <a:cubicBezTo>
                      <a:pt x="58" y="0"/>
                      <a:pt x="53" y="0"/>
                      <a:pt x="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4"/>
              <p:cNvSpPr/>
              <p:nvPr/>
            </p:nvSpPr>
            <p:spPr>
              <a:xfrm>
                <a:off x="2485150" y="2565813"/>
                <a:ext cx="65088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25" h="4" extrusionOk="0">
                    <a:moveTo>
                      <a:pt x="0" y="3"/>
                    </a:moveTo>
                    <a:cubicBezTo>
                      <a:pt x="8" y="4"/>
                      <a:pt x="17" y="3"/>
                      <a:pt x="25" y="1"/>
                    </a:cubicBezTo>
                    <a:cubicBezTo>
                      <a:pt x="16" y="0"/>
                      <a:pt x="8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4"/>
              <p:cNvSpPr/>
              <p:nvPr/>
            </p:nvSpPr>
            <p:spPr>
              <a:xfrm>
                <a:off x="2570875" y="2568988"/>
                <a:ext cx="6826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26" h="4" extrusionOk="0">
                    <a:moveTo>
                      <a:pt x="0" y="3"/>
                    </a:moveTo>
                    <a:cubicBezTo>
                      <a:pt x="9" y="4"/>
                      <a:pt x="17" y="3"/>
                      <a:pt x="26" y="1"/>
                    </a:cubicBezTo>
                    <a:cubicBezTo>
                      <a:pt x="17" y="0"/>
                      <a:pt x="8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4"/>
              <p:cNvSpPr/>
              <p:nvPr/>
            </p:nvSpPr>
            <p:spPr>
              <a:xfrm>
                <a:off x="2756613" y="2519775"/>
                <a:ext cx="150813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58" h="8" extrusionOk="0">
                    <a:moveTo>
                      <a:pt x="0" y="6"/>
                    </a:moveTo>
                    <a:cubicBezTo>
                      <a:pt x="19" y="8"/>
                      <a:pt x="39" y="6"/>
                      <a:pt x="58" y="2"/>
                    </a:cubicBezTo>
                    <a:cubicBezTo>
                      <a:pt x="39" y="0"/>
                      <a:pt x="19" y="1"/>
                      <a:pt x="0" y="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4"/>
              <p:cNvSpPr/>
              <p:nvPr/>
            </p:nvSpPr>
            <p:spPr>
              <a:xfrm>
                <a:off x="2129550" y="2535650"/>
                <a:ext cx="15557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0" extrusionOk="0">
                    <a:moveTo>
                      <a:pt x="59" y="9"/>
                    </a:moveTo>
                    <a:cubicBezTo>
                      <a:pt x="50" y="6"/>
                      <a:pt x="40" y="3"/>
                      <a:pt x="31" y="1"/>
                    </a:cubicBezTo>
                    <a:cubicBezTo>
                      <a:pt x="21" y="0"/>
                      <a:pt x="10" y="0"/>
                      <a:pt x="0" y="0"/>
                    </a:cubicBezTo>
                    <a:cubicBezTo>
                      <a:pt x="15" y="4"/>
                      <a:pt x="31" y="7"/>
                      <a:pt x="44" y="8"/>
                    </a:cubicBezTo>
                    <a:cubicBezTo>
                      <a:pt x="49" y="9"/>
                      <a:pt x="55" y="9"/>
                      <a:pt x="60" y="10"/>
                    </a:cubicBezTo>
                    <a:cubicBezTo>
                      <a:pt x="60" y="10"/>
                      <a:pt x="59" y="9"/>
                      <a:pt x="59" y="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4"/>
              <p:cNvSpPr/>
              <p:nvPr/>
            </p:nvSpPr>
            <p:spPr>
              <a:xfrm>
                <a:off x="2296238" y="2551525"/>
                <a:ext cx="412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6" h="3" extrusionOk="0">
                    <a:moveTo>
                      <a:pt x="0" y="0"/>
                    </a:moveTo>
                    <a:cubicBezTo>
                      <a:pt x="5" y="2"/>
                      <a:pt x="11" y="3"/>
                      <a:pt x="16" y="3"/>
                    </a:cubicBezTo>
                    <a:cubicBezTo>
                      <a:pt x="11" y="1"/>
                      <a:pt x="6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4"/>
              <p:cNvSpPr/>
              <p:nvPr/>
            </p:nvSpPr>
            <p:spPr>
              <a:xfrm>
                <a:off x="2297825" y="2565813"/>
                <a:ext cx="39688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15" h="3" extrusionOk="0">
                    <a:moveTo>
                      <a:pt x="0" y="1"/>
                    </a:moveTo>
                    <a:cubicBezTo>
                      <a:pt x="5" y="2"/>
                      <a:pt x="10" y="3"/>
                      <a:pt x="15" y="2"/>
                    </a:cubicBezTo>
                    <a:cubicBezTo>
                      <a:pt x="10" y="1"/>
                      <a:pt x="5" y="0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4"/>
              <p:cNvSpPr/>
              <p:nvPr/>
            </p:nvSpPr>
            <p:spPr>
              <a:xfrm>
                <a:off x="1889838" y="2535650"/>
                <a:ext cx="125413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8" h="8" extrusionOk="0">
                    <a:moveTo>
                      <a:pt x="0" y="0"/>
                    </a:moveTo>
                    <a:cubicBezTo>
                      <a:pt x="16" y="5"/>
                      <a:pt x="32" y="8"/>
                      <a:pt x="48" y="8"/>
                    </a:cubicBezTo>
                    <a:cubicBezTo>
                      <a:pt x="33" y="2"/>
                      <a:pt x="17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14"/>
              <p:cNvSpPr/>
              <p:nvPr/>
            </p:nvSpPr>
            <p:spPr>
              <a:xfrm>
                <a:off x="1804113" y="2422938"/>
                <a:ext cx="1146176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9" extrusionOk="0">
                    <a:moveTo>
                      <a:pt x="207" y="0"/>
                    </a:moveTo>
                    <a:cubicBezTo>
                      <a:pt x="167" y="2"/>
                      <a:pt x="167" y="2"/>
                      <a:pt x="167" y="2"/>
                    </a:cubicBezTo>
                    <a:cubicBezTo>
                      <a:pt x="169" y="11"/>
                      <a:pt x="173" y="20"/>
                      <a:pt x="179" y="27"/>
                    </a:cubicBezTo>
                    <a:cubicBezTo>
                      <a:pt x="180" y="28"/>
                      <a:pt x="180" y="28"/>
                      <a:pt x="180" y="28"/>
                    </a:cubicBezTo>
                    <a:cubicBezTo>
                      <a:pt x="103" y="14"/>
                      <a:pt x="103" y="14"/>
                      <a:pt x="103" y="14"/>
                    </a:cubicBezTo>
                    <a:cubicBezTo>
                      <a:pt x="101" y="11"/>
                      <a:pt x="99" y="9"/>
                      <a:pt x="97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19" y="39"/>
                      <a:pt x="219" y="39"/>
                      <a:pt x="219" y="39"/>
                    </a:cubicBezTo>
                    <a:cubicBezTo>
                      <a:pt x="441" y="19"/>
                      <a:pt x="441" y="19"/>
                      <a:pt x="441" y="19"/>
                    </a:cubicBezTo>
                    <a:cubicBezTo>
                      <a:pt x="207" y="0"/>
                      <a:pt x="207" y="0"/>
                      <a:pt x="207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14"/>
              <p:cNvSpPr/>
              <p:nvPr/>
            </p:nvSpPr>
            <p:spPr>
              <a:xfrm>
                <a:off x="2024775" y="2284825"/>
                <a:ext cx="250825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96" h="81" extrusionOk="0">
                    <a:moveTo>
                      <a:pt x="94" y="80"/>
                    </a:moveTo>
                    <a:cubicBezTo>
                      <a:pt x="76" y="59"/>
                      <a:pt x="77" y="25"/>
                      <a:pt x="96" y="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" y="18"/>
                      <a:pt x="0" y="49"/>
                      <a:pt x="18" y="67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4" y="80"/>
                      <a:pt x="94" y="80"/>
                      <a:pt x="94" y="8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4"/>
              <p:cNvSpPr/>
              <p:nvPr/>
            </p:nvSpPr>
            <p:spPr>
              <a:xfrm>
                <a:off x="2072400" y="2278475"/>
                <a:ext cx="7175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76" h="9" extrusionOk="0">
                    <a:moveTo>
                      <a:pt x="276" y="5"/>
                    </a:moveTo>
                    <a:cubicBezTo>
                      <a:pt x="239" y="5"/>
                      <a:pt x="147" y="9"/>
                      <a:pt x="77" y="8"/>
                    </a:cubicBezTo>
                    <a:cubicBezTo>
                      <a:pt x="43" y="8"/>
                      <a:pt x="17" y="5"/>
                      <a:pt x="0" y="3"/>
                    </a:cubicBezTo>
                    <a:cubicBezTo>
                      <a:pt x="62" y="2"/>
                      <a:pt x="215" y="0"/>
                      <a:pt x="276" y="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4"/>
              <p:cNvSpPr/>
              <p:nvPr/>
            </p:nvSpPr>
            <p:spPr>
              <a:xfrm>
                <a:off x="2223213" y="2291175"/>
                <a:ext cx="566738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218" h="79" extrusionOk="0">
                    <a:moveTo>
                      <a:pt x="14" y="56"/>
                    </a:moveTo>
                    <a:cubicBezTo>
                      <a:pt x="16" y="62"/>
                      <a:pt x="18" y="67"/>
                      <a:pt x="22" y="72"/>
                    </a:cubicBezTo>
                    <a:cubicBezTo>
                      <a:pt x="214" y="63"/>
                      <a:pt x="214" y="63"/>
                      <a:pt x="214" y="63"/>
                    </a:cubicBezTo>
                    <a:cubicBezTo>
                      <a:pt x="216" y="63"/>
                      <a:pt x="216" y="63"/>
                      <a:pt x="216" y="63"/>
                    </a:cubicBezTo>
                    <a:cubicBezTo>
                      <a:pt x="216" y="70"/>
                      <a:pt x="216" y="70"/>
                      <a:pt x="216" y="70"/>
                    </a:cubicBezTo>
                    <a:cubicBezTo>
                      <a:pt x="19" y="79"/>
                      <a:pt x="19" y="79"/>
                      <a:pt x="19" y="79"/>
                    </a:cubicBezTo>
                    <a:cubicBezTo>
                      <a:pt x="0" y="59"/>
                      <a:pt x="1" y="23"/>
                      <a:pt x="20" y="2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7"/>
                      <a:pt x="218" y="7"/>
                      <a:pt x="218" y="7"/>
                    </a:cubicBezTo>
                    <a:cubicBezTo>
                      <a:pt x="213" y="7"/>
                      <a:pt x="213" y="7"/>
                      <a:pt x="213" y="7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12" y="23"/>
                      <a:pt x="9" y="41"/>
                      <a:pt x="14" y="5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4"/>
              <p:cNvSpPr/>
              <p:nvPr/>
            </p:nvSpPr>
            <p:spPr>
              <a:xfrm>
                <a:off x="2247025" y="2308638"/>
                <a:ext cx="5302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4" h="64" extrusionOk="0">
                    <a:moveTo>
                      <a:pt x="5" y="50"/>
                    </a:moveTo>
                    <a:cubicBezTo>
                      <a:pt x="0" y="34"/>
                      <a:pt x="3" y="16"/>
                      <a:pt x="13" y="3"/>
                    </a:cubicBezTo>
                    <a:cubicBezTo>
                      <a:pt x="204" y="0"/>
                      <a:pt x="204" y="0"/>
                      <a:pt x="204" y="0"/>
                    </a:cubicBezTo>
                    <a:cubicBezTo>
                      <a:pt x="204" y="0"/>
                      <a:pt x="202" y="56"/>
                      <a:pt x="202" y="56"/>
                    </a:cubicBezTo>
                    <a:cubicBezTo>
                      <a:pt x="13" y="64"/>
                      <a:pt x="13" y="64"/>
                      <a:pt x="13" y="64"/>
                    </a:cubicBezTo>
                    <a:cubicBezTo>
                      <a:pt x="10" y="60"/>
                      <a:pt x="7" y="55"/>
                      <a:pt x="5" y="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4"/>
              <p:cNvSpPr/>
              <p:nvPr/>
            </p:nvSpPr>
            <p:spPr>
              <a:xfrm>
                <a:off x="2770900" y="2451513"/>
                <a:ext cx="14288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5" h="1" extrusionOk="0">
                    <a:moveTo>
                      <a:pt x="0" y="0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4" y="1"/>
                      <a:pt x="2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AA9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4"/>
              <p:cNvSpPr/>
              <p:nvPr/>
            </p:nvSpPr>
            <p:spPr>
              <a:xfrm>
                <a:off x="2280363" y="2451513"/>
                <a:ext cx="49847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10" extrusionOk="0">
                    <a:moveTo>
                      <a:pt x="192" y="1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10"/>
                      <a:pt x="190" y="0"/>
                      <a:pt x="192" y="1"/>
                    </a:cubicBezTo>
                    <a:close/>
                  </a:path>
                </a:pathLst>
              </a:custGeom>
              <a:solidFill>
                <a:srgbClr val="3AAA9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4"/>
              <p:cNvSpPr/>
              <p:nvPr/>
            </p:nvSpPr>
            <p:spPr>
              <a:xfrm>
                <a:off x="2153363" y="2291175"/>
                <a:ext cx="4127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6" h="73" extrusionOk="0">
                    <a:moveTo>
                      <a:pt x="7" y="39"/>
                    </a:moveTo>
                    <a:cubicBezTo>
                      <a:pt x="7" y="26"/>
                      <a:pt x="10" y="12"/>
                      <a:pt x="16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3" y="12"/>
                      <a:pt x="0" y="26"/>
                      <a:pt x="0" y="39"/>
                    </a:cubicBezTo>
                    <a:cubicBezTo>
                      <a:pt x="0" y="50"/>
                      <a:pt x="2" y="61"/>
                      <a:pt x="5" y="72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9" y="62"/>
                      <a:pt x="7" y="51"/>
                      <a:pt x="7" y="39"/>
                    </a:cubicBezTo>
                    <a:close/>
                  </a:path>
                </a:pathLst>
              </a:cu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4"/>
              <p:cNvSpPr/>
              <p:nvPr/>
            </p:nvSpPr>
            <p:spPr>
              <a:xfrm>
                <a:off x="2189875" y="2292763"/>
                <a:ext cx="46038" cy="195263"/>
              </a:xfrm>
              <a:custGeom>
                <a:avLst/>
                <a:gdLst/>
                <a:ahLst/>
                <a:cxnLst/>
                <a:rect l="l" t="t" r="r" b="b"/>
                <a:pathLst>
                  <a:path w="18" h="75" extrusionOk="0">
                    <a:moveTo>
                      <a:pt x="7" y="39"/>
                    </a:moveTo>
                    <a:cubicBezTo>
                      <a:pt x="7" y="25"/>
                      <a:pt x="11" y="12"/>
                      <a:pt x="1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12"/>
                      <a:pt x="1" y="25"/>
                      <a:pt x="0" y="39"/>
                    </a:cubicBezTo>
                    <a:cubicBezTo>
                      <a:pt x="0" y="51"/>
                      <a:pt x="3" y="63"/>
                      <a:pt x="7" y="74"/>
                    </a:cubicBezTo>
                    <a:cubicBezTo>
                      <a:pt x="15" y="75"/>
                      <a:pt x="15" y="75"/>
                      <a:pt x="15" y="75"/>
                    </a:cubicBezTo>
                    <a:cubicBezTo>
                      <a:pt x="9" y="64"/>
                      <a:pt x="7" y="52"/>
                      <a:pt x="7" y="39"/>
                    </a:cubicBezTo>
                    <a:close/>
                  </a:path>
                </a:pathLst>
              </a:cu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14"/>
              <p:cNvSpPr/>
              <p:nvPr/>
            </p:nvSpPr>
            <p:spPr>
              <a:xfrm>
                <a:off x="2051763" y="2343563"/>
                <a:ext cx="20700" cy="57300"/>
              </a:xfrm>
              <a:prstGeom prst="ellipse">
                <a:avLst/>
              </a:pr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14"/>
              <p:cNvSpPr/>
              <p:nvPr/>
            </p:nvSpPr>
            <p:spPr>
              <a:xfrm>
                <a:off x="2348625" y="2329275"/>
                <a:ext cx="176213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68" h="7" extrusionOk="0">
                    <a:moveTo>
                      <a:pt x="35" y="0"/>
                    </a:moveTo>
                    <a:cubicBezTo>
                      <a:pt x="23" y="0"/>
                      <a:pt x="11" y="2"/>
                      <a:pt x="0" y="4"/>
                    </a:cubicBezTo>
                    <a:cubicBezTo>
                      <a:pt x="23" y="7"/>
                      <a:pt x="46" y="6"/>
                      <a:pt x="68" y="2"/>
                    </a:cubicBezTo>
                    <a:cubicBezTo>
                      <a:pt x="57" y="1"/>
                      <a:pt x="46" y="0"/>
                      <a:pt x="3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4"/>
              <p:cNvSpPr/>
              <p:nvPr/>
            </p:nvSpPr>
            <p:spPr>
              <a:xfrm>
                <a:off x="2574050" y="2311813"/>
                <a:ext cx="1746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67" h="8" extrusionOk="0">
                    <a:moveTo>
                      <a:pt x="65" y="3"/>
                    </a:moveTo>
                    <a:cubicBezTo>
                      <a:pt x="44" y="0"/>
                      <a:pt x="22" y="1"/>
                      <a:pt x="0" y="6"/>
                    </a:cubicBezTo>
                    <a:cubicBezTo>
                      <a:pt x="17" y="7"/>
                      <a:pt x="34" y="8"/>
                      <a:pt x="51" y="5"/>
                    </a:cubicBezTo>
                    <a:cubicBezTo>
                      <a:pt x="56" y="4"/>
                      <a:pt x="62" y="4"/>
                      <a:pt x="67" y="3"/>
                    </a:cubicBezTo>
                    <a:cubicBezTo>
                      <a:pt x="66" y="3"/>
                      <a:pt x="66" y="3"/>
                      <a:pt x="65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4"/>
              <p:cNvSpPr/>
              <p:nvPr/>
            </p:nvSpPr>
            <p:spPr>
              <a:xfrm>
                <a:off x="2713750" y="2332450"/>
                <a:ext cx="31750" cy="4763"/>
              </a:xfrm>
              <a:custGeom>
                <a:avLst/>
                <a:gdLst/>
                <a:ahLst/>
                <a:cxnLst/>
                <a:rect l="l" t="t" r="r" b="b"/>
                <a:pathLst>
                  <a:path w="12" h="2" extrusionOk="0">
                    <a:moveTo>
                      <a:pt x="0" y="1"/>
                    </a:moveTo>
                    <a:cubicBezTo>
                      <a:pt x="4" y="2"/>
                      <a:pt x="8" y="1"/>
                      <a:pt x="12" y="1"/>
                    </a:cubicBezTo>
                    <a:cubicBezTo>
                      <a:pt x="8" y="0"/>
                      <a:pt x="4" y="0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4"/>
              <p:cNvSpPr/>
              <p:nvPr/>
            </p:nvSpPr>
            <p:spPr>
              <a:xfrm>
                <a:off x="2591513" y="2345150"/>
                <a:ext cx="34925" cy="4763"/>
              </a:xfrm>
              <a:custGeom>
                <a:avLst/>
                <a:gdLst/>
                <a:ahLst/>
                <a:cxnLst/>
                <a:rect l="l" t="t" r="r" b="b"/>
                <a:pathLst>
                  <a:path w="13" h="2" extrusionOk="0">
                    <a:moveTo>
                      <a:pt x="0" y="2"/>
                    </a:moveTo>
                    <a:cubicBezTo>
                      <a:pt x="4" y="2"/>
                      <a:pt x="9" y="2"/>
                      <a:pt x="13" y="1"/>
                    </a:cubicBezTo>
                    <a:cubicBezTo>
                      <a:pt x="8" y="0"/>
                      <a:pt x="4" y="1"/>
                      <a:pt x="0" y="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4"/>
              <p:cNvSpPr/>
              <p:nvPr/>
            </p:nvSpPr>
            <p:spPr>
              <a:xfrm>
                <a:off x="2537538" y="2430875"/>
                <a:ext cx="8096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31" h="4" extrusionOk="0">
                    <a:moveTo>
                      <a:pt x="0" y="3"/>
                    </a:moveTo>
                    <a:cubicBezTo>
                      <a:pt x="10" y="4"/>
                      <a:pt x="21" y="3"/>
                      <a:pt x="31" y="1"/>
                    </a:cubicBezTo>
                    <a:cubicBezTo>
                      <a:pt x="21" y="0"/>
                      <a:pt x="10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4"/>
              <p:cNvSpPr/>
              <p:nvPr/>
            </p:nvSpPr>
            <p:spPr>
              <a:xfrm>
                <a:off x="2283538" y="2361025"/>
                <a:ext cx="952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37" h="4" extrusionOk="0">
                    <a:moveTo>
                      <a:pt x="0" y="2"/>
                    </a:moveTo>
                    <a:cubicBezTo>
                      <a:pt x="12" y="4"/>
                      <a:pt x="24" y="4"/>
                      <a:pt x="37" y="2"/>
                    </a:cubicBezTo>
                    <a:cubicBezTo>
                      <a:pt x="24" y="0"/>
                      <a:pt x="12" y="0"/>
                      <a:pt x="0" y="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14"/>
              <p:cNvSpPr/>
              <p:nvPr/>
            </p:nvSpPr>
            <p:spPr>
              <a:xfrm>
                <a:off x="2345450" y="2389600"/>
                <a:ext cx="52388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20" h="3" extrusionOk="0">
                    <a:moveTo>
                      <a:pt x="0" y="3"/>
                    </a:moveTo>
                    <a:cubicBezTo>
                      <a:pt x="7" y="3"/>
                      <a:pt x="14" y="3"/>
                      <a:pt x="20" y="1"/>
                    </a:cubicBezTo>
                    <a:cubicBezTo>
                      <a:pt x="14" y="0"/>
                      <a:pt x="7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14"/>
              <p:cNvSpPr/>
              <p:nvPr/>
            </p:nvSpPr>
            <p:spPr>
              <a:xfrm>
                <a:off x="2647075" y="2321338"/>
                <a:ext cx="523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72" extrusionOk="0">
                    <a:moveTo>
                      <a:pt x="0" y="0"/>
                    </a:moveTo>
                    <a:lnTo>
                      <a:pt x="16" y="0"/>
                    </a:lnTo>
                    <a:lnTo>
                      <a:pt x="18" y="0"/>
                    </a:lnTo>
                    <a:lnTo>
                      <a:pt x="33" y="0"/>
                    </a:lnTo>
                    <a:lnTo>
                      <a:pt x="33" y="69"/>
                    </a:lnTo>
                    <a:lnTo>
                      <a:pt x="16" y="58"/>
                    </a:lnTo>
                    <a:lnTo>
                      <a:pt x="0" y="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3" name="Google Shape;473;p14"/>
            <p:cNvSpPr/>
            <p:nvPr/>
          </p:nvSpPr>
          <p:spPr>
            <a:xfrm rot="-3382723">
              <a:off x="-32877" y="4172700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5"/>
          <p:cNvSpPr txBox="1">
            <a:spLocks noGrp="1"/>
          </p:cNvSpPr>
          <p:nvPr>
            <p:ph type="subTitle" idx="1"/>
          </p:nvPr>
        </p:nvSpPr>
        <p:spPr>
          <a:xfrm>
            <a:off x="847200" y="2037650"/>
            <a:ext cx="24795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15"/>
          <p:cNvSpPr txBox="1">
            <a:spLocks noGrp="1"/>
          </p:cNvSpPr>
          <p:nvPr>
            <p:ph type="subTitle" idx="2"/>
          </p:nvPr>
        </p:nvSpPr>
        <p:spPr>
          <a:xfrm>
            <a:off x="3324675" y="203765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15"/>
          <p:cNvSpPr txBox="1">
            <a:spLocks noGrp="1"/>
          </p:cNvSpPr>
          <p:nvPr>
            <p:ph type="subTitle" idx="3"/>
          </p:nvPr>
        </p:nvSpPr>
        <p:spPr>
          <a:xfrm>
            <a:off x="847200" y="377585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15"/>
          <p:cNvSpPr txBox="1">
            <a:spLocks noGrp="1"/>
          </p:cNvSpPr>
          <p:nvPr>
            <p:ph type="subTitle" idx="4"/>
          </p:nvPr>
        </p:nvSpPr>
        <p:spPr>
          <a:xfrm>
            <a:off x="3322687" y="378320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15"/>
          <p:cNvSpPr txBox="1">
            <a:spLocks noGrp="1"/>
          </p:cNvSpPr>
          <p:nvPr>
            <p:ph type="subTitle" idx="5"/>
          </p:nvPr>
        </p:nvSpPr>
        <p:spPr>
          <a:xfrm>
            <a:off x="5798182" y="203765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15"/>
          <p:cNvSpPr txBox="1">
            <a:spLocks noGrp="1"/>
          </p:cNvSpPr>
          <p:nvPr>
            <p:ph type="subTitle" idx="6"/>
          </p:nvPr>
        </p:nvSpPr>
        <p:spPr>
          <a:xfrm>
            <a:off x="5798182" y="377585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15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15"/>
          <p:cNvSpPr txBox="1">
            <a:spLocks noGrp="1"/>
          </p:cNvSpPr>
          <p:nvPr>
            <p:ph type="subTitle" idx="7"/>
          </p:nvPr>
        </p:nvSpPr>
        <p:spPr>
          <a:xfrm>
            <a:off x="847200" y="1420775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484" name="Google Shape;484;p15"/>
          <p:cNvSpPr txBox="1">
            <a:spLocks noGrp="1"/>
          </p:cNvSpPr>
          <p:nvPr>
            <p:ph type="subTitle" idx="8"/>
          </p:nvPr>
        </p:nvSpPr>
        <p:spPr>
          <a:xfrm>
            <a:off x="3322688" y="1420775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485" name="Google Shape;485;p15"/>
          <p:cNvSpPr txBox="1">
            <a:spLocks noGrp="1"/>
          </p:cNvSpPr>
          <p:nvPr>
            <p:ph type="subTitle" idx="9"/>
          </p:nvPr>
        </p:nvSpPr>
        <p:spPr>
          <a:xfrm>
            <a:off x="5798183" y="1420775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486" name="Google Shape;486;p15"/>
          <p:cNvSpPr txBox="1">
            <a:spLocks noGrp="1"/>
          </p:cNvSpPr>
          <p:nvPr>
            <p:ph type="subTitle" idx="13"/>
          </p:nvPr>
        </p:nvSpPr>
        <p:spPr>
          <a:xfrm>
            <a:off x="847200" y="3159100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487" name="Google Shape;487;p15"/>
          <p:cNvSpPr txBox="1">
            <a:spLocks noGrp="1"/>
          </p:cNvSpPr>
          <p:nvPr>
            <p:ph type="subTitle" idx="14"/>
          </p:nvPr>
        </p:nvSpPr>
        <p:spPr>
          <a:xfrm>
            <a:off x="3322692" y="3159100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488" name="Google Shape;488;p15"/>
          <p:cNvSpPr txBox="1">
            <a:spLocks noGrp="1"/>
          </p:cNvSpPr>
          <p:nvPr>
            <p:ph type="subTitle" idx="15"/>
          </p:nvPr>
        </p:nvSpPr>
        <p:spPr>
          <a:xfrm>
            <a:off x="5798183" y="3159100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100"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unito Black"/>
              <a:buNone/>
              <a:defRPr sz="2400"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grpSp>
        <p:nvGrpSpPr>
          <p:cNvPr id="489" name="Google Shape;489;p15"/>
          <p:cNvGrpSpPr/>
          <p:nvPr/>
        </p:nvGrpSpPr>
        <p:grpSpPr>
          <a:xfrm>
            <a:off x="-214642" y="-426854"/>
            <a:ext cx="9504631" cy="5788874"/>
            <a:chOff x="-214642" y="-426854"/>
            <a:chExt cx="9504631" cy="5788874"/>
          </a:xfrm>
        </p:grpSpPr>
        <p:grpSp>
          <p:nvGrpSpPr>
            <p:cNvPr id="490" name="Google Shape;490;p15"/>
            <p:cNvGrpSpPr/>
            <p:nvPr/>
          </p:nvGrpSpPr>
          <p:grpSpPr>
            <a:xfrm rot="2032279">
              <a:off x="667426" y="-298245"/>
              <a:ext cx="698510" cy="778331"/>
              <a:chOff x="5431538" y="3074425"/>
              <a:chExt cx="485775" cy="541338"/>
            </a:xfrm>
          </p:grpSpPr>
          <p:sp>
            <p:nvSpPr>
              <p:cNvPr id="491" name="Google Shape;491;p15"/>
              <p:cNvSpPr/>
              <p:nvPr/>
            </p:nvSpPr>
            <p:spPr>
              <a:xfrm>
                <a:off x="5431538" y="3074425"/>
                <a:ext cx="485775" cy="541338"/>
              </a:xfrm>
              <a:custGeom>
                <a:avLst/>
                <a:gdLst/>
                <a:ahLst/>
                <a:cxnLst/>
                <a:rect l="l" t="t" r="r" b="b"/>
                <a:pathLst>
                  <a:path w="187" h="208" extrusionOk="0">
                    <a:moveTo>
                      <a:pt x="187" y="99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158" y="168"/>
                      <a:pt x="158" y="168"/>
                      <a:pt x="158" y="168"/>
                    </a:cubicBezTo>
                    <a:cubicBezTo>
                      <a:pt x="158" y="168"/>
                      <a:pt x="186" y="103"/>
                      <a:pt x="187" y="9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5"/>
              <p:cNvSpPr/>
              <p:nvPr/>
            </p:nvSpPr>
            <p:spPr>
              <a:xfrm>
                <a:off x="5480750" y="3134750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1" y="0"/>
                      <a:pt x="122" y="1"/>
                      <a:pt x="123" y="3"/>
                    </a:cubicBezTo>
                    <a:cubicBezTo>
                      <a:pt x="123" y="4"/>
                      <a:pt x="123" y="6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5"/>
              <p:cNvSpPr/>
              <p:nvPr/>
            </p:nvSpPr>
            <p:spPr>
              <a:xfrm>
                <a:off x="5501388" y="3195075"/>
                <a:ext cx="32226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8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1" y="0"/>
                      <a:pt x="123" y="1"/>
                      <a:pt x="123" y="2"/>
                    </a:cubicBezTo>
                    <a:cubicBezTo>
                      <a:pt x="124" y="4"/>
                      <a:pt x="123" y="5"/>
                      <a:pt x="122" y="6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5"/>
              <p:cNvSpPr/>
              <p:nvPr/>
            </p:nvSpPr>
            <p:spPr>
              <a:xfrm>
                <a:off x="5526788" y="3253813"/>
                <a:ext cx="322263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3" extrusionOk="0">
                    <a:moveTo>
                      <a:pt x="3" y="53"/>
                    </a:moveTo>
                    <a:cubicBezTo>
                      <a:pt x="2" y="53"/>
                      <a:pt x="1" y="53"/>
                      <a:pt x="1" y="52"/>
                    </a:cubicBezTo>
                    <a:cubicBezTo>
                      <a:pt x="0" y="50"/>
                      <a:pt x="1" y="49"/>
                      <a:pt x="2" y="48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0"/>
                      <a:pt x="123" y="2"/>
                    </a:cubicBezTo>
                    <a:cubicBezTo>
                      <a:pt x="124" y="3"/>
                      <a:pt x="123" y="5"/>
                      <a:pt x="122" y="5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5"/>
              <p:cNvSpPr/>
              <p:nvPr/>
            </p:nvSpPr>
            <p:spPr>
              <a:xfrm>
                <a:off x="5553775" y="3314138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0" y="52"/>
                    </a:cubicBezTo>
                    <a:cubicBezTo>
                      <a:pt x="0" y="51"/>
                      <a:pt x="0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0" y="0"/>
                      <a:pt x="122" y="1"/>
                      <a:pt x="123" y="2"/>
                    </a:cubicBezTo>
                    <a:cubicBezTo>
                      <a:pt x="123" y="4"/>
                      <a:pt x="122" y="5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5"/>
              <p:cNvSpPr/>
              <p:nvPr/>
            </p:nvSpPr>
            <p:spPr>
              <a:xfrm>
                <a:off x="5579175" y="3420500"/>
                <a:ext cx="217488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84" h="38" extrusionOk="0">
                    <a:moveTo>
                      <a:pt x="3" y="38"/>
                    </a:moveTo>
                    <a:cubicBezTo>
                      <a:pt x="2" y="38"/>
                      <a:pt x="1" y="37"/>
                      <a:pt x="1" y="36"/>
                    </a:cubicBezTo>
                    <a:cubicBezTo>
                      <a:pt x="0" y="34"/>
                      <a:pt x="1" y="33"/>
                      <a:pt x="2" y="32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3" y="1"/>
                      <a:pt x="83" y="2"/>
                    </a:cubicBezTo>
                    <a:cubicBezTo>
                      <a:pt x="84" y="4"/>
                      <a:pt x="83" y="5"/>
                      <a:pt x="82" y="6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3" y="38"/>
                      <a:pt x="3" y="38"/>
                      <a:pt x="3" y="38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5"/>
              <p:cNvSpPr/>
              <p:nvPr/>
            </p:nvSpPr>
            <p:spPr>
              <a:xfrm>
                <a:off x="5790313" y="3333188"/>
                <a:ext cx="127000" cy="179388"/>
              </a:xfrm>
              <a:custGeom>
                <a:avLst/>
                <a:gdLst/>
                <a:ahLst/>
                <a:cxnLst/>
                <a:rect l="l" t="t" r="r" b="b"/>
                <a:pathLst>
                  <a:path w="49" h="69" extrusionOk="0">
                    <a:moveTo>
                      <a:pt x="49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8" name="Google Shape;498;p15"/>
            <p:cNvSpPr/>
            <p:nvPr/>
          </p:nvSpPr>
          <p:spPr>
            <a:xfrm>
              <a:off x="312074" y="124000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9" name="Google Shape;499;p15"/>
            <p:cNvGrpSpPr/>
            <p:nvPr/>
          </p:nvGrpSpPr>
          <p:grpSpPr>
            <a:xfrm>
              <a:off x="-214642" y="879395"/>
              <a:ext cx="724435" cy="513308"/>
              <a:chOff x="6180688" y="2320538"/>
              <a:chExt cx="1149350" cy="814387"/>
            </a:xfrm>
          </p:grpSpPr>
          <p:sp>
            <p:nvSpPr>
              <p:cNvPr id="500" name="Google Shape;500;p15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5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5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5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5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7" name="Google Shape;507;p15"/>
            <p:cNvGrpSpPr/>
            <p:nvPr/>
          </p:nvGrpSpPr>
          <p:grpSpPr>
            <a:xfrm rot="8420947">
              <a:off x="8451105" y="3944800"/>
              <a:ext cx="363983" cy="216195"/>
              <a:chOff x="6191763" y="4215150"/>
              <a:chExt cx="261938" cy="155576"/>
            </a:xfrm>
          </p:grpSpPr>
          <p:sp>
            <p:nvSpPr>
              <p:cNvPr id="508" name="Google Shape;508;p15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0" name="Google Shape;510;p15"/>
            <p:cNvSpPr/>
            <p:nvPr/>
          </p:nvSpPr>
          <p:spPr>
            <a:xfrm rot="-4924394">
              <a:off x="8955024" y="3994000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1" name="Google Shape;511;p15"/>
            <p:cNvGrpSpPr/>
            <p:nvPr/>
          </p:nvGrpSpPr>
          <p:grpSpPr>
            <a:xfrm rot="-1189438">
              <a:off x="7544319" y="4579938"/>
              <a:ext cx="1688261" cy="510950"/>
              <a:chOff x="1762838" y="2278475"/>
              <a:chExt cx="1258888" cy="381001"/>
            </a:xfrm>
          </p:grpSpPr>
          <p:sp>
            <p:nvSpPr>
              <p:cNvPr id="512" name="Google Shape;512;p15"/>
              <p:cNvSpPr/>
              <p:nvPr/>
            </p:nvSpPr>
            <p:spPr>
              <a:xfrm>
                <a:off x="1762838" y="2568988"/>
                <a:ext cx="4763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120000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DBE0F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3007438" y="2589625"/>
                <a:ext cx="14288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5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moveTo>
                      <a:pt x="2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2" y="2"/>
                    </a:cubicBezTo>
                    <a:moveTo>
                      <a:pt x="2" y="2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moveTo>
                      <a:pt x="3" y="2"/>
                    </a:move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3" y="2"/>
                      <a:pt x="3" y="2"/>
                    </a:cubicBezTo>
                    <a:moveTo>
                      <a:pt x="3" y="1"/>
                    </a:move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1"/>
                      <a:pt x="3" y="1"/>
                    </a:cubicBezTo>
                    <a:moveTo>
                      <a:pt x="3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moveTo>
                      <a:pt x="5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5" y="1"/>
                    </a:cubicBezTo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DBB56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5"/>
              <p:cNvSpPr/>
              <p:nvPr/>
            </p:nvSpPr>
            <p:spPr>
              <a:xfrm>
                <a:off x="1794588" y="2454688"/>
                <a:ext cx="579438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223" h="79" extrusionOk="0">
                    <a:moveTo>
                      <a:pt x="4" y="15"/>
                    </a:moveTo>
                    <a:cubicBezTo>
                      <a:pt x="4" y="22"/>
                      <a:pt x="5" y="28"/>
                      <a:pt x="6" y="35"/>
                    </a:cubicBezTo>
                    <a:cubicBezTo>
                      <a:pt x="223" y="72"/>
                      <a:pt x="223" y="72"/>
                      <a:pt x="223" y="72"/>
                    </a:cubicBezTo>
                    <a:cubicBezTo>
                      <a:pt x="223" y="79"/>
                      <a:pt x="223" y="79"/>
                      <a:pt x="223" y="7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1" y="27"/>
                      <a:pt x="0" y="13"/>
                      <a:pt x="4" y="0"/>
                    </a:cubicBezTo>
                    <a:cubicBezTo>
                      <a:pt x="223" y="27"/>
                      <a:pt x="223" y="27"/>
                      <a:pt x="223" y="27"/>
                    </a:cubicBezTo>
                    <a:cubicBezTo>
                      <a:pt x="223" y="34"/>
                      <a:pt x="223" y="34"/>
                      <a:pt x="223" y="3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5" y="9"/>
                      <a:pt x="5" y="12"/>
                      <a:pt x="4" y="15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5"/>
              <p:cNvSpPr/>
              <p:nvPr/>
            </p:nvSpPr>
            <p:spPr>
              <a:xfrm>
                <a:off x="1804113" y="2470563"/>
                <a:ext cx="56991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66" extrusionOk="0">
                    <a:moveTo>
                      <a:pt x="0" y="10"/>
                    </a:moveTo>
                    <a:cubicBezTo>
                      <a:pt x="0" y="6"/>
                      <a:pt x="1" y="3"/>
                      <a:pt x="2" y="0"/>
                    </a:cubicBezTo>
                    <a:cubicBezTo>
                      <a:pt x="219" y="28"/>
                      <a:pt x="219" y="28"/>
                      <a:pt x="219" y="28"/>
                    </a:cubicBezTo>
                    <a:cubicBezTo>
                      <a:pt x="219" y="66"/>
                      <a:pt x="219" y="66"/>
                      <a:pt x="219" y="66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1" y="23"/>
                      <a:pt x="0" y="16"/>
                      <a:pt x="0" y="1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15"/>
              <p:cNvSpPr/>
              <p:nvPr/>
            </p:nvSpPr>
            <p:spPr>
              <a:xfrm>
                <a:off x="2374025" y="2488025"/>
                <a:ext cx="569913" cy="153988"/>
              </a:xfrm>
              <a:custGeom>
                <a:avLst/>
                <a:gdLst/>
                <a:ahLst/>
                <a:cxnLst/>
                <a:rect l="l" t="t" r="r" b="b"/>
                <a:pathLst>
                  <a:path w="359" h="97" extrusionOk="0">
                    <a:moveTo>
                      <a:pt x="0" y="97"/>
                    </a:moveTo>
                    <a:lnTo>
                      <a:pt x="0" y="35"/>
                    </a:lnTo>
                    <a:lnTo>
                      <a:pt x="359" y="0"/>
                    </a:lnTo>
                    <a:lnTo>
                      <a:pt x="357" y="53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15"/>
              <p:cNvSpPr/>
              <p:nvPr/>
            </p:nvSpPr>
            <p:spPr>
              <a:xfrm>
                <a:off x="2374025" y="2472150"/>
                <a:ext cx="576263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18" extrusionOk="0">
                    <a:moveTo>
                      <a:pt x="360" y="71"/>
                    </a:moveTo>
                    <a:lnTo>
                      <a:pt x="0" y="118"/>
                    </a:lnTo>
                    <a:lnTo>
                      <a:pt x="0" y="107"/>
                    </a:lnTo>
                    <a:lnTo>
                      <a:pt x="357" y="63"/>
                    </a:lnTo>
                    <a:lnTo>
                      <a:pt x="359" y="10"/>
                    </a:lnTo>
                    <a:lnTo>
                      <a:pt x="0" y="45"/>
                    </a:lnTo>
                    <a:lnTo>
                      <a:pt x="0" y="33"/>
                    </a:lnTo>
                    <a:lnTo>
                      <a:pt x="363" y="0"/>
                    </a:lnTo>
                    <a:lnTo>
                      <a:pt x="360" y="7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15"/>
              <p:cNvSpPr/>
              <p:nvPr/>
            </p:nvSpPr>
            <p:spPr>
              <a:xfrm>
                <a:off x="2374025" y="2472150"/>
                <a:ext cx="576263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18" extrusionOk="0">
                    <a:moveTo>
                      <a:pt x="360" y="71"/>
                    </a:moveTo>
                    <a:lnTo>
                      <a:pt x="0" y="118"/>
                    </a:lnTo>
                    <a:lnTo>
                      <a:pt x="0" y="107"/>
                    </a:lnTo>
                    <a:lnTo>
                      <a:pt x="357" y="63"/>
                    </a:lnTo>
                    <a:lnTo>
                      <a:pt x="359" y="10"/>
                    </a:lnTo>
                    <a:lnTo>
                      <a:pt x="0" y="45"/>
                    </a:lnTo>
                    <a:lnTo>
                      <a:pt x="0" y="33"/>
                    </a:lnTo>
                    <a:lnTo>
                      <a:pt x="363" y="0"/>
                    </a:lnTo>
                    <a:lnTo>
                      <a:pt x="360" y="7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15"/>
              <p:cNvSpPr/>
              <p:nvPr/>
            </p:nvSpPr>
            <p:spPr>
              <a:xfrm>
                <a:off x="1804113" y="2422938"/>
                <a:ext cx="114617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64" extrusionOk="0">
                    <a:moveTo>
                      <a:pt x="0" y="20"/>
                    </a:moveTo>
                    <a:lnTo>
                      <a:pt x="339" y="0"/>
                    </a:lnTo>
                    <a:lnTo>
                      <a:pt x="722" y="31"/>
                    </a:lnTo>
                    <a:lnTo>
                      <a:pt x="359" y="64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A7C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15"/>
              <p:cNvSpPr/>
              <p:nvPr/>
            </p:nvSpPr>
            <p:spPr>
              <a:xfrm>
                <a:off x="1804113" y="2422938"/>
                <a:ext cx="114617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64" extrusionOk="0">
                    <a:moveTo>
                      <a:pt x="0" y="20"/>
                    </a:moveTo>
                    <a:lnTo>
                      <a:pt x="339" y="0"/>
                    </a:lnTo>
                    <a:lnTo>
                      <a:pt x="722" y="31"/>
                    </a:lnTo>
                    <a:lnTo>
                      <a:pt x="359" y="64"/>
                    </a:lnTo>
                    <a:lnTo>
                      <a:pt x="0" y="2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15"/>
              <p:cNvSpPr/>
              <p:nvPr/>
            </p:nvSpPr>
            <p:spPr>
              <a:xfrm>
                <a:off x="2399425" y="2597563"/>
                <a:ext cx="161925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9" extrusionOk="0">
                    <a:moveTo>
                      <a:pt x="49" y="0"/>
                    </a:moveTo>
                    <a:cubicBezTo>
                      <a:pt x="33" y="0"/>
                      <a:pt x="16" y="4"/>
                      <a:pt x="0" y="7"/>
                    </a:cubicBezTo>
                    <a:cubicBezTo>
                      <a:pt x="20" y="9"/>
                      <a:pt x="41" y="6"/>
                      <a:pt x="60" y="0"/>
                    </a:cubicBezTo>
                    <a:cubicBezTo>
                      <a:pt x="61" y="0"/>
                      <a:pt x="61" y="0"/>
                      <a:pt x="62" y="0"/>
                    </a:cubicBezTo>
                    <a:cubicBezTo>
                      <a:pt x="58" y="0"/>
                      <a:pt x="53" y="0"/>
                      <a:pt x="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15"/>
              <p:cNvSpPr/>
              <p:nvPr/>
            </p:nvSpPr>
            <p:spPr>
              <a:xfrm>
                <a:off x="2485150" y="2565813"/>
                <a:ext cx="65088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25" h="4" extrusionOk="0">
                    <a:moveTo>
                      <a:pt x="0" y="3"/>
                    </a:moveTo>
                    <a:cubicBezTo>
                      <a:pt x="8" y="4"/>
                      <a:pt x="17" y="3"/>
                      <a:pt x="25" y="1"/>
                    </a:cubicBezTo>
                    <a:cubicBezTo>
                      <a:pt x="16" y="0"/>
                      <a:pt x="8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15"/>
              <p:cNvSpPr/>
              <p:nvPr/>
            </p:nvSpPr>
            <p:spPr>
              <a:xfrm>
                <a:off x="2570875" y="2568988"/>
                <a:ext cx="6826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26" h="4" extrusionOk="0">
                    <a:moveTo>
                      <a:pt x="0" y="3"/>
                    </a:moveTo>
                    <a:cubicBezTo>
                      <a:pt x="9" y="4"/>
                      <a:pt x="17" y="3"/>
                      <a:pt x="26" y="1"/>
                    </a:cubicBezTo>
                    <a:cubicBezTo>
                      <a:pt x="17" y="0"/>
                      <a:pt x="8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15"/>
              <p:cNvSpPr/>
              <p:nvPr/>
            </p:nvSpPr>
            <p:spPr>
              <a:xfrm>
                <a:off x="2756613" y="2519775"/>
                <a:ext cx="150813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58" h="8" extrusionOk="0">
                    <a:moveTo>
                      <a:pt x="0" y="6"/>
                    </a:moveTo>
                    <a:cubicBezTo>
                      <a:pt x="19" y="8"/>
                      <a:pt x="39" y="6"/>
                      <a:pt x="58" y="2"/>
                    </a:cubicBezTo>
                    <a:cubicBezTo>
                      <a:pt x="39" y="0"/>
                      <a:pt x="19" y="1"/>
                      <a:pt x="0" y="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15"/>
              <p:cNvSpPr/>
              <p:nvPr/>
            </p:nvSpPr>
            <p:spPr>
              <a:xfrm>
                <a:off x="2129550" y="2535650"/>
                <a:ext cx="15557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0" extrusionOk="0">
                    <a:moveTo>
                      <a:pt x="59" y="9"/>
                    </a:moveTo>
                    <a:cubicBezTo>
                      <a:pt x="50" y="6"/>
                      <a:pt x="40" y="3"/>
                      <a:pt x="31" y="1"/>
                    </a:cubicBezTo>
                    <a:cubicBezTo>
                      <a:pt x="21" y="0"/>
                      <a:pt x="10" y="0"/>
                      <a:pt x="0" y="0"/>
                    </a:cubicBezTo>
                    <a:cubicBezTo>
                      <a:pt x="15" y="4"/>
                      <a:pt x="31" y="7"/>
                      <a:pt x="44" y="8"/>
                    </a:cubicBezTo>
                    <a:cubicBezTo>
                      <a:pt x="49" y="9"/>
                      <a:pt x="55" y="9"/>
                      <a:pt x="60" y="10"/>
                    </a:cubicBezTo>
                    <a:cubicBezTo>
                      <a:pt x="60" y="10"/>
                      <a:pt x="59" y="9"/>
                      <a:pt x="59" y="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15"/>
              <p:cNvSpPr/>
              <p:nvPr/>
            </p:nvSpPr>
            <p:spPr>
              <a:xfrm>
                <a:off x="2296238" y="2551525"/>
                <a:ext cx="412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6" h="3" extrusionOk="0">
                    <a:moveTo>
                      <a:pt x="0" y="0"/>
                    </a:moveTo>
                    <a:cubicBezTo>
                      <a:pt x="5" y="2"/>
                      <a:pt x="11" y="3"/>
                      <a:pt x="16" y="3"/>
                    </a:cubicBezTo>
                    <a:cubicBezTo>
                      <a:pt x="11" y="1"/>
                      <a:pt x="6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15"/>
              <p:cNvSpPr/>
              <p:nvPr/>
            </p:nvSpPr>
            <p:spPr>
              <a:xfrm>
                <a:off x="2297825" y="2565813"/>
                <a:ext cx="39688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15" h="3" extrusionOk="0">
                    <a:moveTo>
                      <a:pt x="0" y="1"/>
                    </a:moveTo>
                    <a:cubicBezTo>
                      <a:pt x="5" y="2"/>
                      <a:pt x="10" y="3"/>
                      <a:pt x="15" y="2"/>
                    </a:cubicBezTo>
                    <a:cubicBezTo>
                      <a:pt x="10" y="1"/>
                      <a:pt x="5" y="0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15"/>
              <p:cNvSpPr/>
              <p:nvPr/>
            </p:nvSpPr>
            <p:spPr>
              <a:xfrm>
                <a:off x="1889838" y="2535650"/>
                <a:ext cx="125413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8" h="8" extrusionOk="0">
                    <a:moveTo>
                      <a:pt x="0" y="0"/>
                    </a:moveTo>
                    <a:cubicBezTo>
                      <a:pt x="16" y="5"/>
                      <a:pt x="32" y="8"/>
                      <a:pt x="48" y="8"/>
                    </a:cubicBezTo>
                    <a:cubicBezTo>
                      <a:pt x="33" y="2"/>
                      <a:pt x="17" y="0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15"/>
              <p:cNvSpPr/>
              <p:nvPr/>
            </p:nvSpPr>
            <p:spPr>
              <a:xfrm>
                <a:off x="1804113" y="2422938"/>
                <a:ext cx="1146176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9" extrusionOk="0">
                    <a:moveTo>
                      <a:pt x="207" y="0"/>
                    </a:moveTo>
                    <a:cubicBezTo>
                      <a:pt x="167" y="2"/>
                      <a:pt x="167" y="2"/>
                      <a:pt x="167" y="2"/>
                    </a:cubicBezTo>
                    <a:cubicBezTo>
                      <a:pt x="169" y="11"/>
                      <a:pt x="173" y="20"/>
                      <a:pt x="179" y="27"/>
                    </a:cubicBezTo>
                    <a:cubicBezTo>
                      <a:pt x="180" y="28"/>
                      <a:pt x="180" y="28"/>
                      <a:pt x="180" y="28"/>
                    </a:cubicBezTo>
                    <a:cubicBezTo>
                      <a:pt x="103" y="14"/>
                      <a:pt x="103" y="14"/>
                      <a:pt x="103" y="14"/>
                    </a:cubicBezTo>
                    <a:cubicBezTo>
                      <a:pt x="101" y="11"/>
                      <a:pt x="99" y="9"/>
                      <a:pt x="97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19" y="39"/>
                      <a:pt x="219" y="39"/>
                      <a:pt x="219" y="39"/>
                    </a:cubicBezTo>
                    <a:cubicBezTo>
                      <a:pt x="441" y="19"/>
                      <a:pt x="441" y="19"/>
                      <a:pt x="441" y="19"/>
                    </a:cubicBezTo>
                    <a:cubicBezTo>
                      <a:pt x="207" y="0"/>
                      <a:pt x="207" y="0"/>
                      <a:pt x="207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15"/>
              <p:cNvSpPr/>
              <p:nvPr/>
            </p:nvSpPr>
            <p:spPr>
              <a:xfrm>
                <a:off x="2024775" y="2284825"/>
                <a:ext cx="250825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96" h="81" extrusionOk="0">
                    <a:moveTo>
                      <a:pt x="94" y="80"/>
                    </a:moveTo>
                    <a:cubicBezTo>
                      <a:pt x="76" y="59"/>
                      <a:pt x="77" y="25"/>
                      <a:pt x="96" y="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" y="18"/>
                      <a:pt x="0" y="49"/>
                      <a:pt x="18" y="67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4" y="80"/>
                      <a:pt x="94" y="80"/>
                      <a:pt x="94" y="8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15"/>
              <p:cNvSpPr/>
              <p:nvPr/>
            </p:nvSpPr>
            <p:spPr>
              <a:xfrm>
                <a:off x="2072400" y="2278475"/>
                <a:ext cx="7175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76" h="9" extrusionOk="0">
                    <a:moveTo>
                      <a:pt x="276" y="5"/>
                    </a:moveTo>
                    <a:cubicBezTo>
                      <a:pt x="239" y="5"/>
                      <a:pt x="147" y="9"/>
                      <a:pt x="77" y="8"/>
                    </a:cubicBezTo>
                    <a:cubicBezTo>
                      <a:pt x="43" y="8"/>
                      <a:pt x="17" y="5"/>
                      <a:pt x="0" y="3"/>
                    </a:cubicBezTo>
                    <a:cubicBezTo>
                      <a:pt x="62" y="2"/>
                      <a:pt x="215" y="0"/>
                      <a:pt x="276" y="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15"/>
              <p:cNvSpPr/>
              <p:nvPr/>
            </p:nvSpPr>
            <p:spPr>
              <a:xfrm>
                <a:off x="2223213" y="2291175"/>
                <a:ext cx="566738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218" h="79" extrusionOk="0">
                    <a:moveTo>
                      <a:pt x="14" y="56"/>
                    </a:moveTo>
                    <a:cubicBezTo>
                      <a:pt x="16" y="62"/>
                      <a:pt x="18" y="67"/>
                      <a:pt x="22" y="72"/>
                    </a:cubicBezTo>
                    <a:cubicBezTo>
                      <a:pt x="214" y="63"/>
                      <a:pt x="214" y="63"/>
                      <a:pt x="214" y="63"/>
                    </a:cubicBezTo>
                    <a:cubicBezTo>
                      <a:pt x="216" y="63"/>
                      <a:pt x="216" y="63"/>
                      <a:pt x="216" y="63"/>
                    </a:cubicBezTo>
                    <a:cubicBezTo>
                      <a:pt x="216" y="70"/>
                      <a:pt x="216" y="70"/>
                      <a:pt x="216" y="70"/>
                    </a:cubicBezTo>
                    <a:cubicBezTo>
                      <a:pt x="19" y="79"/>
                      <a:pt x="19" y="79"/>
                      <a:pt x="19" y="79"/>
                    </a:cubicBezTo>
                    <a:cubicBezTo>
                      <a:pt x="0" y="59"/>
                      <a:pt x="1" y="23"/>
                      <a:pt x="20" y="2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7"/>
                      <a:pt x="218" y="7"/>
                      <a:pt x="218" y="7"/>
                    </a:cubicBezTo>
                    <a:cubicBezTo>
                      <a:pt x="213" y="7"/>
                      <a:pt x="213" y="7"/>
                      <a:pt x="213" y="7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12" y="23"/>
                      <a:pt x="9" y="41"/>
                      <a:pt x="14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15"/>
              <p:cNvSpPr/>
              <p:nvPr/>
            </p:nvSpPr>
            <p:spPr>
              <a:xfrm>
                <a:off x="2247025" y="2308638"/>
                <a:ext cx="5302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4" h="64" extrusionOk="0">
                    <a:moveTo>
                      <a:pt x="5" y="50"/>
                    </a:moveTo>
                    <a:cubicBezTo>
                      <a:pt x="0" y="34"/>
                      <a:pt x="3" y="16"/>
                      <a:pt x="13" y="3"/>
                    </a:cubicBezTo>
                    <a:cubicBezTo>
                      <a:pt x="204" y="0"/>
                      <a:pt x="204" y="0"/>
                      <a:pt x="204" y="0"/>
                    </a:cubicBezTo>
                    <a:cubicBezTo>
                      <a:pt x="204" y="0"/>
                      <a:pt x="202" y="56"/>
                      <a:pt x="202" y="56"/>
                    </a:cubicBezTo>
                    <a:cubicBezTo>
                      <a:pt x="13" y="64"/>
                      <a:pt x="13" y="64"/>
                      <a:pt x="13" y="64"/>
                    </a:cubicBezTo>
                    <a:cubicBezTo>
                      <a:pt x="10" y="60"/>
                      <a:pt x="7" y="55"/>
                      <a:pt x="5" y="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15"/>
              <p:cNvSpPr/>
              <p:nvPr/>
            </p:nvSpPr>
            <p:spPr>
              <a:xfrm>
                <a:off x="2770900" y="2451513"/>
                <a:ext cx="14288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5" h="1" extrusionOk="0">
                    <a:moveTo>
                      <a:pt x="0" y="0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4" y="1"/>
                      <a:pt x="2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AA9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15"/>
              <p:cNvSpPr/>
              <p:nvPr/>
            </p:nvSpPr>
            <p:spPr>
              <a:xfrm>
                <a:off x="2153363" y="2291175"/>
                <a:ext cx="4127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6" h="73" extrusionOk="0">
                    <a:moveTo>
                      <a:pt x="7" y="39"/>
                    </a:moveTo>
                    <a:cubicBezTo>
                      <a:pt x="7" y="26"/>
                      <a:pt x="10" y="12"/>
                      <a:pt x="16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3" y="12"/>
                      <a:pt x="0" y="26"/>
                      <a:pt x="0" y="39"/>
                    </a:cubicBezTo>
                    <a:cubicBezTo>
                      <a:pt x="0" y="50"/>
                      <a:pt x="2" y="61"/>
                      <a:pt x="5" y="72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9" y="62"/>
                      <a:pt x="7" y="51"/>
                      <a:pt x="7" y="39"/>
                    </a:cubicBezTo>
                    <a:close/>
                  </a:path>
                </a:pathLst>
              </a:cu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15"/>
              <p:cNvSpPr/>
              <p:nvPr/>
            </p:nvSpPr>
            <p:spPr>
              <a:xfrm>
                <a:off x="2189875" y="2292763"/>
                <a:ext cx="46038" cy="195263"/>
              </a:xfrm>
              <a:custGeom>
                <a:avLst/>
                <a:gdLst/>
                <a:ahLst/>
                <a:cxnLst/>
                <a:rect l="l" t="t" r="r" b="b"/>
                <a:pathLst>
                  <a:path w="18" h="75" extrusionOk="0">
                    <a:moveTo>
                      <a:pt x="7" y="39"/>
                    </a:moveTo>
                    <a:cubicBezTo>
                      <a:pt x="7" y="25"/>
                      <a:pt x="11" y="12"/>
                      <a:pt x="1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12"/>
                      <a:pt x="1" y="25"/>
                      <a:pt x="0" y="39"/>
                    </a:cubicBezTo>
                    <a:cubicBezTo>
                      <a:pt x="0" y="51"/>
                      <a:pt x="3" y="63"/>
                      <a:pt x="7" y="74"/>
                    </a:cubicBezTo>
                    <a:cubicBezTo>
                      <a:pt x="15" y="75"/>
                      <a:pt x="15" y="75"/>
                      <a:pt x="15" y="75"/>
                    </a:cubicBezTo>
                    <a:cubicBezTo>
                      <a:pt x="9" y="64"/>
                      <a:pt x="7" y="52"/>
                      <a:pt x="7" y="39"/>
                    </a:cubicBezTo>
                    <a:close/>
                  </a:path>
                </a:pathLst>
              </a:cu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15"/>
              <p:cNvSpPr/>
              <p:nvPr/>
            </p:nvSpPr>
            <p:spPr>
              <a:xfrm>
                <a:off x="2051763" y="2343563"/>
                <a:ext cx="20700" cy="57300"/>
              </a:xfrm>
              <a:prstGeom prst="ellipse">
                <a:avLst/>
              </a:pr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15"/>
              <p:cNvSpPr/>
              <p:nvPr/>
            </p:nvSpPr>
            <p:spPr>
              <a:xfrm>
                <a:off x="2348625" y="2329275"/>
                <a:ext cx="176213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68" h="7" extrusionOk="0">
                    <a:moveTo>
                      <a:pt x="35" y="0"/>
                    </a:moveTo>
                    <a:cubicBezTo>
                      <a:pt x="23" y="0"/>
                      <a:pt x="11" y="2"/>
                      <a:pt x="0" y="4"/>
                    </a:cubicBezTo>
                    <a:cubicBezTo>
                      <a:pt x="23" y="7"/>
                      <a:pt x="46" y="6"/>
                      <a:pt x="68" y="2"/>
                    </a:cubicBezTo>
                    <a:cubicBezTo>
                      <a:pt x="57" y="1"/>
                      <a:pt x="46" y="0"/>
                      <a:pt x="3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15"/>
              <p:cNvSpPr/>
              <p:nvPr/>
            </p:nvSpPr>
            <p:spPr>
              <a:xfrm>
                <a:off x="2574050" y="2311813"/>
                <a:ext cx="1746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67" h="8" extrusionOk="0">
                    <a:moveTo>
                      <a:pt x="65" y="3"/>
                    </a:moveTo>
                    <a:cubicBezTo>
                      <a:pt x="44" y="0"/>
                      <a:pt x="22" y="1"/>
                      <a:pt x="0" y="6"/>
                    </a:cubicBezTo>
                    <a:cubicBezTo>
                      <a:pt x="17" y="7"/>
                      <a:pt x="34" y="8"/>
                      <a:pt x="51" y="5"/>
                    </a:cubicBezTo>
                    <a:cubicBezTo>
                      <a:pt x="56" y="4"/>
                      <a:pt x="62" y="4"/>
                      <a:pt x="67" y="3"/>
                    </a:cubicBezTo>
                    <a:cubicBezTo>
                      <a:pt x="66" y="3"/>
                      <a:pt x="66" y="3"/>
                      <a:pt x="65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15"/>
              <p:cNvSpPr/>
              <p:nvPr/>
            </p:nvSpPr>
            <p:spPr>
              <a:xfrm>
                <a:off x="2713750" y="2332450"/>
                <a:ext cx="31750" cy="4763"/>
              </a:xfrm>
              <a:custGeom>
                <a:avLst/>
                <a:gdLst/>
                <a:ahLst/>
                <a:cxnLst/>
                <a:rect l="l" t="t" r="r" b="b"/>
                <a:pathLst>
                  <a:path w="12" h="2" extrusionOk="0">
                    <a:moveTo>
                      <a:pt x="0" y="1"/>
                    </a:moveTo>
                    <a:cubicBezTo>
                      <a:pt x="4" y="2"/>
                      <a:pt x="8" y="1"/>
                      <a:pt x="12" y="1"/>
                    </a:cubicBezTo>
                    <a:cubicBezTo>
                      <a:pt x="8" y="0"/>
                      <a:pt x="4" y="0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15"/>
              <p:cNvSpPr/>
              <p:nvPr/>
            </p:nvSpPr>
            <p:spPr>
              <a:xfrm>
                <a:off x="2591513" y="2345150"/>
                <a:ext cx="34925" cy="4763"/>
              </a:xfrm>
              <a:custGeom>
                <a:avLst/>
                <a:gdLst/>
                <a:ahLst/>
                <a:cxnLst/>
                <a:rect l="l" t="t" r="r" b="b"/>
                <a:pathLst>
                  <a:path w="13" h="2" extrusionOk="0">
                    <a:moveTo>
                      <a:pt x="0" y="2"/>
                    </a:moveTo>
                    <a:cubicBezTo>
                      <a:pt x="4" y="2"/>
                      <a:pt x="9" y="2"/>
                      <a:pt x="13" y="1"/>
                    </a:cubicBezTo>
                    <a:cubicBezTo>
                      <a:pt x="8" y="0"/>
                      <a:pt x="4" y="1"/>
                      <a:pt x="0" y="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15"/>
              <p:cNvSpPr/>
              <p:nvPr/>
            </p:nvSpPr>
            <p:spPr>
              <a:xfrm>
                <a:off x="2537538" y="2430875"/>
                <a:ext cx="8096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31" h="4" extrusionOk="0">
                    <a:moveTo>
                      <a:pt x="0" y="3"/>
                    </a:moveTo>
                    <a:cubicBezTo>
                      <a:pt x="10" y="4"/>
                      <a:pt x="21" y="3"/>
                      <a:pt x="31" y="1"/>
                    </a:cubicBezTo>
                    <a:cubicBezTo>
                      <a:pt x="21" y="0"/>
                      <a:pt x="10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15"/>
              <p:cNvSpPr/>
              <p:nvPr/>
            </p:nvSpPr>
            <p:spPr>
              <a:xfrm>
                <a:off x="2283538" y="2361025"/>
                <a:ext cx="952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37" h="4" extrusionOk="0">
                    <a:moveTo>
                      <a:pt x="0" y="2"/>
                    </a:moveTo>
                    <a:cubicBezTo>
                      <a:pt x="12" y="4"/>
                      <a:pt x="24" y="4"/>
                      <a:pt x="37" y="2"/>
                    </a:cubicBezTo>
                    <a:cubicBezTo>
                      <a:pt x="24" y="0"/>
                      <a:pt x="12" y="0"/>
                      <a:pt x="0" y="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15"/>
              <p:cNvSpPr/>
              <p:nvPr/>
            </p:nvSpPr>
            <p:spPr>
              <a:xfrm>
                <a:off x="2345450" y="2389600"/>
                <a:ext cx="52388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20" h="3" extrusionOk="0">
                    <a:moveTo>
                      <a:pt x="0" y="3"/>
                    </a:moveTo>
                    <a:cubicBezTo>
                      <a:pt x="7" y="3"/>
                      <a:pt x="14" y="3"/>
                      <a:pt x="20" y="1"/>
                    </a:cubicBezTo>
                    <a:cubicBezTo>
                      <a:pt x="14" y="0"/>
                      <a:pt x="7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15"/>
              <p:cNvSpPr/>
              <p:nvPr/>
            </p:nvSpPr>
            <p:spPr>
              <a:xfrm>
                <a:off x="2647075" y="2321338"/>
                <a:ext cx="523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72" extrusionOk="0">
                    <a:moveTo>
                      <a:pt x="0" y="0"/>
                    </a:moveTo>
                    <a:lnTo>
                      <a:pt x="16" y="0"/>
                    </a:lnTo>
                    <a:lnTo>
                      <a:pt x="18" y="0"/>
                    </a:lnTo>
                    <a:lnTo>
                      <a:pt x="33" y="0"/>
                    </a:lnTo>
                    <a:lnTo>
                      <a:pt x="33" y="69"/>
                    </a:lnTo>
                    <a:lnTo>
                      <a:pt x="16" y="58"/>
                    </a:lnTo>
                    <a:lnTo>
                      <a:pt x="0" y="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15"/>
              <p:cNvSpPr/>
              <p:nvPr/>
            </p:nvSpPr>
            <p:spPr>
              <a:xfrm>
                <a:off x="2280363" y="2451513"/>
                <a:ext cx="49847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10" extrusionOk="0">
                    <a:moveTo>
                      <a:pt x="192" y="1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10"/>
                      <a:pt x="190" y="0"/>
                      <a:pt x="1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8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596" name="Google Shape;596;p18"/>
          <p:cNvGrpSpPr/>
          <p:nvPr/>
        </p:nvGrpSpPr>
        <p:grpSpPr>
          <a:xfrm>
            <a:off x="-529190" y="278875"/>
            <a:ext cx="10202325" cy="5469442"/>
            <a:chOff x="-493653" y="162250"/>
            <a:chExt cx="10202325" cy="5469442"/>
          </a:xfrm>
        </p:grpSpPr>
        <p:grpSp>
          <p:nvGrpSpPr>
            <p:cNvPr id="597" name="Google Shape;597;p18"/>
            <p:cNvGrpSpPr/>
            <p:nvPr/>
          </p:nvGrpSpPr>
          <p:grpSpPr>
            <a:xfrm rot="4441883">
              <a:off x="1025038" y="4660429"/>
              <a:ext cx="363995" cy="216192"/>
              <a:chOff x="6191763" y="4215150"/>
              <a:chExt cx="261938" cy="155576"/>
            </a:xfrm>
          </p:grpSpPr>
          <p:sp>
            <p:nvSpPr>
              <p:cNvPr id="598" name="Google Shape;598;p18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18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18"/>
            <p:cNvGrpSpPr/>
            <p:nvPr/>
          </p:nvGrpSpPr>
          <p:grpSpPr>
            <a:xfrm rot="-3517380">
              <a:off x="8280992" y="426290"/>
              <a:ext cx="1023286" cy="1521838"/>
              <a:chOff x="10437913" y="1585525"/>
              <a:chExt cx="1489075" cy="2214563"/>
            </a:xfrm>
          </p:grpSpPr>
          <p:sp>
            <p:nvSpPr>
              <p:cNvPr id="601" name="Google Shape;601;p18"/>
              <p:cNvSpPr/>
              <p:nvPr/>
            </p:nvSpPr>
            <p:spPr>
              <a:xfrm>
                <a:off x="10437913" y="2311013"/>
                <a:ext cx="1074738" cy="1489075"/>
              </a:xfrm>
              <a:custGeom>
                <a:avLst/>
                <a:gdLst/>
                <a:ahLst/>
                <a:cxnLst/>
                <a:rect l="l" t="t" r="r" b="b"/>
                <a:pathLst>
                  <a:path w="353" h="489" extrusionOk="0">
                    <a:moveTo>
                      <a:pt x="35" y="475"/>
                    </a:moveTo>
                    <a:cubicBezTo>
                      <a:pt x="28" y="485"/>
                      <a:pt x="21" y="489"/>
                      <a:pt x="12" y="483"/>
                    </a:cubicBezTo>
                    <a:cubicBezTo>
                      <a:pt x="10" y="481"/>
                      <a:pt x="10" y="481"/>
                      <a:pt x="10" y="481"/>
                    </a:cubicBezTo>
                    <a:cubicBezTo>
                      <a:pt x="0" y="475"/>
                      <a:pt x="2" y="467"/>
                      <a:pt x="8" y="457"/>
                    </a:cubicBezTo>
                    <a:cubicBezTo>
                      <a:pt x="298" y="10"/>
                      <a:pt x="298" y="10"/>
                      <a:pt x="298" y="10"/>
                    </a:cubicBezTo>
                    <a:cubicBezTo>
                      <a:pt x="304" y="0"/>
                      <a:pt x="316" y="4"/>
                      <a:pt x="326" y="11"/>
                    </a:cubicBezTo>
                    <a:cubicBezTo>
                      <a:pt x="335" y="17"/>
                      <a:pt x="335" y="17"/>
                      <a:pt x="335" y="17"/>
                    </a:cubicBezTo>
                    <a:cubicBezTo>
                      <a:pt x="345" y="24"/>
                      <a:pt x="353" y="33"/>
                      <a:pt x="346" y="43"/>
                    </a:cubicBezTo>
                    <a:lnTo>
                      <a:pt x="35" y="4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18"/>
              <p:cNvSpPr/>
              <p:nvPr/>
            </p:nvSpPr>
            <p:spPr>
              <a:xfrm>
                <a:off x="11293575" y="1976050"/>
                <a:ext cx="436563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74" extrusionOk="0">
                    <a:moveTo>
                      <a:pt x="62" y="164"/>
                    </a:moveTo>
                    <a:cubicBezTo>
                      <a:pt x="55" y="174"/>
                      <a:pt x="48" y="167"/>
                      <a:pt x="38" y="160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9" y="141"/>
                      <a:pt x="0" y="136"/>
                      <a:pt x="7" y="126"/>
                    </a:cubicBezTo>
                    <a:cubicBezTo>
                      <a:pt x="100" y="10"/>
                      <a:pt x="100" y="10"/>
                      <a:pt x="100" y="10"/>
                    </a:cubicBezTo>
                    <a:cubicBezTo>
                      <a:pt x="107" y="0"/>
                      <a:pt x="112" y="5"/>
                      <a:pt x="122" y="12"/>
                    </a:cubicBezTo>
                    <a:cubicBezTo>
                      <a:pt x="127" y="15"/>
                      <a:pt x="127" y="15"/>
                      <a:pt x="127" y="15"/>
                    </a:cubicBezTo>
                    <a:cubicBezTo>
                      <a:pt x="137" y="22"/>
                      <a:pt x="143" y="25"/>
                      <a:pt x="137" y="35"/>
                    </a:cubicBezTo>
                    <a:lnTo>
                      <a:pt x="62" y="1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18"/>
              <p:cNvSpPr/>
              <p:nvPr/>
            </p:nvSpPr>
            <p:spPr>
              <a:xfrm>
                <a:off x="11519000" y="1585525"/>
                <a:ext cx="407988" cy="630238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07" extrusionOk="0">
                    <a:moveTo>
                      <a:pt x="42" y="149"/>
                    </a:moveTo>
                    <a:cubicBezTo>
                      <a:pt x="0" y="121"/>
                      <a:pt x="16" y="93"/>
                      <a:pt x="44" y="76"/>
                    </a:cubicBezTo>
                    <a:cubicBezTo>
                      <a:pt x="71" y="58"/>
                      <a:pt x="119" y="34"/>
                      <a:pt x="134" y="0"/>
                    </a:cubicBezTo>
                    <a:cubicBezTo>
                      <a:pt x="121" y="53"/>
                      <a:pt x="128" y="207"/>
                      <a:pt x="42" y="14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18"/>
              <p:cNvSpPr/>
              <p:nvPr/>
            </p:nvSpPr>
            <p:spPr>
              <a:xfrm>
                <a:off x="11641238" y="1720463"/>
                <a:ext cx="222250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73" h="74" extrusionOk="0">
                    <a:moveTo>
                      <a:pt x="73" y="0"/>
                    </a:moveTo>
                    <a:cubicBezTo>
                      <a:pt x="71" y="2"/>
                      <a:pt x="69" y="4"/>
                      <a:pt x="68" y="5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59" y="12"/>
                      <a:pt x="55" y="15"/>
                      <a:pt x="51" y="17"/>
                    </a:cubicBezTo>
                    <a:cubicBezTo>
                      <a:pt x="44" y="22"/>
                      <a:pt x="36" y="27"/>
                      <a:pt x="29" y="32"/>
                    </a:cubicBezTo>
                    <a:cubicBezTo>
                      <a:pt x="21" y="37"/>
                      <a:pt x="14" y="42"/>
                      <a:pt x="9" y="49"/>
                    </a:cubicBezTo>
                    <a:cubicBezTo>
                      <a:pt x="4" y="56"/>
                      <a:pt x="1" y="65"/>
                      <a:pt x="0" y="74"/>
                    </a:cubicBezTo>
                    <a:cubicBezTo>
                      <a:pt x="0" y="72"/>
                      <a:pt x="0" y="69"/>
                      <a:pt x="0" y="67"/>
                    </a:cubicBezTo>
                    <a:cubicBezTo>
                      <a:pt x="0" y="65"/>
                      <a:pt x="1" y="62"/>
                      <a:pt x="1" y="60"/>
                    </a:cubicBezTo>
                    <a:cubicBezTo>
                      <a:pt x="2" y="58"/>
                      <a:pt x="2" y="56"/>
                      <a:pt x="3" y="54"/>
                    </a:cubicBezTo>
                    <a:cubicBezTo>
                      <a:pt x="4" y="52"/>
                      <a:pt x="5" y="50"/>
                      <a:pt x="7" y="47"/>
                    </a:cubicBezTo>
                    <a:cubicBezTo>
                      <a:pt x="12" y="40"/>
                      <a:pt x="19" y="34"/>
                      <a:pt x="26" y="29"/>
                    </a:cubicBezTo>
                    <a:cubicBezTo>
                      <a:pt x="34" y="23"/>
                      <a:pt x="42" y="19"/>
                      <a:pt x="50" y="15"/>
                    </a:cubicBezTo>
                    <a:cubicBezTo>
                      <a:pt x="58" y="10"/>
                      <a:pt x="65" y="6"/>
                      <a:pt x="7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18"/>
              <p:cNvSpPr/>
              <p:nvPr/>
            </p:nvSpPr>
            <p:spPr>
              <a:xfrm>
                <a:off x="11653938" y="1764913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66" h="75" extrusionOk="0">
                    <a:moveTo>
                      <a:pt x="66" y="0"/>
                    </a:moveTo>
                    <a:cubicBezTo>
                      <a:pt x="57" y="15"/>
                      <a:pt x="47" y="28"/>
                      <a:pt x="36" y="40"/>
                    </a:cubicBezTo>
                    <a:cubicBezTo>
                      <a:pt x="25" y="53"/>
                      <a:pt x="13" y="64"/>
                      <a:pt x="0" y="75"/>
                    </a:cubicBezTo>
                    <a:cubicBezTo>
                      <a:pt x="11" y="62"/>
                      <a:pt x="22" y="50"/>
                      <a:pt x="33" y="38"/>
                    </a:cubicBezTo>
                    <a:cubicBezTo>
                      <a:pt x="44" y="25"/>
                      <a:pt x="55" y="13"/>
                      <a:pt x="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18"/>
              <p:cNvSpPr/>
              <p:nvPr/>
            </p:nvSpPr>
            <p:spPr>
              <a:xfrm>
                <a:off x="11707913" y="1817300"/>
                <a:ext cx="149225" cy="2127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70" extrusionOk="0">
                    <a:moveTo>
                      <a:pt x="49" y="0"/>
                    </a:moveTo>
                    <a:cubicBezTo>
                      <a:pt x="45" y="15"/>
                      <a:pt x="42" y="30"/>
                      <a:pt x="35" y="43"/>
                    </a:cubicBezTo>
                    <a:cubicBezTo>
                      <a:pt x="32" y="50"/>
                      <a:pt x="27" y="57"/>
                      <a:pt x="21" y="62"/>
                    </a:cubicBezTo>
                    <a:cubicBezTo>
                      <a:pt x="15" y="66"/>
                      <a:pt x="7" y="69"/>
                      <a:pt x="0" y="70"/>
                    </a:cubicBezTo>
                    <a:cubicBezTo>
                      <a:pt x="7" y="68"/>
                      <a:pt x="13" y="64"/>
                      <a:pt x="19" y="59"/>
                    </a:cubicBezTo>
                    <a:cubicBezTo>
                      <a:pt x="24" y="54"/>
                      <a:pt x="28" y="48"/>
                      <a:pt x="32" y="42"/>
                    </a:cubicBezTo>
                    <a:cubicBezTo>
                      <a:pt x="38" y="29"/>
                      <a:pt x="42" y="14"/>
                      <a:pt x="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7" name="Google Shape;607;p18"/>
            <p:cNvSpPr/>
            <p:nvPr/>
          </p:nvSpPr>
          <p:spPr>
            <a:xfrm>
              <a:off x="8831348" y="162250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8" name="Google Shape;608;p18"/>
            <p:cNvGrpSpPr/>
            <p:nvPr/>
          </p:nvGrpSpPr>
          <p:grpSpPr>
            <a:xfrm rot="3631389">
              <a:off x="-208254" y="4133383"/>
              <a:ext cx="1159209" cy="1332017"/>
              <a:chOff x="5652063" y="1771263"/>
              <a:chExt cx="1714500" cy="1970087"/>
            </a:xfrm>
          </p:grpSpPr>
          <p:sp>
            <p:nvSpPr>
              <p:cNvPr id="609" name="Google Shape;609;p18"/>
              <p:cNvSpPr/>
              <p:nvPr/>
            </p:nvSpPr>
            <p:spPr>
              <a:xfrm>
                <a:off x="6272775" y="3138100"/>
                <a:ext cx="1093788" cy="603250"/>
              </a:xfrm>
              <a:custGeom>
                <a:avLst/>
                <a:gdLst/>
                <a:ahLst/>
                <a:cxnLst/>
                <a:rect l="l" t="t" r="r" b="b"/>
                <a:pathLst>
                  <a:path w="689" h="380" extrusionOk="0">
                    <a:moveTo>
                      <a:pt x="689" y="83"/>
                    </a:moveTo>
                    <a:lnTo>
                      <a:pt x="39" y="380"/>
                    </a:lnTo>
                    <a:lnTo>
                      <a:pt x="0" y="296"/>
                    </a:lnTo>
                    <a:lnTo>
                      <a:pt x="650" y="0"/>
                    </a:lnTo>
                    <a:lnTo>
                      <a:pt x="689" y="8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18"/>
              <p:cNvSpPr/>
              <p:nvPr/>
            </p:nvSpPr>
            <p:spPr>
              <a:xfrm>
                <a:off x="6348975" y="3233350"/>
                <a:ext cx="9620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88" extrusionOk="0">
                    <a:moveTo>
                      <a:pt x="606" y="15"/>
                    </a:moveTo>
                    <a:lnTo>
                      <a:pt x="8" y="288"/>
                    </a:lnTo>
                    <a:lnTo>
                      <a:pt x="0" y="272"/>
                    </a:lnTo>
                    <a:lnTo>
                      <a:pt x="600" y="0"/>
                    </a:lnTo>
                    <a:lnTo>
                      <a:pt x="606" y="1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18"/>
              <p:cNvSpPr/>
              <p:nvPr/>
            </p:nvSpPr>
            <p:spPr>
              <a:xfrm>
                <a:off x="5652063" y="1771263"/>
                <a:ext cx="1671638" cy="1873250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180" extrusionOk="0">
                    <a:moveTo>
                      <a:pt x="1053" y="882"/>
                    </a:moveTo>
                    <a:lnTo>
                      <a:pt x="403" y="1180"/>
                    </a:lnTo>
                    <a:lnTo>
                      <a:pt x="0" y="297"/>
                    </a:lnTo>
                    <a:lnTo>
                      <a:pt x="650" y="0"/>
                    </a:lnTo>
                    <a:lnTo>
                      <a:pt x="1053" y="8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18"/>
              <p:cNvSpPr/>
              <p:nvPr/>
            </p:nvSpPr>
            <p:spPr>
              <a:xfrm>
                <a:off x="5996550" y="2139563"/>
                <a:ext cx="747713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471" h="389" extrusionOk="0">
                    <a:moveTo>
                      <a:pt x="471" y="221"/>
                    </a:moveTo>
                    <a:lnTo>
                      <a:pt x="101" y="389"/>
                    </a:lnTo>
                    <a:lnTo>
                      <a:pt x="0" y="169"/>
                    </a:lnTo>
                    <a:lnTo>
                      <a:pt x="370" y="0"/>
                    </a:lnTo>
                    <a:lnTo>
                      <a:pt x="471" y="22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18"/>
              <p:cNvSpPr/>
              <p:nvPr/>
            </p:nvSpPr>
            <p:spPr>
              <a:xfrm>
                <a:off x="6129900" y="233165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6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18"/>
              <p:cNvSpPr/>
              <p:nvPr/>
            </p:nvSpPr>
            <p:spPr>
              <a:xfrm>
                <a:off x="6090213" y="2249100"/>
                <a:ext cx="481013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50" extrusionOk="0">
                    <a:moveTo>
                      <a:pt x="303" y="13"/>
                    </a:moveTo>
                    <a:lnTo>
                      <a:pt x="8" y="150"/>
                    </a:lnTo>
                    <a:lnTo>
                      <a:pt x="0" y="134"/>
                    </a:lnTo>
                    <a:lnTo>
                      <a:pt x="297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8"/>
              <p:cNvSpPr/>
              <p:nvPr/>
            </p:nvSpPr>
            <p:spPr>
              <a:xfrm>
                <a:off x="6166413" y="241420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8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18"/>
              <p:cNvSpPr/>
              <p:nvPr/>
            </p:nvSpPr>
            <p:spPr>
              <a:xfrm>
                <a:off x="5685400" y="246500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18"/>
              <p:cNvSpPr/>
              <p:nvPr/>
            </p:nvSpPr>
            <p:spPr>
              <a:xfrm>
                <a:off x="5728263" y="2560250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8"/>
              <p:cNvSpPr/>
              <p:nvPr/>
            </p:nvSpPr>
            <p:spPr>
              <a:xfrm>
                <a:off x="5771125" y="2653913"/>
                <a:ext cx="193675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5" y="38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18"/>
              <p:cNvSpPr/>
              <p:nvPr/>
            </p:nvSpPr>
            <p:spPr>
              <a:xfrm>
                <a:off x="5813988" y="2749163"/>
                <a:ext cx="19367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64" h="40" extrusionOk="0">
                    <a:moveTo>
                      <a:pt x="62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0"/>
                      <a:pt x="5" y="38"/>
                      <a:pt x="2" y="33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18"/>
              <p:cNvSpPr/>
              <p:nvPr/>
            </p:nvSpPr>
            <p:spPr>
              <a:xfrm>
                <a:off x="5855263" y="283965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2" y="34"/>
                    </a:cubicBezTo>
                    <a:cubicBezTo>
                      <a:pt x="0" y="29"/>
                      <a:pt x="2" y="24"/>
                      <a:pt x="7" y="22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54" y="0"/>
                      <a:pt x="59" y="3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18"/>
              <p:cNvSpPr/>
              <p:nvPr/>
            </p:nvSpPr>
            <p:spPr>
              <a:xfrm>
                <a:off x="5898125" y="2934900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2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18"/>
              <p:cNvSpPr/>
              <p:nvPr/>
            </p:nvSpPr>
            <p:spPr>
              <a:xfrm>
                <a:off x="5940988" y="3028563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3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8"/>
              <p:cNvSpPr/>
              <p:nvPr/>
            </p:nvSpPr>
            <p:spPr>
              <a:xfrm>
                <a:off x="5983850" y="3123813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8"/>
              <p:cNvSpPr/>
              <p:nvPr/>
            </p:nvSpPr>
            <p:spPr>
              <a:xfrm>
                <a:off x="6026713" y="3217475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8"/>
              <p:cNvSpPr/>
              <p:nvPr/>
            </p:nvSpPr>
            <p:spPr>
              <a:xfrm>
                <a:off x="6072750" y="3312725"/>
                <a:ext cx="1905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3" h="41" extrusionOk="0">
                    <a:moveTo>
                      <a:pt x="61" y="7"/>
                    </a:moveTo>
                    <a:cubicBezTo>
                      <a:pt x="63" y="12"/>
                      <a:pt x="61" y="17"/>
                      <a:pt x="56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6" name="Google Shape;626;p18"/>
            <p:cNvSpPr/>
            <p:nvPr/>
          </p:nvSpPr>
          <p:spPr>
            <a:xfrm rot="1475295">
              <a:off x="1383673" y="4811913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19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630" name="Google Shape;630;p19"/>
          <p:cNvGrpSpPr/>
          <p:nvPr/>
        </p:nvGrpSpPr>
        <p:grpSpPr>
          <a:xfrm>
            <a:off x="-72322" y="-631586"/>
            <a:ext cx="9493676" cy="5958439"/>
            <a:chOff x="-72322" y="-631586"/>
            <a:chExt cx="9493676" cy="5958439"/>
          </a:xfrm>
        </p:grpSpPr>
        <p:grpSp>
          <p:nvGrpSpPr>
            <p:cNvPr id="631" name="Google Shape;631;p19"/>
            <p:cNvGrpSpPr/>
            <p:nvPr/>
          </p:nvGrpSpPr>
          <p:grpSpPr>
            <a:xfrm rot="-1767078">
              <a:off x="8576647" y="1050491"/>
              <a:ext cx="698504" cy="778325"/>
              <a:chOff x="5431538" y="3074425"/>
              <a:chExt cx="485775" cy="541338"/>
            </a:xfrm>
          </p:grpSpPr>
          <p:sp>
            <p:nvSpPr>
              <p:cNvPr id="632" name="Google Shape;632;p19"/>
              <p:cNvSpPr/>
              <p:nvPr/>
            </p:nvSpPr>
            <p:spPr>
              <a:xfrm>
                <a:off x="5431538" y="3074425"/>
                <a:ext cx="485775" cy="541338"/>
              </a:xfrm>
              <a:custGeom>
                <a:avLst/>
                <a:gdLst/>
                <a:ahLst/>
                <a:cxnLst/>
                <a:rect l="l" t="t" r="r" b="b"/>
                <a:pathLst>
                  <a:path w="187" h="208" extrusionOk="0">
                    <a:moveTo>
                      <a:pt x="187" y="99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158" y="168"/>
                      <a:pt x="158" y="168"/>
                      <a:pt x="158" y="168"/>
                    </a:cubicBezTo>
                    <a:cubicBezTo>
                      <a:pt x="158" y="168"/>
                      <a:pt x="186" y="103"/>
                      <a:pt x="187" y="9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9"/>
              <p:cNvSpPr/>
              <p:nvPr/>
            </p:nvSpPr>
            <p:spPr>
              <a:xfrm>
                <a:off x="5480750" y="3134750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1" y="0"/>
                      <a:pt x="122" y="1"/>
                      <a:pt x="123" y="3"/>
                    </a:cubicBezTo>
                    <a:cubicBezTo>
                      <a:pt x="123" y="4"/>
                      <a:pt x="123" y="6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19"/>
              <p:cNvSpPr/>
              <p:nvPr/>
            </p:nvSpPr>
            <p:spPr>
              <a:xfrm>
                <a:off x="5501388" y="3195075"/>
                <a:ext cx="32226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8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1" y="0"/>
                      <a:pt x="123" y="1"/>
                      <a:pt x="123" y="2"/>
                    </a:cubicBezTo>
                    <a:cubicBezTo>
                      <a:pt x="124" y="4"/>
                      <a:pt x="123" y="5"/>
                      <a:pt x="122" y="6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19"/>
              <p:cNvSpPr/>
              <p:nvPr/>
            </p:nvSpPr>
            <p:spPr>
              <a:xfrm>
                <a:off x="5526788" y="3253813"/>
                <a:ext cx="322263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3" extrusionOk="0">
                    <a:moveTo>
                      <a:pt x="3" y="53"/>
                    </a:moveTo>
                    <a:cubicBezTo>
                      <a:pt x="2" y="53"/>
                      <a:pt x="1" y="53"/>
                      <a:pt x="1" y="52"/>
                    </a:cubicBezTo>
                    <a:cubicBezTo>
                      <a:pt x="0" y="50"/>
                      <a:pt x="1" y="49"/>
                      <a:pt x="2" y="48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0"/>
                      <a:pt x="123" y="2"/>
                    </a:cubicBezTo>
                    <a:cubicBezTo>
                      <a:pt x="124" y="3"/>
                      <a:pt x="123" y="5"/>
                      <a:pt x="122" y="5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9"/>
              <p:cNvSpPr/>
              <p:nvPr/>
            </p:nvSpPr>
            <p:spPr>
              <a:xfrm>
                <a:off x="5553775" y="3314138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0" y="52"/>
                    </a:cubicBezTo>
                    <a:cubicBezTo>
                      <a:pt x="0" y="51"/>
                      <a:pt x="0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0" y="0"/>
                      <a:pt x="122" y="1"/>
                      <a:pt x="123" y="2"/>
                    </a:cubicBezTo>
                    <a:cubicBezTo>
                      <a:pt x="123" y="4"/>
                      <a:pt x="122" y="5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9"/>
              <p:cNvSpPr/>
              <p:nvPr/>
            </p:nvSpPr>
            <p:spPr>
              <a:xfrm>
                <a:off x="5579175" y="3420500"/>
                <a:ext cx="217488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84" h="38" extrusionOk="0">
                    <a:moveTo>
                      <a:pt x="3" y="38"/>
                    </a:moveTo>
                    <a:cubicBezTo>
                      <a:pt x="2" y="38"/>
                      <a:pt x="1" y="37"/>
                      <a:pt x="1" y="36"/>
                    </a:cubicBezTo>
                    <a:cubicBezTo>
                      <a:pt x="0" y="34"/>
                      <a:pt x="1" y="33"/>
                      <a:pt x="2" y="32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3" y="1"/>
                      <a:pt x="83" y="2"/>
                    </a:cubicBezTo>
                    <a:cubicBezTo>
                      <a:pt x="84" y="4"/>
                      <a:pt x="83" y="5"/>
                      <a:pt x="82" y="6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3" y="38"/>
                      <a:pt x="3" y="38"/>
                      <a:pt x="3" y="38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9"/>
              <p:cNvSpPr/>
              <p:nvPr/>
            </p:nvSpPr>
            <p:spPr>
              <a:xfrm>
                <a:off x="5790313" y="3333188"/>
                <a:ext cx="127000" cy="179388"/>
              </a:xfrm>
              <a:custGeom>
                <a:avLst/>
                <a:gdLst/>
                <a:ahLst/>
                <a:cxnLst/>
                <a:rect l="l" t="t" r="r" b="b"/>
                <a:pathLst>
                  <a:path w="49" h="69" extrusionOk="0">
                    <a:moveTo>
                      <a:pt x="49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" name="Google Shape;639;p19"/>
            <p:cNvGrpSpPr/>
            <p:nvPr/>
          </p:nvGrpSpPr>
          <p:grpSpPr>
            <a:xfrm rot="7972933">
              <a:off x="8138097" y="-352556"/>
              <a:ext cx="1144405" cy="877948"/>
              <a:chOff x="6729413" y="2840263"/>
              <a:chExt cx="742950" cy="569913"/>
            </a:xfrm>
          </p:grpSpPr>
          <p:sp>
            <p:nvSpPr>
              <p:cNvPr id="640" name="Google Shape;640;p19"/>
              <p:cNvSpPr/>
              <p:nvPr/>
            </p:nvSpPr>
            <p:spPr>
              <a:xfrm>
                <a:off x="7326313" y="2840263"/>
                <a:ext cx="146050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56" h="47" extrusionOk="0">
                    <a:moveTo>
                      <a:pt x="41" y="20"/>
                    </a:moveTo>
                    <a:cubicBezTo>
                      <a:pt x="56" y="0"/>
                      <a:pt x="56" y="0"/>
                      <a:pt x="56" y="0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13" y="17"/>
                      <a:pt x="13" y="17"/>
                      <a:pt x="13" y="17"/>
                    </a:cubicBezTo>
                    <a:cubicBezTo>
                      <a:pt x="11" y="18"/>
                      <a:pt x="9" y="19"/>
                      <a:pt x="8" y="20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16" y="47"/>
                      <a:pt x="16" y="47"/>
                      <a:pt x="16" y="47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5" y="40"/>
                      <a:pt x="27" y="38"/>
                      <a:pt x="28" y="37"/>
                    </a:cubicBezTo>
                    <a:lnTo>
                      <a:pt x="41" y="2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9"/>
              <p:cNvSpPr/>
              <p:nvPr/>
            </p:nvSpPr>
            <p:spPr>
              <a:xfrm>
                <a:off x="7423150" y="2840263"/>
                <a:ext cx="49213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21" extrusionOk="0">
                    <a:moveTo>
                      <a:pt x="0" y="13"/>
                    </a:moveTo>
                    <a:lnTo>
                      <a:pt x="16" y="21"/>
                    </a:lnTo>
                    <a:lnTo>
                      <a:pt x="31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9"/>
              <p:cNvSpPr/>
              <p:nvPr/>
            </p:nvSpPr>
            <p:spPr>
              <a:xfrm>
                <a:off x="6835775" y="2892650"/>
                <a:ext cx="525463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2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199" y="1"/>
                      <a:pt x="201" y="3"/>
                    </a:cubicBezTo>
                    <a:cubicBezTo>
                      <a:pt x="202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9"/>
              <p:cNvSpPr/>
              <p:nvPr/>
            </p:nvSpPr>
            <p:spPr>
              <a:xfrm>
                <a:off x="6861175" y="2929163"/>
                <a:ext cx="528638" cy="403225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55" extrusionOk="0">
                    <a:moveTo>
                      <a:pt x="5" y="15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195" y="2"/>
                      <a:pt x="195" y="2"/>
                      <a:pt x="195" y="2"/>
                    </a:cubicBezTo>
                    <a:cubicBezTo>
                      <a:pt x="197" y="0"/>
                      <a:pt x="200" y="1"/>
                      <a:pt x="201" y="3"/>
                    </a:cubicBezTo>
                    <a:cubicBezTo>
                      <a:pt x="203" y="5"/>
                      <a:pt x="202" y="7"/>
                      <a:pt x="200" y="9"/>
                    </a:cubicBezTo>
                    <a:lnTo>
                      <a:pt x="5" y="15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9"/>
              <p:cNvSpPr/>
              <p:nvPr/>
            </p:nvSpPr>
            <p:spPr>
              <a:xfrm>
                <a:off x="6845300" y="2910113"/>
                <a:ext cx="53181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156" extrusionOk="0">
                    <a:moveTo>
                      <a:pt x="7" y="156"/>
                    </a:moveTo>
                    <a:cubicBezTo>
                      <a:pt x="0" y="147"/>
                      <a:pt x="0" y="147"/>
                      <a:pt x="0" y="147"/>
                    </a:cubicBezTo>
                    <a:cubicBezTo>
                      <a:pt x="194" y="1"/>
                      <a:pt x="194" y="1"/>
                      <a:pt x="194" y="1"/>
                    </a:cubicBezTo>
                    <a:cubicBezTo>
                      <a:pt x="196" y="0"/>
                      <a:pt x="200" y="0"/>
                      <a:pt x="202" y="3"/>
                    </a:cubicBezTo>
                    <a:cubicBezTo>
                      <a:pt x="204" y="5"/>
                      <a:pt x="203" y="9"/>
                      <a:pt x="201" y="11"/>
                    </a:cubicBezTo>
                    <a:lnTo>
                      <a:pt x="7" y="1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9"/>
              <p:cNvSpPr/>
              <p:nvPr/>
            </p:nvSpPr>
            <p:spPr>
              <a:xfrm>
                <a:off x="6781800" y="3303813"/>
                <a:ext cx="920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58" h="52" extrusionOk="0">
                    <a:moveTo>
                      <a:pt x="13" y="52"/>
                    </a:moveTo>
                    <a:lnTo>
                      <a:pt x="0" y="34"/>
                    </a:lnTo>
                    <a:lnTo>
                      <a:pt x="47" y="0"/>
                    </a:lnTo>
                    <a:lnTo>
                      <a:pt x="58" y="18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9"/>
              <p:cNvSpPr/>
              <p:nvPr/>
            </p:nvSpPr>
            <p:spPr>
              <a:xfrm>
                <a:off x="6729413" y="3332388"/>
                <a:ext cx="730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28" h="30" extrusionOk="0">
                    <a:moveTo>
                      <a:pt x="13" y="28"/>
                    </a:moveTo>
                    <a:cubicBezTo>
                      <a:pt x="2" y="13"/>
                      <a:pt x="2" y="13"/>
                      <a:pt x="2" y="13"/>
                    </a:cubicBezTo>
                    <a:cubicBezTo>
                      <a:pt x="0" y="11"/>
                      <a:pt x="1" y="9"/>
                      <a:pt x="2" y="8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6" y="30"/>
                      <a:pt x="14" y="29"/>
                      <a:pt x="13" y="2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9"/>
              <p:cNvSpPr/>
              <p:nvPr/>
            </p:nvSpPr>
            <p:spPr>
              <a:xfrm>
                <a:off x="6767513" y="3210150"/>
                <a:ext cx="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ECC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9"/>
              <p:cNvSpPr/>
              <p:nvPr/>
            </p:nvSpPr>
            <p:spPr>
              <a:xfrm>
                <a:off x="6762750" y="3276825"/>
                <a:ext cx="111125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70" h="69" extrusionOk="0">
                    <a:moveTo>
                      <a:pt x="25" y="69"/>
                    </a:moveTo>
                    <a:lnTo>
                      <a:pt x="0" y="35"/>
                    </a:lnTo>
                    <a:lnTo>
                      <a:pt x="46" y="0"/>
                    </a:lnTo>
                    <a:lnTo>
                      <a:pt x="70" y="35"/>
                    </a:lnTo>
                    <a:lnTo>
                      <a:pt x="25" y="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9" name="Google Shape;649;p19"/>
            <p:cNvSpPr/>
            <p:nvPr/>
          </p:nvSpPr>
          <p:spPr>
            <a:xfrm>
              <a:off x="1174690" y="4607088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0" name="Google Shape;650;p19"/>
            <p:cNvGrpSpPr/>
            <p:nvPr/>
          </p:nvGrpSpPr>
          <p:grpSpPr>
            <a:xfrm>
              <a:off x="351008" y="4813545"/>
              <a:ext cx="724435" cy="513308"/>
              <a:chOff x="6180688" y="2320538"/>
              <a:chExt cx="1149350" cy="814387"/>
            </a:xfrm>
          </p:grpSpPr>
          <p:sp>
            <p:nvSpPr>
              <p:cNvPr id="651" name="Google Shape;651;p19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9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9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9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9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9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9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8" name="Google Shape;658;p19"/>
            <p:cNvGrpSpPr/>
            <p:nvPr/>
          </p:nvGrpSpPr>
          <p:grpSpPr>
            <a:xfrm rot="-1923214">
              <a:off x="8666" y="4347343"/>
              <a:ext cx="724419" cy="513296"/>
              <a:chOff x="6180688" y="2320538"/>
              <a:chExt cx="1149350" cy="814387"/>
            </a:xfrm>
          </p:grpSpPr>
          <p:sp>
            <p:nvSpPr>
              <p:cNvPr id="659" name="Google Shape;659;p19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9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9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9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9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9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9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7" name="Google Shape;66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587" y="219963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20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669" name="Google Shape;669;p20"/>
          <p:cNvGrpSpPr/>
          <p:nvPr/>
        </p:nvGrpSpPr>
        <p:grpSpPr>
          <a:xfrm>
            <a:off x="-373107" y="-314930"/>
            <a:ext cx="9350638" cy="5752275"/>
            <a:chOff x="-373107" y="-314930"/>
            <a:chExt cx="9350638" cy="5752275"/>
          </a:xfrm>
        </p:grpSpPr>
        <p:grpSp>
          <p:nvGrpSpPr>
            <p:cNvPr id="670" name="Google Shape;670;p20"/>
            <p:cNvGrpSpPr/>
            <p:nvPr/>
          </p:nvGrpSpPr>
          <p:grpSpPr>
            <a:xfrm>
              <a:off x="-373107" y="4064399"/>
              <a:ext cx="1170193" cy="904189"/>
              <a:chOff x="7537043" y="4025261"/>
              <a:chExt cx="1170193" cy="904189"/>
            </a:xfrm>
          </p:grpSpPr>
          <p:sp>
            <p:nvSpPr>
              <p:cNvPr id="671" name="Google Shape;671;p20"/>
              <p:cNvSpPr/>
              <p:nvPr/>
            </p:nvSpPr>
            <p:spPr>
              <a:xfrm rot="-766792">
                <a:off x="8605876" y="4227120"/>
                <a:ext cx="1588" cy="15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598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0"/>
              <p:cNvSpPr/>
              <p:nvPr/>
            </p:nvSpPr>
            <p:spPr>
              <a:xfrm rot="-766792">
                <a:off x="8605876" y="4227120"/>
                <a:ext cx="1588" cy="15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0"/>
              <p:cNvSpPr/>
              <p:nvPr/>
            </p:nvSpPr>
            <p:spPr>
              <a:xfrm rot="-766792">
                <a:off x="7611148" y="4360031"/>
                <a:ext cx="865164" cy="412739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59" extrusionOk="0">
                    <a:moveTo>
                      <a:pt x="25" y="133"/>
                    </a:moveTo>
                    <a:cubicBezTo>
                      <a:pt x="30" y="139"/>
                      <a:pt x="35" y="145"/>
                      <a:pt x="42" y="150"/>
                    </a:cubicBezTo>
                    <a:cubicBezTo>
                      <a:pt x="324" y="107"/>
                      <a:pt x="324" y="107"/>
                      <a:pt x="324" y="107"/>
                    </a:cubicBezTo>
                    <a:cubicBezTo>
                      <a:pt x="329" y="106"/>
                      <a:pt x="329" y="106"/>
                      <a:pt x="329" y="106"/>
                    </a:cubicBezTo>
                    <a:cubicBezTo>
                      <a:pt x="333" y="117"/>
                      <a:pt x="333" y="117"/>
                      <a:pt x="333" y="117"/>
                    </a:cubicBezTo>
                    <a:cubicBezTo>
                      <a:pt x="42" y="159"/>
                      <a:pt x="42" y="159"/>
                      <a:pt x="42" y="159"/>
                    </a:cubicBezTo>
                    <a:cubicBezTo>
                      <a:pt x="24" y="146"/>
                      <a:pt x="10" y="127"/>
                      <a:pt x="4" y="105"/>
                    </a:cubicBezTo>
                    <a:cubicBezTo>
                      <a:pt x="1" y="93"/>
                      <a:pt x="0" y="80"/>
                      <a:pt x="4" y="68"/>
                    </a:cubicBezTo>
                    <a:cubicBezTo>
                      <a:pt x="290" y="0"/>
                      <a:pt x="290" y="0"/>
                      <a:pt x="290" y="0"/>
                    </a:cubicBezTo>
                    <a:cubicBezTo>
                      <a:pt x="295" y="12"/>
                      <a:pt x="295" y="12"/>
                      <a:pt x="295" y="12"/>
                    </a:cubicBezTo>
                    <a:cubicBezTo>
                      <a:pt x="292" y="12"/>
                      <a:pt x="16" y="75"/>
                      <a:pt x="14" y="76"/>
                    </a:cubicBezTo>
                    <a:cubicBezTo>
                      <a:pt x="13" y="76"/>
                      <a:pt x="11" y="76"/>
                      <a:pt x="11" y="76"/>
                    </a:cubicBezTo>
                    <a:cubicBezTo>
                      <a:pt x="6" y="96"/>
                      <a:pt x="14" y="117"/>
                      <a:pt x="25" y="13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0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215" y="115"/>
                    </a:moveTo>
                    <a:lnTo>
                      <a:pt x="621" y="0"/>
                    </a:lnTo>
                    <a:lnTo>
                      <a:pt x="469" y="138"/>
                    </a:lnTo>
                    <a:lnTo>
                      <a:pt x="0" y="249"/>
                    </a:lnTo>
                    <a:lnTo>
                      <a:pt x="215" y="115"/>
                    </a:lnTo>
                    <a:close/>
                  </a:path>
                </a:pathLst>
              </a:custGeom>
              <a:solidFill>
                <a:srgbClr val="7A8CD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0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215" y="115"/>
                    </a:moveTo>
                    <a:lnTo>
                      <a:pt x="621" y="0"/>
                    </a:lnTo>
                    <a:lnTo>
                      <a:pt x="469" y="138"/>
                    </a:lnTo>
                    <a:lnTo>
                      <a:pt x="0" y="249"/>
                    </a:lnTo>
                    <a:lnTo>
                      <a:pt x="215" y="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0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621" y="0"/>
                    </a:moveTo>
                    <a:lnTo>
                      <a:pt x="215" y="115"/>
                    </a:lnTo>
                    <a:lnTo>
                      <a:pt x="0" y="249"/>
                    </a:lnTo>
                    <a:lnTo>
                      <a:pt x="469" y="138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0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621" y="0"/>
                    </a:moveTo>
                    <a:lnTo>
                      <a:pt x="215" y="115"/>
                    </a:lnTo>
                    <a:lnTo>
                      <a:pt x="0" y="249"/>
                    </a:lnTo>
                    <a:lnTo>
                      <a:pt x="469" y="138"/>
                    </a:lnTo>
                    <a:lnTo>
                      <a:pt x="62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0"/>
              <p:cNvSpPr/>
              <p:nvPr/>
            </p:nvSpPr>
            <p:spPr>
              <a:xfrm rot="-766792">
                <a:off x="8287594" y="4049740"/>
                <a:ext cx="249231" cy="249231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7" extrusionOk="0">
                    <a:moveTo>
                      <a:pt x="0" y="138"/>
                    </a:moveTo>
                    <a:lnTo>
                      <a:pt x="152" y="0"/>
                    </a:lnTo>
                    <a:lnTo>
                      <a:pt x="157" y="15"/>
                    </a:lnTo>
                    <a:lnTo>
                      <a:pt x="149" y="23"/>
                    </a:lnTo>
                    <a:lnTo>
                      <a:pt x="8" y="157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0"/>
              <p:cNvSpPr/>
              <p:nvPr/>
            </p:nvSpPr>
            <p:spPr>
              <a:xfrm rot="-766792">
                <a:off x="8441067" y="4239913"/>
                <a:ext cx="223832" cy="306379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93" extrusionOk="0">
                    <a:moveTo>
                      <a:pt x="136" y="0"/>
                    </a:moveTo>
                    <a:lnTo>
                      <a:pt x="141" y="15"/>
                    </a:lnTo>
                    <a:lnTo>
                      <a:pt x="6" y="193"/>
                    </a:lnTo>
                    <a:lnTo>
                      <a:pt x="0" y="175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0"/>
              <p:cNvSpPr/>
              <p:nvPr/>
            </p:nvSpPr>
            <p:spPr>
              <a:xfrm rot="-766792">
                <a:off x="8441067" y="4239913"/>
                <a:ext cx="223832" cy="306379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93" extrusionOk="0">
                    <a:moveTo>
                      <a:pt x="136" y="0"/>
                    </a:moveTo>
                    <a:lnTo>
                      <a:pt x="141" y="15"/>
                    </a:lnTo>
                    <a:lnTo>
                      <a:pt x="6" y="193"/>
                    </a:lnTo>
                    <a:lnTo>
                      <a:pt x="0" y="175"/>
                    </a:lnTo>
                    <a:lnTo>
                      <a:pt x="13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0"/>
              <p:cNvSpPr/>
              <p:nvPr/>
            </p:nvSpPr>
            <p:spPr>
              <a:xfrm rot="-766791">
                <a:off x="8322200" y="4076509"/>
                <a:ext cx="296855" cy="452425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4" extrusionOk="0">
                    <a:moveTo>
                      <a:pt x="114" y="71"/>
                    </a:moveTo>
                    <a:cubicBezTo>
                      <a:pt x="34" y="174"/>
                      <a:pt x="34" y="174"/>
                      <a:pt x="34" y="174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90" y="1"/>
                      <a:pt x="114" y="70"/>
                      <a:pt x="114" y="7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0"/>
              <p:cNvSpPr/>
              <p:nvPr/>
            </p:nvSpPr>
            <p:spPr>
              <a:xfrm rot="-766793">
                <a:off x="7631921" y="4389822"/>
                <a:ext cx="827065" cy="354003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36" extrusionOk="0">
                    <a:moveTo>
                      <a:pt x="284" y="0"/>
                    </a:moveTo>
                    <a:cubicBezTo>
                      <a:pt x="318" y="92"/>
                      <a:pt x="318" y="92"/>
                      <a:pt x="318" y="92"/>
                    </a:cubicBezTo>
                    <a:cubicBezTo>
                      <a:pt x="36" y="136"/>
                      <a:pt x="36" y="136"/>
                      <a:pt x="36" y="136"/>
                    </a:cubicBezTo>
                    <a:cubicBezTo>
                      <a:pt x="16" y="119"/>
                      <a:pt x="0" y="90"/>
                      <a:pt x="6" y="64"/>
                    </a:cubicBezTo>
                    <a:cubicBezTo>
                      <a:pt x="284" y="0"/>
                      <a:pt x="284" y="0"/>
                      <a:pt x="284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20"/>
              <p:cNvSpPr/>
              <p:nvPr/>
            </p:nvSpPr>
            <p:spPr>
              <a:xfrm rot="-766793">
                <a:off x="8348017" y="4220501"/>
                <a:ext cx="114297" cy="111122"/>
              </a:xfrm>
              <a:custGeom>
                <a:avLst/>
                <a:gdLst/>
                <a:ahLst/>
                <a:cxnLst/>
                <a:rect l="l" t="t" r="r" b="b"/>
                <a:pathLst>
                  <a:path w="44" h="43" extrusionOk="0">
                    <a:moveTo>
                      <a:pt x="40" y="4"/>
                    </a:moveTo>
                    <a:cubicBezTo>
                      <a:pt x="25" y="15"/>
                      <a:pt x="13" y="29"/>
                      <a:pt x="0" y="43"/>
                    </a:cubicBezTo>
                    <a:cubicBezTo>
                      <a:pt x="17" y="33"/>
                      <a:pt x="31" y="19"/>
                      <a:pt x="43" y="2"/>
                    </a:cubicBezTo>
                    <a:cubicBezTo>
                      <a:pt x="43" y="2"/>
                      <a:pt x="44" y="1"/>
                      <a:pt x="44" y="0"/>
                    </a:cubicBezTo>
                    <a:cubicBezTo>
                      <a:pt x="43" y="1"/>
                      <a:pt x="41" y="3"/>
                      <a:pt x="40" y="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20"/>
              <p:cNvSpPr/>
              <p:nvPr/>
            </p:nvSpPr>
            <p:spPr>
              <a:xfrm rot="-766793">
                <a:off x="8432831" y="4140939"/>
                <a:ext cx="50799" cy="49212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0" y="19"/>
                    </a:moveTo>
                    <a:cubicBezTo>
                      <a:pt x="8" y="14"/>
                      <a:pt x="15" y="8"/>
                      <a:pt x="20" y="0"/>
                    </a:cubicBezTo>
                    <a:cubicBezTo>
                      <a:pt x="13" y="5"/>
                      <a:pt x="6" y="12"/>
                      <a:pt x="0" y="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0"/>
              <p:cNvSpPr/>
              <p:nvPr/>
            </p:nvSpPr>
            <p:spPr>
              <a:xfrm rot="-766793">
                <a:off x="8462658" y="4145878"/>
                <a:ext cx="31749" cy="31749"/>
              </a:xfrm>
              <a:custGeom>
                <a:avLst/>
                <a:gdLst/>
                <a:ahLst/>
                <a:cxnLst/>
                <a:rect l="l" t="t" r="r" b="b"/>
                <a:pathLst>
                  <a:path w="12" h="12" extrusionOk="0">
                    <a:moveTo>
                      <a:pt x="0" y="12"/>
                    </a:moveTo>
                    <a:cubicBezTo>
                      <a:pt x="5" y="9"/>
                      <a:pt x="9" y="5"/>
                      <a:pt x="12" y="0"/>
                    </a:cubicBezTo>
                    <a:cubicBezTo>
                      <a:pt x="8" y="4"/>
                      <a:pt x="4" y="7"/>
                      <a:pt x="0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0"/>
              <p:cNvSpPr/>
              <p:nvPr/>
            </p:nvSpPr>
            <p:spPr>
              <a:xfrm rot="-766795">
                <a:off x="8433960" y="4283708"/>
                <a:ext cx="53973" cy="60323"/>
              </a:xfrm>
              <a:custGeom>
                <a:avLst/>
                <a:gdLst/>
                <a:ahLst/>
                <a:cxnLst/>
                <a:rect l="l" t="t" r="r" b="b"/>
                <a:pathLst>
                  <a:path w="21" h="23" extrusionOk="0">
                    <a:moveTo>
                      <a:pt x="0" y="23"/>
                    </a:moveTo>
                    <a:cubicBezTo>
                      <a:pt x="8" y="16"/>
                      <a:pt x="16" y="9"/>
                      <a:pt x="21" y="0"/>
                    </a:cubicBezTo>
                    <a:cubicBezTo>
                      <a:pt x="13" y="6"/>
                      <a:pt x="6" y="13"/>
                      <a:pt x="0" y="2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0"/>
              <p:cNvSpPr/>
              <p:nvPr/>
            </p:nvSpPr>
            <p:spPr>
              <a:xfrm rot="-766792">
                <a:off x="8530098" y="4207057"/>
                <a:ext cx="49212" cy="5714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2" extrusionOk="0">
                    <a:moveTo>
                      <a:pt x="0" y="22"/>
                    </a:moveTo>
                    <a:cubicBezTo>
                      <a:pt x="7" y="16"/>
                      <a:pt x="14" y="9"/>
                      <a:pt x="19" y="0"/>
                    </a:cubicBezTo>
                    <a:cubicBezTo>
                      <a:pt x="11" y="6"/>
                      <a:pt x="5" y="14"/>
                      <a:pt x="0" y="2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0"/>
              <p:cNvSpPr/>
              <p:nvPr/>
            </p:nvSpPr>
            <p:spPr>
              <a:xfrm rot="-766794">
                <a:off x="8101964" y="4446764"/>
                <a:ext cx="79373" cy="190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7" extrusionOk="0">
                    <a:moveTo>
                      <a:pt x="0" y="7"/>
                    </a:moveTo>
                    <a:cubicBezTo>
                      <a:pt x="11" y="6"/>
                      <a:pt x="21" y="4"/>
                      <a:pt x="31" y="0"/>
                    </a:cubicBezTo>
                    <a:cubicBezTo>
                      <a:pt x="21" y="0"/>
                      <a:pt x="10" y="3"/>
                      <a:pt x="0" y="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0"/>
              <p:cNvSpPr/>
              <p:nvPr/>
            </p:nvSpPr>
            <p:spPr>
              <a:xfrm rot="-766792">
                <a:off x="8230536" y="4387118"/>
                <a:ext cx="46037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8" h="5" extrusionOk="0">
                    <a:moveTo>
                      <a:pt x="0" y="5"/>
                    </a:moveTo>
                    <a:cubicBezTo>
                      <a:pt x="6" y="4"/>
                      <a:pt x="12" y="3"/>
                      <a:pt x="18" y="0"/>
                    </a:cubicBezTo>
                    <a:cubicBezTo>
                      <a:pt x="12" y="1"/>
                      <a:pt x="6" y="2"/>
                      <a:pt x="0" y="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0"/>
              <p:cNvSpPr/>
              <p:nvPr/>
            </p:nvSpPr>
            <p:spPr>
              <a:xfrm rot="-766795">
                <a:off x="8191281" y="4408100"/>
                <a:ext cx="84136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32" h="9" extrusionOk="0">
                    <a:moveTo>
                      <a:pt x="0" y="9"/>
                    </a:moveTo>
                    <a:cubicBezTo>
                      <a:pt x="11" y="7"/>
                      <a:pt x="22" y="4"/>
                      <a:pt x="32" y="0"/>
                    </a:cubicBezTo>
                    <a:cubicBezTo>
                      <a:pt x="21" y="1"/>
                      <a:pt x="10" y="4"/>
                      <a:pt x="0" y="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0"/>
              <p:cNvSpPr/>
              <p:nvPr/>
            </p:nvSpPr>
            <p:spPr>
              <a:xfrm rot="-766794">
                <a:off x="8237369" y="4430446"/>
                <a:ext cx="52387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20" h="6" extrusionOk="0">
                    <a:moveTo>
                      <a:pt x="0" y="6"/>
                    </a:moveTo>
                    <a:cubicBezTo>
                      <a:pt x="7" y="5"/>
                      <a:pt x="13" y="3"/>
                      <a:pt x="20" y="0"/>
                    </a:cubicBezTo>
                    <a:cubicBezTo>
                      <a:pt x="13" y="1"/>
                      <a:pt x="6" y="3"/>
                      <a:pt x="0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0"/>
              <p:cNvSpPr/>
              <p:nvPr/>
            </p:nvSpPr>
            <p:spPr>
              <a:xfrm rot="-766793">
                <a:off x="7758276" y="4553843"/>
                <a:ext cx="273042" cy="68261"/>
              </a:xfrm>
              <a:custGeom>
                <a:avLst/>
                <a:gdLst/>
                <a:ahLst/>
                <a:cxnLst/>
                <a:rect l="l" t="t" r="r" b="b"/>
                <a:pathLst>
                  <a:path w="105" h="26" extrusionOk="0">
                    <a:moveTo>
                      <a:pt x="76" y="3"/>
                    </a:moveTo>
                    <a:cubicBezTo>
                      <a:pt x="50" y="8"/>
                      <a:pt x="25" y="18"/>
                      <a:pt x="0" y="26"/>
                    </a:cubicBezTo>
                    <a:cubicBezTo>
                      <a:pt x="18" y="25"/>
                      <a:pt x="35" y="21"/>
                      <a:pt x="52" y="17"/>
                    </a:cubicBezTo>
                    <a:cubicBezTo>
                      <a:pt x="69" y="12"/>
                      <a:pt x="86" y="6"/>
                      <a:pt x="102" y="0"/>
                    </a:cubicBezTo>
                    <a:cubicBezTo>
                      <a:pt x="103" y="0"/>
                      <a:pt x="104" y="0"/>
                      <a:pt x="105" y="0"/>
                    </a:cubicBezTo>
                    <a:cubicBezTo>
                      <a:pt x="95" y="0"/>
                      <a:pt x="85" y="1"/>
                      <a:pt x="76" y="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0"/>
              <p:cNvSpPr/>
              <p:nvPr/>
            </p:nvSpPr>
            <p:spPr>
              <a:xfrm rot="-766794">
                <a:off x="7968184" y="4555722"/>
                <a:ext cx="74611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29" h="6" extrusionOk="0">
                    <a:moveTo>
                      <a:pt x="0" y="6"/>
                    </a:moveTo>
                    <a:cubicBezTo>
                      <a:pt x="10" y="6"/>
                      <a:pt x="20" y="4"/>
                      <a:pt x="29" y="0"/>
                    </a:cubicBezTo>
                    <a:cubicBezTo>
                      <a:pt x="18" y="1"/>
                      <a:pt x="10" y="3"/>
                      <a:pt x="0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0"/>
              <p:cNvSpPr/>
              <p:nvPr/>
            </p:nvSpPr>
            <p:spPr>
              <a:xfrm rot="-766792">
                <a:off x="8050212" y="4599064"/>
                <a:ext cx="24923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" extrusionOk="0">
                    <a:moveTo>
                      <a:pt x="95" y="0"/>
                    </a:moveTo>
                    <a:cubicBezTo>
                      <a:pt x="92" y="0"/>
                      <a:pt x="89" y="0"/>
                      <a:pt x="86" y="1"/>
                    </a:cubicBezTo>
                    <a:cubicBezTo>
                      <a:pt x="75" y="1"/>
                      <a:pt x="64" y="2"/>
                      <a:pt x="52" y="3"/>
                    </a:cubicBezTo>
                    <a:cubicBezTo>
                      <a:pt x="34" y="6"/>
                      <a:pt x="19" y="11"/>
                      <a:pt x="0" y="16"/>
                    </a:cubicBezTo>
                    <a:cubicBezTo>
                      <a:pt x="32" y="16"/>
                      <a:pt x="63" y="8"/>
                      <a:pt x="94" y="1"/>
                    </a:cubicBezTo>
                    <a:cubicBezTo>
                      <a:pt x="95" y="1"/>
                      <a:pt x="96" y="0"/>
                      <a:pt x="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0"/>
              <p:cNvSpPr/>
              <p:nvPr/>
            </p:nvSpPr>
            <p:spPr>
              <a:xfrm rot="-766792">
                <a:off x="8338212" y="4534631"/>
                <a:ext cx="36512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14" h="3" extrusionOk="0">
                    <a:moveTo>
                      <a:pt x="0" y="3"/>
                    </a:moveTo>
                    <a:cubicBezTo>
                      <a:pt x="5" y="3"/>
                      <a:pt x="9" y="2"/>
                      <a:pt x="14" y="0"/>
                    </a:cubicBezTo>
                    <a:cubicBezTo>
                      <a:pt x="9" y="0"/>
                      <a:pt x="5" y="1"/>
                      <a:pt x="0" y="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20"/>
              <p:cNvSpPr/>
              <p:nvPr/>
            </p:nvSpPr>
            <p:spPr>
              <a:xfrm rot="-766792">
                <a:off x="7618149" y="4332961"/>
                <a:ext cx="1058834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407" h="151" extrusionOk="0">
                    <a:moveTo>
                      <a:pt x="402" y="1"/>
                    </a:moveTo>
                    <a:cubicBezTo>
                      <a:pt x="401" y="3"/>
                      <a:pt x="322" y="103"/>
                      <a:pt x="321" y="105"/>
                    </a:cubicBezTo>
                    <a:cubicBezTo>
                      <a:pt x="39" y="149"/>
                      <a:pt x="39" y="149"/>
                      <a:pt x="39" y="149"/>
                    </a:cubicBezTo>
                    <a:cubicBezTo>
                      <a:pt x="39" y="148"/>
                      <a:pt x="39" y="148"/>
                      <a:pt x="39" y="148"/>
                    </a:cubicBezTo>
                    <a:cubicBezTo>
                      <a:pt x="19" y="132"/>
                      <a:pt x="3" y="103"/>
                      <a:pt x="9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7"/>
                      <a:pt x="7" y="7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0" y="105"/>
                      <a:pt x="16" y="135"/>
                      <a:pt x="37" y="151"/>
                    </a:cubicBezTo>
                    <a:cubicBezTo>
                      <a:pt x="319" y="108"/>
                      <a:pt x="319" y="108"/>
                      <a:pt x="319" y="108"/>
                    </a:cubicBezTo>
                    <a:cubicBezTo>
                      <a:pt x="324" y="107"/>
                      <a:pt x="324" y="107"/>
                      <a:pt x="324" y="107"/>
                    </a:cubicBezTo>
                    <a:cubicBezTo>
                      <a:pt x="407" y="0"/>
                      <a:pt x="407" y="0"/>
                      <a:pt x="407" y="0"/>
                    </a:cubicBezTo>
                    <a:cubicBezTo>
                      <a:pt x="402" y="1"/>
                      <a:pt x="402" y="1"/>
                      <a:pt x="402" y="1"/>
                    </a:cubicBezTo>
                  </a:path>
                </a:pathLst>
              </a:custGeom>
              <a:solidFill>
                <a:srgbClr val="7A8CD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20"/>
              <p:cNvSpPr/>
              <p:nvPr/>
            </p:nvSpPr>
            <p:spPr>
              <a:xfrm rot="-766793">
                <a:off x="7629123" y="4331732"/>
                <a:ext cx="1047720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51" extrusionOk="0">
                    <a:moveTo>
                      <a:pt x="403" y="0"/>
                    </a:moveTo>
                    <a:cubicBezTo>
                      <a:pt x="398" y="1"/>
                      <a:pt x="398" y="1"/>
                      <a:pt x="398" y="1"/>
                    </a:cubicBezTo>
                    <a:cubicBezTo>
                      <a:pt x="398" y="1"/>
                      <a:pt x="398" y="1"/>
                      <a:pt x="398" y="1"/>
                    </a:cubicBezTo>
                    <a:cubicBezTo>
                      <a:pt x="398" y="1"/>
                      <a:pt x="398" y="1"/>
                      <a:pt x="398" y="1"/>
                    </a:cubicBezTo>
                    <a:cubicBezTo>
                      <a:pt x="397" y="3"/>
                      <a:pt x="318" y="103"/>
                      <a:pt x="317" y="105"/>
                    </a:cubicBezTo>
                    <a:cubicBezTo>
                      <a:pt x="317" y="105"/>
                      <a:pt x="317" y="105"/>
                      <a:pt x="317" y="105"/>
                    </a:cubicBezTo>
                    <a:cubicBezTo>
                      <a:pt x="35" y="149"/>
                      <a:pt x="35" y="149"/>
                      <a:pt x="35" y="149"/>
                    </a:cubicBezTo>
                    <a:cubicBezTo>
                      <a:pt x="35" y="148"/>
                      <a:pt x="35" y="148"/>
                      <a:pt x="35" y="148"/>
                    </a:cubicBezTo>
                    <a:cubicBezTo>
                      <a:pt x="28" y="143"/>
                      <a:pt x="22" y="136"/>
                      <a:pt x="16" y="128"/>
                    </a:cubicBezTo>
                    <a:cubicBezTo>
                      <a:pt x="16" y="128"/>
                      <a:pt x="16" y="128"/>
                      <a:pt x="16" y="128"/>
                    </a:cubicBezTo>
                    <a:cubicBezTo>
                      <a:pt x="16" y="128"/>
                      <a:pt x="16" y="127"/>
                      <a:pt x="16" y="127"/>
                    </a:cubicBezTo>
                    <a:cubicBezTo>
                      <a:pt x="16" y="127"/>
                      <a:pt x="16" y="127"/>
                      <a:pt x="16" y="127"/>
                    </a:cubicBezTo>
                    <a:cubicBezTo>
                      <a:pt x="16" y="127"/>
                      <a:pt x="16" y="127"/>
                      <a:pt x="16" y="127"/>
                    </a:cubicBezTo>
                    <a:cubicBezTo>
                      <a:pt x="11" y="119"/>
                      <a:pt x="7" y="110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4" y="96"/>
                      <a:pt x="4" y="91"/>
                      <a:pt x="4" y="87"/>
                    </a:cubicBezTo>
                    <a:cubicBezTo>
                      <a:pt x="4" y="84"/>
                      <a:pt x="4" y="80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3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1" y="80"/>
                      <a:pt x="1" y="81"/>
                      <a:pt x="1" y="82"/>
                    </a:cubicBezTo>
                    <a:cubicBezTo>
                      <a:pt x="1" y="85"/>
                      <a:pt x="0" y="87"/>
                      <a:pt x="0" y="89"/>
                    </a:cubicBezTo>
                    <a:cubicBezTo>
                      <a:pt x="1" y="113"/>
                      <a:pt x="14" y="137"/>
                      <a:pt x="33" y="151"/>
                    </a:cubicBezTo>
                    <a:cubicBezTo>
                      <a:pt x="315" y="108"/>
                      <a:pt x="315" y="108"/>
                      <a:pt x="315" y="108"/>
                    </a:cubicBezTo>
                    <a:cubicBezTo>
                      <a:pt x="320" y="107"/>
                      <a:pt x="320" y="107"/>
                      <a:pt x="320" y="107"/>
                    </a:cubicBezTo>
                    <a:cubicBezTo>
                      <a:pt x="403" y="0"/>
                      <a:pt x="403" y="0"/>
                      <a:pt x="403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0"/>
              <p:cNvSpPr/>
              <p:nvPr/>
            </p:nvSpPr>
            <p:spPr>
              <a:xfrm rot="-766794">
                <a:off x="7861599" y="4573703"/>
                <a:ext cx="158746" cy="277805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7" extrusionOk="0">
                    <a:moveTo>
                      <a:pt x="51" y="46"/>
                    </a:moveTo>
                    <a:cubicBezTo>
                      <a:pt x="54" y="59"/>
                      <a:pt x="58" y="72"/>
                      <a:pt x="60" y="85"/>
                    </a:cubicBezTo>
                    <a:cubicBezTo>
                      <a:pt x="60" y="90"/>
                      <a:pt x="61" y="94"/>
                      <a:pt x="61" y="98"/>
                    </a:cubicBezTo>
                    <a:cubicBezTo>
                      <a:pt x="61" y="99"/>
                      <a:pt x="61" y="100"/>
                      <a:pt x="60" y="101"/>
                    </a:cubicBezTo>
                    <a:cubicBezTo>
                      <a:pt x="15" y="107"/>
                      <a:pt x="15" y="107"/>
                      <a:pt x="15" y="107"/>
                    </a:cubicBezTo>
                    <a:cubicBezTo>
                      <a:pt x="19" y="105"/>
                      <a:pt x="13" y="83"/>
                      <a:pt x="12" y="79"/>
                    </a:cubicBezTo>
                    <a:cubicBezTo>
                      <a:pt x="7" y="56"/>
                      <a:pt x="0" y="33"/>
                      <a:pt x="0" y="1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15"/>
                      <a:pt x="48" y="31"/>
                      <a:pt x="51" y="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0"/>
              <p:cNvSpPr/>
              <p:nvPr/>
            </p:nvSpPr>
            <p:spPr>
              <a:xfrm rot="-766794">
                <a:off x="7892830" y="4780105"/>
                <a:ext cx="147634" cy="69848"/>
              </a:xfrm>
              <a:custGeom>
                <a:avLst/>
                <a:gdLst/>
                <a:ahLst/>
                <a:cxnLst/>
                <a:rect l="l" t="t" r="r" b="b"/>
                <a:pathLst>
                  <a:path w="57" h="27" extrusionOk="0">
                    <a:moveTo>
                      <a:pt x="57" y="21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11" y="27"/>
                      <a:pt x="10" y="26"/>
                      <a:pt x="9" y="24"/>
                    </a:cubicBezTo>
                    <a:cubicBezTo>
                      <a:pt x="7" y="20"/>
                      <a:pt x="4" y="7"/>
                      <a:pt x="0" y="7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6" y="1"/>
                      <a:pt x="47" y="1"/>
                    </a:cubicBezTo>
                    <a:cubicBezTo>
                      <a:pt x="50" y="5"/>
                      <a:pt x="52" y="20"/>
                      <a:pt x="57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0"/>
              <p:cNvSpPr/>
              <p:nvPr/>
            </p:nvSpPr>
            <p:spPr>
              <a:xfrm rot="-766794">
                <a:off x="7890586" y="4781614"/>
                <a:ext cx="131759" cy="134934"/>
              </a:xfrm>
              <a:custGeom>
                <a:avLst/>
                <a:gdLst/>
                <a:ahLst/>
                <a:cxnLst/>
                <a:rect l="l" t="t" r="r" b="b"/>
                <a:pathLst>
                  <a:path w="51" h="52" extrusionOk="0">
                    <a:moveTo>
                      <a:pt x="46" y="11"/>
                    </a:moveTo>
                    <a:cubicBezTo>
                      <a:pt x="45" y="19"/>
                      <a:pt x="51" y="41"/>
                      <a:pt x="46" y="46"/>
                    </a:cubicBezTo>
                    <a:cubicBezTo>
                      <a:pt x="46" y="47"/>
                      <a:pt x="3" y="51"/>
                      <a:pt x="2" y="52"/>
                    </a:cubicBezTo>
                    <a:cubicBezTo>
                      <a:pt x="6" y="50"/>
                      <a:pt x="4" y="39"/>
                      <a:pt x="4" y="36"/>
                    </a:cubicBezTo>
                    <a:cubicBezTo>
                      <a:pt x="4" y="29"/>
                      <a:pt x="0" y="12"/>
                      <a:pt x="4" y="7"/>
                    </a:cubicBezTo>
                    <a:cubicBezTo>
                      <a:pt x="4" y="7"/>
                      <a:pt x="48" y="0"/>
                      <a:pt x="48" y="0"/>
                    </a:cubicBezTo>
                    <a:cubicBezTo>
                      <a:pt x="46" y="1"/>
                      <a:pt x="46" y="8"/>
                      <a:pt x="46" y="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1" name="Google Shape;701;p20"/>
            <p:cNvGrpSpPr/>
            <p:nvPr/>
          </p:nvGrpSpPr>
          <p:grpSpPr>
            <a:xfrm rot="1973167">
              <a:off x="7745337" y="-114909"/>
              <a:ext cx="879434" cy="483398"/>
              <a:chOff x="6250913" y="1598225"/>
              <a:chExt cx="958850" cy="527051"/>
            </a:xfrm>
          </p:grpSpPr>
          <p:sp>
            <p:nvSpPr>
              <p:cNvPr id="702" name="Google Shape;702;p20"/>
              <p:cNvSpPr/>
              <p:nvPr/>
            </p:nvSpPr>
            <p:spPr>
              <a:xfrm>
                <a:off x="6250912" y="1598225"/>
                <a:ext cx="958850" cy="52705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73" extrusionOk="0">
                    <a:moveTo>
                      <a:pt x="305" y="131"/>
                    </a:moveTo>
                    <a:cubicBezTo>
                      <a:pt x="301" y="156"/>
                      <a:pt x="278" y="173"/>
                      <a:pt x="253" y="170"/>
                    </a:cubicBezTo>
                    <a:cubicBezTo>
                      <a:pt x="42" y="140"/>
                      <a:pt x="42" y="140"/>
                      <a:pt x="42" y="140"/>
                    </a:cubicBezTo>
                    <a:cubicBezTo>
                      <a:pt x="17" y="136"/>
                      <a:pt x="0" y="113"/>
                      <a:pt x="4" y="88"/>
                    </a:cubicBezTo>
                    <a:cubicBezTo>
                      <a:pt x="10" y="43"/>
                      <a:pt x="10" y="43"/>
                      <a:pt x="10" y="43"/>
                    </a:cubicBezTo>
                    <a:cubicBezTo>
                      <a:pt x="14" y="18"/>
                      <a:pt x="37" y="0"/>
                      <a:pt x="62" y="4"/>
                    </a:cubicBezTo>
                    <a:cubicBezTo>
                      <a:pt x="272" y="34"/>
                      <a:pt x="272" y="34"/>
                      <a:pt x="272" y="34"/>
                    </a:cubicBezTo>
                    <a:cubicBezTo>
                      <a:pt x="297" y="37"/>
                      <a:pt x="315" y="61"/>
                      <a:pt x="311" y="86"/>
                    </a:cubicBezTo>
                    <a:lnTo>
                      <a:pt x="305" y="1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0"/>
              <p:cNvSpPr/>
              <p:nvPr/>
            </p:nvSpPr>
            <p:spPr>
              <a:xfrm>
                <a:off x="6698588" y="1656963"/>
                <a:ext cx="511175" cy="468313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54" extrusionOk="0">
                    <a:moveTo>
                      <a:pt x="19" y="0"/>
                    </a:moveTo>
                    <a:cubicBezTo>
                      <a:pt x="125" y="15"/>
                      <a:pt x="125" y="15"/>
                      <a:pt x="125" y="15"/>
                    </a:cubicBezTo>
                    <a:cubicBezTo>
                      <a:pt x="150" y="18"/>
                      <a:pt x="168" y="42"/>
                      <a:pt x="164" y="67"/>
                    </a:cubicBezTo>
                    <a:cubicBezTo>
                      <a:pt x="158" y="112"/>
                      <a:pt x="158" y="112"/>
                      <a:pt x="158" y="112"/>
                    </a:cubicBezTo>
                    <a:cubicBezTo>
                      <a:pt x="154" y="137"/>
                      <a:pt x="131" y="154"/>
                      <a:pt x="106" y="151"/>
                    </a:cubicBezTo>
                    <a:cubicBezTo>
                      <a:pt x="0" y="136"/>
                      <a:pt x="0" y="136"/>
                      <a:pt x="0" y="13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0"/>
              <p:cNvSpPr/>
              <p:nvPr/>
            </p:nvSpPr>
            <p:spPr>
              <a:xfrm>
                <a:off x="6306475" y="1650613"/>
                <a:ext cx="849313" cy="427038"/>
              </a:xfrm>
              <a:custGeom>
                <a:avLst/>
                <a:gdLst/>
                <a:ahLst/>
                <a:cxnLst/>
                <a:rect l="l" t="t" r="r" b="b"/>
                <a:pathLst>
                  <a:path w="279" h="140" extrusionOk="0">
                    <a:moveTo>
                      <a:pt x="271" y="107"/>
                    </a:moveTo>
                    <a:cubicBezTo>
                      <a:pt x="268" y="106"/>
                      <a:pt x="268" y="106"/>
                      <a:pt x="268" y="106"/>
                    </a:cubicBezTo>
                    <a:cubicBezTo>
                      <a:pt x="267" y="114"/>
                      <a:pt x="262" y="121"/>
                      <a:pt x="256" y="126"/>
                    </a:cubicBezTo>
                    <a:cubicBezTo>
                      <a:pt x="249" y="131"/>
                      <a:pt x="241" y="134"/>
                      <a:pt x="232" y="134"/>
                    </a:cubicBezTo>
                    <a:cubicBezTo>
                      <a:pt x="230" y="134"/>
                      <a:pt x="228" y="134"/>
                      <a:pt x="226" y="133"/>
                    </a:cubicBezTo>
                    <a:cubicBezTo>
                      <a:pt x="39" y="107"/>
                      <a:pt x="39" y="107"/>
                      <a:pt x="39" y="107"/>
                    </a:cubicBezTo>
                    <a:cubicBezTo>
                      <a:pt x="29" y="105"/>
                      <a:pt x="21" y="101"/>
                      <a:pt x="15" y="95"/>
                    </a:cubicBezTo>
                    <a:cubicBezTo>
                      <a:pt x="9" y="89"/>
                      <a:pt x="5" y="81"/>
                      <a:pt x="5" y="73"/>
                    </a:cubicBezTo>
                    <a:cubicBezTo>
                      <a:pt x="5" y="72"/>
                      <a:pt x="6" y="70"/>
                      <a:pt x="6" y="69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12" y="25"/>
                      <a:pt x="16" y="19"/>
                      <a:pt x="23" y="14"/>
                    </a:cubicBezTo>
                    <a:cubicBezTo>
                      <a:pt x="29" y="9"/>
                      <a:pt x="38" y="6"/>
                      <a:pt x="47" y="6"/>
                    </a:cubicBezTo>
                    <a:cubicBezTo>
                      <a:pt x="49" y="6"/>
                      <a:pt x="51" y="6"/>
                      <a:pt x="53" y="6"/>
                    </a:cubicBezTo>
                    <a:cubicBezTo>
                      <a:pt x="240" y="33"/>
                      <a:pt x="240" y="33"/>
                      <a:pt x="240" y="33"/>
                    </a:cubicBezTo>
                    <a:cubicBezTo>
                      <a:pt x="250" y="34"/>
                      <a:pt x="258" y="39"/>
                      <a:pt x="264" y="45"/>
                    </a:cubicBezTo>
                    <a:cubicBezTo>
                      <a:pt x="270" y="51"/>
                      <a:pt x="273" y="59"/>
                      <a:pt x="273" y="67"/>
                    </a:cubicBezTo>
                    <a:cubicBezTo>
                      <a:pt x="273" y="68"/>
                      <a:pt x="273" y="69"/>
                      <a:pt x="273" y="71"/>
                    </a:cubicBezTo>
                    <a:cubicBezTo>
                      <a:pt x="268" y="106"/>
                      <a:pt x="268" y="106"/>
                      <a:pt x="268" y="106"/>
                    </a:cubicBezTo>
                    <a:cubicBezTo>
                      <a:pt x="271" y="107"/>
                      <a:pt x="271" y="107"/>
                      <a:pt x="271" y="107"/>
                    </a:cubicBezTo>
                    <a:cubicBezTo>
                      <a:pt x="274" y="107"/>
                      <a:pt x="274" y="107"/>
                      <a:pt x="274" y="107"/>
                    </a:cubicBezTo>
                    <a:cubicBezTo>
                      <a:pt x="279" y="72"/>
                      <a:pt x="279" y="72"/>
                      <a:pt x="279" y="72"/>
                    </a:cubicBezTo>
                    <a:cubicBezTo>
                      <a:pt x="279" y="70"/>
                      <a:pt x="279" y="68"/>
                      <a:pt x="279" y="67"/>
                    </a:cubicBezTo>
                    <a:cubicBezTo>
                      <a:pt x="279" y="57"/>
                      <a:pt x="275" y="48"/>
                      <a:pt x="268" y="41"/>
                    </a:cubicBezTo>
                    <a:cubicBezTo>
                      <a:pt x="261" y="34"/>
                      <a:pt x="252" y="29"/>
                      <a:pt x="241" y="27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51" y="0"/>
                      <a:pt x="49" y="0"/>
                      <a:pt x="47" y="0"/>
                    </a:cubicBezTo>
                    <a:cubicBezTo>
                      <a:pt x="36" y="0"/>
                      <a:pt x="27" y="3"/>
                      <a:pt x="19" y="9"/>
                    </a:cubicBezTo>
                    <a:cubicBezTo>
                      <a:pt x="12" y="15"/>
                      <a:pt x="6" y="23"/>
                      <a:pt x="5" y="33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70"/>
                      <a:pt x="0" y="71"/>
                      <a:pt x="0" y="73"/>
                    </a:cubicBezTo>
                    <a:cubicBezTo>
                      <a:pt x="0" y="83"/>
                      <a:pt x="4" y="92"/>
                      <a:pt x="10" y="99"/>
                    </a:cubicBezTo>
                    <a:cubicBezTo>
                      <a:pt x="17" y="106"/>
                      <a:pt x="27" y="111"/>
                      <a:pt x="38" y="113"/>
                    </a:cubicBezTo>
                    <a:cubicBezTo>
                      <a:pt x="225" y="139"/>
                      <a:pt x="225" y="139"/>
                      <a:pt x="225" y="139"/>
                    </a:cubicBezTo>
                    <a:cubicBezTo>
                      <a:pt x="227" y="140"/>
                      <a:pt x="230" y="140"/>
                      <a:pt x="232" y="140"/>
                    </a:cubicBezTo>
                    <a:cubicBezTo>
                      <a:pt x="242" y="140"/>
                      <a:pt x="252" y="137"/>
                      <a:pt x="259" y="131"/>
                    </a:cubicBezTo>
                    <a:cubicBezTo>
                      <a:pt x="267" y="125"/>
                      <a:pt x="272" y="117"/>
                      <a:pt x="274" y="107"/>
                    </a:cubicBezTo>
                    <a:lnTo>
                      <a:pt x="271" y="10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5" name="Google Shape;705;p20"/>
            <p:cNvSpPr/>
            <p:nvPr/>
          </p:nvSpPr>
          <p:spPr>
            <a:xfrm>
              <a:off x="8779802" y="445025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6" name="Google Shape;706;p20"/>
            <p:cNvGrpSpPr/>
            <p:nvPr/>
          </p:nvGrpSpPr>
          <p:grpSpPr>
            <a:xfrm rot="-1888411">
              <a:off x="952544" y="4772644"/>
              <a:ext cx="724474" cy="513335"/>
              <a:chOff x="6180688" y="2320538"/>
              <a:chExt cx="1149350" cy="814387"/>
            </a:xfrm>
          </p:grpSpPr>
          <p:sp>
            <p:nvSpPr>
              <p:cNvPr id="707" name="Google Shape;707;p20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0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0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20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20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20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20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4" name="Google Shape;714;p20"/>
            <p:cNvGrpSpPr/>
            <p:nvPr/>
          </p:nvGrpSpPr>
          <p:grpSpPr>
            <a:xfrm rot="-5767326">
              <a:off x="816710" y="4705669"/>
              <a:ext cx="363996" cy="216194"/>
              <a:chOff x="6191763" y="4215150"/>
              <a:chExt cx="261938" cy="155576"/>
            </a:xfrm>
          </p:grpSpPr>
          <p:sp>
            <p:nvSpPr>
              <p:cNvPr id="715" name="Google Shape;715;p20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0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21"/>
          <p:cNvSpPr txBox="1">
            <a:spLocks noGrp="1"/>
          </p:cNvSpPr>
          <p:nvPr>
            <p:ph type="title"/>
          </p:nvPr>
        </p:nvSpPr>
        <p:spPr>
          <a:xfrm>
            <a:off x="713267" y="539500"/>
            <a:ext cx="3750000" cy="9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21"/>
          <p:cNvSpPr txBox="1">
            <a:spLocks noGrp="1"/>
          </p:cNvSpPr>
          <p:nvPr>
            <p:ph type="subTitle" idx="1"/>
          </p:nvPr>
        </p:nvSpPr>
        <p:spPr>
          <a:xfrm>
            <a:off x="713225" y="1508200"/>
            <a:ext cx="37500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21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2" name="Google Shape;722;p21"/>
          <p:cNvSpPr/>
          <p:nvPr/>
        </p:nvSpPr>
        <p:spPr>
          <a:xfrm rot="2700000">
            <a:off x="8725473" y="575475"/>
            <a:ext cx="197729" cy="449225"/>
          </a:xfrm>
          <a:custGeom>
            <a:avLst/>
            <a:gdLst/>
            <a:ahLst/>
            <a:cxnLst/>
            <a:rect l="l" t="t" r="r" b="b"/>
            <a:pathLst>
              <a:path w="71" h="161" extrusionOk="0">
                <a:moveTo>
                  <a:pt x="18" y="74"/>
                </a:moveTo>
                <a:cubicBezTo>
                  <a:pt x="33" y="13"/>
                  <a:pt x="33" y="13"/>
                  <a:pt x="33" y="13"/>
                </a:cubicBezTo>
                <a:cubicBezTo>
                  <a:pt x="35" y="5"/>
                  <a:pt x="41" y="0"/>
                  <a:pt x="49" y="1"/>
                </a:cubicBezTo>
                <a:cubicBezTo>
                  <a:pt x="53" y="1"/>
                  <a:pt x="56" y="2"/>
                  <a:pt x="60" y="3"/>
                </a:cubicBezTo>
                <a:cubicBezTo>
                  <a:pt x="65" y="4"/>
                  <a:pt x="69" y="8"/>
                  <a:pt x="70" y="13"/>
                </a:cubicBezTo>
                <a:cubicBezTo>
                  <a:pt x="71" y="16"/>
                  <a:pt x="71" y="19"/>
                  <a:pt x="70" y="22"/>
                </a:cubicBezTo>
                <a:cubicBezTo>
                  <a:pt x="62" y="54"/>
                  <a:pt x="54" y="87"/>
                  <a:pt x="45" y="120"/>
                </a:cubicBezTo>
                <a:cubicBezTo>
                  <a:pt x="45" y="121"/>
                  <a:pt x="45" y="122"/>
                  <a:pt x="44" y="124"/>
                </a:cubicBezTo>
                <a:cubicBezTo>
                  <a:pt x="41" y="129"/>
                  <a:pt x="36" y="133"/>
                  <a:pt x="30" y="132"/>
                </a:cubicBezTo>
                <a:cubicBezTo>
                  <a:pt x="23" y="132"/>
                  <a:pt x="18" y="128"/>
                  <a:pt x="16" y="121"/>
                </a:cubicBezTo>
                <a:cubicBezTo>
                  <a:pt x="16" y="119"/>
                  <a:pt x="16" y="115"/>
                  <a:pt x="16" y="113"/>
                </a:cubicBezTo>
                <a:cubicBezTo>
                  <a:pt x="19" y="103"/>
                  <a:pt x="21" y="93"/>
                  <a:pt x="24" y="84"/>
                </a:cubicBezTo>
                <a:cubicBezTo>
                  <a:pt x="25" y="80"/>
                  <a:pt x="26" y="76"/>
                  <a:pt x="27" y="72"/>
                </a:cubicBezTo>
                <a:cubicBezTo>
                  <a:pt x="28" y="69"/>
                  <a:pt x="31" y="71"/>
                  <a:pt x="31" y="73"/>
                </a:cubicBezTo>
                <a:cubicBezTo>
                  <a:pt x="31" y="73"/>
                  <a:pt x="31" y="74"/>
                  <a:pt x="31" y="74"/>
                </a:cubicBezTo>
                <a:cubicBezTo>
                  <a:pt x="27" y="88"/>
                  <a:pt x="24" y="101"/>
                  <a:pt x="21" y="114"/>
                </a:cubicBezTo>
                <a:cubicBezTo>
                  <a:pt x="19" y="120"/>
                  <a:pt x="22" y="125"/>
                  <a:pt x="26" y="127"/>
                </a:cubicBezTo>
                <a:cubicBezTo>
                  <a:pt x="32" y="129"/>
                  <a:pt x="37" y="127"/>
                  <a:pt x="40" y="122"/>
                </a:cubicBezTo>
                <a:cubicBezTo>
                  <a:pt x="40" y="121"/>
                  <a:pt x="41" y="119"/>
                  <a:pt x="41" y="118"/>
                </a:cubicBezTo>
                <a:cubicBezTo>
                  <a:pt x="49" y="86"/>
                  <a:pt x="57" y="54"/>
                  <a:pt x="65" y="22"/>
                </a:cubicBezTo>
                <a:cubicBezTo>
                  <a:pt x="66" y="21"/>
                  <a:pt x="66" y="20"/>
                  <a:pt x="66" y="20"/>
                </a:cubicBezTo>
                <a:cubicBezTo>
                  <a:pt x="67" y="15"/>
                  <a:pt x="65" y="10"/>
                  <a:pt x="61" y="8"/>
                </a:cubicBezTo>
                <a:cubicBezTo>
                  <a:pt x="56" y="6"/>
                  <a:pt x="52" y="5"/>
                  <a:pt x="47" y="5"/>
                </a:cubicBezTo>
                <a:cubicBezTo>
                  <a:pt x="42" y="6"/>
                  <a:pt x="39" y="9"/>
                  <a:pt x="38" y="14"/>
                </a:cubicBezTo>
                <a:cubicBezTo>
                  <a:pt x="27" y="54"/>
                  <a:pt x="17" y="95"/>
                  <a:pt x="7" y="136"/>
                </a:cubicBezTo>
                <a:cubicBezTo>
                  <a:pt x="5" y="142"/>
                  <a:pt x="8" y="147"/>
                  <a:pt x="13" y="151"/>
                </a:cubicBezTo>
                <a:cubicBezTo>
                  <a:pt x="16" y="154"/>
                  <a:pt x="20" y="154"/>
                  <a:pt x="24" y="155"/>
                </a:cubicBezTo>
                <a:cubicBezTo>
                  <a:pt x="33" y="157"/>
                  <a:pt x="41" y="152"/>
                  <a:pt x="43" y="143"/>
                </a:cubicBezTo>
                <a:cubicBezTo>
                  <a:pt x="49" y="120"/>
                  <a:pt x="55" y="97"/>
                  <a:pt x="61" y="74"/>
                </a:cubicBezTo>
                <a:cubicBezTo>
                  <a:pt x="61" y="73"/>
                  <a:pt x="61" y="73"/>
                  <a:pt x="61" y="73"/>
                </a:cubicBezTo>
                <a:cubicBezTo>
                  <a:pt x="61" y="71"/>
                  <a:pt x="65" y="72"/>
                  <a:pt x="65" y="75"/>
                </a:cubicBezTo>
                <a:cubicBezTo>
                  <a:pt x="59" y="98"/>
                  <a:pt x="53" y="122"/>
                  <a:pt x="47" y="145"/>
                </a:cubicBezTo>
                <a:cubicBezTo>
                  <a:pt x="45" y="153"/>
                  <a:pt x="39" y="159"/>
                  <a:pt x="31" y="160"/>
                </a:cubicBezTo>
                <a:cubicBezTo>
                  <a:pt x="25" y="161"/>
                  <a:pt x="19" y="159"/>
                  <a:pt x="13" y="156"/>
                </a:cubicBezTo>
                <a:cubicBezTo>
                  <a:pt x="6" y="153"/>
                  <a:pt x="0" y="144"/>
                  <a:pt x="3" y="134"/>
                </a:cubicBezTo>
                <a:cubicBezTo>
                  <a:pt x="8" y="114"/>
                  <a:pt x="13" y="94"/>
                  <a:pt x="18" y="7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5" name="Google Shape;725;p22"/>
          <p:cNvGrpSpPr/>
          <p:nvPr/>
        </p:nvGrpSpPr>
        <p:grpSpPr>
          <a:xfrm>
            <a:off x="153004" y="-239249"/>
            <a:ext cx="9585524" cy="5825242"/>
            <a:chOff x="153004" y="-239249"/>
            <a:chExt cx="9585524" cy="5825242"/>
          </a:xfrm>
        </p:grpSpPr>
        <p:grpSp>
          <p:nvGrpSpPr>
            <p:cNvPr id="726" name="Google Shape;726;p22"/>
            <p:cNvGrpSpPr/>
            <p:nvPr/>
          </p:nvGrpSpPr>
          <p:grpSpPr>
            <a:xfrm>
              <a:off x="8200992" y="771317"/>
              <a:ext cx="1537535" cy="1360914"/>
              <a:chOff x="6589856" y="3409662"/>
              <a:chExt cx="2438983" cy="2158810"/>
            </a:xfrm>
          </p:grpSpPr>
          <p:sp>
            <p:nvSpPr>
              <p:cNvPr id="727" name="Google Shape;727;p22"/>
              <p:cNvSpPr/>
              <p:nvPr/>
            </p:nvSpPr>
            <p:spPr>
              <a:xfrm rot="-4170570">
                <a:off x="7398034" y="3755709"/>
                <a:ext cx="734114" cy="1660307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85" extrusionOk="0">
                    <a:moveTo>
                      <a:pt x="7" y="251"/>
                    </a:moveTo>
                    <a:cubicBezTo>
                      <a:pt x="0" y="385"/>
                      <a:pt x="0" y="385"/>
                      <a:pt x="0" y="385"/>
                    </a:cubicBezTo>
                    <a:cubicBezTo>
                      <a:pt x="164" y="128"/>
                      <a:pt x="164" y="128"/>
                      <a:pt x="164" y="128"/>
                    </a:cubicBezTo>
                    <a:cubicBezTo>
                      <a:pt x="170" y="4"/>
                      <a:pt x="170" y="4"/>
                      <a:pt x="170" y="4"/>
                    </a:cubicBezTo>
                    <a:cubicBezTo>
                      <a:pt x="170" y="1"/>
                      <a:pt x="167" y="0"/>
                      <a:pt x="165" y="2"/>
                    </a:cubicBezTo>
                    <a:lnTo>
                      <a:pt x="7" y="25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2"/>
              <p:cNvSpPr/>
              <p:nvPr/>
            </p:nvSpPr>
            <p:spPr>
              <a:xfrm rot="-4170570">
                <a:off x="7170606" y="3826193"/>
                <a:ext cx="907775" cy="1768186"/>
              </a:xfrm>
              <a:custGeom>
                <a:avLst/>
                <a:gdLst/>
                <a:ahLst/>
                <a:cxnLst/>
                <a:rect l="l" t="t" r="r" b="b"/>
                <a:pathLst>
                  <a:path w="211" h="410" extrusionOk="0">
                    <a:moveTo>
                      <a:pt x="0" y="254"/>
                    </a:moveTo>
                    <a:cubicBezTo>
                      <a:pt x="47" y="410"/>
                      <a:pt x="47" y="410"/>
                      <a:pt x="47" y="410"/>
                    </a:cubicBezTo>
                    <a:cubicBezTo>
                      <a:pt x="211" y="153"/>
                      <a:pt x="211" y="153"/>
                      <a:pt x="211" y="153"/>
                    </a:cubicBezTo>
                    <a:cubicBezTo>
                      <a:pt x="166" y="3"/>
                      <a:pt x="166" y="3"/>
                      <a:pt x="166" y="3"/>
                    </a:cubicBezTo>
                    <a:cubicBezTo>
                      <a:pt x="165" y="1"/>
                      <a:pt x="162" y="0"/>
                      <a:pt x="161" y="2"/>
                    </a:cubicBezTo>
                    <a:lnTo>
                      <a:pt x="0" y="25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2"/>
              <p:cNvSpPr/>
              <p:nvPr/>
            </p:nvSpPr>
            <p:spPr>
              <a:xfrm rot="-4170570">
                <a:off x="7296641" y="3799265"/>
                <a:ext cx="763056" cy="1707669"/>
              </a:xfrm>
              <a:custGeom>
                <a:avLst/>
                <a:gdLst/>
                <a:ahLst/>
                <a:cxnLst/>
                <a:rect l="l" t="t" r="r" b="b"/>
                <a:pathLst>
                  <a:path w="177" h="396" extrusionOk="0">
                    <a:moveTo>
                      <a:pt x="0" y="252"/>
                    </a:moveTo>
                    <a:cubicBezTo>
                      <a:pt x="13" y="396"/>
                      <a:pt x="13" y="396"/>
                      <a:pt x="13" y="396"/>
                    </a:cubicBezTo>
                    <a:cubicBezTo>
                      <a:pt x="177" y="139"/>
                      <a:pt x="177" y="139"/>
                      <a:pt x="177" y="139"/>
                    </a:cubicBezTo>
                    <a:cubicBezTo>
                      <a:pt x="164" y="3"/>
                      <a:pt x="164" y="3"/>
                      <a:pt x="164" y="3"/>
                    </a:cubicBezTo>
                    <a:cubicBezTo>
                      <a:pt x="164" y="1"/>
                      <a:pt x="160" y="0"/>
                      <a:pt x="159" y="2"/>
                    </a:cubicBezTo>
                    <a:lnTo>
                      <a:pt x="0" y="2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2"/>
              <p:cNvSpPr/>
              <p:nvPr/>
            </p:nvSpPr>
            <p:spPr>
              <a:xfrm rot="-4170571">
                <a:off x="7427170" y="3703129"/>
                <a:ext cx="1199841" cy="1362977"/>
              </a:xfrm>
              <a:custGeom>
                <a:avLst/>
                <a:gdLst/>
                <a:ahLst/>
                <a:cxnLst/>
                <a:rect l="l" t="t" r="r" b="b"/>
                <a:pathLst>
                  <a:path w="278" h="316" extrusionOk="0">
                    <a:moveTo>
                      <a:pt x="118" y="254"/>
                    </a:moveTo>
                    <a:cubicBezTo>
                      <a:pt x="0" y="316"/>
                      <a:pt x="0" y="316"/>
                      <a:pt x="0" y="316"/>
                    </a:cubicBezTo>
                    <a:cubicBezTo>
                      <a:pt x="163" y="59"/>
                      <a:pt x="163" y="59"/>
                      <a:pt x="163" y="59"/>
                    </a:cubicBezTo>
                    <a:cubicBezTo>
                      <a:pt x="273" y="1"/>
                      <a:pt x="273" y="1"/>
                      <a:pt x="273" y="1"/>
                    </a:cubicBezTo>
                    <a:cubicBezTo>
                      <a:pt x="276" y="0"/>
                      <a:pt x="278" y="3"/>
                      <a:pt x="277" y="5"/>
                    </a:cubicBezTo>
                    <a:lnTo>
                      <a:pt x="118" y="25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2"/>
              <p:cNvSpPr/>
              <p:nvPr/>
            </p:nvSpPr>
            <p:spPr>
              <a:xfrm rot="-4170571">
                <a:off x="7487923" y="3680637"/>
                <a:ext cx="1391921" cy="1207735"/>
              </a:xfrm>
              <a:custGeom>
                <a:avLst/>
                <a:gdLst/>
                <a:ahLst/>
                <a:cxnLst/>
                <a:rect l="l" t="t" r="r" b="b"/>
                <a:pathLst>
                  <a:path w="323" h="280" extrusionOk="0">
                    <a:moveTo>
                      <a:pt x="161" y="257"/>
                    </a:moveTo>
                    <a:cubicBezTo>
                      <a:pt x="0" y="280"/>
                      <a:pt x="0" y="280"/>
                      <a:pt x="0" y="280"/>
                    </a:cubicBezTo>
                    <a:cubicBezTo>
                      <a:pt x="164" y="23"/>
                      <a:pt x="164" y="23"/>
                      <a:pt x="164" y="23"/>
                    </a:cubicBezTo>
                    <a:cubicBezTo>
                      <a:pt x="319" y="1"/>
                      <a:pt x="319" y="1"/>
                      <a:pt x="319" y="1"/>
                    </a:cubicBezTo>
                    <a:cubicBezTo>
                      <a:pt x="321" y="0"/>
                      <a:pt x="323" y="3"/>
                      <a:pt x="321" y="5"/>
                    </a:cubicBezTo>
                    <a:lnTo>
                      <a:pt x="161" y="25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2"/>
              <p:cNvSpPr/>
              <p:nvPr/>
            </p:nvSpPr>
            <p:spPr>
              <a:xfrm rot="-4170571">
                <a:off x="7479947" y="3669144"/>
                <a:ext cx="1276148" cy="1305090"/>
              </a:xfrm>
              <a:custGeom>
                <a:avLst/>
                <a:gdLst/>
                <a:ahLst/>
                <a:cxnLst/>
                <a:rect l="l" t="t" r="r" b="b"/>
                <a:pathLst>
                  <a:path w="296" h="303" extrusionOk="0">
                    <a:moveTo>
                      <a:pt x="136" y="255"/>
                    </a:moveTo>
                    <a:cubicBezTo>
                      <a:pt x="0" y="303"/>
                      <a:pt x="0" y="303"/>
                      <a:pt x="0" y="303"/>
                    </a:cubicBezTo>
                    <a:cubicBezTo>
                      <a:pt x="164" y="46"/>
                      <a:pt x="164" y="46"/>
                      <a:pt x="164" y="46"/>
                    </a:cubicBezTo>
                    <a:cubicBezTo>
                      <a:pt x="292" y="1"/>
                      <a:pt x="292" y="1"/>
                      <a:pt x="292" y="1"/>
                    </a:cubicBezTo>
                    <a:cubicBezTo>
                      <a:pt x="294" y="0"/>
                      <a:pt x="296" y="2"/>
                      <a:pt x="295" y="4"/>
                    </a:cubicBezTo>
                    <a:lnTo>
                      <a:pt x="136" y="2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2"/>
              <p:cNvSpPr/>
              <p:nvPr/>
            </p:nvSpPr>
            <p:spPr>
              <a:xfrm rot="-4170570">
                <a:off x="7524646" y="3726524"/>
                <a:ext cx="1452439" cy="1118273"/>
              </a:xfrm>
              <a:custGeom>
                <a:avLst/>
                <a:gdLst/>
                <a:ahLst/>
                <a:cxnLst/>
                <a:rect l="l" t="t" r="r" b="b"/>
                <a:pathLst>
                  <a:path w="552" h="425" extrusionOk="0">
                    <a:moveTo>
                      <a:pt x="283" y="425"/>
                    </a:moveTo>
                    <a:lnTo>
                      <a:pt x="0" y="420"/>
                    </a:lnTo>
                    <a:lnTo>
                      <a:pt x="267" y="0"/>
                    </a:lnTo>
                    <a:lnTo>
                      <a:pt x="552" y="4"/>
                    </a:lnTo>
                    <a:lnTo>
                      <a:pt x="283" y="42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2"/>
              <p:cNvSpPr/>
              <p:nvPr/>
            </p:nvSpPr>
            <p:spPr>
              <a:xfrm rot="-4170569">
                <a:off x="7088605" y="3885935"/>
                <a:ext cx="1028813" cy="1778711"/>
              </a:xfrm>
              <a:custGeom>
                <a:avLst/>
                <a:gdLst/>
                <a:ahLst/>
                <a:cxnLst/>
                <a:rect l="l" t="t" r="r" b="b"/>
                <a:pathLst>
                  <a:path w="391" h="676" extrusionOk="0">
                    <a:moveTo>
                      <a:pt x="0" y="419"/>
                    </a:moveTo>
                    <a:lnTo>
                      <a:pt x="124" y="676"/>
                    </a:lnTo>
                    <a:lnTo>
                      <a:pt x="391" y="255"/>
                    </a:lnTo>
                    <a:lnTo>
                      <a:pt x="268" y="0"/>
                    </a:lnTo>
                    <a:lnTo>
                      <a:pt x="0" y="41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2"/>
              <p:cNvSpPr/>
              <p:nvPr/>
            </p:nvSpPr>
            <p:spPr>
              <a:xfrm rot="-4170570">
                <a:off x="7302146" y="3568635"/>
                <a:ext cx="413104" cy="66307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54" extrusionOk="0">
                    <a:moveTo>
                      <a:pt x="0" y="154"/>
                    </a:moveTo>
                    <a:cubicBezTo>
                      <a:pt x="3" y="138"/>
                      <a:pt x="13" y="125"/>
                      <a:pt x="24" y="113"/>
                    </a:cubicBezTo>
                    <a:cubicBezTo>
                      <a:pt x="35" y="101"/>
                      <a:pt x="47" y="89"/>
                      <a:pt x="55" y="75"/>
                    </a:cubicBezTo>
                    <a:cubicBezTo>
                      <a:pt x="69" y="53"/>
                      <a:pt x="70" y="24"/>
                      <a:pt x="60" y="0"/>
                    </a:cubicBezTo>
                    <a:cubicBezTo>
                      <a:pt x="66" y="7"/>
                      <a:pt x="74" y="15"/>
                      <a:pt x="80" y="23"/>
                    </a:cubicBezTo>
                    <a:cubicBezTo>
                      <a:pt x="85" y="15"/>
                      <a:pt x="91" y="9"/>
                      <a:pt x="96" y="1"/>
                    </a:cubicBezTo>
                    <a:cubicBezTo>
                      <a:pt x="96" y="18"/>
                      <a:pt x="94" y="34"/>
                      <a:pt x="90" y="51"/>
                    </a:cubicBezTo>
                    <a:cubicBezTo>
                      <a:pt x="87" y="67"/>
                      <a:pt x="81" y="83"/>
                      <a:pt x="70" y="95"/>
                    </a:cubicBezTo>
                    <a:cubicBezTo>
                      <a:pt x="50" y="117"/>
                      <a:pt x="11" y="127"/>
                      <a:pt x="0" y="15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2"/>
              <p:cNvSpPr/>
              <p:nvPr/>
            </p:nvSpPr>
            <p:spPr>
              <a:xfrm rot="-4170569">
                <a:off x="7618352" y="4087098"/>
                <a:ext cx="849889" cy="1199841"/>
              </a:xfrm>
              <a:custGeom>
                <a:avLst/>
                <a:gdLst/>
                <a:ahLst/>
                <a:cxnLst/>
                <a:rect l="l" t="t" r="r" b="b"/>
                <a:pathLst>
                  <a:path w="323" h="456" extrusionOk="0">
                    <a:moveTo>
                      <a:pt x="56" y="456"/>
                    </a:moveTo>
                    <a:lnTo>
                      <a:pt x="0" y="421"/>
                    </a:lnTo>
                    <a:lnTo>
                      <a:pt x="267" y="0"/>
                    </a:lnTo>
                    <a:lnTo>
                      <a:pt x="323" y="36"/>
                    </a:lnTo>
                    <a:lnTo>
                      <a:pt x="56" y="4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7" name="Google Shape;737;p22"/>
            <p:cNvGrpSpPr/>
            <p:nvPr/>
          </p:nvGrpSpPr>
          <p:grpSpPr>
            <a:xfrm>
              <a:off x="653447" y="4319816"/>
              <a:ext cx="1306839" cy="1266177"/>
              <a:chOff x="9034563" y="1320413"/>
              <a:chExt cx="1836738" cy="1779588"/>
            </a:xfrm>
          </p:grpSpPr>
          <p:sp>
            <p:nvSpPr>
              <p:cNvPr id="738" name="Google Shape;738;p22"/>
              <p:cNvSpPr/>
              <p:nvPr/>
            </p:nvSpPr>
            <p:spPr>
              <a:xfrm>
                <a:off x="9034563" y="1320413"/>
                <a:ext cx="1836738" cy="1779588"/>
              </a:xfrm>
              <a:custGeom>
                <a:avLst/>
                <a:gdLst/>
                <a:ahLst/>
                <a:cxnLst/>
                <a:rect l="l" t="t" r="r" b="b"/>
                <a:pathLst>
                  <a:path w="603" h="584" extrusionOk="0">
                    <a:moveTo>
                      <a:pt x="58" y="379"/>
                    </a:moveTo>
                    <a:cubicBezTo>
                      <a:pt x="26" y="270"/>
                      <a:pt x="0" y="134"/>
                      <a:pt x="125" y="51"/>
                    </a:cubicBezTo>
                    <a:cubicBezTo>
                      <a:pt x="204" y="0"/>
                      <a:pt x="289" y="2"/>
                      <a:pt x="316" y="101"/>
                    </a:cubicBezTo>
                    <a:cubicBezTo>
                      <a:pt x="323" y="124"/>
                      <a:pt x="323" y="168"/>
                      <a:pt x="348" y="181"/>
                    </a:cubicBezTo>
                    <a:cubicBezTo>
                      <a:pt x="376" y="198"/>
                      <a:pt x="401" y="170"/>
                      <a:pt x="426" y="162"/>
                    </a:cubicBezTo>
                    <a:cubicBezTo>
                      <a:pt x="509" y="133"/>
                      <a:pt x="538" y="223"/>
                      <a:pt x="558" y="289"/>
                    </a:cubicBezTo>
                    <a:cubicBezTo>
                      <a:pt x="603" y="441"/>
                      <a:pt x="478" y="584"/>
                      <a:pt x="297" y="581"/>
                    </a:cubicBezTo>
                    <a:cubicBezTo>
                      <a:pt x="168" y="578"/>
                      <a:pt x="86" y="472"/>
                      <a:pt x="58" y="3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2"/>
              <p:cNvSpPr/>
              <p:nvPr/>
            </p:nvSpPr>
            <p:spPr>
              <a:xfrm>
                <a:off x="9820375" y="1847463"/>
                <a:ext cx="241300" cy="284163"/>
              </a:xfrm>
              <a:custGeom>
                <a:avLst/>
                <a:gdLst/>
                <a:ahLst/>
                <a:cxnLst/>
                <a:rect l="l" t="t" r="r" b="b"/>
                <a:pathLst>
                  <a:path w="79" h="93" extrusionOk="0">
                    <a:moveTo>
                      <a:pt x="66" y="30"/>
                    </a:moveTo>
                    <a:cubicBezTo>
                      <a:pt x="79" y="50"/>
                      <a:pt x="77" y="74"/>
                      <a:pt x="62" y="83"/>
                    </a:cubicBezTo>
                    <a:cubicBezTo>
                      <a:pt x="48" y="93"/>
                      <a:pt x="25" y="83"/>
                      <a:pt x="13" y="63"/>
                    </a:cubicBezTo>
                    <a:cubicBezTo>
                      <a:pt x="0" y="42"/>
                      <a:pt x="2" y="18"/>
                      <a:pt x="16" y="9"/>
                    </a:cubicBezTo>
                    <a:cubicBezTo>
                      <a:pt x="31" y="0"/>
                      <a:pt x="53" y="9"/>
                      <a:pt x="66" y="3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2"/>
              <p:cNvSpPr/>
              <p:nvPr/>
            </p:nvSpPr>
            <p:spPr>
              <a:xfrm>
                <a:off x="9321900" y="2360225"/>
                <a:ext cx="273050" cy="273050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89" y="43"/>
                    </a:moveTo>
                    <a:cubicBezTo>
                      <a:pt x="90" y="67"/>
                      <a:pt x="71" y="88"/>
                      <a:pt x="47" y="89"/>
                    </a:cubicBezTo>
                    <a:cubicBezTo>
                      <a:pt x="22" y="90"/>
                      <a:pt x="2" y="71"/>
                      <a:pt x="1" y="47"/>
                    </a:cubicBezTo>
                    <a:cubicBezTo>
                      <a:pt x="0" y="23"/>
                      <a:pt x="19" y="2"/>
                      <a:pt x="43" y="1"/>
                    </a:cubicBezTo>
                    <a:cubicBezTo>
                      <a:pt x="67" y="0"/>
                      <a:pt x="88" y="19"/>
                      <a:pt x="89" y="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2"/>
              <p:cNvSpPr/>
              <p:nvPr/>
            </p:nvSpPr>
            <p:spPr>
              <a:xfrm>
                <a:off x="9552088" y="2636450"/>
                <a:ext cx="274638" cy="274638"/>
              </a:xfrm>
              <a:custGeom>
                <a:avLst/>
                <a:gdLst/>
                <a:ahLst/>
                <a:cxnLst/>
                <a:rect l="l" t="t" r="r" b="b"/>
                <a:pathLst>
                  <a:path w="90" h="90" extrusionOk="0">
                    <a:moveTo>
                      <a:pt x="89" y="43"/>
                    </a:moveTo>
                    <a:cubicBezTo>
                      <a:pt x="90" y="68"/>
                      <a:pt x="71" y="88"/>
                      <a:pt x="47" y="89"/>
                    </a:cubicBezTo>
                    <a:cubicBezTo>
                      <a:pt x="23" y="90"/>
                      <a:pt x="2" y="72"/>
                      <a:pt x="1" y="47"/>
                    </a:cubicBezTo>
                    <a:cubicBezTo>
                      <a:pt x="0" y="23"/>
                      <a:pt x="19" y="2"/>
                      <a:pt x="43" y="1"/>
                    </a:cubicBezTo>
                    <a:cubicBezTo>
                      <a:pt x="68" y="0"/>
                      <a:pt x="88" y="19"/>
                      <a:pt x="89" y="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2"/>
              <p:cNvSpPr/>
              <p:nvPr/>
            </p:nvSpPr>
            <p:spPr>
              <a:xfrm>
                <a:off x="9893400" y="2688838"/>
                <a:ext cx="307975" cy="30797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1" extrusionOk="0">
                    <a:moveTo>
                      <a:pt x="89" y="30"/>
                    </a:moveTo>
                    <a:cubicBezTo>
                      <a:pt x="101" y="51"/>
                      <a:pt x="93" y="78"/>
                      <a:pt x="71" y="89"/>
                    </a:cubicBezTo>
                    <a:cubicBezTo>
                      <a:pt x="50" y="101"/>
                      <a:pt x="23" y="93"/>
                      <a:pt x="12" y="71"/>
                    </a:cubicBezTo>
                    <a:cubicBezTo>
                      <a:pt x="0" y="50"/>
                      <a:pt x="8" y="23"/>
                      <a:pt x="30" y="12"/>
                    </a:cubicBezTo>
                    <a:cubicBezTo>
                      <a:pt x="51" y="0"/>
                      <a:pt x="78" y="8"/>
                      <a:pt x="89" y="3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2"/>
              <p:cNvSpPr/>
              <p:nvPr/>
            </p:nvSpPr>
            <p:spPr>
              <a:xfrm>
                <a:off x="10234713" y="2536438"/>
                <a:ext cx="304800" cy="307975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01" extrusionOk="0">
                    <a:moveTo>
                      <a:pt x="89" y="30"/>
                    </a:moveTo>
                    <a:cubicBezTo>
                      <a:pt x="100" y="51"/>
                      <a:pt x="92" y="78"/>
                      <a:pt x="71" y="90"/>
                    </a:cubicBezTo>
                    <a:cubicBezTo>
                      <a:pt x="49" y="101"/>
                      <a:pt x="22" y="93"/>
                      <a:pt x="11" y="71"/>
                    </a:cubicBezTo>
                    <a:cubicBezTo>
                      <a:pt x="0" y="50"/>
                      <a:pt x="8" y="23"/>
                      <a:pt x="29" y="12"/>
                    </a:cubicBezTo>
                    <a:cubicBezTo>
                      <a:pt x="51" y="0"/>
                      <a:pt x="77" y="9"/>
                      <a:pt x="89" y="3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22"/>
              <p:cNvSpPr/>
              <p:nvPr/>
            </p:nvSpPr>
            <p:spPr>
              <a:xfrm>
                <a:off x="10387113" y="2204650"/>
                <a:ext cx="30797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100" extrusionOk="0">
                    <a:moveTo>
                      <a:pt x="90" y="29"/>
                    </a:moveTo>
                    <a:cubicBezTo>
                      <a:pt x="101" y="51"/>
                      <a:pt x="93" y="77"/>
                      <a:pt x="71" y="89"/>
                    </a:cubicBezTo>
                    <a:cubicBezTo>
                      <a:pt x="50" y="100"/>
                      <a:pt x="23" y="92"/>
                      <a:pt x="12" y="71"/>
                    </a:cubicBezTo>
                    <a:cubicBezTo>
                      <a:pt x="0" y="49"/>
                      <a:pt x="9" y="23"/>
                      <a:pt x="30" y="11"/>
                    </a:cubicBezTo>
                    <a:cubicBezTo>
                      <a:pt x="51" y="0"/>
                      <a:pt x="78" y="8"/>
                      <a:pt x="90" y="2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22"/>
              <p:cNvSpPr/>
              <p:nvPr/>
            </p:nvSpPr>
            <p:spPr>
              <a:xfrm>
                <a:off x="9202838" y="1996688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00" extrusionOk="0">
                    <a:moveTo>
                      <a:pt x="89" y="29"/>
                    </a:moveTo>
                    <a:cubicBezTo>
                      <a:pt x="100" y="51"/>
                      <a:pt x="92" y="77"/>
                      <a:pt x="71" y="89"/>
                    </a:cubicBezTo>
                    <a:cubicBezTo>
                      <a:pt x="49" y="100"/>
                      <a:pt x="22" y="92"/>
                      <a:pt x="11" y="71"/>
                    </a:cubicBezTo>
                    <a:cubicBezTo>
                      <a:pt x="0" y="49"/>
                      <a:pt x="8" y="22"/>
                      <a:pt x="29" y="11"/>
                    </a:cubicBezTo>
                    <a:cubicBezTo>
                      <a:pt x="51" y="0"/>
                      <a:pt x="77" y="8"/>
                      <a:pt x="89" y="2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6" name="Google Shape;746;p22"/>
            <p:cNvGrpSpPr/>
            <p:nvPr/>
          </p:nvGrpSpPr>
          <p:grpSpPr>
            <a:xfrm rot="7214051">
              <a:off x="7600597" y="-53709"/>
              <a:ext cx="724484" cy="513343"/>
              <a:chOff x="6180688" y="2320538"/>
              <a:chExt cx="1149350" cy="814387"/>
            </a:xfrm>
          </p:grpSpPr>
          <p:sp>
            <p:nvSpPr>
              <p:cNvPr id="747" name="Google Shape;747;p22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22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22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22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22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22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22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4" name="Google Shape;754;p22"/>
            <p:cNvSpPr/>
            <p:nvPr/>
          </p:nvSpPr>
          <p:spPr>
            <a:xfrm>
              <a:off x="300999" y="4728300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22"/>
            <p:cNvSpPr/>
            <p:nvPr/>
          </p:nvSpPr>
          <p:spPr>
            <a:xfrm>
              <a:off x="8575577" y="160125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6" name="Google Shape;756;p22"/>
            <p:cNvGrpSpPr/>
            <p:nvPr/>
          </p:nvGrpSpPr>
          <p:grpSpPr>
            <a:xfrm>
              <a:off x="153004" y="3955449"/>
              <a:ext cx="724435" cy="513308"/>
              <a:chOff x="6180688" y="2320538"/>
              <a:chExt cx="1149350" cy="814387"/>
            </a:xfrm>
          </p:grpSpPr>
          <p:sp>
            <p:nvSpPr>
              <p:cNvPr id="757" name="Google Shape;757;p22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22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22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22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22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22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22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75" y="219125"/>
            <a:ext cx="8702828" cy="4703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6" name="Google Shape;766;p23"/>
          <p:cNvGrpSpPr/>
          <p:nvPr/>
        </p:nvGrpSpPr>
        <p:grpSpPr>
          <a:xfrm>
            <a:off x="5288225" y="954050"/>
            <a:ext cx="3001701" cy="2813999"/>
            <a:chOff x="5288225" y="954050"/>
            <a:chExt cx="3001701" cy="2813999"/>
          </a:xfrm>
        </p:grpSpPr>
        <p:sp>
          <p:nvSpPr>
            <p:cNvPr id="767" name="Google Shape;767;p23"/>
            <p:cNvSpPr/>
            <p:nvPr/>
          </p:nvSpPr>
          <p:spPr>
            <a:xfrm>
              <a:off x="7327225" y="3049662"/>
              <a:ext cx="715160" cy="718388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rgbClr val="FFCE73">
                <a:alpha val="506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7641750" y="954050"/>
              <a:ext cx="215975" cy="21695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5288225" y="1661980"/>
              <a:ext cx="502800" cy="505075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23"/>
            <p:cNvSpPr/>
            <p:nvPr/>
          </p:nvSpPr>
          <p:spPr>
            <a:xfrm>
              <a:off x="7957825" y="2119250"/>
              <a:ext cx="332101" cy="33360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1" name="Google Shape;771;p23"/>
          <p:cNvGrpSpPr/>
          <p:nvPr/>
        </p:nvGrpSpPr>
        <p:grpSpPr>
          <a:xfrm>
            <a:off x="5404478" y="608450"/>
            <a:ext cx="2743826" cy="4779289"/>
            <a:chOff x="5404478" y="608450"/>
            <a:chExt cx="2743826" cy="4779289"/>
          </a:xfrm>
        </p:grpSpPr>
        <p:grpSp>
          <p:nvGrpSpPr>
            <p:cNvPr id="772" name="Google Shape;772;p23"/>
            <p:cNvGrpSpPr/>
            <p:nvPr/>
          </p:nvGrpSpPr>
          <p:grpSpPr>
            <a:xfrm rot="2223720">
              <a:off x="5855957" y="949515"/>
              <a:ext cx="1840868" cy="2115294"/>
              <a:chOff x="5652063" y="1771263"/>
              <a:chExt cx="1714500" cy="1970087"/>
            </a:xfrm>
          </p:grpSpPr>
          <p:sp>
            <p:nvSpPr>
              <p:cNvPr id="773" name="Google Shape;773;p23"/>
              <p:cNvSpPr/>
              <p:nvPr/>
            </p:nvSpPr>
            <p:spPr>
              <a:xfrm>
                <a:off x="6272775" y="3138100"/>
                <a:ext cx="1093788" cy="603250"/>
              </a:xfrm>
              <a:custGeom>
                <a:avLst/>
                <a:gdLst/>
                <a:ahLst/>
                <a:cxnLst/>
                <a:rect l="l" t="t" r="r" b="b"/>
                <a:pathLst>
                  <a:path w="689" h="380" extrusionOk="0">
                    <a:moveTo>
                      <a:pt x="689" y="83"/>
                    </a:moveTo>
                    <a:lnTo>
                      <a:pt x="39" y="380"/>
                    </a:lnTo>
                    <a:lnTo>
                      <a:pt x="0" y="296"/>
                    </a:lnTo>
                    <a:lnTo>
                      <a:pt x="650" y="0"/>
                    </a:lnTo>
                    <a:lnTo>
                      <a:pt x="689" y="8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23"/>
              <p:cNvSpPr/>
              <p:nvPr/>
            </p:nvSpPr>
            <p:spPr>
              <a:xfrm>
                <a:off x="6348975" y="3233350"/>
                <a:ext cx="9620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88" extrusionOk="0">
                    <a:moveTo>
                      <a:pt x="606" y="15"/>
                    </a:moveTo>
                    <a:lnTo>
                      <a:pt x="8" y="288"/>
                    </a:lnTo>
                    <a:lnTo>
                      <a:pt x="0" y="272"/>
                    </a:lnTo>
                    <a:lnTo>
                      <a:pt x="600" y="0"/>
                    </a:lnTo>
                    <a:lnTo>
                      <a:pt x="606" y="1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23"/>
              <p:cNvSpPr/>
              <p:nvPr/>
            </p:nvSpPr>
            <p:spPr>
              <a:xfrm>
                <a:off x="5652063" y="1771263"/>
                <a:ext cx="1671638" cy="1873250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180" extrusionOk="0">
                    <a:moveTo>
                      <a:pt x="1053" y="882"/>
                    </a:moveTo>
                    <a:lnTo>
                      <a:pt x="403" y="1180"/>
                    </a:lnTo>
                    <a:lnTo>
                      <a:pt x="0" y="297"/>
                    </a:lnTo>
                    <a:lnTo>
                      <a:pt x="650" y="0"/>
                    </a:lnTo>
                    <a:lnTo>
                      <a:pt x="1053" y="88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3"/>
              <p:cNvSpPr/>
              <p:nvPr/>
            </p:nvSpPr>
            <p:spPr>
              <a:xfrm>
                <a:off x="5996550" y="2139563"/>
                <a:ext cx="747713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471" h="389" extrusionOk="0">
                    <a:moveTo>
                      <a:pt x="471" y="221"/>
                    </a:moveTo>
                    <a:lnTo>
                      <a:pt x="101" y="389"/>
                    </a:lnTo>
                    <a:lnTo>
                      <a:pt x="0" y="169"/>
                    </a:lnTo>
                    <a:lnTo>
                      <a:pt x="370" y="0"/>
                    </a:lnTo>
                    <a:lnTo>
                      <a:pt x="471" y="22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3"/>
              <p:cNvSpPr/>
              <p:nvPr/>
            </p:nvSpPr>
            <p:spPr>
              <a:xfrm>
                <a:off x="6129900" y="233165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6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23"/>
              <p:cNvSpPr/>
              <p:nvPr/>
            </p:nvSpPr>
            <p:spPr>
              <a:xfrm>
                <a:off x="6090213" y="2249100"/>
                <a:ext cx="481013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50" extrusionOk="0">
                    <a:moveTo>
                      <a:pt x="303" y="13"/>
                    </a:moveTo>
                    <a:lnTo>
                      <a:pt x="8" y="150"/>
                    </a:lnTo>
                    <a:lnTo>
                      <a:pt x="0" y="134"/>
                    </a:lnTo>
                    <a:lnTo>
                      <a:pt x="297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23"/>
              <p:cNvSpPr/>
              <p:nvPr/>
            </p:nvSpPr>
            <p:spPr>
              <a:xfrm>
                <a:off x="6166413" y="241420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8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3"/>
              <p:cNvSpPr/>
              <p:nvPr/>
            </p:nvSpPr>
            <p:spPr>
              <a:xfrm>
                <a:off x="5685400" y="246500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3"/>
              <p:cNvSpPr/>
              <p:nvPr/>
            </p:nvSpPr>
            <p:spPr>
              <a:xfrm>
                <a:off x="5728263" y="2560250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23"/>
              <p:cNvSpPr/>
              <p:nvPr/>
            </p:nvSpPr>
            <p:spPr>
              <a:xfrm>
                <a:off x="5771125" y="2653913"/>
                <a:ext cx="193675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5" y="38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23"/>
              <p:cNvSpPr/>
              <p:nvPr/>
            </p:nvSpPr>
            <p:spPr>
              <a:xfrm>
                <a:off x="5813988" y="2749163"/>
                <a:ext cx="19367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64" h="40" extrusionOk="0">
                    <a:moveTo>
                      <a:pt x="62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0"/>
                      <a:pt x="5" y="38"/>
                      <a:pt x="2" y="33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3"/>
              <p:cNvSpPr/>
              <p:nvPr/>
            </p:nvSpPr>
            <p:spPr>
              <a:xfrm>
                <a:off x="5855263" y="283965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2" y="34"/>
                    </a:cubicBezTo>
                    <a:cubicBezTo>
                      <a:pt x="0" y="29"/>
                      <a:pt x="2" y="24"/>
                      <a:pt x="7" y="22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54" y="0"/>
                      <a:pt x="59" y="3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23"/>
              <p:cNvSpPr/>
              <p:nvPr/>
            </p:nvSpPr>
            <p:spPr>
              <a:xfrm>
                <a:off x="5898125" y="2934900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2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23"/>
              <p:cNvSpPr/>
              <p:nvPr/>
            </p:nvSpPr>
            <p:spPr>
              <a:xfrm>
                <a:off x="5940988" y="3028563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3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3"/>
              <p:cNvSpPr/>
              <p:nvPr/>
            </p:nvSpPr>
            <p:spPr>
              <a:xfrm>
                <a:off x="5983850" y="3123813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23"/>
              <p:cNvSpPr/>
              <p:nvPr/>
            </p:nvSpPr>
            <p:spPr>
              <a:xfrm>
                <a:off x="6026713" y="3217475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23"/>
              <p:cNvSpPr/>
              <p:nvPr/>
            </p:nvSpPr>
            <p:spPr>
              <a:xfrm>
                <a:off x="6072750" y="3312725"/>
                <a:ext cx="1905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3" h="41" extrusionOk="0">
                    <a:moveTo>
                      <a:pt x="61" y="7"/>
                    </a:moveTo>
                    <a:cubicBezTo>
                      <a:pt x="63" y="12"/>
                      <a:pt x="61" y="17"/>
                      <a:pt x="56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0" name="Google Shape;790;p23"/>
            <p:cNvGrpSpPr/>
            <p:nvPr/>
          </p:nvGrpSpPr>
          <p:grpSpPr>
            <a:xfrm rot="-3284269">
              <a:off x="6495637" y="3640770"/>
              <a:ext cx="1112734" cy="1639091"/>
              <a:chOff x="8940901" y="497675"/>
              <a:chExt cx="1147762" cy="1690688"/>
            </a:xfrm>
          </p:grpSpPr>
          <p:sp>
            <p:nvSpPr>
              <p:cNvPr id="791" name="Google Shape;791;p23"/>
              <p:cNvSpPr/>
              <p:nvPr/>
            </p:nvSpPr>
            <p:spPr>
              <a:xfrm>
                <a:off x="9815613" y="497675"/>
                <a:ext cx="273050" cy="298450"/>
              </a:xfrm>
              <a:custGeom>
                <a:avLst/>
                <a:gdLst/>
                <a:ahLst/>
                <a:cxnLst/>
                <a:rect l="l" t="t" r="r" b="b"/>
                <a:pathLst>
                  <a:path w="90" h="98" extrusionOk="0">
                    <a:moveTo>
                      <a:pt x="0" y="75"/>
                    </a:moveTo>
                    <a:cubicBezTo>
                      <a:pt x="12" y="52"/>
                      <a:pt x="26" y="23"/>
                      <a:pt x="40" y="0"/>
                    </a:cubicBezTo>
                    <a:cubicBezTo>
                      <a:pt x="90" y="20"/>
                      <a:pt x="59" y="67"/>
                      <a:pt x="42" y="9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23"/>
              <p:cNvSpPr/>
              <p:nvPr/>
            </p:nvSpPr>
            <p:spPr>
              <a:xfrm>
                <a:off x="9467951" y="667538"/>
                <a:ext cx="538163" cy="554038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82" extrusionOk="0">
                    <a:moveTo>
                      <a:pt x="0" y="102"/>
                    </a:moveTo>
                    <a:cubicBezTo>
                      <a:pt x="6" y="93"/>
                      <a:pt x="7" y="82"/>
                      <a:pt x="14" y="75"/>
                    </a:cubicBezTo>
                    <a:cubicBezTo>
                      <a:pt x="28" y="61"/>
                      <a:pt x="21" y="64"/>
                      <a:pt x="39" y="65"/>
                    </a:cubicBezTo>
                    <a:cubicBezTo>
                      <a:pt x="66" y="67"/>
                      <a:pt x="73" y="68"/>
                      <a:pt x="91" y="42"/>
                    </a:cubicBezTo>
                    <a:cubicBezTo>
                      <a:pt x="104" y="21"/>
                      <a:pt x="106" y="0"/>
                      <a:pt x="106" y="0"/>
                    </a:cubicBezTo>
                    <a:cubicBezTo>
                      <a:pt x="119" y="4"/>
                      <a:pt x="164" y="28"/>
                      <a:pt x="174" y="37"/>
                    </a:cubicBezTo>
                    <a:cubicBezTo>
                      <a:pt x="150" y="53"/>
                      <a:pt x="129" y="94"/>
                      <a:pt x="149" y="118"/>
                    </a:cubicBezTo>
                    <a:cubicBezTo>
                      <a:pt x="167" y="141"/>
                      <a:pt x="177" y="134"/>
                      <a:pt x="160" y="166"/>
                    </a:cubicBezTo>
                    <a:cubicBezTo>
                      <a:pt x="152" y="180"/>
                      <a:pt x="156" y="169"/>
                      <a:pt x="148" y="1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23"/>
              <p:cNvSpPr/>
              <p:nvPr/>
            </p:nvSpPr>
            <p:spPr>
              <a:xfrm>
                <a:off x="8940901" y="942175"/>
                <a:ext cx="1038225" cy="1246188"/>
              </a:xfrm>
              <a:custGeom>
                <a:avLst/>
                <a:gdLst/>
                <a:ahLst/>
                <a:cxnLst/>
                <a:rect l="l" t="t" r="r" b="b"/>
                <a:pathLst>
                  <a:path w="341" h="409" extrusionOk="0">
                    <a:moveTo>
                      <a:pt x="178" y="380"/>
                    </a:moveTo>
                    <a:cubicBezTo>
                      <a:pt x="168" y="399"/>
                      <a:pt x="152" y="409"/>
                      <a:pt x="133" y="399"/>
                    </a:cubicBezTo>
                    <a:cubicBezTo>
                      <a:pt x="19" y="337"/>
                      <a:pt x="19" y="337"/>
                      <a:pt x="19" y="337"/>
                    </a:cubicBezTo>
                    <a:cubicBezTo>
                      <a:pt x="0" y="327"/>
                      <a:pt x="0" y="308"/>
                      <a:pt x="10" y="289"/>
                    </a:cubicBezTo>
                    <a:cubicBezTo>
                      <a:pt x="145" y="19"/>
                      <a:pt x="145" y="19"/>
                      <a:pt x="145" y="19"/>
                    </a:cubicBezTo>
                    <a:cubicBezTo>
                      <a:pt x="155" y="0"/>
                      <a:pt x="173" y="8"/>
                      <a:pt x="192" y="18"/>
                    </a:cubicBezTo>
                    <a:cubicBezTo>
                      <a:pt x="306" y="80"/>
                      <a:pt x="306" y="80"/>
                      <a:pt x="306" y="80"/>
                    </a:cubicBezTo>
                    <a:cubicBezTo>
                      <a:pt x="325" y="90"/>
                      <a:pt x="341" y="101"/>
                      <a:pt x="331" y="120"/>
                    </a:cubicBezTo>
                    <a:lnTo>
                      <a:pt x="178" y="38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23"/>
              <p:cNvSpPr/>
              <p:nvPr/>
            </p:nvSpPr>
            <p:spPr>
              <a:xfrm>
                <a:off x="9059963" y="1121563"/>
                <a:ext cx="54133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67" extrusionOk="0">
                    <a:moveTo>
                      <a:pt x="60" y="250"/>
                    </a:moveTo>
                    <a:cubicBezTo>
                      <a:pt x="53" y="262"/>
                      <a:pt x="38" y="267"/>
                      <a:pt x="26" y="260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5" y="249"/>
                      <a:pt x="0" y="234"/>
                      <a:pt x="7" y="221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24" y="4"/>
                      <a:pt x="140" y="0"/>
                      <a:pt x="152" y="6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73" y="18"/>
                      <a:pt x="178" y="33"/>
                      <a:pt x="171" y="45"/>
                    </a:cubicBezTo>
                    <a:lnTo>
                      <a:pt x="60" y="2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23"/>
              <p:cNvSpPr/>
              <p:nvPr/>
            </p:nvSpPr>
            <p:spPr>
              <a:xfrm>
                <a:off x="9264751" y="1231100"/>
                <a:ext cx="541338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267" extrusionOk="0">
                    <a:moveTo>
                      <a:pt x="60" y="250"/>
                    </a:moveTo>
                    <a:cubicBezTo>
                      <a:pt x="53" y="263"/>
                      <a:pt x="38" y="267"/>
                      <a:pt x="26" y="261"/>
                    </a:cubicBezTo>
                    <a:cubicBezTo>
                      <a:pt x="17" y="256"/>
                      <a:pt x="17" y="256"/>
                      <a:pt x="17" y="256"/>
                    </a:cubicBezTo>
                    <a:cubicBezTo>
                      <a:pt x="5" y="249"/>
                      <a:pt x="0" y="234"/>
                      <a:pt x="7" y="222"/>
                    </a:cubicBezTo>
                    <a:cubicBezTo>
                      <a:pt x="118" y="17"/>
                      <a:pt x="118" y="17"/>
                      <a:pt x="118" y="17"/>
                    </a:cubicBezTo>
                    <a:cubicBezTo>
                      <a:pt x="124" y="5"/>
                      <a:pt x="140" y="0"/>
                      <a:pt x="152" y="7"/>
                    </a:cubicBezTo>
                    <a:cubicBezTo>
                      <a:pt x="161" y="11"/>
                      <a:pt x="161" y="11"/>
                      <a:pt x="161" y="11"/>
                    </a:cubicBezTo>
                    <a:cubicBezTo>
                      <a:pt x="173" y="18"/>
                      <a:pt x="178" y="33"/>
                      <a:pt x="171" y="46"/>
                    </a:cubicBezTo>
                    <a:lnTo>
                      <a:pt x="60" y="2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23"/>
            <p:cNvGrpSpPr/>
            <p:nvPr/>
          </p:nvGrpSpPr>
          <p:grpSpPr>
            <a:xfrm rot="-5647818">
              <a:off x="6875241" y="2242369"/>
              <a:ext cx="724478" cy="513338"/>
              <a:chOff x="6180688" y="2320538"/>
              <a:chExt cx="1149350" cy="814387"/>
            </a:xfrm>
          </p:grpSpPr>
          <p:sp>
            <p:nvSpPr>
              <p:cNvPr id="797" name="Google Shape;797;p23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23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23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23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23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23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23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4" name="Google Shape;804;p23"/>
            <p:cNvGrpSpPr/>
            <p:nvPr/>
          </p:nvGrpSpPr>
          <p:grpSpPr>
            <a:xfrm rot="-3025213">
              <a:off x="5819988" y="3296918"/>
              <a:ext cx="724441" cy="513312"/>
              <a:chOff x="6180688" y="2320538"/>
              <a:chExt cx="1149350" cy="814387"/>
            </a:xfrm>
          </p:grpSpPr>
          <p:sp>
            <p:nvSpPr>
              <p:cNvPr id="805" name="Google Shape;805;p23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23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23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23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23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23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23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2" name="Google Shape;812;p23"/>
            <p:cNvSpPr/>
            <p:nvPr/>
          </p:nvSpPr>
          <p:spPr>
            <a:xfrm>
              <a:off x="7049199" y="3049650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23"/>
            <p:cNvSpPr/>
            <p:nvPr/>
          </p:nvSpPr>
          <p:spPr>
            <a:xfrm rot="-3765839">
              <a:off x="5550577" y="2823000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4" name="Google Shape;814;p23"/>
            <p:cNvGrpSpPr/>
            <p:nvPr/>
          </p:nvGrpSpPr>
          <p:grpSpPr>
            <a:xfrm rot="-10580157">
              <a:off x="5523889" y="1118943"/>
              <a:ext cx="363973" cy="216195"/>
              <a:chOff x="6191763" y="4215150"/>
              <a:chExt cx="261938" cy="155576"/>
            </a:xfrm>
          </p:grpSpPr>
          <p:sp>
            <p:nvSpPr>
              <p:cNvPr id="815" name="Google Shape;815;p23"/>
              <p:cNvSpPr/>
              <p:nvPr/>
            </p:nvSpPr>
            <p:spPr>
              <a:xfrm>
                <a:off x="6302888" y="4215150"/>
                <a:ext cx="15081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95" h="59" extrusionOk="0">
                    <a:moveTo>
                      <a:pt x="95" y="0"/>
                    </a:moveTo>
                    <a:lnTo>
                      <a:pt x="56" y="30"/>
                    </a:lnTo>
                    <a:lnTo>
                      <a:pt x="16" y="59"/>
                    </a:lnTo>
                    <a:lnTo>
                      <a:pt x="8" y="44"/>
                    </a:lnTo>
                    <a:lnTo>
                      <a:pt x="0" y="28"/>
                    </a:lnTo>
                    <a:lnTo>
                      <a:pt x="47" y="15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23"/>
              <p:cNvSpPr/>
              <p:nvPr/>
            </p:nvSpPr>
            <p:spPr>
              <a:xfrm>
                <a:off x="6191763" y="4232613"/>
                <a:ext cx="160338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53" extrusionOk="0">
                    <a:moveTo>
                      <a:pt x="33" y="15"/>
                    </a:moveTo>
                    <a:cubicBezTo>
                      <a:pt x="13" y="27"/>
                      <a:pt x="13" y="27"/>
                      <a:pt x="13" y="27"/>
                    </a:cubicBezTo>
                    <a:cubicBezTo>
                      <a:pt x="11" y="25"/>
                      <a:pt x="8" y="24"/>
                      <a:pt x="5" y="25"/>
                    </a:cubicBezTo>
                    <a:cubicBezTo>
                      <a:pt x="1" y="27"/>
                      <a:pt x="0" y="31"/>
                      <a:pt x="2" y="34"/>
                    </a:cubicBezTo>
                    <a:cubicBezTo>
                      <a:pt x="9" y="48"/>
                      <a:pt x="9" y="48"/>
                      <a:pt x="9" y="48"/>
                    </a:cubicBezTo>
                    <a:cubicBezTo>
                      <a:pt x="10" y="51"/>
                      <a:pt x="14" y="53"/>
                      <a:pt x="18" y="51"/>
                    </a:cubicBezTo>
                    <a:cubicBezTo>
                      <a:pt x="21" y="50"/>
                      <a:pt x="22" y="46"/>
                      <a:pt x="21" y="43"/>
                    </a:cubicBezTo>
                    <a:cubicBezTo>
                      <a:pt x="43" y="35"/>
                      <a:pt x="43" y="35"/>
                      <a:pt x="43" y="35"/>
                    </a:cubicBezTo>
                    <a:cubicBezTo>
                      <a:pt x="45" y="39"/>
                      <a:pt x="51" y="41"/>
                      <a:pt x="55" y="38"/>
                    </a:cubicBezTo>
                    <a:cubicBezTo>
                      <a:pt x="60" y="36"/>
                      <a:pt x="62" y="30"/>
                      <a:pt x="60" y="25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48" y="2"/>
                      <a:pt x="42" y="0"/>
                      <a:pt x="37" y="3"/>
                    </a:cubicBezTo>
                    <a:cubicBezTo>
                      <a:pt x="33" y="5"/>
                      <a:pt x="31" y="10"/>
                      <a:pt x="33" y="15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Black"/>
              <a:buNone/>
              <a:defRPr sz="32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Black"/>
              <a:buNone/>
              <a:defRPr sz="32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Black"/>
              <a:buNone/>
              <a:defRPr sz="32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Black"/>
              <a:buNone/>
              <a:defRPr sz="32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Black"/>
              <a:buNone/>
              <a:defRPr sz="32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Black"/>
              <a:buNone/>
              <a:defRPr sz="32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Black"/>
              <a:buNone/>
              <a:defRPr sz="32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Black"/>
              <a:buNone/>
              <a:defRPr sz="32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unito Black"/>
              <a:buNone/>
              <a:defRPr sz="32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3048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7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12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11" Type="http://schemas.openxmlformats.org/officeDocument/2006/relationships/slide" Target="slide20.xml"/><Relationship Id="rId5" Type="http://schemas.openxmlformats.org/officeDocument/2006/relationships/hyperlink" Target="http://bit.ly/33VAFh3" TargetMode="External"/><Relationship Id="rId10" Type="http://schemas.openxmlformats.org/officeDocument/2006/relationships/hyperlink" Target="https://www.videvo.net/?utm_source=slidesgo_template&amp;utm_medium=referral-link&amp;utm_campaign=sg_resources&amp;utm_content=videvo" TargetMode="External"/><Relationship Id="rId4" Type="http://schemas.openxmlformats.org/officeDocument/2006/relationships/hyperlink" Target="http://bit.ly/30B07Gq" TargetMode="External"/><Relationship Id="rId9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7"/>
          <p:cNvSpPr/>
          <p:nvPr/>
        </p:nvSpPr>
        <p:spPr>
          <a:xfrm>
            <a:off x="6907400" y="465100"/>
            <a:ext cx="1587600" cy="333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8" name="Google Shape;828;p27"/>
          <p:cNvSpPr txBox="1">
            <a:spLocks noGrp="1"/>
          </p:cNvSpPr>
          <p:nvPr>
            <p:ph type="ctrTitle"/>
          </p:nvPr>
        </p:nvSpPr>
        <p:spPr>
          <a:xfrm>
            <a:off x="839200" y="1179825"/>
            <a:ext cx="4811100" cy="21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School Subjects and Classroom Objects - French</a:t>
            </a:r>
            <a:endParaRPr/>
          </a:p>
        </p:txBody>
      </p:sp>
      <p:sp>
        <p:nvSpPr>
          <p:cNvPr id="829" name="Google Shape;829;p27"/>
          <p:cNvSpPr txBox="1">
            <a:spLocks noGrp="1"/>
          </p:cNvSpPr>
          <p:nvPr>
            <p:ph type="subTitle" idx="1"/>
          </p:nvPr>
        </p:nvSpPr>
        <p:spPr>
          <a:xfrm>
            <a:off x="839200" y="3360248"/>
            <a:ext cx="48111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sp>
        <p:nvSpPr>
          <p:cNvPr id="830" name="Google Shape;830;p27"/>
          <p:cNvSpPr txBox="1">
            <a:spLocks noGrp="1"/>
          </p:cNvSpPr>
          <p:nvPr>
            <p:ph type="subTitle" idx="1"/>
          </p:nvPr>
        </p:nvSpPr>
        <p:spPr>
          <a:xfrm>
            <a:off x="6907400" y="495250"/>
            <a:ext cx="15699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2nd grade</a:t>
            </a:r>
            <a:endParaRPr sz="10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31" name="Google Shape;831;p27"/>
          <p:cNvGrpSpPr/>
          <p:nvPr/>
        </p:nvGrpSpPr>
        <p:grpSpPr>
          <a:xfrm>
            <a:off x="5116158" y="1211987"/>
            <a:ext cx="3912681" cy="4356485"/>
            <a:chOff x="5116158" y="1211987"/>
            <a:chExt cx="3912681" cy="4356485"/>
          </a:xfrm>
        </p:grpSpPr>
        <p:grpSp>
          <p:nvGrpSpPr>
            <p:cNvPr id="832" name="Google Shape;832;p27"/>
            <p:cNvGrpSpPr/>
            <p:nvPr/>
          </p:nvGrpSpPr>
          <p:grpSpPr>
            <a:xfrm>
              <a:off x="5116158" y="1211987"/>
              <a:ext cx="3912681" cy="4356485"/>
              <a:chOff x="5116158" y="1211987"/>
              <a:chExt cx="3912681" cy="4356485"/>
            </a:xfrm>
          </p:grpSpPr>
          <p:grpSp>
            <p:nvGrpSpPr>
              <p:cNvPr id="833" name="Google Shape;833;p27"/>
              <p:cNvGrpSpPr/>
              <p:nvPr/>
            </p:nvGrpSpPr>
            <p:grpSpPr>
              <a:xfrm>
                <a:off x="6589856" y="3409662"/>
                <a:ext cx="2438983" cy="2158810"/>
                <a:chOff x="6589856" y="3409662"/>
                <a:chExt cx="2438983" cy="2158810"/>
              </a:xfrm>
            </p:grpSpPr>
            <p:sp>
              <p:nvSpPr>
                <p:cNvPr id="834" name="Google Shape;834;p27"/>
                <p:cNvSpPr/>
                <p:nvPr/>
              </p:nvSpPr>
              <p:spPr>
                <a:xfrm rot="-4170570">
                  <a:off x="7398034" y="3755709"/>
                  <a:ext cx="734114" cy="16603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" h="385" extrusionOk="0">
                      <a:moveTo>
                        <a:pt x="7" y="251"/>
                      </a:moveTo>
                      <a:cubicBezTo>
                        <a:pt x="0" y="385"/>
                        <a:pt x="0" y="385"/>
                        <a:pt x="0" y="385"/>
                      </a:cubicBezTo>
                      <a:cubicBezTo>
                        <a:pt x="164" y="128"/>
                        <a:pt x="164" y="128"/>
                        <a:pt x="164" y="128"/>
                      </a:cubicBezTo>
                      <a:cubicBezTo>
                        <a:pt x="170" y="4"/>
                        <a:pt x="170" y="4"/>
                        <a:pt x="170" y="4"/>
                      </a:cubicBezTo>
                      <a:cubicBezTo>
                        <a:pt x="170" y="1"/>
                        <a:pt x="167" y="0"/>
                        <a:pt x="165" y="2"/>
                      </a:cubicBezTo>
                      <a:lnTo>
                        <a:pt x="7" y="25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7"/>
                <p:cNvSpPr/>
                <p:nvPr/>
              </p:nvSpPr>
              <p:spPr>
                <a:xfrm rot="-4170570">
                  <a:off x="7170606" y="3826193"/>
                  <a:ext cx="907775" cy="1768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" h="410" extrusionOk="0">
                      <a:moveTo>
                        <a:pt x="0" y="254"/>
                      </a:moveTo>
                      <a:cubicBezTo>
                        <a:pt x="47" y="410"/>
                        <a:pt x="47" y="410"/>
                        <a:pt x="47" y="410"/>
                      </a:cubicBezTo>
                      <a:cubicBezTo>
                        <a:pt x="211" y="153"/>
                        <a:pt x="211" y="153"/>
                        <a:pt x="211" y="153"/>
                      </a:cubicBezTo>
                      <a:cubicBezTo>
                        <a:pt x="166" y="3"/>
                        <a:pt x="166" y="3"/>
                        <a:pt x="166" y="3"/>
                      </a:cubicBezTo>
                      <a:cubicBezTo>
                        <a:pt x="165" y="1"/>
                        <a:pt x="162" y="0"/>
                        <a:pt x="161" y="2"/>
                      </a:cubicBezTo>
                      <a:lnTo>
                        <a:pt x="0" y="25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7"/>
                <p:cNvSpPr/>
                <p:nvPr/>
              </p:nvSpPr>
              <p:spPr>
                <a:xfrm rot="-4170570">
                  <a:off x="7296641" y="3799265"/>
                  <a:ext cx="763056" cy="1707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396" extrusionOk="0">
                      <a:moveTo>
                        <a:pt x="0" y="252"/>
                      </a:moveTo>
                      <a:cubicBezTo>
                        <a:pt x="13" y="396"/>
                        <a:pt x="13" y="396"/>
                        <a:pt x="13" y="396"/>
                      </a:cubicBezTo>
                      <a:cubicBezTo>
                        <a:pt x="177" y="139"/>
                        <a:pt x="177" y="139"/>
                        <a:pt x="177" y="139"/>
                      </a:cubicBezTo>
                      <a:cubicBezTo>
                        <a:pt x="164" y="3"/>
                        <a:pt x="164" y="3"/>
                        <a:pt x="164" y="3"/>
                      </a:cubicBezTo>
                      <a:cubicBezTo>
                        <a:pt x="164" y="1"/>
                        <a:pt x="160" y="0"/>
                        <a:pt x="159" y="2"/>
                      </a:cubicBezTo>
                      <a:lnTo>
                        <a:pt x="0" y="25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27"/>
                <p:cNvSpPr/>
                <p:nvPr/>
              </p:nvSpPr>
              <p:spPr>
                <a:xfrm rot="-4170570">
                  <a:off x="7427170" y="3703129"/>
                  <a:ext cx="1199841" cy="1362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" h="316" extrusionOk="0">
                      <a:moveTo>
                        <a:pt x="118" y="254"/>
                      </a:moveTo>
                      <a:cubicBezTo>
                        <a:pt x="0" y="316"/>
                        <a:pt x="0" y="316"/>
                        <a:pt x="0" y="316"/>
                      </a:cubicBezTo>
                      <a:cubicBezTo>
                        <a:pt x="163" y="59"/>
                        <a:pt x="163" y="59"/>
                        <a:pt x="163" y="59"/>
                      </a:cubicBezTo>
                      <a:cubicBezTo>
                        <a:pt x="273" y="1"/>
                        <a:pt x="273" y="1"/>
                        <a:pt x="273" y="1"/>
                      </a:cubicBezTo>
                      <a:cubicBezTo>
                        <a:pt x="276" y="0"/>
                        <a:pt x="278" y="3"/>
                        <a:pt x="277" y="5"/>
                      </a:cubicBezTo>
                      <a:lnTo>
                        <a:pt x="118" y="25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27"/>
                <p:cNvSpPr/>
                <p:nvPr/>
              </p:nvSpPr>
              <p:spPr>
                <a:xfrm rot="-4170570">
                  <a:off x="7487923" y="3680637"/>
                  <a:ext cx="1391921" cy="1207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280" extrusionOk="0">
                      <a:moveTo>
                        <a:pt x="161" y="257"/>
                      </a:moveTo>
                      <a:cubicBezTo>
                        <a:pt x="0" y="280"/>
                        <a:pt x="0" y="280"/>
                        <a:pt x="0" y="280"/>
                      </a:cubicBezTo>
                      <a:cubicBezTo>
                        <a:pt x="164" y="23"/>
                        <a:pt x="164" y="23"/>
                        <a:pt x="164" y="23"/>
                      </a:cubicBezTo>
                      <a:cubicBezTo>
                        <a:pt x="319" y="1"/>
                        <a:pt x="319" y="1"/>
                        <a:pt x="319" y="1"/>
                      </a:cubicBezTo>
                      <a:cubicBezTo>
                        <a:pt x="321" y="0"/>
                        <a:pt x="323" y="3"/>
                        <a:pt x="321" y="5"/>
                      </a:cubicBezTo>
                      <a:lnTo>
                        <a:pt x="161" y="25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9" name="Google Shape;839;p27"/>
                <p:cNvSpPr/>
                <p:nvPr/>
              </p:nvSpPr>
              <p:spPr>
                <a:xfrm rot="-4170570">
                  <a:off x="7479947" y="3669144"/>
                  <a:ext cx="1276148" cy="1305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" h="303" extrusionOk="0">
                      <a:moveTo>
                        <a:pt x="136" y="255"/>
                      </a:moveTo>
                      <a:cubicBezTo>
                        <a:pt x="0" y="303"/>
                        <a:pt x="0" y="303"/>
                        <a:pt x="0" y="303"/>
                      </a:cubicBezTo>
                      <a:cubicBezTo>
                        <a:pt x="164" y="46"/>
                        <a:pt x="164" y="46"/>
                        <a:pt x="164" y="46"/>
                      </a:cubicBezTo>
                      <a:cubicBezTo>
                        <a:pt x="292" y="1"/>
                        <a:pt x="292" y="1"/>
                        <a:pt x="292" y="1"/>
                      </a:cubicBezTo>
                      <a:cubicBezTo>
                        <a:pt x="294" y="0"/>
                        <a:pt x="296" y="2"/>
                        <a:pt x="295" y="4"/>
                      </a:cubicBezTo>
                      <a:lnTo>
                        <a:pt x="136" y="25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0" name="Google Shape;840;p27"/>
                <p:cNvSpPr/>
                <p:nvPr/>
              </p:nvSpPr>
              <p:spPr>
                <a:xfrm rot="-4170570">
                  <a:off x="7524646" y="3726524"/>
                  <a:ext cx="1452439" cy="1118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" h="425" extrusionOk="0">
                      <a:moveTo>
                        <a:pt x="283" y="425"/>
                      </a:moveTo>
                      <a:lnTo>
                        <a:pt x="0" y="420"/>
                      </a:lnTo>
                      <a:lnTo>
                        <a:pt x="267" y="0"/>
                      </a:lnTo>
                      <a:lnTo>
                        <a:pt x="552" y="4"/>
                      </a:lnTo>
                      <a:lnTo>
                        <a:pt x="283" y="4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1" name="Google Shape;841;p27"/>
                <p:cNvSpPr/>
                <p:nvPr/>
              </p:nvSpPr>
              <p:spPr>
                <a:xfrm rot="-4170570">
                  <a:off x="7088605" y="3885936"/>
                  <a:ext cx="1028812" cy="1778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" h="676" extrusionOk="0">
                      <a:moveTo>
                        <a:pt x="0" y="419"/>
                      </a:moveTo>
                      <a:lnTo>
                        <a:pt x="124" y="676"/>
                      </a:lnTo>
                      <a:lnTo>
                        <a:pt x="391" y="255"/>
                      </a:lnTo>
                      <a:lnTo>
                        <a:pt x="268" y="0"/>
                      </a:lnTo>
                      <a:lnTo>
                        <a:pt x="0" y="41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2" name="Google Shape;842;p27"/>
                <p:cNvSpPr/>
                <p:nvPr/>
              </p:nvSpPr>
              <p:spPr>
                <a:xfrm rot="-4170570">
                  <a:off x="7302146" y="3568635"/>
                  <a:ext cx="413104" cy="663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" h="154" extrusionOk="0">
                      <a:moveTo>
                        <a:pt x="0" y="154"/>
                      </a:moveTo>
                      <a:cubicBezTo>
                        <a:pt x="3" y="138"/>
                        <a:pt x="13" y="125"/>
                        <a:pt x="24" y="113"/>
                      </a:cubicBezTo>
                      <a:cubicBezTo>
                        <a:pt x="35" y="101"/>
                        <a:pt x="47" y="89"/>
                        <a:pt x="55" y="75"/>
                      </a:cubicBezTo>
                      <a:cubicBezTo>
                        <a:pt x="69" y="53"/>
                        <a:pt x="70" y="24"/>
                        <a:pt x="60" y="0"/>
                      </a:cubicBezTo>
                      <a:cubicBezTo>
                        <a:pt x="66" y="7"/>
                        <a:pt x="74" y="15"/>
                        <a:pt x="80" y="23"/>
                      </a:cubicBezTo>
                      <a:cubicBezTo>
                        <a:pt x="85" y="15"/>
                        <a:pt x="91" y="9"/>
                        <a:pt x="96" y="1"/>
                      </a:cubicBezTo>
                      <a:cubicBezTo>
                        <a:pt x="96" y="18"/>
                        <a:pt x="94" y="34"/>
                        <a:pt x="90" y="51"/>
                      </a:cubicBezTo>
                      <a:cubicBezTo>
                        <a:pt x="87" y="67"/>
                        <a:pt x="81" y="83"/>
                        <a:pt x="70" y="95"/>
                      </a:cubicBezTo>
                      <a:cubicBezTo>
                        <a:pt x="50" y="117"/>
                        <a:pt x="11" y="127"/>
                        <a:pt x="0" y="15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7"/>
                <p:cNvSpPr/>
                <p:nvPr/>
              </p:nvSpPr>
              <p:spPr>
                <a:xfrm rot="-4170570">
                  <a:off x="7618352" y="4087098"/>
                  <a:ext cx="849889" cy="1199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" h="456" extrusionOk="0">
                      <a:moveTo>
                        <a:pt x="56" y="456"/>
                      </a:moveTo>
                      <a:lnTo>
                        <a:pt x="0" y="421"/>
                      </a:lnTo>
                      <a:lnTo>
                        <a:pt x="267" y="0"/>
                      </a:lnTo>
                      <a:lnTo>
                        <a:pt x="323" y="36"/>
                      </a:lnTo>
                      <a:lnTo>
                        <a:pt x="56" y="4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4" name="Google Shape;844;p27"/>
              <p:cNvGrpSpPr/>
              <p:nvPr/>
            </p:nvGrpSpPr>
            <p:grpSpPr>
              <a:xfrm rot="-7917806">
                <a:off x="5252946" y="4096941"/>
                <a:ext cx="1144442" cy="877934"/>
                <a:chOff x="6729413" y="2840263"/>
                <a:chExt cx="742950" cy="569913"/>
              </a:xfrm>
            </p:grpSpPr>
            <p:sp>
              <p:nvSpPr>
                <p:cNvPr id="845" name="Google Shape;845;p27"/>
                <p:cNvSpPr/>
                <p:nvPr/>
              </p:nvSpPr>
              <p:spPr>
                <a:xfrm>
                  <a:off x="7326313" y="2840263"/>
                  <a:ext cx="146050" cy="12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" h="47" extrusionOk="0">
                      <a:moveTo>
                        <a:pt x="41" y="20"/>
                      </a:moveTo>
                      <a:cubicBezTo>
                        <a:pt x="56" y="0"/>
                        <a:pt x="56" y="0"/>
                        <a:pt x="56" y="0"/>
                      </a:cubicBezTo>
                      <a:cubicBezTo>
                        <a:pt x="33" y="9"/>
                        <a:pt x="33" y="9"/>
                        <a:pt x="33" y="9"/>
                      </a:cubicBezTo>
                      <a:cubicBezTo>
                        <a:pt x="13" y="17"/>
                        <a:pt x="13" y="17"/>
                        <a:pt x="13" y="17"/>
                      </a:cubicBezTo>
                      <a:cubicBezTo>
                        <a:pt x="11" y="18"/>
                        <a:pt x="9" y="19"/>
                        <a:pt x="8" y="20"/>
                      </a:cubicBezTo>
                      <a:cubicBezTo>
                        <a:pt x="0" y="26"/>
                        <a:pt x="0" y="26"/>
                        <a:pt x="0" y="26"/>
                      </a:cubicBezTo>
                      <a:cubicBezTo>
                        <a:pt x="16" y="47"/>
                        <a:pt x="16" y="47"/>
                        <a:pt x="16" y="47"/>
                      </a:cubicBezTo>
                      <a:cubicBezTo>
                        <a:pt x="23" y="41"/>
                        <a:pt x="23" y="41"/>
                        <a:pt x="23" y="41"/>
                      </a:cubicBezTo>
                      <a:cubicBezTo>
                        <a:pt x="25" y="40"/>
                        <a:pt x="27" y="38"/>
                        <a:pt x="28" y="37"/>
                      </a:cubicBezTo>
                      <a:lnTo>
                        <a:pt x="41" y="2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27"/>
                <p:cNvSpPr/>
                <p:nvPr/>
              </p:nvSpPr>
              <p:spPr>
                <a:xfrm>
                  <a:off x="7423150" y="2840263"/>
                  <a:ext cx="49213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" h="21" extrusionOk="0">
                      <a:moveTo>
                        <a:pt x="0" y="13"/>
                      </a:moveTo>
                      <a:lnTo>
                        <a:pt x="16" y="21"/>
                      </a:lnTo>
                      <a:lnTo>
                        <a:pt x="31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7" name="Google Shape;847;p27"/>
                <p:cNvSpPr/>
                <p:nvPr/>
              </p:nvSpPr>
              <p:spPr>
                <a:xfrm>
                  <a:off x="6835775" y="2892650"/>
                  <a:ext cx="525463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" h="155" extrusionOk="0">
                      <a:moveTo>
                        <a:pt x="5" y="155"/>
                      </a:moveTo>
                      <a:cubicBezTo>
                        <a:pt x="0" y="148"/>
                        <a:pt x="0" y="148"/>
                        <a:pt x="0" y="148"/>
                      </a:cubicBezTo>
                      <a:cubicBezTo>
                        <a:pt x="195" y="2"/>
                        <a:pt x="195" y="2"/>
                        <a:pt x="195" y="2"/>
                      </a:cubicBezTo>
                      <a:cubicBezTo>
                        <a:pt x="197" y="0"/>
                        <a:pt x="199" y="1"/>
                        <a:pt x="201" y="3"/>
                      </a:cubicBezTo>
                      <a:cubicBezTo>
                        <a:pt x="202" y="5"/>
                        <a:pt x="202" y="7"/>
                        <a:pt x="200" y="9"/>
                      </a:cubicBezTo>
                      <a:lnTo>
                        <a:pt x="5" y="155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8" name="Google Shape;848;p27"/>
                <p:cNvSpPr/>
                <p:nvPr/>
              </p:nvSpPr>
              <p:spPr>
                <a:xfrm>
                  <a:off x="6861175" y="2929163"/>
                  <a:ext cx="528638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155" extrusionOk="0">
                      <a:moveTo>
                        <a:pt x="5" y="155"/>
                      </a:moveTo>
                      <a:cubicBezTo>
                        <a:pt x="0" y="148"/>
                        <a:pt x="0" y="148"/>
                        <a:pt x="0" y="148"/>
                      </a:cubicBezTo>
                      <a:cubicBezTo>
                        <a:pt x="195" y="2"/>
                        <a:pt x="195" y="2"/>
                        <a:pt x="195" y="2"/>
                      </a:cubicBezTo>
                      <a:cubicBezTo>
                        <a:pt x="197" y="0"/>
                        <a:pt x="200" y="1"/>
                        <a:pt x="201" y="3"/>
                      </a:cubicBezTo>
                      <a:cubicBezTo>
                        <a:pt x="203" y="5"/>
                        <a:pt x="202" y="7"/>
                        <a:pt x="200" y="9"/>
                      </a:cubicBezTo>
                      <a:lnTo>
                        <a:pt x="5" y="155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27"/>
                <p:cNvSpPr/>
                <p:nvPr/>
              </p:nvSpPr>
              <p:spPr>
                <a:xfrm>
                  <a:off x="6845300" y="2910113"/>
                  <a:ext cx="531813" cy="40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" h="156" extrusionOk="0">
                      <a:moveTo>
                        <a:pt x="7" y="156"/>
                      </a:moveTo>
                      <a:cubicBezTo>
                        <a:pt x="0" y="147"/>
                        <a:pt x="0" y="147"/>
                        <a:pt x="0" y="147"/>
                      </a:cubicBezTo>
                      <a:cubicBezTo>
                        <a:pt x="194" y="1"/>
                        <a:pt x="194" y="1"/>
                        <a:pt x="194" y="1"/>
                      </a:cubicBezTo>
                      <a:cubicBezTo>
                        <a:pt x="196" y="0"/>
                        <a:pt x="200" y="0"/>
                        <a:pt x="202" y="3"/>
                      </a:cubicBezTo>
                      <a:cubicBezTo>
                        <a:pt x="204" y="5"/>
                        <a:pt x="203" y="9"/>
                        <a:pt x="201" y="11"/>
                      </a:cubicBezTo>
                      <a:lnTo>
                        <a:pt x="7" y="15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850;p27"/>
                <p:cNvSpPr/>
                <p:nvPr/>
              </p:nvSpPr>
              <p:spPr>
                <a:xfrm>
                  <a:off x="6762750" y="3276825"/>
                  <a:ext cx="111125" cy="109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" h="69" extrusionOk="0">
                      <a:moveTo>
                        <a:pt x="25" y="69"/>
                      </a:moveTo>
                      <a:lnTo>
                        <a:pt x="0" y="35"/>
                      </a:lnTo>
                      <a:lnTo>
                        <a:pt x="46" y="0"/>
                      </a:lnTo>
                      <a:lnTo>
                        <a:pt x="70" y="35"/>
                      </a:lnTo>
                      <a:lnTo>
                        <a:pt x="25" y="6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1" name="Google Shape;851;p27"/>
                <p:cNvSpPr/>
                <p:nvPr/>
              </p:nvSpPr>
              <p:spPr>
                <a:xfrm>
                  <a:off x="6729413" y="3332388"/>
                  <a:ext cx="73025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" h="30" extrusionOk="0">
                      <a:moveTo>
                        <a:pt x="13" y="28"/>
                      </a:moveTo>
                      <a:cubicBezTo>
                        <a:pt x="2" y="13"/>
                        <a:pt x="2" y="13"/>
                        <a:pt x="2" y="13"/>
                      </a:cubicBezTo>
                      <a:cubicBezTo>
                        <a:pt x="0" y="11"/>
                        <a:pt x="1" y="9"/>
                        <a:pt x="2" y="8"/>
                      </a:cubicBezTo>
                      <a:cubicBezTo>
                        <a:pt x="13" y="0"/>
                        <a:pt x="13" y="0"/>
                        <a:pt x="13" y="0"/>
                      </a:cubicBez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18" y="28"/>
                        <a:pt x="18" y="28"/>
                        <a:pt x="18" y="28"/>
                      </a:cubicBezTo>
                      <a:cubicBezTo>
                        <a:pt x="16" y="30"/>
                        <a:pt x="14" y="29"/>
                        <a:pt x="13" y="2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2" name="Google Shape;852;p27"/>
                <p:cNvSpPr/>
                <p:nvPr/>
              </p:nvSpPr>
              <p:spPr>
                <a:xfrm>
                  <a:off x="6767513" y="3210150"/>
                  <a:ext cx="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FFECCA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3" name="Google Shape;853;p27"/>
              <p:cNvGrpSpPr/>
              <p:nvPr/>
            </p:nvGrpSpPr>
            <p:grpSpPr>
              <a:xfrm rot="-947495">
                <a:off x="5562652" y="3274806"/>
                <a:ext cx="698480" cy="778306"/>
                <a:chOff x="5431538" y="3074425"/>
                <a:chExt cx="485775" cy="541338"/>
              </a:xfrm>
            </p:grpSpPr>
            <p:sp>
              <p:nvSpPr>
                <p:cNvPr id="854" name="Google Shape;854;p27"/>
                <p:cNvSpPr/>
                <p:nvPr/>
              </p:nvSpPr>
              <p:spPr>
                <a:xfrm>
                  <a:off x="5431538" y="3074425"/>
                  <a:ext cx="485775" cy="541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" h="208" extrusionOk="0">
                      <a:moveTo>
                        <a:pt x="187" y="99"/>
                      </a:moveTo>
                      <a:cubicBezTo>
                        <a:pt x="147" y="0"/>
                        <a:pt x="147" y="0"/>
                        <a:pt x="147" y="0"/>
                      </a:cubicBezTo>
                      <a:cubicBezTo>
                        <a:pt x="0" y="61"/>
                        <a:pt x="0" y="61"/>
                        <a:pt x="0" y="61"/>
                      </a:cubicBezTo>
                      <a:cubicBezTo>
                        <a:pt x="60" y="208"/>
                        <a:pt x="60" y="208"/>
                        <a:pt x="60" y="208"/>
                      </a:cubicBezTo>
                      <a:cubicBezTo>
                        <a:pt x="158" y="168"/>
                        <a:pt x="158" y="168"/>
                        <a:pt x="158" y="168"/>
                      </a:cubicBezTo>
                      <a:cubicBezTo>
                        <a:pt x="158" y="168"/>
                        <a:pt x="186" y="103"/>
                        <a:pt x="187" y="99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27"/>
                <p:cNvSpPr/>
                <p:nvPr/>
              </p:nvSpPr>
              <p:spPr>
                <a:xfrm>
                  <a:off x="5480750" y="3134750"/>
                  <a:ext cx="319088" cy="141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54" extrusionOk="0">
                      <a:moveTo>
                        <a:pt x="3" y="54"/>
                      </a:moveTo>
                      <a:cubicBezTo>
                        <a:pt x="2" y="54"/>
                        <a:pt x="1" y="53"/>
                        <a:pt x="1" y="52"/>
                      </a:cubicBezTo>
                      <a:cubicBezTo>
                        <a:pt x="0" y="51"/>
                        <a:pt x="1" y="49"/>
                        <a:pt x="2" y="49"/>
                      </a:cubicBezTo>
                      <a:cubicBezTo>
                        <a:pt x="119" y="1"/>
                        <a:pt x="119" y="1"/>
                        <a:pt x="119" y="1"/>
                      </a:cubicBezTo>
                      <a:cubicBezTo>
                        <a:pt x="121" y="0"/>
                        <a:pt x="122" y="1"/>
                        <a:pt x="123" y="3"/>
                      </a:cubicBezTo>
                      <a:cubicBezTo>
                        <a:pt x="123" y="4"/>
                        <a:pt x="123" y="6"/>
                        <a:pt x="121" y="6"/>
                      </a:cubicBezTo>
                      <a:cubicBezTo>
                        <a:pt x="4" y="54"/>
                        <a:pt x="4" y="54"/>
                        <a:pt x="4" y="54"/>
                      </a:cubicBezTo>
                      <a:lnTo>
                        <a:pt x="3" y="54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7"/>
                <p:cNvSpPr/>
                <p:nvPr/>
              </p:nvSpPr>
              <p:spPr>
                <a:xfrm>
                  <a:off x="5501388" y="3195075"/>
                  <a:ext cx="322263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" h="54" extrusionOk="0">
                      <a:moveTo>
                        <a:pt x="3" y="54"/>
                      </a:moveTo>
                      <a:cubicBezTo>
                        <a:pt x="2" y="54"/>
                        <a:pt x="1" y="53"/>
                        <a:pt x="1" y="52"/>
                      </a:cubicBezTo>
                      <a:cubicBezTo>
                        <a:pt x="0" y="51"/>
                        <a:pt x="1" y="49"/>
                        <a:pt x="2" y="48"/>
                      </a:cubicBezTo>
                      <a:cubicBezTo>
                        <a:pt x="120" y="1"/>
                        <a:pt x="120" y="1"/>
                        <a:pt x="120" y="1"/>
                      </a:cubicBezTo>
                      <a:cubicBezTo>
                        <a:pt x="121" y="0"/>
                        <a:pt x="123" y="1"/>
                        <a:pt x="123" y="2"/>
                      </a:cubicBezTo>
                      <a:cubicBezTo>
                        <a:pt x="124" y="4"/>
                        <a:pt x="123" y="5"/>
                        <a:pt x="122" y="6"/>
                      </a:cubicBezTo>
                      <a:cubicBezTo>
                        <a:pt x="4" y="53"/>
                        <a:pt x="4" y="53"/>
                        <a:pt x="4" y="53"/>
                      </a:cubicBezTo>
                      <a:lnTo>
                        <a:pt x="3" y="54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7" name="Google Shape;857;p27"/>
                <p:cNvSpPr/>
                <p:nvPr/>
              </p:nvSpPr>
              <p:spPr>
                <a:xfrm>
                  <a:off x="5526788" y="3253813"/>
                  <a:ext cx="322263" cy="138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" h="53" extrusionOk="0">
                      <a:moveTo>
                        <a:pt x="3" y="53"/>
                      </a:moveTo>
                      <a:cubicBezTo>
                        <a:pt x="2" y="53"/>
                        <a:pt x="1" y="53"/>
                        <a:pt x="1" y="52"/>
                      </a:cubicBezTo>
                      <a:cubicBezTo>
                        <a:pt x="0" y="50"/>
                        <a:pt x="1" y="49"/>
                        <a:pt x="2" y="48"/>
                      </a:cubicBezTo>
                      <a:cubicBezTo>
                        <a:pt x="120" y="0"/>
                        <a:pt x="120" y="0"/>
                        <a:pt x="120" y="0"/>
                      </a:cubicBezTo>
                      <a:cubicBezTo>
                        <a:pt x="121" y="0"/>
                        <a:pt x="122" y="0"/>
                        <a:pt x="123" y="2"/>
                      </a:cubicBezTo>
                      <a:cubicBezTo>
                        <a:pt x="124" y="3"/>
                        <a:pt x="123" y="5"/>
                        <a:pt x="122" y="5"/>
                      </a:cubicBezTo>
                      <a:cubicBezTo>
                        <a:pt x="4" y="53"/>
                        <a:pt x="4" y="53"/>
                        <a:pt x="4" y="53"/>
                      </a:cubicBezTo>
                      <a:lnTo>
                        <a:pt x="3" y="5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8" name="Google Shape;858;p27"/>
                <p:cNvSpPr/>
                <p:nvPr/>
              </p:nvSpPr>
              <p:spPr>
                <a:xfrm>
                  <a:off x="5553775" y="3314138"/>
                  <a:ext cx="319088" cy="141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" h="54" extrusionOk="0">
                      <a:moveTo>
                        <a:pt x="3" y="54"/>
                      </a:moveTo>
                      <a:cubicBezTo>
                        <a:pt x="2" y="54"/>
                        <a:pt x="1" y="53"/>
                        <a:pt x="0" y="52"/>
                      </a:cubicBezTo>
                      <a:cubicBezTo>
                        <a:pt x="0" y="51"/>
                        <a:pt x="0" y="49"/>
                        <a:pt x="2" y="49"/>
                      </a:cubicBezTo>
                      <a:cubicBezTo>
                        <a:pt x="119" y="1"/>
                        <a:pt x="119" y="1"/>
                        <a:pt x="119" y="1"/>
                      </a:cubicBezTo>
                      <a:cubicBezTo>
                        <a:pt x="120" y="0"/>
                        <a:pt x="122" y="1"/>
                        <a:pt x="123" y="2"/>
                      </a:cubicBezTo>
                      <a:cubicBezTo>
                        <a:pt x="123" y="4"/>
                        <a:pt x="122" y="5"/>
                        <a:pt x="121" y="6"/>
                      </a:cubicBezTo>
                      <a:cubicBezTo>
                        <a:pt x="4" y="54"/>
                        <a:pt x="4" y="54"/>
                        <a:pt x="4" y="54"/>
                      </a:cubicBezTo>
                      <a:lnTo>
                        <a:pt x="3" y="54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7"/>
                <p:cNvSpPr/>
                <p:nvPr/>
              </p:nvSpPr>
              <p:spPr>
                <a:xfrm>
                  <a:off x="5579175" y="3420500"/>
                  <a:ext cx="217488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" h="38" extrusionOk="0">
                      <a:moveTo>
                        <a:pt x="3" y="38"/>
                      </a:moveTo>
                      <a:cubicBezTo>
                        <a:pt x="2" y="38"/>
                        <a:pt x="1" y="37"/>
                        <a:pt x="1" y="36"/>
                      </a:cubicBezTo>
                      <a:cubicBezTo>
                        <a:pt x="0" y="34"/>
                        <a:pt x="1" y="33"/>
                        <a:pt x="2" y="32"/>
                      </a:cubicBezTo>
                      <a:cubicBezTo>
                        <a:pt x="80" y="1"/>
                        <a:pt x="80" y="1"/>
                        <a:pt x="80" y="1"/>
                      </a:cubicBezTo>
                      <a:cubicBezTo>
                        <a:pt x="81" y="0"/>
                        <a:pt x="83" y="1"/>
                        <a:pt x="83" y="2"/>
                      </a:cubicBezTo>
                      <a:cubicBezTo>
                        <a:pt x="84" y="4"/>
                        <a:pt x="83" y="5"/>
                        <a:pt x="82" y="6"/>
                      </a:cubicBezTo>
                      <a:cubicBezTo>
                        <a:pt x="4" y="37"/>
                        <a:pt x="4" y="37"/>
                        <a:pt x="4" y="37"/>
                      </a:cubicBezTo>
                      <a:cubicBezTo>
                        <a:pt x="3" y="38"/>
                        <a:pt x="3" y="38"/>
                        <a:pt x="3" y="38"/>
                      </a:cubicBezTo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7"/>
                <p:cNvSpPr/>
                <p:nvPr/>
              </p:nvSpPr>
              <p:spPr>
                <a:xfrm>
                  <a:off x="5790313" y="3333188"/>
                  <a:ext cx="127000" cy="179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69" extrusionOk="0">
                      <a:moveTo>
                        <a:pt x="49" y="0"/>
                      </a:move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20" y="69"/>
                        <a:pt x="20" y="69"/>
                        <a:pt x="20" y="69"/>
                      </a:cubicBezTo>
                      <a:cubicBezTo>
                        <a:pt x="20" y="69"/>
                        <a:pt x="20" y="69"/>
                        <a:pt x="20" y="69"/>
                      </a:cubicBezTo>
                      <a:cubicBezTo>
                        <a:pt x="49" y="0"/>
                        <a:pt x="49" y="0"/>
                        <a:pt x="49" y="0"/>
                      </a:cubicBez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1" name="Google Shape;861;p27"/>
              <p:cNvSpPr/>
              <p:nvPr/>
            </p:nvSpPr>
            <p:spPr>
              <a:xfrm>
                <a:off x="7652125" y="1211987"/>
                <a:ext cx="715160" cy="718388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5" extrusionOk="0">
                    <a:moveTo>
                      <a:pt x="70" y="3"/>
                    </a:moveTo>
                    <a:cubicBezTo>
                      <a:pt x="77" y="33"/>
                      <a:pt x="101" y="57"/>
                      <a:pt x="132" y="65"/>
                    </a:cubicBezTo>
                    <a:cubicBezTo>
                      <a:pt x="134" y="66"/>
                      <a:pt x="134" y="69"/>
                      <a:pt x="132" y="70"/>
                    </a:cubicBezTo>
                    <a:cubicBezTo>
                      <a:pt x="101" y="77"/>
                      <a:pt x="77" y="101"/>
                      <a:pt x="70" y="132"/>
                    </a:cubicBezTo>
                    <a:cubicBezTo>
                      <a:pt x="69" y="135"/>
                      <a:pt x="65" y="135"/>
                      <a:pt x="65" y="132"/>
                    </a:cubicBezTo>
                    <a:cubicBezTo>
                      <a:pt x="57" y="101"/>
                      <a:pt x="33" y="77"/>
                      <a:pt x="3" y="70"/>
                    </a:cubicBezTo>
                    <a:cubicBezTo>
                      <a:pt x="0" y="69"/>
                      <a:pt x="0" y="66"/>
                      <a:pt x="3" y="65"/>
                    </a:cubicBezTo>
                    <a:cubicBezTo>
                      <a:pt x="33" y="57"/>
                      <a:pt x="57" y="33"/>
                      <a:pt x="65" y="3"/>
                    </a:cubicBezTo>
                    <a:cubicBezTo>
                      <a:pt x="65" y="0"/>
                      <a:pt x="69" y="0"/>
                      <a:pt x="70" y="3"/>
                    </a:cubicBezTo>
                    <a:close/>
                  </a:path>
                </a:pathLst>
              </a:custGeom>
              <a:solidFill>
                <a:srgbClr val="FFCE73">
                  <a:alpha val="5062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27"/>
              <p:cNvSpPr/>
              <p:nvPr/>
            </p:nvSpPr>
            <p:spPr>
              <a:xfrm>
                <a:off x="5696150" y="2360600"/>
                <a:ext cx="215975" cy="21695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5" extrusionOk="0">
                    <a:moveTo>
                      <a:pt x="70" y="3"/>
                    </a:moveTo>
                    <a:cubicBezTo>
                      <a:pt x="77" y="33"/>
                      <a:pt x="101" y="57"/>
                      <a:pt x="132" y="65"/>
                    </a:cubicBezTo>
                    <a:cubicBezTo>
                      <a:pt x="134" y="66"/>
                      <a:pt x="134" y="69"/>
                      <a:pt x="132" y="70"/>
                    </a:cubicBezTo>
                    <a:cubicBezTo>
                      <a:pt x="101" y="77"/>
                      <a:pt x="77" y="101"/>
                      <a:pt x="70" y="132"/>
                    </a:cubicBezTo>
                    <a:cubicBezTo>
                      <a:pt x="69" y="135"/>
                      <a:pt x="65" y="135"/>
                      <a:pt x="65" y="132"/>
                    </a:cubicBezTo>
                    <a:cubicBezTo>
                      <a:pt x="57" y="101"/>
                      <a:pt x="33" y="77"/>
                      <a:pt x="3" y="70"/>
                    </a:cubicBezTo>
                    <a:cubicBezTo>
                      <a:pt x="0" y="69"/>
                      <a:pt x="0" y="66"/>
                      <a:pt x="3" y="65"/>
                    </a:cubicBezTo>
                    <a:cubicBezTo>
                      <a:pt x="33" y="57"/>
                      <a:pt x="57" y="33"/>
                      <a:pt x="65" y="3"/>
                    </a:cubicBezTo>
                    <a:cubicBezTo>
                      <a:pt x="65" y="0"/>
                      <a:pt x="69" y="0"/>
                      <a:pt x="70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27"/>
              <p:cNvSpPr/>
              <p:nvPr/>
            </p:nvSpPr>
            <p:spPr>
              <a:xfrm>
                <a:off x="6499475" y="3095755"/>
                <a:ext cx="502800" cy="505075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5" extrusionOk="0">
                    <a:moveTo>
                      <a:pt x="70" y="3"/>
                    </a:moveTo>
                    <a:cubicBezTo>
                      <a:pt x="77" y="33"/>
                      <a:pt x="101" y="57"/>
                      <a:pt x="132" y="65"/>
                    </a:cubicBezTo>
                    <a:cubicBezTo>
                      <a:pt x="134" y="66"/>
                      <a:pt x="134" y="69"/>
                      <a:pt x="132" y="70"/>
                    </a:cubicBezTo>
                    <a:cubicBezTo>
                      <a:pt x="101" y="77"/>
                      <a:pt x="77" y="101"/>
                      <a:pt x="70" y="132"/>
                    </a:cubicBezTo>
                    <a:cubicBezTo>
                      <a:pt x="69" y="135"/>
                      <a:pt x="65" y="135"/>
                      <a:pt x="65" y="132"/>
                    </a:cubicBezTo>
                    <a:cubicBezTo>
                      <a:pt x="57" y="101"/>
                      <a:pt x="33" y="77"/>
                      <a:pt x="3" y="70"/>
                    </a:cubicBezTo>
                    <a:cubicBezTo>
                      <a:pt x="0" y="69"/>
                      <a:pt x="0" y="66"/>
                      <a:pt x="3" y="65"/>
                    </a:cubicBezTo>
                    <a:cubicBezTo>
                      <a:pt x="33" y="57"/>
                      <a:pt x="57" y="33"/>
                      <a:pt x="65" y="3"/>
                    </a:cubicBezTo>
                    <a:cubicBezTo>
                      <a:pt x="65" y="0"/>
                      <a:pt x="69" y="0"/>
                      <a:pt x="70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7"/>
              <p:cNvGrpSpPr/>
              <p:nvPr/>
            </p:nvGrpSpPr>
            <p:grpSpPr>
              <a:xfrm>
                <a:off x="6120623" y="1600755"/>
                <a:ext cx="1889363" cy="1278941"/>
                <a:chOff x="6120623" y="1600755"/>
                <a:chExt cx="1889363" cy="1278941"/>
              </a:xfrm>
            </p:grpSpPr>
            <p:sp>
              <p:nvSpPr>
                <p:cNvPr id="865" name="Google Shape;865;p27"/>
                <p:cNvSpPr/>
                <p:nvPr/>
              </p:nvSpPr>
              <p:spPr>
                <a:xfrm>
                  <a:off x="6428776" y="2005239"/>
                  <a:ext cx="1022683" cy="647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" h="205" extrusionOk="0">
                      <a:moveTo>
                        <a:pt x="324" y="121"/>
                      </a:moveTo>
                      <a:cubicBezTo>
                        <a:pt x="263" y="116"/>
                        <a:pt x="202" y="112"/>
                        <a:pt x="140" y="107"/>
                      </a:cubicBezTo>
                      <a:cubicBezTo>
                        <a:pt x="102" y="72"/>
                        <a:pt x="64" y="36"/>
                        <a:pt x="26" y="0"/>
                      </a:cubicBezTo>
                      <a:cubicBezTo>
                        <a:pt x="2" y="61"/>
                        <a:pt x="2" y="61"/>
                        <a:pt x="2" y="61"/>
                      </a:cubicBezTo>
                      <a:cubicBezTo>
                        <a:pt x="2" y="62"/>
                        <a:pt x="1" y="64"/>
                        <a:pt x="1" y="65"/>
                      </a:cubicBezTo>
                      <a:cubicBezTo>
                        <a:pt x="0" y="70"/>
                        <a:pt x="1" y="76"/>
                        <a:pt x="3" y="81"/>
                      </a:cubicBezTo>
                      <a:cubicBezTo>
                        <a:pt x="13" y="105"/>
                        <a:pt x="39" y="124"/>
                        <a:pt x="60" y="138"/>
                      </a:cubicBezTo>
                      <a:cubicBezTo>
                        <a:pt x="104" y="166"/>
                        <a:pt x="154" y="187"/>
                        <a:pt x="205" y="197"/>
                      </a:cubicBezTo>
                      <a:cubicBezTo>
                        <a:pt x="229" y="201"/>
                        <a:pt x="257" y="205"/>
                        <a:pt x="280" y="197"/>
                      </a:cubicBezTo>
                      <a:cubicBezTo>
                        <a:pt x="286" y="195"/>
                        <a:pt x="291" y="192"/>
                        <a:pt x="295" y="188"/>
                      </a:cubicBezTo>
                      <a:cubicBezTo>
                        <a:pt x="295" y="187"/>
                        <a:pt x="297" y="185"/>
                        <a:pt x="297" y="185"/>
                      </a:cubicBezTo>
                      <a:cubicBezTo>
                        <a:pt x="298" y="183"/>
                        <a:pt x="298" y="183"/>
                        <a:pt x="298" y="183"/>
                      </a:cubicBezTo>
                      <a:cubicBezTo>
                        <a:pt x="324" y="121"/>
                        <a:pt x="324" y="121"/>
                        <a:pt x="324" y="12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6" name="Google Shape;866;p27"/>
                <p:cNvSpPr/>
                <p:nvPr/>
              </p:nvSpPr>
              <p:spPr>
                <a:xfrm>
                  <a:off x="6394109" y="2197850"/>
                  <a:ext cx="974533" cy="554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" h="176" extrusionOk="0">
                      <a:moveTo>
                        <a:pt x="308" y="124"/>
                      </a:moveTo>
                      <a:cubicBezTo>
                        <a:pt x="297" y="141"/>
                        <a:pt x="265" y="141"/>
                        <a:pt x="246" y="140"/>
                      </a:cubicBezTo>
                      <a:cubicBezTo>
                        <a:pt x="195" y="136"/>
                        <a:pt x="146" y="118"/>
                        <a:pt x="101" y="94"/>
                      </a:cubicBezTo>
                      <a:cubicBezTo>
                        <a:pt x="73" y="80"/>
                        <a:pt x="46" y="62"/>
                        <a:pt x="26" y="38"/>
                      </a:cubicBezTo>
                      <a:cubicBezTo>
                        <a:pt x="17" y="28"/>
                        <a:pt x="8" y="14"/>
                        <a:pt x="13" y="0"/>
                      </a:cubicBezTo>
                      <a:cubicBezTo>
                        <a:pt x="12" y="2"/>
                        <a:pt x="1" y="32"/>
                        <a:pt x="1" y="34"/>
                      </a:cubicBezTo>
                      <a:cubicBezTo>
                        <a:pt x="0" y="38"/>
                        <a:pt x="0" y="42"/>
                        <a:pt x="1" y="46"/>
                      </a:cubicBezTo>
                      <a:cubicBezTo>
                        <a:pt x="8" y="71"/>
                        <a:pt x="37" y="94"/>
                        <a:pt x="59" y="108"/>
                      </a:cubicBezTo>
                      <a:cubicBezTo>
                        <a:pt x="100" y="135"/>
                        <a:pt x="146" y="154"/>
                        <a:pt x="194" y="165"/>
                      </a:cubicBezTo>
                      <a:cubicBezTo>
                        <a:pt x="221" y="171"/>
                        <a:pt x="260" y="176"/>
                        <a:pt x="285" y="163"/>
                      </a:cubicBezTo>
                      <a:cubicBezTo>
                        <a:pt x="288" y="161"/>
                        <a:pt x="292" y="158"/>
                        <a:pt x="294" y="155"/>
                      </a:cubicBezTo>
                      <a:cubicBezTo>
                        <a:pt x="296" y="154"/>
                        <a:pt x="307" y="124"/>
                        <a:pt x="309" y="122"/>
                      </a:cubicBezTo>
                      <a:lnTo>
                        <a:pt x="308" y="12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7" name="Google Shape;867;p27"/>
                <p:cNvSpPr/>
                <p:nvPr/>
              </p:nvSpPr>
              <p:spPr>
                <a:xfrm>
                  <a:off x="6871746" y="2298008"/>
                  <a:ext cx="1138240" cy="130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" h="41" extrusionOk="0">
                      <a:moveTo>
                        <a:pt x="361" y="29"/>
                      </a:moveTo>
                      <a:cubicBezTo>
                        <a:pt x="355" y="41"/>
                        <a:pt x="355" y="41"/>
                        <a:pt x="355" y="41"/>
                      </a:cubicBezTo>
                      <a:cubicBezTo>
                        <a:pt x="249" y="33"/>
                        <a:pt x="105" y="22"/>
                        <a:pt x="0" y="14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61" y="29"/>
                        <a:pt x="361" y="29"/>
                        <a:pt x="361" y="29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8" name="Google Shape;868;p27"/>
                <p:cNvSpPr/>
                <p:nvPr/>
              </p:nvSpPr>
              <p:spPr>
                <a:xfrm>
                  <a:off x="6136031" y="1600755"/>
                  <a:ext cx="1873954" cy="789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410" extrusionOk="0">
                      <a:moveTo>
                        <a:pt x="973" y="410"/>
                      </a:moveTo>
                      <a:lnTo>
                        <a:pt x="391" y="362"/>
                      </a:lnTo>
                      <a:lnTo>
                        <a:pt x="0" y="0"/>
                      </a:lnTo>
                      <a:lnTo>
                        <a:pt x="555" y="72"/>
                      </a:lnTo>
                      <a:lnTo>
                        <a:pt x="973" y="41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9" name="Google Shape;869;p27"/>
                <p:cNvSpPr/>
                <p:nvPr/>
              </p:nvSpPr>
              <p:spPr>
                <a:xfrm>
                  <a:off x="6136031" y="1600755"/>
                  <a:ext cx="1873954" cy="789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" h="410" extrusionOk="0">
                      <a:moveTo>
                        <a:pt x="973" y="410"/>
                      </a:moveTo>
                      <a:lnTo>
                        <a:pt x="391" y="362"/>
                      </a:lnTo>
                      <a:lnTo>
                        <a:pt x="0" y="0"/>
                      </a:lnTo>
                      <a:lnTo>
                        <a:pt x="555" y="72"/>
                      </a:lnTo>
                      <a:lnTo>
                        <a:pt x="973" y="410"/>
                      </a:lnTo>
                    </a:path>
                  </a:pathLst>
                </a:cu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0" name="Google Shape;870;p27"/>
                <p:cNvSpPr/>
                <p:nvPr/>
              </p:nvSpPr>
              <p:spPr>
                <a:xfrm>
                  <a:off x="6120623" y="1600755"/>
                  <a:ext cx="768457" cy="7415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" h="235" extrusionOk="0">
                      <a:moveTo>
                        <a:pt x="244" y="221"/>
                      </a:moveTo>
                      <a:cubicBezTo>
                        <a:pt x="238" y="235"/>
                        <a:pt x="238" y="235"/>
                        <a:pt x="238" y="235"/>
                      </a:cubicBezTo>
                      <a:cubicBezTo>
                        <a:pt x="171" y="172"/>
                        <a:pt x="69" y="77"/>
                        <a:pt x="0" y="13"/>
                      </a:cubicBezTo>
                      <a:cubicBezTo>
                        <a:pt x="5" y="0"/>
                        <a:pt x="5" y="0"/>
                        <a:pt x="5" y="0"/>
                      </a:cubicBezTo>
                      <a:lnTo>
                        <a:pt x="244" y="2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1" name="Google Shape;871;p27"/>
                <p:cNvSpPr/>
                <p:nvPr/>
              </p:nvSpPr>
              <p:spPr>
                <a:xfrm>
                  <a:off x="6492332" y="2005239"/>
                  <a:ext cx="959125" cy="647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" h="205" extrusionOk="0">
                      <a:moveTo>
                        <a:pt x="175" y="163"/>
                      </a:moveTo>
                      <a:cubicBezTo>
                        <a:pt x="166" y="167"/>
                        <a:pt x="156" y="166"/>
                        <a:pt x="147" y="166"/>
                      </a:cubicBezTo>
                      <a:cubicBezTo>
                        <a:pt x="126" y="165"/>
                        <a:pt x="105" y="164"/>
                        <a:pt x="84" y="163"/>
                      </a:cubicBezTo>
                      <a:cubicBezTo>
                        <a:pt x="116" y="178"/>
                        <a:pt x="150" y="190"/>
                        <a:pt x="185" y="197"/>
                      </a:cubicBezTo>
                      <a:cubicBezTo>
                        <a:pt x="209" y="201"/>
                        <a:pt x="237" y="205"/>
                        <a:pt x="260" y="197"/>
                      </a:cubicBezTo>
                      <a:cubicBezTo>
                        <a:pt x="266" y="195"/>
                        <a:pt x="271" y="192"/>
                        <a:pt x="275" y="188"/>
                      </a:cubicBezTo>
                      <a:cubicBezTo>
                        <a:pt x="275" y="187"/>
                        <a:pt x="277" y="185"/>
                        <a:pt x="277" y="185"/>
                      </a:cubicBezTo>
                      <a:cubicBezTo>
                        <a:pt x="278" y="183"/>
                        <a:pt x="278" y="183"/>
                        <a:pt x="278" y="183"/>
                      </a:cubicBezTo>
                      <a:cubicBezTo>
                        <a:pt x="304" y="121"/>
                        <a:pt x="304" y="121"/>
                        <a:pt x="304" y="121"/>
                      </a:cubicBezTo>
                      <a:cubicBezTo>
                        <a:pt x="304" y="121"/>
                        <a:pt x="304" y="121"/>
                        <a:pt x="304" y="121"/>
                      </a:cubicBezTo>
                      <a:cubicBezTo>
                        <a:pt x="243" y="116"/>
                        <a:pt x="182" y="112"/>
                        <a:pt x="120" y="107"/>
                      </a:cubicBezTo>
                      <a:cubicBezTo>
                        <a:pt x="82" y="72"/>
                        <a:pt x="44" y="36"/>
                        <a:pt x="6" y="0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8" y="30"/>
                        <a:pt x="19" y="42"/>
                        <a:pt x="24" y="49"/>
                      </a:cubicBezTo>
                      <a:cubicBezTo>
                        <a:pt x="34" y="62"/>
                        <a:pt x="46" y="74"/>
                        <a:pt x="60" y="84"/>
                      </a:cubicBezTo>
                      <a:cubicBezTo>
                        <a:pt x="86" y="103"/>
                        <a:pt x="118" y="116"/>
                        <a:pt x="151" y="120"/>
                      </a:cubicBezTo>
                      <a:cubicBezTo>
                        <a:pt x="159" y="121"/>
                        <a:pt x="167" y="121"/>
                        <a:pt x="175" y="124"/>
                      </a:cubicBezTo>
                      <a:cubicBezTo>
                        <a:pt x="182" y="127"/>
                        <a:pt x="189" y="133"/>
                        <a:pt x="190" y="141"/>
                      </a:cubicBezTo>
                      <a:cubicBezTo>
                        <a:pt x="191" y="151"/>
                        <a:pt x="184" y="159"/>
                        <a:pt x="175" y="163"/>
                      </a:cubicBezTo>
                      <a:close/>
                    </a:path>
                  </a:pathLst>
                </a:custGeom>
                <a:solidFill>
                  <a:srgbClr val="323B5C">
                    <a:alpha val="31009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2" name="Google Shape;872;p27"/>
                <p:cNvSpPr/>
                <p:nvPr/>
              </p:nvSpPr>
              <p:spPr>
                <a:xfrm>
                  <a:off x="6136031" y="1600755"/>
                  <a:ext cx="1873954" cy="789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250" extrusionOk="0">
                      <a:moveTo>
                        <a:pt x="0" y="0"/>
                      </a:moveTo>
                      <a:cubicBezTo>
                        <a:pt x="239" y="221"/>
                        <a:pt x="239" y="221"/>
                        <a:pt x="239" y="221"/>
                      </a:cubicBezTo>
                      <a:cubicBezTo>
                        <a:pt x="594" y="250"/>
                        <a:pt x="594" y="250"/>
                        <a:pt x="594" y="250"/>
                      </a:cubicBezTo>
                      <a:cubicBezTo>
                        <a:pt x="388" y="83"/>
                        <a:pt x="388" y="83"/>
                        <a:pt x="388" y="83"/>
                      </a:cubicBezTo>
                      <a:cubicBezTo>
                        <a:pt x="391" y="92"/>
                        <a:pt x="395" y="101"/>
                        <a:pt x="395" y="111"/>
                      </a:cubicBezTo>
                      <a:cubicBezTo>
                        <a:pt x="396" y="127"/>
                        <a:pt x="391" y="143"/>
                        <a:pt x="381" y="156"/>
                      </a:cubicBezTo>
                      <a:cubicBezTo>
                        <a:pt x="365" y="176"/>
                        <a:pt x="338" y="186"/>
                        <a:pt x="311" y="186"/>
                      </a:cubicBezTo>
                      <a:cubicBezTo>
                        <a:pt x="304" y="186"/>
                        <a:pt x="297" y="185"/>
                        <a:pt x="290" y="184"/>
                      </a:cubicBezTo>
                      <a:cubicBezTo>
                        <a:pt x="257" y="178"/>
                        <a:pt x="228" y="160"/>
                        <a:pt x="200" y="142"/>
                      </a:cubicBezTo>
                      <a:cubicBezTo>
                        <a:pt x="132" y="98"/>
                        <a:pt x="66" y="51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3" name="Google Shape;873;p27"/>
                <p:cNvSpPr/>
                <p:nvPr/>
              </p:nvSpPr>
              <p:spPr>
                <a:xfrm>
                  <a:off x="7031599" y="1945530"/>
                  <a:ext cx="533490" cy="93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" h="296" extrusionOk="0">
                      <a:moveTo>
                        <a:pt x="166" y="271"/>
                      </a:moveTo>
                      <a:cubicBezTo>
                        <a:pt x="167" y="266"/>
                        <a:pt x="166" y="261"/>
                        <a:pt x="164" y="257"/>
                      </a:cubicBezTo>
                      <a:cubicBezTo>
                        <a:pt x="162" y="252"/>
                        <a:pt x="158" y="248"/>
                        <a:pt x="154" y="247"/>
                      </a:cubicBezTo>
                      <a:cubicBezTo>
                        <a:pt x="169" y="130"/>
                        <a:pt x="169" y="130"/>
                        <a:pt x="169" y="130"/>
                      </a:cubicBezTo>
                      <a:cubicBezTo>
                        <a:pt x="169" y="128"/>
                        <a:pt x="169" y="127"/>
                        <a:pt x="167" y="126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0"/>
                        <a:pt x="3" y="0"/>
                        <a:pt x="2" y="2"/>
                      </a:cubicBezTo>
                      <a:cubicBezTo>
                        <a:pt x="0" y="3"/>
                        <a:pt x="1" y="6"/>
                        <a:pt x="2" y="7"/>
                      </a:cubicBezTo>
                      <a:cubicBezTo>
                        <a:pt x="161" y="131"/>
                        <a:pt x="161" y="131"/>
                        <a:pt x="161" y="131"/>
                      </a:cubicBezTo>
                      <a:cubicBezTo>
                        <a:pt x="146" y="247"/>
                        <a:pt x="146" y="247"/>
                        <a:pt x="146" y="247"/>
                      </a:cubicBezTo>
                      <a:cubicBezTo>
                        <a:pt x="137" y="249"/>
                        <a:pt x="128" y="260"/>
                        <a:pt x="128" y="272"/>
                      </a:cubicBezTo>
                      <a:cubicBezTo>
                        <a:pt x="129" y="277"/>
                        <a:pt x="130" y="282"/>
                        <a:pt x="133" y="287"/>
                      </a:cubicBezTo>
                      <a:cubicBezTo>
                        <a:pt x="139" y="295"/>
                        <a:pt x="152" y="296"/>
                        <a:pt x="159" y="288"/>
                      </a:cubicBezTo>
                      <a:cubicBezTo>
                        <a:pt x="163" y="283"/>
                        <a:pt x="166" y="277"/>
                        <a:pt x="166" y="27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4" name="Google Shape;874;p27"/>
              <p:cNvSpPr/>
              <p:nvPr/>
            </p:nvSpPr>
            <p:spPr>
              <a:xfrm>
                <a:off x="8098675" y="2546100"/>
                <a:ext cx="332101" cy="3336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5" extrusionOk="0">
                    <a:moveTo>
                      <a:pt x="70" y="3"/>
                    </a:moveTo>
                    <a:cubicBezTo>
                      <a:pt x="77" y="33"/>
                      <a:pt x="101" y="57"/>
                      <a:pt x="132" y="65"/>
                    </a:cubicBezTo>
                    <a:cubicBezTo>
                      <a:pt x="134" y="66"/>
                      <a:pt x="134" y="69"/>
                      <a:pt x="132" y="70"/>
                    </a:cubicBezTo>
                    <a:cubicBezTo>
                      <a:pt x="101" y="77"/>
                      <a:pt x="77" y="101"/>
                      <a:pt x="70" y="132"/>
                    </a:cubicBezTo>
                    <a:cubicBezTo>
                      <a:pt x="69" y="135"/>
                      <a:pt x="65" y="135"/>
                      <a:pt x="65" y="132"/>
                    </a:cubicBezTo>
                    <a:cubicBezTo>
                      <a:pt x="57" y="101"/>
                      <a:pt x="33" y="77"/>
                      <a:pt x="3" y="70"/>
                    </a:cubicBezTo>
                    <a:cubicBezTo>
                      <a:pt x="0" y="69"/>
                      <a:pt x="0" y="66"/>
                      <a:pt x="3" y="65"/>
                    </a:cubicBezTo>
                    <a:cubicBezTo>
                      <a:pt x="33" y="57"/>
                      <a:pt x="57" y="33"/>
                      <a:pt x="65" y="3"/>
                    </a:cubicBezTo>
                    <a:cubicBezTo>
                      <a:pt x="65" y="0"/>
                      <a:pt x="69" y="0"/>
                      <a:pt x="70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5" name="Google Shape;875;p27"/>
            <p:cNvSpPr/>
            <p:nvPr/>
          </p:nvSpPr>
          <p:spPr>
            <a:xfrm rot="3516300">
              <a:off x="7556499" y="2934238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27"/>
            <p:cNvSpPr/>
            <p:nvPr/>
          </p:nvSpPr>
          <p:spPr>
            <a:xfrm rot="-2700000">
              <a:off x="6386274" y="4013738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2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882" name="Google Shape;882;p28"/>
          <p:cNvSpPr txBox="1">
            <a:spLocks noGrp="1"/>
          </p:cNvSpPr>
          <p:nvPr>
            <p:ph type="body" idx="1"/>
          </p:nvPr>
        </p:nvSpPr>
        <p:spPr>
          <a:xfrm>
            <a:off x="720000" y="1062625"/>
            <a:ext cx="7704000" cy="3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</a:t>
            </a:r>
            <a:endParaRPr/>
          </a:p>
        </p:txBody>
      </p:sp>
      <p:sp>
        <p:nvSpPr>
          <p:cNvPr id="883" name="Google Shape;883;p28"/>
          <p:cNvSpPr txBox="1"/>
          <p:nvPr/>
        </p:nvSpPr>
        <p:spPr>
          <a:xfrm>
            <a:off x="831900" y="4044475"/>
            <a:ext cx="2260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more info:</a:t>
            </a:r>
            <a:r>
              <a:rPr lang="en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/>
            </a:r>
            <a:br>
              <a:rPr lang="en"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Qs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4" name="Google Shape;884;p28"/>
          <p:cNvSpPr txBox="1"/>
          <p:nvPr/>
        </p:nvSpPr>
        <p:spPr>
          <a:xfrm>
            <a:off x="3092050" y="4044475"/>
            <a:ext cx="5258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can visit our sister projects:</a:t>
            </a:r>
            <a:b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</a:t>
            </a:r>
            <a:r>
              <a:rPr lang="en" sz="10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devo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885" name="Google Shape;885;p28"/>
          <p:cNvGraphicFramePr/>
          <p:nvPr/>
        </p:nvGraphicFramePr>
        <p:xfrm>
          <a:off x="793225" y="15760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{DC9DC355-F442-4752-9905-A1DC267C3D3B}</a:tableStyleId>
              </a:tblPr>
              <a:tblGrid>
                <a:gridCol w="229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onts</a:t>
                      </a:r>
                      <a:endParaRPr sz="1000" u="sng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sed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</a:rPr>
                        <a:t> and 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resources</a:t>
                      </a:r>
                      <a:endParaRPr sz="1000" u="sng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T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rId11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hanks slide</a:t>
                      </a:r>
                      <a:endParaRPr sz="1000" u="sng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olors</a:t>
                      </a:r>
                      <a:endParaRPr sz="1000" u="sng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cons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</a:rPr>
                        <a:t> and </a:t>
                      </a:r>
                      <a:r>
                        <a:rPr lang="en" sz="1000" u="sng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infographic resources</a:t>
                      </a:r>
                      <a:endParaRPr sz="1000" u="sng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Nunito Black"/>
                          <a:ea typeface="Nunito Black"/>
                          <a:cs typeface="Nunito Black"/>
                          <a:sym typeface="Nunito Black"/>
                        </a:rPr>
                        <a:t>Editable presentation theme </a:t>
                      </a:r>
                      <a:endParaRPr sz="1000">
                        <a:solidFill>
                          <a:schemeClr val="dk1"/>
                        </a:solidFill>
                        <a:latin typeface="Nunito Black"/>
                        <a:ea typeface="Nunito Black"/>
                        <a:cs typeface="Nunito Black"/>
                        <a:sym typeface="Nunito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You can edit the master slides easily. For more info, click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DM Sans Light"/>
                          <a:ea typeface="DM Sans Light"/>
                          <a:cs typeface="DM Sans Light"/>
                          <a:sym typeface="DM Sans Light"/>
                        </a:rPr>
                        <a:t> 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 b="1" u="sng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29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will we learn of this topic?</a:t>
            </a:r>
            <a:endParaRPr/>
          </a:p>
        </p:txBody>
      </p:sp>
      <p:sp>
        <p:nvSpPr>
          <p:cNvPr id="891" name="Google Shape;891;p29"/>
          <p:cNvSpPr txBox="1">
            <a:spLocks noGrp="1"/>
          </p:cNvSpPr>
          <p:nvPr>
            <p:ph type="subTitle" idx="1"/>
          </p:nvPr>
        </p:nvSpPr>
        <p:spPr>
          <a:xfrm>
            <a:off x="1111747" y="2062409"/>
            <a:ext cx="34224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unlock exciting words and build amazing worlds together!</a:t>
            </a:r>
            <a:endParaRPr/>
          </a:p>
        </p:txBody>
      </p:sp>
      <p:sp>
        <p:nvSpPr>
          <p:cNvPr id="892" name="Google Shape;892;p29"/>
          <p:cNvSpPr txBox="1">
            <a:spLocks noGrp="1"/>
          </p:cNvSpPr>
          <p:nvPr>
            <p:ph type="subTitle" idx="2"/>
          </p:nvPr>
        </p:nvSpPr>
        <p:spPr>
          <a:xfrm>
            <a:off x="4762253" y="2062410"/>
            <a:ext cx="34224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Discover cool phrases and expressions for daily adventures!</a:t>
            </a:r>
            <a:endParaRPr/>
          </a:p>
        </p:txBody>
      </p:sp>
      <p:sp>
        <p:nvSpPr>
          <p:cNvPr id="893" name="Google Shape;893;p29"/>
          <p:cNvSpPr txBox="1">
            <a:spLocks noGrp="1"/>
          </p:cNvSpPr>
          <p:nvPr>
            <p:ph type="subTitle" idx="3"/>
          </p:nvPr>
        </p:nvSpPr>
        <p:spPr>
          <a:xfrm>
            <a:off x="1111747" y="3615877"/>
            <a:ext cx="34224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Jump into exciting tales and catchy songs to learn this language!</a:t>
            </a:r>
            <a:endParaRPr/>
          </a:p>
        </p:txBody>
      </p:sp>
      <p:sp>
        <p:nvSpPr>
          <p:cNvPr id="894" name="Google Shape;894;p29"/>
          <p:cNvSpPr txBox="1">
            <a:spLocks noGrp="1"/>
          </p:cNvSpPr>
          <p:nvPr>
            <p:ph type="subTitle" idx="4"/>
          </p:nvPr>
        </p:nvSpPr>
        <p:spPr>
          <a:xfrm>
            <a:off x="4762253" y="3615878"/>
            <a:ext cx="34224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Engage in games and creative projects that bring this language to life</a:t>
            </a:r>
            <a:endParaRPr/>
          </a:p>
        </p:txBody>
      </p:sp>
      <p:sp>
        <p:nvSpPr>
          <p:cNvPr id="895" name="Google Shape;895;p29"/>
          <p:cNvSpPr txBox="1">
            <a:spLocks noGrp="1"/>
          </p:cNvSpPr>
          <p:nvPr>
            <p:ph type="title" idx="5"/>
          </p:nvPr>
        </p:nvSpPr>
        <p:spPr>
          <a:xfrm>
            <a:off x="1111747" y="1361250"/>
            <a:ext cx="773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96" name="Google Shape;896;p29"/>
          <p:cNvSpPr txBox="1">
            <a:spLocks noGrp="1"/>
          </p:cNvSpPr>
          <p:nvPr>
            <p:ph type="title" idx="6"/>
          </p:nvPr>
        </p:nvSpPr>
        <p:spPr>
          <a:xfrm>
            <a:off x="1111747" y="2913568"/>
            <a:ext cx="771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97" name="Google Shape;897;p29"/>
          <p:cNvSpPr txBox="1">
            <a:spLocks noGrp="1"/>
          </p:cNvSpPr>
          <p:nvPr>
            <p:ph type="title" idx="7"/>
          </p:nvPr>
        </p:nvSpPr>
        <p:spPr>
          <a:xfrm>
            <a:off x="4762248" y="1361887"/>
            <a:ext cx="771300" cy="4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98" name="Google Shape;898;p29"/>
          <p:cNvSpPr txBox="1">
            <a:spLocks noGrp="1"/>
          </p:cNvSpPr>
          <p:nvPr>
            <p:ph type="title" idx="8"/>
          </p:nvPr>
        </p:nvSpPr>
        <p:spPr>
          <a:xfrm>
            <a:off x="4762248" y="2913569"/>
            <a:ext cx="771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99" name="Google Shape;899;p29"/>
          <p:cNvSpPr txBox="1">
            <a:spLocks noGrp="1"/>
          </p:cNvSpPr>
          <p:nvPr>
            <p:ph type="subTitle" idx="9"/>
          </p:nvPr>
        </p:nvSpPr>
        <p:spPr>
          <a:xfrm>
            <a:off x="1111747" y="1741861"/>
            <a:ext cx="342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Vocabulary</a:t>
            </a:r>
            <a:endParaRPr/>
          </a:p>
        </p:txBody>
      </p:sp>
      <p:sp>
        <p:nvSpPr>
          <p:cNvPr id="900" name="Google Shape;900;p29"/>
          <p:cNvSpPr txBox="1">
            <a:spLocks noGrp="1"/>
          </p:cNvSpPr>
          <p:nvPr>
            <p:ph type="subTitle" idx="13"/>
          </p:nvPr>
        </p:nvSpPr>
        <p:spPr>
          <a:xfrm>
            <a:off x="1111747" y="3295459"/>
            <a:ext cx="342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Stories and songs</a:t>
            </a:r>
            <a:endParaRPr/>
          </a:p>
        </p:txBody>
      </p:sp>
      <p:sp>
        <p:nvSpPr>
          <p:cNvPr id="901" name="Google Shape;901;p29"/>
          <p:cNvSpPr txBox="1">
            <a:spLocks noGrp="1"/>
          </p:cNvSpPr>
          <p:nvPr>
            <p:ph type="subTitle" idx="14"/>
          </p:nvPr>
        </p:nvSpPr>
        <p:spPr>
          <a:xfrm>
            <a:off x="4762248" y="1741861"/>
            <a:ext cx="342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Everyday expressions</a:t>
            </a:r>
            <a:endParaRPr/>
          </a:p>
        </p:txBody>
      </p:sp>
      <p:sp>
        <p:nvSpPr>
          <p:cNvPr id="902" name="Google Shape;902;p29"/>
          <p:cNvSpPr txBox="1">
            <a:spLocks noGrp="1"/>
          </p:cNvSpPr>
          <p:nvPr>
            <p:ph type="subTitle" idx="15"/>
          </p:nvPr>
        </p:nvSpPr>
        <p:spPr>
          <a:xfrm>
            <a:off x="4762248" y="3295457"/>
            <a:ext cx="342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Playful activities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0"/>
          <p:cNvSpPr txBox="1">
            <a:spLocks noGrp="1"/>
          </p:cNvSpPr>
          <p:nvPr>
            <p:ph type="subTitle" idx="1"/>
          </p:nvPr>
        </p:nvSpPr>
        <p:spPr>
          <a:xfrm>
            <a:off x="880573" y="1622750"/>
            <a:ext cx="3597000" cy="21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Step into the enchanting world of language discovery! </a:t>
            </a:r>
            <a:r>
              <a:rPr lang="en"/>
              <a:t>Our journey begins with the exciting exploration of sounds, words, and expressions that make language so fascinating. Together, we'll learn how to greet new friends, introduce ourselves, and create a foundation for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 communication</a:t>
            </a:r>
            <a:endParaRPr/>
          </a:p>
        </p:txBody>
      </p:sp>
      <p:sp>
        <p:nvSpPr>
          <p:cNvPr id="908" name="Google Shape;908;p30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09" name="Google Shape;909;p30"/>
          <p:cNvSpPr txBox="1">
            <a:spLocks noGrp="1"/>
          </p:cNvSpPr>
          <p:nvPr>
            <p:ph type="subTitle" idx="2"/>
          </p:nvPr>
        </p:nvSpPr>
        <p:spPr>
          <a:xfrm>
            <a:off x="4666427" y="1622750"/>
            <a:ext cx="3597000" cy="21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lively activities, every lesson becomes a delightful experience. From cheerful greetings to expressing simple emotions, each step takes us deeper into the wonders of language. Join us on this joy-filled adventure where laughter, friendship, and the thrill of discovering a new way of expressing ourselves await!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1"/>
          <p:cNvSpPr txBox="1">
            <a:spLocks noGrp="1"/>
          </p:cNvSpPr>
          <p:nvPr>
            <p:ph type="subTitle" idx="1"/>
          </p:nvPr>
        </p:nvSpPr>
        <p:spPr>
          <a:xfrm>
            <a:off x="2579700" y="3245650"/>
            <a:ext cx="39846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vocabulary is very important!</a:t>
            </a:r>
            <a:endParaRPr/>
          </a:p>
        </p:txBody>
      </p:sp>
      <p:sp>
        <p:nvSpPr>
          <p:cNvPr id="915" name="Google Shape;915;p31"/>
          <p:cNvSpPr txBox="1">
            <a:spLocks noGrp="1"/>
          </p:cNvSpPr>
          <p:nvPr>
            <p:ph type="title"/>
          </p:nvPr>
        </p:nvSpPr>
        <p:spPr>
          <a:xfrm>
            <a:off x="2579700" y="2628550"/>
            <a:ext cx="3984600" cy="6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Vocabulary</a:t>
            </a:r>
            <a:endParaRPr/>
          </a:p>
        </p:txBody>
      </p:sp>
      <p:sp>
        <p:nvSpPr>
          <p:cNvPr id="916" name="Google Shape;916;p31"/>
          <p:cNvSpPr txBox="1">
            <a:spLocks noGrp="1"/>
          </p:cNvSpPr>
          <p:nvPr>
            <p:ph type="title" idx="2"/>
          </p:nvPr>
        </p:nvSpPr>
        <p:spPr>
          <a:xfrm>
            <a:off x="3937800" y="1923549"/>
            <a:ext cx="1268400" cy="69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917" name="Google Shape;917;p31"/>
          <p:cNvGrpSpPr/>
          <p:nvPr/>
        </p:nvGrpSpPr>
        <p:grpSpPr>
          <a:xfrm>
            <a:off x="6071576" y="-112054"/>
            <a:ext cx="3846005" cy="3483985"/>
            <a:chOff x="5807351" y="-130129"/>
            <a:chExt cx="3846005" cy="3483985"/>
          </a:xfrm>
        </p:grpSpPr>
        <p:grpSp>
          <p:nvGrpSpPr>
            <p:cNvPr id="918" name="Google Shape;918;p31"/>
            <p:cNvGrpSpPr/>
            <p:nvPr/>
          </p:nvGrpSpPr>
          <p:grpSpPr>
            <a:xfrm rot="3965436">
              <a:off x="6997441" y="9782"/>
              <a:ext cx="1117919" cy="1247898"/>
              <a:chOff x="6503625" y="1008025"/>
              <a:chExt cx="573088" cy="639763"/>
            </a:xfrm>
          </p:grpSpPr>
          <p:sp>
            <p:nvSpPr>
              <p:cNvPr id="919" name="Google Shape;919;p31"/>
              <p:cNvSpPr/>
              <p:nvPr/>
            </p:nvSpPr>
            <p:spPr>
              <a:xfrm>
                <a:off x="6503625" y="1008025"/>
                <a:ext cx="276225" cy="30956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19" extrusionOk="0">
                    <a:moveTo>
                      <a:pt x="6" y="5"/>
                    </a:moveTo>
                    <a:cubicBezTo>
                      <a:pt x="6" y="5"/>
                      <a:pt x="6" y="5"/>
                      <a:pt x="6" y="5"/>
                    </a:cubicBezTo>
                    <a:cubicBezTo>
                      <a:pt x="12" y="0"/>
                      <a:pt x="21" y="1"/>
                      <a:pt x="25" y="7"/>
                    </a:cubicBezTo>
                    <a:cubicBezTo>
                      <a:pt x="106" y="102"/>
                      <a:pt x="106" y="102"/>
                      <a:pt x="106" y="102"/>
                    </a:cubicBezTo>
                    <a:cubicBezTo>
                      <a:pt x="85" y="119"/>
                      <a:pt x="85" y="119"/>
                      <a:pt x="85" y="119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0" y="18"/>
                      <a:pt x="1" y="10"/>
                      <a:pt x="6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31"/>
              <p:cNvSpPr/>
              <p:nvPr/>
            </p:nvSpPr>
            <p:spPr>
              <a:xfrm>
                <a:off x="6668725" y="1204875"/>
                <a:ext cx="87313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5" extrusionOk="0">
                    <a:moveTo>
                      <a:pt x="34" y="0"/>
                    </a:moveTo>
                    <a:lnTo>
                      <a:pt x="0" y="30"/>
                    </a:lnTo>
                    <a:lnTo>
                      <a:pt x="21" y="55"/>
                    </a:lnTo>
                    <a:lnTo>
                      <a:pt x="55" y="25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31"/>
              <p:cNvSpPr/>
              <p:nvPr/>
            </p:nvSpPr>
            <p:spPr>
              <a:xfrm>
                <a:off x="6743338" y="1289013"/>
                <a:ext cx="49213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1" h="33" extrusionOk="0">
                    <a:moveTo>
                      <a:pt x="10" y="0"/>
                    </a:moveTo>
                    <a:lnTo>
                      <a:pt x="0" y="8"/>
                    </a:lnTo>
                    <a:lnTo>
                      <a:pt x="21" y="33"/>
                    </a:lnTo>
                    <a:lnTo>
                      <a:pt x="31" y="26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A7C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31"/>
              <p:cNvSpPr/>
              <p:nvPr/>
            </p:nvSpPr>
            <p:spPr>
              <a:xfrm>
                <a:off x="6743338" y="1289013"/>
                <a:ext cx="49213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1" h="33" extrusionOk="0">
                    <a:moveTo>
                      <a:pt x="10" y="0"/>
                    </a:moveTo>
                    <a:lnTo>
                      <a:pt x="0" y="8"/>
                    </a:lnTo>
                    <a:lnTo>
                      <a:pt x="21" y="33"/>
                    </a:lnTo>
                    <a:lnTo>
                      <a:pt x="31" y="26"/>
                    </a:lnTo>
                    <a:lnTo>
                      <a:pt x="10" y="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31"/>
              <p:cNvSpPr/>
              <p:nvPr/>
            </p:nvSpPr>
            <p:spPr>
              <a:xfrm>
                <a:off x="6698888" y="1268375"/>
                <a:ext cx="377825" cy="379413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6" extrusionOk="0">
                    <a:moveTo>
                      <a:pt x="114" y="123"/>
                    </a:moveTo>
                    <a:cubicBezTo>
                      <a:pt x="142" y="100"/>
                      <a:pt x="145" y="59"/>
                      <a:pt x="122" y="31"/>
                    </a:cubicBezTo>
                    <a:cubicBezTo>
                      <a:pt x="99" y="4"/>
                      <a:pt x="58" y="0"/>
                      <a:pt x="31" y="23"/>
                    </a:cubicBezTo>
                    <a:cubicBezTo>
                      <a:pt x="3" y="46"/>
                      <a:pt x="0" y="87"/>
                      <a:pt x="23" y="115"/>
                    </a:cubicBezTo>
                    <a:cubicBezTo>
                      <a:pt x="46" y="142"/>
                      <a:pt x="87" y="146"/>
                      <a:pt x="114" y="123"/>
                    </a:cubicBezTo>
                    <a:moveTo>
                      <a:pt x="36" y="30"/>
                    </a:moveTo>
                    <a:cubicBezTo>
                      <a:pt x="60" y="10"/>
                      <a:pt x="96" y="13"/>
                      <a:pt x="115" y="37"/>
                    </a:cubicBezTo>
                    <a:cubicBezTo>
                      <a:pt x="135" y="60"/>
                      <a:pt x="132" y="96"/>
                      <a:pt x="109" y="116"/>
                    </a:cubicBezTo>
                    <a:cubicBezTo>
                      <a:pt x="85" y="136"/>
                      <a:pt x="49" y="133"/>
                      <a:pt x="30" y="109"/>
                    </a:cubicBezTo>
                    <a:cubicBezTo>
                      <a:pt x="10" y="85"/>
                      <a:pt x="13" y="50"/>
                      <a:pt x="36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31"/>
              <p:cNvSpPr/>
              <p:nvPr/>
            </p:nvSpPr>
            <p:spPr>
              <a:xfrm>
                <a:off x="6740163" y="1312825"/>
                <a:ext cx="295275" cy="290513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12" extrusionOk="0">
                    <a:moveTo>
                      <a:pt x="56" y="0"/>
                    </a:moveTo>
                    <a:cubicBezTo>
                      <a:pt x="44" y="0"/>
                      <a:pt x="31" y="4"/>
                      <a:pt x="20" y="13"/>
                    </a:cubicBezTo>
                    <a:cubicBezTo>
                      <a:pt x="7" y="24"/>
                      <a:pt x="0" y="40"/>
                      <a:pt x="0" y="56"/>
                    </a:cubicBezTo>
                    <a:cubicBezTo>
                      <a:pt x="0" y="69"/>
                      <a:pt x="5" y="82"/>
                      <a:pt x="14" y="92"/>
                    </a:cubicBezTo>
                    <a:cubicBezTo>
                      <a:pt x="25" y="105"/>
                      <a:pt x="41" y="112"/>
                      <a:pt x="57" y="112"/>
                    </a:cubicBezTo>
                    <a:cubicBezTo>
                      <a:pt x="69" y="112"/>
                      <a:pt x="82" y="108"/>
                      <a:pt x="93" y="99"/>
                    </a:cubicBezTo>
                    <a:cubicBezTo>
                      <a:pt x="106" y="88"/>
                      <a:pt x="113" y="72"/>
                      <a:pt x="113" y="56"/>
                    </a:cubicBezTo>
                    <a:cubicBezTo>
                      <a:pt x="113" y="43"/>
                      <a:pt x="108" y="30"/>
                      <a:pt x="99" y="20"/>
                    </a:cubicBezTo>
                    <a:cubicBezTo>
                      <a:pt x="88" y="7"/>
                      <a:pt x="72" y="0"/>
                      <a:pt x="56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5" name="Google Shape;925;p31"/>
            <p:cNvSpPr/>
            <p:nvPr/>
          </p:nvSpPr>
          <p:spPr>
            <a:xfrm>
              <a:off x="6564288" y="1431900"/>
              <a:ext cx="715160" cy="718388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rgbClr val="FFCE73">
                <a:alpha val="506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8312150" y="466925"/>
              <a:ext cx="332101" cy="33360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6631981" y="158797"/>
              <a:ext cx="205393" cy="466651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8" name="Google Shape;928;p31"/>
            <p:cNvGrpSpPr/>
            <p:nvPr/>
          </p:nvGrpSpPr>
          <p:grpSpPr>
            <a:xfrm rot="-1081111">
              <a:off x="7683387" y="1174859"/>
              <a:ext cx="1708268" cy="1962926"/>
              <a:chOff x="5652063" y="1771263"/>
              <a:chExt cx="1714500" cy="1970087"/>
            </a:xfrm>
          </p:grpSpPr>
          <p:sp>
            <p:nvSpPr>
              <p:cNvPr id="929" name="Google Shape;929;p31"/>
              <p:cNvSpPr/>
              <p:nvPr/>
            </p:nvSpPr>
            <p:spPr>
              <a:xfrm>
                <a:off x="6272775" y="3138100"/>
                <a:ext cx="1093788" cy="603250"/>
              </a:xfrm>
              <a:custGeom>
                <a:avLst/>
                <a:gdLst/>
                <a:ahLst/>
                <a:cxnLst/>
                <a:rect l="l" t="t" r="r" b="b"/>
                <a:pathLst>
                  <a:path w="689" h="380" extrusionOk="0">
                    <a:moveTo>
                      <a:pt x="689" y="83"/>
                    </a:moveTo>
                    <a:lnTo>
                      <a:pt x="39" y="380"/>
                    </a:lnTo>
                    <a:lnTo>
                      <a:pt x="0" y="296"/>
                    </a:lnTo>
                    <a:lnTo>
                      <a:pt x="650" y="0"/>
                    </a:lnTo>
                    <a:lnTo>
                      <a:pt x="689" y="8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31"/>
              <p:cNvSpPr/>
              <p:nvPr/>
            </p:nvSpPr>
            <p:spPr>
              <a:xfrm>
                <a:off x="6348975" y="3233350"/>
                <a:ext cx="9620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88" extrusionOk="0">
                    <a:moveTo>
                      <a:pt x="606" y="15"/>
                    </a:moveTo>
                    <a:lnTo>
                      <a:pt x="8" y="288"/>
                    </a:lnTo>
                    <a:lnTo>
                      <a:pt x="0" y="272"/>
                    </a:lnTo>
                    <a:lnTo>
                      <a:pt x="600" y="0"/>
                    </a:lnTo>
                    <a:lnTo>
                      <a:pt x="606" y="1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31"/>
              <p:cNvSpPr/>
              <p:nvPr/>
            </p:nvSpPr>
            <p:spPr>
              <a:xfrm>
                <a:off x="5652063" y="1771263"/>
                <a:ext cx="1671638" cy="1873250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180" extrusionOk="0">
                    <a:moveTo>
                      <a:pt x="1053" y="882"/>
                    </a:moveTo>
                    <a:lnTo>
                      <a:pt x="403" y="1180"/>
                    </a:lnTo>
                    <a:lnTo>
                      <a:pt x="0" y="297"/>
                    </a:lnTo>
                    <a:lnTo>
                      <a:pt x="650" y="0"/>
                    </a:lnTo>
                    <a:lnTo>
                      <a:pt x="1053" y="88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31"/>
              <p:cNvSpPr/>
              <p:nvPr/>
            </p:nvSpPr>
            <p:spPr>
              <a:xfrm>
                <a:off x="5996550" y="2139563"/>
                <a:ext cx="747713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471" h="389" extrusionOk="0">
                    <a:moveTo>
                      <a:pt x="471" y="221"/>
                    </a:moveTo>
                    <a:lnTo>
                      <a:pt x="101" y="389"/>
                    </a:lnTo>
                    <a:lnTo>
                      <a:pt x="0" y="169"/>
                    </a:lnTo>
                    <a:lnTo>
                      <a:pt x="370" y="0"/>
                    </a:lnTo>
                    <a:lnTo>
                      <a:pt x="471" y="22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31"/>
              <p:cNvSpPr/>
              <p:nvPr/>
            </p:nvSpPr>
            <p:spPr>
              <a:xfrm>
                <a:off x="6129900" y="233165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6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31"/>
              <p:cNvSpPr/>
              <p:nvPr/>
            </p:nvSpPr>
            <p:spPr>
              <a:xfrm>
                <a:off x="6090213" y="2249100"/>
                <a:ext cx="481013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50" extrusionOk="0">
                    <a:moveTo>
                      <a:pt x="303" y="13"/>
                    </a:moveTo>
                    <a:lnTo>
                      <a:pt x="8" y="150"/>
                    </a:lnTo>
                    <a:lnTo>
                      <a:pt x="0" y="134"/>
                    </a:lnTo>
                    <a:lnTo>
                      <a:pt x="297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31"/>
              <p:cNvSpPr/>
              <p:nvPr/>
            </p:nvSpPr>
            <p:spPr>
              <a:xfrm>
                <a:off x="6166413" y="241420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8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31"/>
              <p:cNvSpPr/>
              <p:nvPr/>
            </p:nvSpPr>
            <p:spPr>
              <a:xfrm>
                <a:off x="5685400" y="246500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31"/>
              <p:cNvSpPr/>
              <p:nvPr/>
            </p:nvSpPr>
            <p:spPr>
              <a:xfrm>
                <a:off x="5748049" y="2560457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31"/>
              <p:cNvSpPr/>
              <p:nvPr/>
            </p:nvSpPr>
            <p:spPr>
              <a:xfrm>
                <a:off x="5771125" y="2653913"/>
                <a:ext cx="193675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5" y="38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31"/>
              <p:cNvSpPr/>
              <p:nvPr/>
            </p:nvSpPr>
            <p:spPr>
              <a:xfrm>
                <a:off x="5813988" y="2749163"/>
                <a:ext cx="19367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64" h="40" extrusionOk="0">
                    <a:moveTo>
                      <a:pt x="62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0"/>
                      <a:pt x="5" y="38"/>
                      <a:pt x="2" y="33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31"/>
              <p:cNvSpPr/>
              <p:nvPr/>
            </p:nvSpPr>
            <p:spPr>
              <a:xfrm>
                <a:off x="5855263" y="283965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2" y="34"/>
                    </a:cubicBezTo>
                    <a:cubicBezTo>
                      <a:pt x="0" y="29"/>
                      <a:pt x="2" y="24"/>
                      <a:pt x="7" y="22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54" y="0"/>
                      <a:pt x="59" y="3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31"/>
              <p:cNvSpPr/>
              <p:nvPr/>
            </p:nvSpPr>
            <p:spPr>
              <a:xfrm>
                <a:off x="5898125" y="2934900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2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31"/>
              <p:cNvSpPr/>
              <p:nvPr/>
            </p:nvSpPr>
            <p:spPr>
              <a:xfrm>
                <a:off x="5940988" y="3028563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3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31"/>
              <p:cNvSpPr/>
              <p:nvPr/>
            </p:nvSpPr>
            <p:spPr>
              <a:xfrm>
                <a:off x="5983850" y="3123813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31"/>
              <p:cNvSpPr/>
              <p:nvPr/>
            </p:nvSpPr>
            <p:spPr>
              <a:xfrm>
                <a:off x="6026713" y="3217475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31"/>
              <p:cNvSpPr/>
              <p:nvPr/>
            </p:nvSpPr>
            <p:spPr>
              <a:xfrm>
                <a:off x="6072750" y="3312725"/>
                <a:ext cx="1905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3" h="41" extrusionOk="0">
                    <a:moveTo>
                      <a:pt x="61" y="7"/>
                    </a:moveTo>
                    <a:cubicBezTo>
                      <a:pt x="63" y="12"/>
                      <a:pt x="61" y="17"/>
                      <a:pt x="56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6" name="Google Shape;946;p31"/>
            <p:cNvGrpSpPr/>
            <p:nvPr/>
          </p:nvGrpSpPr>
          <p:grpSpPr>
            <a:xfrm rot="3741702">
              <a:off x="5840531" y="650213"/>
              <a:ext cx="724463" cy="513328"/>
              <a:chOff x="6180688" y="2320538"/>
              <a:chExt cx="1149350" cy="814387"/>
            </a:xfrm>
          </p:grpSpPr>
          <p:sp>
            <p:nvSpPr>
              <p:cNvPr id="947" name="Google Shape;947;p31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31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31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31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31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31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31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54" name="Google Shape;954;p31"/>
          <p:cNvGrpSpPr/>
          <p:nvPr/>
        </p:nvGrpSpPr>
        <p:grpSpPr>
          <a:xfrm>
            <a:off x="4" y="1923562"/>
            <a:ext cx="2795180" cy="3730422"/>
            <a:chOff x="200204" y="1923562"/>
            <a:chExt cx="2795180" cy="3730422"/>
          </a:xfrm>
        </p:grpSpPr>
        <p:grpSp>
          <p:nvGrpSpPr>
            <p:cNvPr id="955" name="Google Shape;955;p31"/>
            <p:cNvGrpSpPr/>
            <p:nvPr/>
          </p:nvGrpSpPr>
          <p:grpSpPr>
            <a:xfrm rot="-1428406">
              <a:off x="1340771" y="4405281"/>
              <a:ext cx="1520814" cy="983601"/>
              <a:chOff x="1689312" y="3648108"/>
              <a:chExt cx="1361459" cy="880464"/>
            </a:xfrm>
          </p:grpSpPr>
          <p:sp>
            <p:nvSpPr>
              <p:cNvPr id="956" name="Google Shape;956;p31"/>
              <p:cNvSpPr/>
              <p:nvPr/>
            </p:nvSpPr>
            <p:spPr>
              <a:xfrm>
                <a:off x="1928450" y="4324760"/>
                <a:ext cx="1038078" cy="20381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6" extrusionOk="0">
                    <a:moveTo>
                      <a:pt x="232" y="0"/>
                    </a:moveTo>
                    <a:cubicBezTo>
                      <a:pt x="233" y="11"/>
                      <a:pt x="183" y="27"/>
                      <a:pt x="119" y="37"/>
                    </a:cubicBezTo>
                    <a:cubicBezTo>
                      <a:pt x="54" y="46"/>
                      <a:pt x="1" y="45"/>
                      <a:pt x="0" y="34"/>
                    </a:cubicBezTo>
                    <a:cubicBezTo>
                      <a:pt x="232" y="0"/>
                      <a:pt x="232" y="0"/>
                      <a:pt x="232" y="0"/>
                    </a:cubicBezTo>
                  </a:path>
                </a:pathLst>
              </a:custGeom>
              <a:solidFill>
                <a:srgbClr val="FA7C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31"/>
              <p:cNvSpPr/>
              <p:nvPr/>
            </p:nvSpPr>
            <p:spPr>
              <a:xfrm>
                <a:off x="1933885" y="4338348"/>
                <a:ext cx="1024492" cy="179354"/>
              </a:xfrm>
              <a:custGeom>
                <a:avLst/>
                <a:gdLst/>
                <a:ahLst/>
                <a:cxnLst/>
                <a:rect l="l" t="t" r="r" b="b"/>
                <a:pathLst>
                  <a:path w="230" h="40" extrusionOk="0">
                    <a:moveTo>
                      <a:pt x="230" y="0"/>
                    </a:moveTo>
                    <a:cubicBezTo>
                      <a:pt x="206" y="7"/>
                      <a:pt x="164" y="15"/>
                      <a:pt x="116" y="22"/>
                    </a:cubicBezTo>
                    <a:cubicBezTo>
                      <a:pt x="68" y="29"/>
                      <a:pt x="25" y="33"/>
                      <a:pt x="0" y="33"/>
                    </a:cubicBezTo>
                    <a:cubicBezTo>
                      <a:pt x="5" y="38"/>
                      <a:pt x="20" y="40"/>
                      <a:pt x="42" y="40"/>
                    </a:cubicBezTo>
                    <a:cubicBezTo>
                      <a:pt x="62" y="40"/>
                      <a:pt x="89" y="38"/>
                      <a:pt x="118" y="34"/>
                    </a:cubicBezTo>
                    <a:cubicBezTo>
                      <a:pt x="176" y="25"/>
                      <a:pt x="223" y="11"/>
                      <a:pt x="230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31"/>
              <p:cNvSpPr/>
              <p:nvPr/>
            </p:nvSpPr>
            <p:spPr>
              <a:xfrm>
                <a:off x="1830621" y="4267694"/>
                <a:ext cx="1220150" cy="236422"/>
              </a:xfrm>
              <a:custGeom>
                <a:avLst/>
                <a:gdLst/>
                <a:ahLst/>
                <a:cxnLst/>
                <a:rect l="l" t="t" r="r" b="b"/>
                <a:pathLst>
                  <a:path w="274" h="53" extrusionOk="0">
                    <a:moveTo>
                      <a:pt x="273" y="7"/>
                    </a:moveTo>
                    <a:cubicBezTo>
                      <a:pt x="274" y="13"/>
                      <a:pt x="214" y="27"/>
                      <a:pt x="139" y="38"/>
                    </a:cubicBezTo>
                    <a:cubicBezTo>
                      <a:pt x="64" y="49"/>
                      <a:pt x="2" y="53"/>
                      <a:pt x="1" y="46"/>
                    </a:cubicBezTo>
                    <a:cubicBezTo>
                      <a:pt x="0" y="40"/>
                      <a:pt x="60" y="25"/>
                      <a:pt x="135" y="14"/>
                    </a:cubicBezTo>
                    <a:cubicBezTo>
                      <a:pt x="211" y="4"/>
                      <a:pt x="272" y="0"/>
                      <a:pt x="273" y="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31"/>
              <p:cNvSpPr/>
              <p:nvPr/>
            </p:nvSpPr>
            <p:spPr>
              <a:xfrm>
                <a:off x="1689312" y="3648108"/>
                <a:ext cx="1111451" cy="78807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77" extrusionOk="0">
                    <a:moveTo>
                      <a:pt x="231" y="1"/>
                    </a:moveTo>
                    <a:cubicBezTo>
                      <a:pt x="143" y="14"/>
                      <a:pt x="143" y="14"/>
                      <a:pt x="143" y="14"/>
                    </a:cubicBezTo>
                    <a:cubicBezTo>
                      <a:pt x="54" y="27"/>
                      <a:pt x="54" y="27"/>
                      <a:pt x="54" y="27"/>
                    </a:cubicBezTo>
                    <a:cubicBezTo>
                      <a:pt x="44" y="29"/>
                      <a:pt x="38" y="40"/>
                      <a:pt x="42" y="50"/>
                    </a:cubicBezTo>
                    <a:cubicBezTo>
                      <a:pt x="45" y="56"/>
                      <a:pt x="45" y="56"/>
                      <a:pt x="45" y="56"/>
                    </a:cubicBezTo>
                    <a:cubicBezTo>
                      <a:pt x="29" y="58"/>
                      <a:pt x="29" y="58"/>
                      <a:pt x="29" y="58"/>
                    </a:cubicBezTo>
                    <a:cubicBezTo>
                      <a:pt x="12" y="60"/>
                      <a:pt x="0" y="76"/>
                      <a:pt x="3" y="92"/>
                    </a:cubicBezTo>
                    <a:cubicBezTo>
                      <a:pt x="8" y="125"/>
                      <a:pt x="38" y="148"/>
                      <a:pt x="70" y="143"/>
                    </a:cubicBezTo>
                    <a:cubicBezTo>
                      <a:pt x="86" y="141"/>
                      <a:pt x="86" y="141"/>
                      <a:pt x="86" y="141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9" y="168"/>
                      <a:pt x="115" y="177"/>
                      <a:pt x="132" y="174"/>
                    </a:cubicBezTo>
                    <a:cubicBezTo>
                      <a:pt x="165" y="169"/>
                      <a:pt x="165" y="169"/>
                      <a:pt x="165" y="169"/>
                    </a:cubicBezTo>
                    <a:cubicBezTo>
                      <a:pt x="198" y="165"/>
                      <a:pt x="198" y="165"/>
                      <a:pt x="198" y="165"/>
                    </a:cubicBezTo>
                    <a:cubicBezTo>
                      <a:pt x="215" y="162"/>
                      <a:pt x="228" y="149"/>
                      <a:pt x="231" y="133"/>
                    </a:cubicBezTo>
                    <a:cubicBezTo>
                      <a:pt x="249" y="20"/>
                      <a:pt x="249" y="20"/>
                      <a:pt x="249" y="20"/>
                    </a:cubicBezTo>
                    <a:cubicBezTo>
                      <a:pt x="250" y="9"/>
                      <a:pt x="241" y="0"/>
                      <a:pt x="231" y="1"/>
                    </a:cubicBezTo>
                    <a:moveTo>
                      <a:pt x="67" y="123"/>
                    </a:moveTo>
                    <a:cubicBezTo>
                      <a:pt x="46" y="126"/>
                      <a:pt x="26" y="111"/>
                      <a:pt x="23" y="90"/>
                    </a:cubicBezTo>
                    <a:cubicBezTo>
                      <a:pt x="22" y="84"/>
                      <a:pt x="26" y="79"/>
                      <a:pt x="31" y="78"/>
                    </a:cubicBezTo>
                    <a:cubicBezTo>
                      <a:pt x="54" y="74"/>
                      <a:pt x="54" y="74"/>
                      <a:pt x="54" y="74"/>
                    </a:cubicBezTo>
                    <a:cubicBezTo>
                      <a:pt x="77" y="122"/>
                      <a:pt x="77" y="122"/>
                      <a:pt x="77" y="122"/>
                    </a:cubicBezTo>
                    <a:cubicBezTo>
                      <a:pt x="67" y="123"/>
                      <a:pt x="67" y="123"/>
                      <a:pt x="67" y="123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31"/>
              <p:cNvSpPr/>
              <p:nvPr/>
            </p:nvSpPr>
            <p:spPr>
              <a:xfrm>
                <a:off x="2129544" y="3653543"/>
                <a:ext cx="668501" cy="774483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74" extrusionOk="0">
                    <a:moveTo>
                      <a:pt x="134" y="0"/>
                    </a:moveTo>
                    <a:cubicBezTo>
                      <a:pt x="133" y="0"/>
                      <a:pt x="133" y="0"/>
                      <a:pt x="132" y="0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102" y="5"/>
                      <a:pt x="102" y="5"/>
                      <a:pt x="102" y="5"/>
                    </a:cubicBezTo>
                    <a:cubicBezTo>
                      <a:pt x="104" y="23"/>
                      <a:pt x="102" y="42"/>
                      <a:pt x="96" y="60"/>
                    </a:cubicBezTo>
                    <a:cubicBezTo>
                      <a:pt x="86" y="88"/>
                      <a:pt x="67" y="112"/>
                      <a:pt x="45" y="131"/>
                    </a:cubicBezTo>
                    <a:cubicBezTo>
                      <a:pt x="31" y="143"/>
                      <a:pt x="16" y="153"/>
                      <a:pt x="0" y="163"/>
                    </a:cubicBezTo>
                    <a:cubicBezTo>
                      <a:pt x="8" y="170"/>
                      <a:pt x="17" y="174"/>
                      <a:pt x="27" y="174"/>
                    </a:cubicBezTo>
                    <a:cubicBezTo>
                      <a:pt x="29" y="174"/>
                      <a:pt x="31" y="174"/>
                      <a:pt x="33" y="173"/>
                    </a:cubicBezTo>
                    <a:cubicBezTo>
                      <a:pt x="66" y="168"/>
                      <a:pt x="66" y="168"/>
                      <a:pt x="66" y="168"/>
                    </a:cubicBezTo>
                    <a:cubicBezTo>
                      <a:pt x="99" y="164"/>
                      <a:pt x="99" y="164"/>
                      <a:pt x="99" y="164"/>
                    </a:cubicBezTo>
                    <a:cubicBezTo>
                      <a:pt x="116" y="161"/>
                      <a:pt x="129" y="148"/>
                      <a:pt x="132" y="132"/>
                    </a:cubicBezTo>
                    <a:cubicBezTo>
                      <a:pt x="150" y="19"/>
                      <a:pt x="150" y="19"/>
                      <a:pt x="150" y="19"/>
                    </a:cubicBezTo>
                    <a:cubicBezTo>
                      <a:pt x="150" y="18"/>
                      <a:pt x="150" y="17"/>
                      <a:pt x="150" y="16"/>
                    </a:cubicBezTo>
                    <a:cubicBezTo>
                      <a:pt x="150" y="7"/>
                      <a:pt x="143" y="0"/>
                      <a:pt x="134" y="0"/>
                    </a:cubicBezTo>
                  </a:path>
                </a:pathLst>
              </a:custGeom>
              <a:solidFill>
                <a:srgbClr val="FFCE73">
                  <a:alpha val="5062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31"/>
              <p:cNvSpPr/>
              <p:nvPr/>
            </p:nvSpPr>
            <p:spPr>
              <a:xfrm>
                <a:off x="1928450" y="3835613"/>
                <a:ext cx="111418" cy="279902"/>
              </a:xfrm>
              <a:custGeom>
                <a:avLst/>
                <a:gdLst/>
                <a:ahLst/>
                <a:cxnLst/>
                <a:rect l="l" t="t" r="r" b="b"/>
                <a:pathLst>
                  <a:path w="25" h="63" extrusionOk="0">
                    <a:moveTo>
                      <a:pt x="0" y="0"/>
                    </a:moveTo>
                    <a:cubicBezTo>
                      <a:pt x="5" y="22"/>
                      <a:pt x="13" y="44"/>
                      <a:pt x="25" y="63"/>
                    </a:cubicBezTo>
                    <a:cubicBezTo>
                      <a:pt x="20" y="41"/>
                      <a:pt x="12" y="19"/>
                      <a:pt x="0" y="0"/>
                    </a:cubicBezTo>
                  </a:path>
                </a:pathLst>
              </a:custGeom>
              <a:solidFill>
                <a:srgbClr val="FC8761">
                  <a:alpha val="3544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31"/>
              <p:cNvSpPr/>
              <p:nvPr/>
            </p:nvSpPr>
            <p:spPr>
              <a:xfrm>
                <a:off x="2031715" y="3947031"/>
                <a:ext cx="67938" cy="190224"/>
              </a:xfrm>
              <a:custGeom>
                <a:avLst/>
                <a:gdLst/>
                <a:ahLst/>
                <a:cxnLst/>
                <a:rect l="l" t="t" r="r" b="b"/>
                <a:pathLst>
                  <a:path w="15" h="43" extrusionOk="0">
                    <a:moveTo>
                      <a:pt x="0" y="0"/>
                    </a:moveTo>
                    <a:cubicBezTo>
                      <a:pt x="3" y="15"/>
                      <a:pt x="7" y="30"/>
                      <a:pt x="15" y="43"/>
                    </a:cubicBezTo>
                    <a:cubicBezTo>
                      <a:pt x="13" y="28"/>
                      <a:pt x="8" y="13"/>
                      <a:pt x="0" y="0"/>
                    </a:cubicBezTo>
                  </a:path>
                </a:pathLst>
              </a:custGeom>
              <a:solidFill>
                <a:srgbClr val="FC8761">
                  <a:alpha val="3544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31"/>
              <p:cNvSpPr/>
              <p:nvPr/>
            </p:nvSpPr>
            <p:spPr>
              <a:xfrm>
                <a:off x="2077913" y="4148125"/>
                <a:ext cx="35328" cy="92394"/>
              </a:xfrm>
              <a:custGeom>
                <a:avLst/>
                <a:gdLst/>
                <a:ahLst/>
                <a:cxnLst/>
                <a:rect l="l" t="t" r="r" b="b"/>
                <a:pathLst>
                  <a:path w="8" h="21" extrusionOk="0">
                    <a:moveTo>
                      <a:pt x="0" y="0"/>
                    </a:moveTo>
                    <a:cubicBezTo>
                      <a:pt x="1" y="7"/>
                      <a:pt x="4" y="15"/>
                      <a:pt x="8" y="21"/>
                    </a:cubicBezTo>
                    <a:cubicBezTo>
                      <a:pt x="7" y="14"/>
                      <a:pt x="4" y="6"/>
                      <a:pt x="0" y="0"/>
                    </a:cubicBezTo>
                  </a:path>
                </a:pathLst>
              </a:custGeom>
              <a:solidFill>
                <a:srgbClr val="FC8761">
                  <a:alpha val="3544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31"/>
              <p:cNvSpPr/>
              <p:nvPr/>
            </p:nvSpPr>
            <p:spPr>
              <a:xfrm>
                <a:off x="2471947" y="3716044"/>
                <a:ext cx="89678" cy="288053"/>
              </a:xfrm>
              <a:custGeom>
                <a:avLst/>
                <a:gdLst/>
                <a:ahLst/>
                <a:cxnLst/>
                <a:rect l="l" t="t" r="r" b="b"/>
                <a:pathLst>
                  <a:path w="20" h="65" extrusionOk="0">
                    <a:moveTo>
                      <a:pt x="15" y="0"/>
                    </a:moveTo>
                    <a:cubicBezTo>
                      <a:pt x="12" y="21"/>
                      <a:pt x="9" y="42"/>
                      <a:pt x="1" y="61"/>
                    </a:cubicBezTo>
                    <a:cubicBezTo>
                      <a:pt x="1" y="62"/>
                      <a:pt x="0" y="64"/>
                      <a:pt x="0" y="65"/>
                    </a:cubicBezTo>
                    <a:cubicBezTo>
                      <a:pt x="1" y="64"/>
                      <a:pt x="1" y="63"/>
                      <a:pt x="2" y="62"/>
                    </a:cubicBezTo>
                    <a:cubicBezTo>
                      <a:pt x="16" y="44"/>
                      <a:pt x="20" y="22"/>
                      <a:pt x="15" y="0"/>
                    </a:cubicBezTo>
                  </a:path>
                </a:pathLst>
              </a:custGeom>
              <a:solidFill>
                <a:srgbClr val="FC8761">
                  <a:alpha val="3544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31"/>
              <p:cNvSpPr/>
              <p:nvPr/>
            </p:nvSpPr>
            <p:spPr>
              <a:xfrm>
                <a:off x="2379552" y="3974206"/>
                <a:ext cx="54350" cy="100548"/>
              </a:xfrm>
              <a:custGeom>
                <a:avLst/>
                <a:gdLst/>
                <a:ahLst/>
                <a:cxnLst/>
                <a:rect l="l" t="t" r="r" b="b"/>
                <a:pathLst>
                  <a:path w="12" h="23" extrusionOk="0">
                    <a:moveTo>
                      <a:pt x="12" y="0"/>
                    </a:moveTo>
                    <a:cubicBezTo>
                      <a:pt x="9" y="8"/>
                      <a:pt x="5" y="15"/>
                      <a:pt x="0" y="23"/>
                    </a:cubicBezTo>
                    <a:cubicBezTo>
                      <a:pt x="7" y="17"/>
                      <a:pt x="12" y="9"/>
                      <a:pt x="12" y="0"/>
                    </a:cubicBezTo>
                  </a:path>
                </a:pathLst>
              </a:custGeom>
              <a:solidFill>
                <a:srgbClr val="FC8761">
                  <a:alpha val="3544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31"/>
              <p:cNvSpPr/>
              <p:nvPr/>
            </p:nvSpPr>
            <p:spPr>
              <a:xfrm>
                <a:off x="2360531" y="4085622"/>
                <a:ext cx="62503" cy="62503"/>
              </a:xfrm>
              <a:custGeom>
                <a:avLst/>
                <a:gdLst/>
                <a:ahLst/>
                <a:cxnLst/>
                <a:rect l="l" t="t" r="r" b="b"/>
                <a:pathLst>
                  <a:path w="14" h="14" extrusionOk="0">
                    <a:moveTo>
                      <a:pt x="14" y="0"/>
                    </a:moveTo>
                    <a:cubicBezTo>
                      <a:pt x="8" y="3"/>
                      <a:pt x="3" y="8"/>
                      <a:pt x="0" y="14"/>
                    </a:cubicBezTo>
                    <a:cubicBezTo>
                      <a:pt x="5" y="10"/>
                      <a:pt x="9" y="5"/>
                      <a:pt x="14" y="0"/>
                    </a:cubicBezTo>
                  </a:path>
                </a:pathLst>
              </a:custGeom>
              <a:solidFill>
                <a:srgbClr val="FC8761">
                  <a:alpha val="3544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31"/>
              <p:cNvSpPr/>
              <p:nvPr/>
            </p:nvSpPr>
            <p:spPr>
              <a:xfrm>
                <a:off x="1730075" y="3968771"/>
                <a:ext cx="57068" cy="179354"/>
              </a:xfrm>
              <a:custGeom>
                <a:avLst/>
                <a:gdLst/>
                <a:ahLst/>
                <a:cxnLst/>
                <a:rect l="l" t="t" r="r" b="b"/>
                <a:pathLst>
                  <a:path w="13" h="40" extrusionOk="0">
                    <a:moveTo>
                      <a:pt x="13" y="0"/>
                    </a:moveTo>
                    <a:cubicBezTo>
                      <a:pt x="0" y="9"/>
                      <a:pt x="1" y="26"/>
                      <a:pt x="9" y="38"/>
                    </a:cubicBezTo>
                    <a:cubicBezTo>
                      <a:pt x="9" y="39"/>
                      <a:pt x="10" y="40"/>
                      <a:pt x="10" y="40"/>
                    </a:cubicBezTo>
                    <a:cubicBezTo>
                      <a:pt x="10" y="40"/>
                      <a:pt x="9" y="36"/>
                      <a:pt x="9" y="34"/>
                    </a:cubicBezTo>
                    <a:cubicBezTo>
                      <a:pt x="6" y="23"/>
                      <a:pt x="6" y="10"/>
                      <a:pt x="13" y="0"/>
                    </a:cubicBezTo>
                  </a:path>
                </a:pathLst>
              </a:custGeom>
              <a:solidFill>
                <a:srgbClr val="FC8761">
                  <a:alpha val="3544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8" name="Google Shape;968;p31"/>
            <p:cNvSpPr/>
            <p:nvPr/>
          </p:nvSpPr>
          <p:spPr>
            <a:xfrm>
              <a:off x="1397800" y="2876988"/>
              <a:ext cx="215975" cy="21695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31"/>
            <p:cNvSpPr/>
            <p:nvPr/>
          </p:nvSpPr>
          <p:spPr>
            <a:xfrm>
              <a:off x="704163" y="3602155"/>
              <a:ext cx="502800" cy="505075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0" name="Google Shape;970;p31"/>
            <p:cNvGrpSpPr/>
            <p:nvPr/>
          </p:nvGrpSpPr>
          <p:grpSpPr>
            <a:xfrm rot="1943486">
              <a:off x="488449" y="2340757"/>
              <a:ext cx="698511" cy="778332"/>
              <a:chOff x="5431538" y="3074425"/>
              <a:chExt cx="485775" cy="541338"/>
            </a:xfrm>
          </p:grpSpPr>
          <p:sp>
            <p:nvSpPr>
              <p:cNvPr id="971" name="Google Shape;971;p31"/>
              <p:cNvSpPr/>
              <p:nvPr/>
            </p:nvSpPr>
            <p:spPr>
              <a:xfrm>
                <a:off x="5431538" y="3074425"/>
                <a:ext cx="485775" cy="541338"/>
              </a:xfrm>
              <a:custGeom>
                <a:avLst/>
                <a:gdLst/>
                <a:ahLst/>
                <a:cxnLst/>
                <a:rect l="l" t="t" r="r" b="b"/>
                <a:pathLst>
                  <a:path w="187" h="208" extrusionOk="0">
                    <a:moveTo>
                      <a:pt x="187" y="99"/>
                    </a:moveTo>
                    <a:cubicBezTo>
                      <a:pt x="147" y="0"/>
                      <a:pt x="147" y="0"/>
                      <a:pt x="147" y="0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60" y="208"/>
                      <a:pt x="60" y="208"/>
                      <a:pt x="60" y="208"/>
                    </a:cubicBezTo>
                    <a:cubicBezTo>
                      <a:pt x="158" y="168"/>
                      <a:pt x="158" y="168"/>
                      <a:pt x="158" y="168"/>
                    </a:cubicBezTo>
                    <a:cubicBezTo>
                      <a:pt x="158" y="168"/>
                      <a:pt x="186" y="103"/>
                      <a:pt x="187" y="9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31"/>
              <p:cNvSpPr/>
              <p:nvPr/>
            </p:nvSpPr>
            <p:spPr>
              <a:xfrm>
                <a:off x="5480750" y="3134750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1" y="0"/>
                      <a:pt x="122" y="1"/>
                      <a:pt x="123" y="3"/>
                    </a:cubicBezTo>
                    <a:cubicBezTo>
                      <a:pt x="123" y="4"/>
                      <a:pt x="123" y="6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/>
              <p:cNvSpPr/>
              <p:nvPr/>
            </p:nvSpPr>
            <p:spPr>
              <a:xfrm>
                <a:off x="5501388" y="3195075"/>
                <a:ext cx="322263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1" y="52"/>
                    </a:cubicBezTo>
                    <a:cubicBezTo>
                      <a:pt x="0" y="51"/>
                      <a:pt x="1" y="49"/>
                      <a:pt x="2" y="48"/>
                    </a:cubicBezTo>
                    <a:cubicBezTo>
                      <a:pt x="120" y="1"/>
                      <a:pt x="120" y="1"/>
                      <a:pt x="120" y="1"/>
                    </a:cubicBezTo>
                    <a:cubicBezTo>
                      <a:pt x="121" y="0"/>
                      <a:pt x="123" y="1"/>
                      <a:pt x="123" y="2"/>
                    </a:cubicBezTo>
                    <a:cubicBezTo>
                      <a:pt x="124" y="4"/>
                      <a:pt x="123" y="5"/>
                      <a:pt x="122" y="6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31"/>
              <p:cNvSpPr/>
              <p:nvPr/>
            </p:nvSpPr>
            <p:spPr>
              <a:xfrm>
                <a:off x="5526788" y="3253813"/>
                <a:ext cx="322263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3" extrusionOk="0">
                    <a:moveTo>
                      <a:pt x="3" y="53"/>
                    </a:moveTo>
                    <a:cubicBezTo>
                      <a:pt x="2" y="53"/>
                      <a:pt x="1" y="53"/>
                      <a:pt x="1" y="52"/>
                    </a:cubicBezTo>
                    <a:cubicBezTo>
                      <a:pt x="0" y="50"/>
                      <a:pt x="1" y="49"/>
                      <a:pt x="2" y="48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0"/>
                      <a:pt x="123" y="2"/>
                    </a:cubicBezTo>
                    <a:cubicBezTo>
                      <a:pt x="124" y="3"/>
                      <a:pt x="123" y="5"/>
                      <a:pt x="122" y="5"/>
                    </a:cubicBezTo>
                    <a:cubicBezTo>
                      <a:pt x="4" y="53"/>
                      <a:pt x="4" y="53"/>
                      <a:pt x="4" y="53"/>
                    </a:cubicBezTo>
                    <a:lnTo>
                      <a:pt x="3" y="5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31"/>
              <p:cNvSpPr/>
              <p:nvPr/>
            </p:nvSpPr>
            <p:spPr>
              <a:xfrm>
                <a:off x="5553775" y="3314138"/>
                <a:ext cx="319088" cy="141288"/>
              </a:xfrm>
              <a:custGeom>
                <a:avLst/>
                <a:gdLst/>
                <a:ahLst/>
                <a:cxnLst/>
                <a:rect l="l" t="t" r="r" b="b"/>
                <a:pathLst>
                  <a:path w="123" h="54" extrusionOk="0">
                    <a:moveTo>
                      <a:pt x="3" y="54"/>
                    </a:moveTo>
                    <a:cubicBezTo>
                      <a:pt x="2" y="54"/>
                      <a:pt x="1" y="53"/>
                      <a:pt x="0" y="52"/>
                    </a:cubicBezTo>
                    <a:cubicBezTo>
                      <a:pt x="0" y="51"/>
                      <a:pt x="0" y="49"/>
                      <a:pt x="2" y="49"/>
                    </a:cubicBezTo>
                    <a:cubicBezTo>
                      <a:pt x="119" y="1"/>
                      <a:pt x="119" y="1"/>
                      <a:pt x="119" y="1"/>
                    </a:cubicBezTo>
                    <a:cubicBezTo>
                      <a:pt x="120" y="0"/>
                      <a:pt x="122" y="1"/>
                      <a:pt x="123" y="2"/>
                    </a:cubicBezTo>
                    <a:cubicBezTo>
                      <a:pt x="123" y="4"/>
                      <a:pt x="122" y="5"/>
                      <a:pt x="121" y="6"/>
                    </a:cubicBezTo>
                    <a:cubicBezTo>
                      <a:pt x="4" y="54"/>
                      <a:pt x="4" y="54"/>
                      <a:pt x="4" y="54"/>
                    </a:cubicBezTo>
                    <a:lnTo>
                      <a:pt x="3" y="5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31"/>
              <p:cNvSpPr/>
              <p:nvPr/>
            </p:nvSpPr>
            <p:spPr>
              <a:xfrm>
                <a:off x="5579175" y="3420500"/>
                <a:ext cx="217488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84" h="38" extrusionOk="0">
                    <a:moveTo>
                      <a:pt x="3" y="38"/>
                    </a:moveTo>
                    <a:cubicBezTo>
                      <a:pt x="2" y="38"/>
                      <a:pt x="1" y="37"/>
                      <a:pt x="1" y="36"/>
                    </a:cubicBezTo>
                    <a:cubicBezTo>
                      <a:pt x="0" y="34"/>
                      <a:pt x="1" y="33"/>
                      <a:pt x="2" y="32"/>
                    </a:cubicBezTo>
                    <a:cubicBezTo>
                      <a:pt x="80" y="1"/>
                      <a:pt x="80" y="1"/>
                      <a:pt x="80" y="1"/>
                    </a:cubicBezTo>
                    <a:cubicBezTo>
                      <a:pt x="81" y="0"/>
                      <a:pt x="83" y="1"/>
                      <a:pt x="83" y="2"/>
                    </a:cubicBezTo>
                    <a:cubicBezTo>
                      <a:pt x="84" y="4"/>
                      <a:pt x="83" y="5"/>
                      <a:pt x="82" y="6"/>
                    </a:cubicBezTo>
                    <a:cubicBezTo>
                      <a:pt x="4" y="37"/>
                      <a:pt x="4" y="37"/>
                      <a:pt x="4" y="37"/>
                    </a:cubicBezTo>
                    <a:cubicBezTo>
                      <a:pt x="3" y="38"/>
                      <a:pt x="3" y="38"/>
                      <a:pt x="3" y="38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31"/>
              <p:cNvSpPr/>
              <p:nvPr/>
            </p:nvSpPr>
            <p:spPr>
              <a:xfrm>
                <a:off x="5790313" y="3333188"/>
                <a:ext cx="127000" cy="179388"/>
              </a:xfrm>
              <a:custGeom>
                <a:avLst/>
                <a:gdLst/>
                <a:ahLst/>
                <a:cxnLst/>
                <a:rect l="l" t="t" r="r" b="b"/>
                <a:pathLst>
                  <a:path w="49" h="69" extrusionOk="0">
                    <a:moveTo>
                      <a:pt x="49" y="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20" y="69"/>
                      <a:pt x="20" y="69"/>
                      <a:pt x="20" y="69"/>
                    </a:cubicBezTo>
                    <a:cubicBezTo>
                      <a:pt x="49" y="0"/>
                      <a:pt x="49" y="0"/>
                      <a:pt x="49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8" name="Google Shape;978;p31"/>
            <p:cNvGrpSpPr/>
            <p:nvPr/>
          </p:nvGrpSpPr>
          <p:grpSpPr>
            <a:xfrm rot="-7505821">
              <a:off x="1698253" y="3477754"/>
              <a:ext cx="724437" cy="513309"/>
              <a:chOff x="6180688" y="2320538"/>
              <a:chExt cx="1149350" cy="814387"/>
            </a:xfrm>
          </p:grpSpPr>
          <p:sp>
            <p:nvSpPr>
              <p:cNvPr id="979" name="Google Shape;979;p31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31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31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31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31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31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6" name="Google Shape;986;p31"/>
            <p:cNvSpPr/>
            <p:nvPr/>
          </p:nvSpPr>
          <p:spPr>
            <a:xfrm rot="-1768020">
              <a:off x="1442581" y="1943897"/>
              <a:ext cx="205393" cy="466652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7" name="Google Shape;987;p31"/>
            <p:cNvGrpSpPr/>
            <p:nvPr/>
          </p:nvGrpSpPr>
          <p:grpSpPr>
            <a:xfrm rot="865592">
              <a:off x="373638" y="3924120"/>
              <a:ext cx="1023245" cy="1521776"/>
              <a:chOff x="10437913" y="1585525"/>
              <a:chExt cx="1489075" cy="2214563"/>
            </a:xfrm>
          </p:grpSpPr>
          <p:sp>
            <p:nvSpPr>
              <p:cNvPr id="988" name="Google Shape;988;p31"/>
              <p:cNvSpPr/>
              <p:nvPr/>
            </p:nvSpPr>
            <p:spPr>
              <a:xfrm>
                <a:off x="10437913" y="2311013"/>
                <a:ext cx="1074738" cy="1489075"/>
              </a:xfrm>
              <a:custGeom>
                <a:avLst/>
                <a:gdLst/>
                <a:ahLst/>
                <a:cxnLst/>
                <a:rect l="l" t="t" r="r" b="b"/>
                <a:pathLst>
                  <a:path w="353" h="489" extrusionOk="0">
                    <a:moveTo>
                      <a:pt x="35" y="475"/>
                    </a:moveTo>
                    <a:cubicBezTo>
                      <a:pt x="28" y="485"/>
                      <a:pt x="21" y="489"/>
                      <a:pt x="12" y="483"/>
                    </a:cubicBezTo>
                    <a:cubicBezTo>
                      <a:pt x="10" y="481"/>
                      <a:pt x="10" y="481"/>
                      <a:pt x="10" y="481"/>
                    </a:cubicBezTo>
                    <a:cubicBezTo>
                      <a:pt x="0" y="475"/>
                      <a:pt x="2" y="467"/>
                      <a:pt x="8" y="457"/>
                    </a:cubicBezTo>
                    <a:cubicBezTo>
                      <a:pt x="298" y="10"/>
                      <a:pt x="298" y="10"/>
                      <a:pt x="298" y="10"/>
                    </a:cubicBezTo>
                    <a:cubicBezTo>
                      <a:pt x="304" y="0"/>
                      <a:pt x="316" y="4"/>
                      <a:pt x="326" y="11"/>
                    </a:cubicBezTo>
                    <a:cubicBezTo>
                      <a:pt x="335" y="17"/>
                      <a:pt x="335" y="17"/>
                      <a:pt x="335" y="17"/>
                    </a:cubicBezTo>
                    <a:cubicBezTo>
                      <a:pt x="345" y="24"/>
                      <a:pt x="353" y="33"/>
                      <a:pt x="346" y="43"/>
                    </a:cubicBezTo>
                    <a:lnTo>
                      <a:pt x="35" y="4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31"/>
              <p:cNvSpPr/>
              <p:nvPr/>
            </p:nvSpPr>
            <p:spPr>
              <a:xfrm>
                <a:off x="11293575" y="1976050"/>
                <a:ext cx="436563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74" extrusionOk="0">
                    <a:moveTo>
                      <a:pt x="62" y="164"/>
                    </a:moveTo>
                    <a:cubicBezTo>
                      <a:pt x="55" y="174"/>
                      <a:pt x="48" y="167"/>
                      <a:pt x="38" y="160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9" y="141"/>
                      <a:pt x="0" y="136"/>
                      <a:pt x="7" y="126"/>
                    </a:cubicBezTo>
                    <a:cubicBezTo>
                      <a:pt x="100" y="10"/>
                      <a:pt x="100" y="10"/>
                      <a:pt x="100" y="10"/>
                    </a:cubicBezTo>
                    <a:cubicBezTo>
                      <a:pt x="107" y="0"/>
                      <a:pt x="112" y="5"/>
                      <a:pt x="122" y="12"/>
                    </a:cubicBezTo>
                    <a:cubicBezTo>
                      <a:pt x="127" y="15"/>
                      <a:pt x="127" y="15"/>
                      <a:pt x="127" y="15"/>
                    </a:cubicBezTo>
                    <a:cubicBezTo>
                      <a:pt x="137" y="22"/>
                      <a:pt x="143" y="25"/>
                      <a:pt x="137" y="35"/>
                    </a:cubicBezTo>
                    <a:lnTo>
                      <a:pt x="62" y="1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11519000" y="1585525"/>
                <a:ext cx="407988" cy="630238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07" extrusionOk="0">
                    <a:moveTo>
                      <a:pt x="42" y="149"/>
                    </a:moveTo>
                    <a:cubicBezTo>
                      <a:pt x="0" y="121"/>
                      <a:pt x="16" y="93"/>
                      <a:pt x="44" y="76"/>
                    </a:cubicBezTo>
                    <a:cubicBezTo>
                      <a:pt x="71" y="58"/>
                      <a:pt x="119" y="34"/>
                      <a:pt x="134" y="0"/>
                    </a:cubicBezTo>
                    <a:cubicBezTo>
                      <a:pt x="121" y="53"/>
                      <a:pt x="128" y="207"/>
                      <a:pt x="42" y="14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31"/>
              <p:cNvSpPr/>
              <p:nvPr/>
            </p:nvSpPr>
            <p:spPr>
              <a:xfrm>
                <a:off x="11641238" y="1720463"/>
                <a:ext cx="222250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73" h="74" extrusionOk="0">
                    <a:moveTo>
                      <a:pt x="73" y="0"/>
                    </a:moveTo>
                    <a:cubicBezTo>
                      <a:pt x="71" y="2"/>
                      <a:pt x="69" y="4"/>
                      <a:pt x="68" y="5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59" y="12"/>
                      <a:pt x="55" y="15"/>
                      <a:pt x="51" y="17"/>
                    </a:cubicBezTo>
                    <a:cubicBezTo>
                      <a:pt x="44" y="22"/>
                      <a:pt x="36" y="27"/>
                      <a:pt x="29" y="32"/>
                    </a:cubicBezTo>
                    <a:cubicBezTo>
                      <a:pt x="21" y="37"/>
                      <a:pt x="14" y="42"/>
                      <a:pt x="9" y="49"/>
                    </a:cubicBezTo>
                    <a:cubicBezTo>
                      <a:pt x="4" y="56"/>
                      <a:pt x="1" y="65"/>
                      <a:pt x="0" y="74"/>
                    </a:cubicBezTo>
                    <a:cubicBezTo>
                      <a:pt x="0" y="72"/>
                      <a:pt x="0" y="69"/>
                      <a:pt x="0" y="67"/>
                    </a:cubicBezTo>
                    <a:cubicBezTo>
                      <a:pt x="0" y="65"/>
                      <a:pt x="1" y="62"/>
                      <a:pt x="1" y="60"/>
                    </a:cubicBezTo>
                    <a:cubicBezTo>
                      <a:pt x="2" y="58"/>
                      <a:pt x="2" y="56"/>
                      <a:pt x="3" y="54"/>
                    </a:cubicBezTo>
                    <a:cubicBezTo>
                      <a:pt x="4" y="52"/>
                      <a:pt x="5" y="50"/>
                      <a:pt x="7" y="47"/>
                    </a:cubicBezTo>
                    <a:cubicBezTo>
                      <a:pt x="12" y="40"/>
                      <a:pt x="19" y="34"/>
                      <a:pt x="26" y="29"/>
                    </a:cubicBezTo>
                    <a:cubicBezTo>
                      <a:pt x="34" y="23"/>
                      <a:pt x="42" y="19"/>
                      <a:pt x="50" y="15"/>
                    </a:cubicBezTo>
                    <a:cubicBezTo>
                      <a:pt x="58" y="10"/>
                      <a:pt x="65" y="6"/>
                      <a:pt x="7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31"/>
              <p:cNvSpPr/>
              <p:nvPr/>
            </p:nvSpPr>
            <p:spPr>
              <a:xfrm>
                <a:off x="11653938" y="1764913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66" h="75" extrusionOk="0">
                    <a:moveTo>
                      <a:pt x="66" y="0"/>
                    </a:moveTo>
                    <a:cubicBezTo>
                      <a:pt x="57" y="15"/>
                      <a:pt x="47" y="28"/>
                      <a:pt x="36" y="40"/>
                    </a:cubicBezTo>
                    <a:cubicBezTo>
                      <a:pt x="25" y="53"/>
                      <a:pt x="13" y="64"/>
                      <a:pt x="0" y="75"/>
                    </a:cubicBezTo>
                    <a:cubicBezTo>
                      <a:pt x="11" y="62"/>
                      <a:pt x="22" y="50"/>
                      <a:pt x="33" y="38"/>
                    </a:cubicBezTo>
                    <a:cubicBezTo>
                      <a:pt x="44" y="25"/>
                      <a:pt x="55" y="13"/>
                      <a:pt x="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31"/>
              <p:cNvSpPr/>
              <p:nvPr/>
            </p:nvSpPr>
            <p:spPr>
              <a:xfrm>
                <a:off x="11707913" y="1817300"/>
                <a:ext cx="149225" cy="2127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70" extrusionOk="0">
                    <a:moveTo>
                      <a:pt x="49" y="0"/>
                    </a:moveTo>
                    <a:cubicBezTo>
                      <a:pt x="45" y="15"/>
                      <a:pt x="42" y="30"/>
                      <a:pt x="35" y="43"/>
                    </a:cubicBezTo>
                    <a:cubicBezTo>
                      <a:pt x="32" y="50"/>
                      <a:pt x="27" y="57"/>
                      <a:pt x="21" y="62"/>
                    </a:cubicBezTo>
                    <a:cubicBezTo>
                      <a:pt x="15" y="66"/>
                      <a:pt x="7" y="69"/>
                      <a:pt x="0" y="70"/>
                    </a:cubicBezTo>
                    <a:cubicBezTo>
                      <a:pt x="7" y="68"/>
                      <a:pt x="13" y="64"/>
                      <a:pt x="19" y="59"/>
                    </a:cubicBezTo>
                    <a:cubicBezTo>
                      <a:pt x="24" y="54"/>
                      <a:pt x="28" y="48"/>
                      <a:pt x="32" y="42"/>
                    </a:cubicBezTo>
                    <a:cubicBezTo>
                      <a:pt x="38" y="29"/>
                      <a:pt x="42" y="14"/>
                      <a:pt x="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977" r="15948"/>
          <a:stretch/>
        </p:blipFill>
        <p:spPr>
          <a:xfrm>
            <a:off x="4827325" y="1374425"/>
            <a:ext cx="3232800" cy="2913000"/>
          </a:xfrm>
          <a:prstGeom prst="roundRect">
            <a:avLst>
              <a:gd name="adj" fmla="val 7067"/>
            </a:avLst>
          </a:prstGeom>
        </p:spPr>
      </p:pic>
      <p:sp>
        <p:nvSpPr>
          <p:cNvPr id="999" name="Google Shape;999;p32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the world of vocabulary!</a:t>
            </a:r>
            <a:endParaRPr/>
          </a:p>
        </p:txBody>
      </p:sp>
      <p:sp>
        <p:nvSpPr>
          <p:cNvPr id="1000" name="Google Shape;1000;p32"/>
          <p:cNvSpPr txBox="1">
            <a:spLocks noGrp="1"/>
          </p:cNvSpPr>
          <p:nvPr>
            <p:ph type="body" idx="1"/>
          </p:nvPr>
        </p:nvSpPr>
        <p:spPr>
          <a:xfrm>
            <a:off x="1043750" y="1349075"/>
            <a:ext cx="3568200" cy="29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section, we'll dive into the magical realm of words, discovering their meanings and how they help us express ideas. We are going to learn: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/>
              <a:t>Word exploration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</a:pPr>
            <a:r>
              <a:rPr lang="en"/>
              <a:t>Language connections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Get ready for a vocabulary adventure where words come to life, </a:t>
            </a:r>
            <a:r>
              <a:rPr lang="en" b="1"/>
              <a:t>and every discovery opens a new door to the wonders of language!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33"/>
          <p:cNvSpPr txBox="1">
            <a:spLocks noGrp="1"/>
          </p:cNvSpPr>
          <p:nvPr>
            <p:ph type="body" idx="4294967295"/>
          </p:nvPr>
        </p:nvSpPr>
        <p:spPr>
          <a:xfrm>
            <a:off x="713050" y="3562600"/>
            <a:ext cx="2369100" cy="11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Write your answer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06" name="Google Shape;1006;p33"/>
          <p:cNvPicPr preferRelativeResize="0"/>
          <p:nvPr/>
        </p:nvPicPr>
        <p:blipFill rotWithShape="1">
          <a:blip r:embed="rId3">
            <a:alphaModFix/>
          </a:blip>
          <a:srcRect t="22291" b="22285"/>
          <a:stretch/>
        </p:blipFill>
        <p:spPr>
          <a:xfrm>
            <a:off x="699699" y="1837900"/>
            <a:ext cx="2395800" cy="1327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007" name="Google Shape;1007;p33"/>
          <p:cNvPicPr preferRelativeResize="0"/>
          <p:nvPr/>
        </p:nvPicPr>
        <p:blipFill rotWithShape="1">
          <a:blip r:embed="rId4">
            <a:alphaModFix/>
          </a:blip>
          <a:srcRect t="738" b="729"/>
          <a:stretch/>
        </p:blipFill>
        <p:spPr>
          <a:xfrm>
            <a:off x="6055307" y="1837900"/>
            <a:ext cx="2395800" cy="1327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008" name="Google Shape;1008;p33"/>
          <p:cNvPicPr preferRelativeResize="0"/>
          <p:nvPr/>
        </p:nvPicPr>
        <p:blipFill rotWithShape="1">
          <a:blip r:embed="rId5">
            <a:alphaModFix/>
          </a:blip>
          <a:srcRect t="738" b="729"/>
          <a:stretch/>
        </p:blipFill>
        <p:spPr>
          <a:xfrm>
            <a:off x="3374099" y="1837900"/>
            <a:ext cx="2395800" cy="13278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009" name="Google Shape;1009;p33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>
                <a:latin typeface="Nunito Black"/>
                <a:ea typeface="Nunito Black"/>
                <a:cs typeface="Nunito Black"/>
                <a:sym typeface="Nunito Black"/>
              </a:rPr>
              <a:t>Activity 1: Describe the picture</a:t>
            </a:r>
            <a:endParaRPr sz="32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010" name="Google Shape;1010;p33"/>
          <p:cNvSpPr txBox="1">
            <a:spLocks noGrp="1"/>
          </p:cNvSpPr>
          <p:nvPr>
            <p:ph type="body" idx="4294967295"/>
          </p:nvPr>
        </p:nvSpPr>
        <p:spPr>
          <a:xfrm>
            <a:off x="726450" y="1134425"/>
            <a:ext cx="77040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Display a picture 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of something related to the topic. Have students discuss what they are seeing and </a:t>
            </a:r>
            <a:r>
              <a:rPr lang="en" b="1">
                <a:latin typeface="DM Sans"/>
                <a:ea typeface="DM Sans"/>
                <a:cs typeface="DM Sans"/>
                <a:sym typeface="DM Sans"/>
              </a:rPr>
              <a:t>fill in the missing part in the language they are learning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1" name="Google Shape;1011;p33"/>
          <p:cNvSpPr txBox="1">
            <a:spLocks noGrp="1"/>
          </p:cNvSpPr>
          <p:nvPr>
            <p:ph type="body" idx="4294967295"/>
          </p:nvPr>
        </p:nvSpPr>
        <p:spPr>
          <a:xfrm>
            <a:off x="713050" y="3165700"/>
            <a:ext cx="23691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Can you describe this?</a:t>
            </a:r>
            <a:endParaRPr b="1"/>
          </a:p>
        </p:txBody>
      </p:sp>
      <p:sp>
        <p:nvSpPr>
          <p:cNvPr id="1012" name="Google Shape;1012;p33"/>
          <p:cNvSpPr txBox="1">
            <a:spLocks noGrp="1"/>
          </p:cNvSpPr>
          <p:nvPr>
            <p:ph type="body" idx="4294967295"/>
          </p:nvPr>
        </p:nvSpPr>
        <p:spPr>
          <a:xfrm>
            <a:off x="3387450" y="3165700"/>
            <a:ext cx="23691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Can you describe this?</a:t>
            </a:r>
            <a:endParaRPr b="1"/>
          </a:p>
        </p:txBody>
      </p:sp>
      <p:sp>
        <p:nvSpPr>
          <p:cNvPr id="1013" name="Google Shape;1013;p33"/>
          <p:cNvSpPr txBox="1">
            <a:spLocks noGrp="1"/>
          </p:cNvSpPr>
          <p:nvPr>
            <p:ph type="body" idx="4294967295"/>
          </p:nvPr>
        </p:nvSpPr>
        <p:spPr>
          <a:xfrm>
            <a:off x="6069108" y="3165700"/>
            <a:ext cx="23682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Can you describe this?</a:t>
            </a:r>
            <a:endParaRPr b="1"/>
          </a:p>
        </p:txBody>
      </p:sp>
      <p:sp>
        <p:nvSpPr>
          <p:cNvPr id="1014" name="Google Shape;1014;p33"/>
          <p:cNvSpPr txBox="1">
            <a:spLocks noGrp="1"/>
          </p:cNvSpPr>
          <p:nvPr>
            <p:ph type="body" idx="4294967295"/>
          </p:nvPr>
        </p:nvSpPr>
        <p:spPr>
          <a:xfrm>
            <a:off x="3391075" y="3562600"/>
            <a:ext cx="2369100" cy="11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Write your answer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5" name="Google Shape;1015;p33"/>
          <p:cNvSpPr txBox="1">
            <a:spLocks noGrp="1"/>
          </p:cNvSpPr>
          <p:nvPr>
            <p:ph type="body" idx="4294967295"/>
          </p:nvPr>
        </p:nvSpPr>
        <p:spPr>
          <a:xfrm>
            <a:off x="6069100" y="3562600"/>
            <a:ext cx="2369100" cy="11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Write your answer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34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Everyday expressions</a:t>
            </a:r>
            <a:endParaRPr/>
          </a:p>
        </p:txBody>
      </p:sp>
      <p:sp>
        <p:nvSpPr>
          <p:cNvPr id="1021" name="Google Shape;1021;p34"/>
          <p:cNvSpPr txBox="1">
            <a:spLocks noGrp="1"/>
          </p:cNvSpPr>
          <p:nvPr>
            <p:ph type="subTitle" idx="1"/>
          </p:nvPr>
        </p:nvSpPr>
        <p:spPr>
          <a:xfrm>
            <a:off x="1029297" y="2462251"/>
            <a:ext cx="2260200" cy="14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ready for </a:t>
            </a:r>
            <a:r>
              <a:rPr lang="en" b="1"/>
              <a:t>exciting expressions!</a:t>
            </a:r>
            <a:r>
              <a:rPr lang="en"/>
              <a:t> From saying "Hi" to simple requests, we'll turn words into fun tools for talking</a:t>
            </a:r>
            <a:endParaRPr/>
          </a:p>
        </p:txBody>
      </p:sp>
      <p:sp>
        <p:nvSpPr>
          <p:cNvPr id="1022" name="Google Shape;1022;p34"/>
          <p:cNvSpPr txBox="1">
            <a:spLocks noGrp="1"/>
          </p:cNvSpPr>
          <p:nvPr>
            <p:ph type="subTitle" idx="2"/>
          </p:nvPr>
        </p:nvSpPr>
        <p:spPr>
          <a:xfrm>
            <a:off x="3441900" y="2461201"/>
            <a:ext cx="2260200" cy="14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phrases for </a:t>
            </a:r>
            <a:r>
              <a:rPr lang="en" b="1"/>
              <a:t>daily fun!</a:t>
            </a:r>
            <a:r>
              <a:rPr lang="en"/>
              <a:t> Role-playing and cool activities make these expressions your language superpowers!</a:t>
            </a:r>
            <a:endParaRPr/>
          </a:p>
        </p:txBody>
      </p:sp>
      <p:sp>
        <p:nvSpPr>
          <p:cNvPr id="1023" name="Google Shape;1023;p34"/>
          <p:cNvSpPr txBox="1">
            <a:spLocks noGrp="1"/>
          </p:cNvSpPr>
          <p:nvPr>
            <p:ph type="subTitle" idx="3"/>
          </p:nvPr>
        </p:nvSpPr>
        <p:spPr>
          <a:xfrm>
            <a:off x="5854503" y="2462251"/>
            <a:ext cx="2260200" cy="14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phrases for </a:t>
            </a:r>
            <a:r>
              <a:rPr lang="en" b="1"/>
              <a:t>real chats</a:t>
            </a:r>
            <a:r>
              <a:rPr lang="en"/>
              <a:t>. Dive into language fun, turning learning into a journey of self-expression!</a:t>
            </a:r>
            <a:endParaRPr/>
          </a:p>
        </p:txBody>
      </p:sp>
      <p:sp>
        <p:nvSpPr>
          <p:cNvPr id="1024" name="Google Shape;1024;p34"/>
          <p:cNvSpPr txBox="1">
            <a:spLocks noGrp="1"/>
          </p:cNvSpPr>
          <p:nvPr>
            <p:ph type="subTitle" idx="4"/>
          </p:nvPr>
        </p:nvSpPr>
        <p:spPr>
          <a:xfrm>
            <a:off x="1029297" y="2040377"/>
            <a:ext cx="22602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 phrases</a:t>
            </a:r>
            <a:endParaRPr/>
          </a:p>
        </p:txBody>
      </p:sp>
      <p:sp>
        <p:nvSpPr>
          <p:cNvPr id="1025" name="Google Shape;1025;p34"/>
          <p:cNvSpPr txBox="1">
            <a:spLocks noGrp="1"/>
          </p:cNvSpPr>
          <p:nvPr>
            <p:ph type="subTitle" idx="5"/>
          </p:nvPr>
        </p:nvSpPr>
        <p:spPr>
          <a:xfrm>
            <a:off x="5854503" y="2040377"/>
            <a:ext cx="22602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 confidence</a:t>
            </a:r>
            <a:endParaRPr/>
          </a:p>
        </p:txBody>
      </p:sp>
      <p:sp>
        <p:nvSpPr>
          <p:cNvPr id="1026" name="Google Shape;1026;p34"/>
          <p:cNvSpPr txBox="1">
            <a:spLocks noGrp="1"/>
          </p:cNvSpPr>
          <p:nvPr>
            <p:ph type="subTitle" idx="6"/>
          </p:nvPr>
        </p:nvSpPr>
        <p:spPr>
          <a:xfrm>
            <a:off x="3441896" y="2040376"/>
            <a:ext cx="2260200" cy="54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Adventure talk</a:t>
            </a:r>
            <a:endParaRPr/>
          </a:p>
        </p:txBody>
      </p:sp>
      <p:grpSp>
        <p:nvGrpSpPr>
          <p:cNvPr id="1027" name="Google Shape;1027;p34"/>
          <p:cNvGrpSpPr/>
          <p:nvPr/>
        </p:nvGrpSpPr>
        <p:grpSpPr>
          <a:xfrm>
            <a:off x="1999495" y="1640956"/>
            <a:ext cx="319805" cy="377148"/>
            <a:chOff x="4826900" y="1418256"/>
            <a:chExt cx="319805" cy="377148"/>
          </a:xfrm>
        </p:grpSpPr>
        <p:sp>
          <p:nvSpPr>
            <p:cNvPr id="1028" name="Google Shape;1028;p34"/>
            <p:cNvSpPr/>
            <p:nvPr/>
          </p:nvSpPr>
          <p:spPr>
            <a:xfrm>
              <a:off x="4872114" y="1462366"/>
              <a:ext cx="227172" cy="333037"/>
            </a:xfrm>
            <a:custGeom>
              <a:avLst/>
              <a:gdLst/>
              <a:ahLst/>
              <a:cxnLst/>
              <a:rect l="l" t="t" r="r" b="b"/>
              <a:pathLst>
                <a:path w="87" h="127" extrusionOk="0">
                  <a:moveTo>
                    <a:pt x="87" y="44"/>
                  </a:moveTo>
                  <a:cubicBezTo>
                    <a:pt x="87" y="20"/>
                    <a:pt x="67" y="0"/>
                    <a:pt x="42" y="1"/>
                  </a:cubicBezTo>
                  <a:cubicBezTo>
                    <a:pt x="21" y="2"/>
                    <a:pt x="3" y="19"/>
                    <a:pt x="1" y="41"/>
                  </a:cubicBezTo>
                  <a:cubicBezTo>
                    <a:pt x="0" y="60"/>
                    <a:pt x="11" y="77"/>
                    <a:pt x="28" y="84"/>
                  </a:cubicBezTo>
                  <a:cubicBezTo>
                    <a:pt x="28" y="124"/>
                    <a:pt x="28" y="124"/>
                    <a:pt x="28" y="124"/>
                  </a:cubicBezTo>
                  <a:cubicBezTo>
                    <a:pt x="28" y="125"/>
                    <a:pt x="29" y="127"/>
                    <a:pt x="31" y="127"/>
                  </a:cubicBezTo>
                  <a:cubicBezTo>
                    <a:pt x="57" y="127"/>
                    <a:pt x="57" y="127"/>
                    <a:pt x="57" y="127"/>
                  </a:cubicBezTo>
                  <a:cubicBezTo>
                    <a:pt x="59" y="127"/>
                    <a:pt x="60" y="125"/>
                    <a:pt x="60" y="124"/>
                  </a:cubicBezTo>
                  <a:cubicBezTo>
                    <a:pt x="60" y="84"/>
                    <a:pt x="60" y="84"/>
                    <a:pt x="60" y="84"/>
                  </a:cubicBezTo>
                  <a:cubicBezTo>
                    <a:pt x="76" y="78"/>
                    <a:pt x="87" y="62"/>
                    <a:pt x="87" y="44"/>
                  </a:cubicBezTo>
                  <a:close/>
                  <a:moveTo>
                    <a:pt x="34" y="63"/>
                  </a:moveTo>
                  <a:cubicBezTo>
                    <a:pt x="34" y="62"/>
                    <a:pt x="35" y="62"/>
                    <a:pt x="36" y="62"/>
                  </a:cubicBezTo>
                  <a:cubicBezTo>
                    <a:pt x="38" y="62"/>
                    <a:pt x="39" y="62"/>
                    <a:pt x="41" y="65"/>
                  </a:cubicBezTo>
                  <a:cubicBezTo>
                    <a:pt x="41" y="65"/>
                    <a:pt x="41" y="66"/>
                    <a:pt x="42" y="66"/>
                  </a:cubicBezTo>
                  <a:cubicBezTo>
                    <a:pt x="42" y="66"/>
                    <a:pt x="42" y="67"/>
                    <a:pt x="43" y="67"/>
                  </a:cubicBezTo>
                  <a:cubicBezTo>
                    <a:pt x="44" y="67"/>
                    <a:pt x="45" y="67"/>
                    <a:pt x="46" y="66"/>
                  </a:cubicBezTo>
                  <a:cubicBezTo>
                    <a:pt x="46" y="66"/>
                    <a:pt x="47" y="65"/>
                    <a:pt x="47" y="65"/>
                  </a:cubicBezTo>
                  <a:cubicBezTo>
                    <a:pt x="49" y="62"/>
                    <a:pt x="49" y="62"/>
                    <a:pt x="52" y="62"/>
                  </a:cubicBezTo>
                  <a:cubicBezTo>
                    <a:pt x="53" y="62"/>
                    <a:pt x="54" y="62"/>
                    <a:pt x="54" y="63"/>
                  </a:cubicBezTo>
                  <a:cubicBezTo>
                    <a:pt x="54" y="107"/>
                    <a:pt x="54" y="107"/>
                    <a:pt x="54" y="107"/>
                  </a:cubicBezTo>
                  <a:cubicBezTo>
                    <a:pt x="34" y="107"/>
                    <a:pt x="34" y="107"/>
                    <a:pt x="34" y="107"/>
                  </a:cubicBezTo>
                  <a:cubicBezTo>
                    <a:pt x="34" y="63"/>
                    <a:pt x="34" y="63"/>
                    <a:pt x="34" y="63"/>
                  </a:cubicBezTo>
                  <a:close/>
                  <a:moveTo>
                    <a:pt x="34" y="52"/>
                  </a:moveTo>
                  <a:cubicBezTo>
                    <a:pt x="37" y="48"/>
                    <a:pt x="37" y="48"/>
                    <a:pt x="37" y="48"/>
                  </a:cubicBezTo>
                  <a:cubicBezTo>
                    <a:pt x="51" y="48"/>
                    <a:pt x="51" y="48"/>
                    <a:pt x="51" y="48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4" y="56"/>
                    <a:pt x="53" y="56"/>
                    <a:pt x="52" y="56"/>
                  </a:cubicBezTo>
                  <a:cubicBezTo>
                    <a:pt x="48" y="56"/>
                    <a:pt x="46" y="58"/>
                    <a:pt x="44" y="60"/>
                  </a:cubicBezTo>
                  <a:cubicBezTo>
                    <a:pt x="42" y="58"/>
                    <a:pt x="40" y="56"/>
                    <a:pt x="36" y="56"/>
                  </a:cubicBezTo>
                  <a:cubicBezTo>
                    <a:pt x="35" y="56"/>
                    <a:pt x="34" y="56"/>
                    <a:pt x="34" y="56"/>
                  </a:cubicBezTo>
                  <a:cubicBezTo>
                    <a:pt x="34" y="52"/>
                    <a:pt x="34" y="52"/>
                    <a:pt x="34" y="52"/>
                  </a:cubicBezTo>
                  <a:close/>
                  <a:moveTo>
                    <a:pt x="40" y="42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7" y="42"/>
                    <a:pt x="47" y="42"/>
                    <a:pt x="47" y="42"/>
                  </a:cubicBezTo>
                  <a:lnTo>
                    <a:pt x="40" y="42"/>
                  </a:lnTo>
                  <a:close/>
                  <a:moveTo>
                    <a:pt x="34" y="121"/>
                  </a:moveTo>
                  <a:cubicBezTo>
                    <a:pt x="34" y="112"/>
                    <a:pt x="34" y="112"/>
                    <a:pt x="34" y="112"/>
                  </a:cubicBezTo>
                  <a:cubicBezTo>
                    <a:pt x="54" y="112"/>
                    <a:pt x="54" y="112"/>
                    <a:pt x="54" y="112"/>
                  </a:cubicBezTo>
                  <a:cubicBezTo>
                    <a:pt x="54" y="121"/>
                    <a:pt x="54" y="121"/>
                    <a:pt x="54" y="121"/>
                  </a:cubicBezTo>
                  <a:lnTo>
                    <a:pt x="34" y="121"/>
                  </a:lnTo>
                  <a:close/>
                  <a:moveTo>
                    <a:pt x="60" y="78"/>
                  </a:moveTo>
                  <a:cubicBezTo>
                    <a:pt x="60" y="51"/>
                    <a:pt x="60" y="51"/>
                    <a:pt x="60" y="51"/>
                  </a:cubicBezTo>
                  <a:cubicBezTo>
                    <a:pt x="60" y="50"/>
                    <a:pt x="60" y="50"/>
                    <a:pt x="59" y="49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55" y="43"/>
                    <a:pt x="55" y="43"/>
                    <a:pt x="55" y="43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0"/>
                    <a:pt x="45" y="29"/>
                    <a:pt x="44" y="29"/>
                  </a:cubicBezTo>
                  <a:cubicBezTo>
                    <a:pt x="43" y="29"/>
                    <a:pt x="42" y="30"/>
                    <a:pt x="42" y="31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33" y="43"/>
                    <a:pt x="33" y="43"/>
                    <a:pt x="33" y="43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8" y="50"/>
                    <a:pt x="28" y="50"/>
                    <a:pt x="28" y="51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15" y="72"/>
                    <a:pt x="7" y="59"/>
                    <a:pt x="7" y="44"/>
                  </a:cubicBezTo>
                  <a:cubicBezTo>
                    <a:pt x="7" y="24"/>
                    <a:pt x="23" y="7"/>
                    <a:pt x="44" y="7"/>
                  </a:cubicBezTo>
                  <a:cubicBezTo>
                    <a:pt x="64" y="7"/>
                    <a:pt x="81" y="24"/>
                    <a:pt x="81" y="44"/>
                  </a:cubicBezTo>
                  <a:cubicBezTo>
                    <a:pt x="81" y="59"/>
                    <a:pt x="73" y="72"/>
                    <a:pt x="60" y="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4"/>
            <p:cNvSpPr/>
            <p:nvPr/>
          </p:nvSpPr>
          <p:spPr>
            <a:xfrm>
              <a:off x="4979083" y="1418256"/>
              <a:ext cx="15439" cy="28672"/>
            </a:xfrm>
            <a:custGeom>
              <a:avLst/>
              <a:gdLst/>
              <a:ahLst/>
              <a:cxnLst/>
              <a:rect l="l" t="t" r="r" b="b"/>
              <a:pathLst>
                <a:path w="6" h="11" extrusionOk="0">
                  <a:moveTo>
                    <a:pt x="6" y="8"/>
                  </a:moveTo>
                  <a:cubicBezTo>
                    <a:pt x="6" y="3"/>
                    <a:pt x="6" y="3"/>
                    <a:pt x="6" y="3"/>
                  </a:cubicBezTo>
                  <a:cubicBezTo>
                    <a:pt x="6" y="2"/>
                    <a:pt x="5" y="1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1" y="11"/>
                    <a:pt x="3" y="11"/>
                  </a:cubicBezTo>
                  <a:cubicBezTo>
                    <a:pt x="5" y="11"/>
                    <a:pt x="6" y="10"/>
                    <a:pt x="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4"/>
            <p:cNvSpPr/>
            <p:nvPr/>
          </p:nvSpPr>
          <p:spPr>
            <a:xfrm>
              <a:off x="5118033" y="1570438"/>
              <a:ext cx="28672" cy="15439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9" y="6"/>
                    <a:pt x="10" y="5"/>
                    <a:pt x="11" y="3"/>
                  </a:cubicBezTo>
                  <a:cubicBezTo>
                    <a:pt x="11" y="2"/>
                    <a:pt x="10" y="0"/>
                    <a:pt x="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34"/>
            <p:cNvSpPr/>
            <p:nvPr/>
          </p:nvSpPr>
          <p:spPr>
            <a:xfrm>
              <a:off x="4826900" y="1570438"/>
              <a:ext cx="29775" cy="15439"/>
            </a:xfrm>
            <a:custGeom>
              <a:avLst/>
              <a:gdLst/>
              <a:ahLst/>
              <a:cxnLst/>
              <a:rect l="l" t="t" r="r" b="b"/>
              <a:pathLst>
                <a:path w="11" h="6" extrusionOk="0">
                  <a:moveTo>
                    <a:pt x="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0" y="6"/>
                    <a:pt x="11" y="5"/>
                    <a:pt x="11" y="3"/>
                  </a:cubicBezTo>
                  <a:cubicBezTo>
                    <a:pt x="11" y="2"/>
                    <a:pt x="10" y="0"/>
                    <a:pt x="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34"/>
            <p:cNvSpPr/>
            <p:nvPr/>
          </p:nvSpPr>
          <p:spPr>
            <a:xfrm>
              <a:off x="5076127" y="1462366"/>
              <a:ext cx="26467" cy="26467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5" y="1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0" y="6"/>
                    <a:pt x="0" y="8"/>
                    <a:pt x="1" y="9"/>
                  </a:cubicBezTo>
                  <a:cubicBezTo>
                    <a:pt x="2" y="9"/>
                    <a:pt x="2" y="10"/>
                    <a:pt x="3" y="10"/>
                  </a:cubicBezTo>
                  <a:cubicBezTo>
                    <a:pt x="4" y="10"/>
                    <a:pt x="5" y="9"/>
                    <a:pt x="5" y="9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4"/>
                    <a:pt x="10" y="2"/>
                    <a:pt x="9" y="1"/>
                  </a:cubicBezTo>
                  <a:cubicBezTo>
                    <a:pt x="8" y="0"/>
                    <a:pt x="6" y="0"/>
                    <a:pt x="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34"/>
            <p:cNvSpPr/>
            <p:nvPr/>
          </p:nvSpPr>
          <p:spPr>
            <a:xfrm>
              <a:off x="4872114" y="1667482"/>
              <a:ext cx="26467" cy="26467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5" y="1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0" y="6"/>
                    <a:pt x="0" y="8"/>
                    <a:pt x="1" y="9"/>
                  </a:cubicBezTo>
                  <a:cubicBezTo>
                    <a:pt x="1" y="10"/>
                    <a:pt x="2" y="10"/>
                    <a:pt x="3" y="10"/>
                  </a:cubicBezTo>
                  <a:cubicBezTo>
                    <a:pt x="4" y="10"/>
                    <a:pt x="4" y="10"/>
                    <a:pt x="5" y="9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4"/>
                    <a:pt x="10" y="2"/>
                    <a:pt x="9" y="1"/>
                  </a:cubicBezTo>
                  <a:cubicBezTo>
                    <a:pt x="8" y="0"/>
                    <a:pt x="6" y="0"/>
                    <a:pt x="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34"/>
            <p:cNvSpPr/>
            <p:nvPr/>
          </p:nvSpPr>
          <p:spPr>
            <a:xfrm>
              <a:off x="5076127" y="1667482"/>
              <a:ext cx="26467" cy="26467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5" y="1"/>
                  </a:move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10"/>
                    <a:pt x="6" y="10"/>
                    <a:pt x="7" y="10"/>
                  </a:cubicBezTo>
                  <a:cubicBezTo>
                    <a:pt x="8" y="10"/>
                    <a:pt x="8" y="10"/>
                    <a:pt x="9" y="9"/>
                  </a:cubicBezTo>
                  <a:cubicBezTo>
                    <a:pt x="10" y="8"/>
                    <a:pt x="10" y="6"/>
                    <a:pt x="9" y="5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34"/>
            <p:cNvSpPr/>
            <p:nvPr/>
          </p:nvSpPr>
          <p:spPr>
            <a:xfrm>
              <a:off x="4872114" y="1462366"/>
              <a:ext cx="26467" cy="26467"/>
            </a:xfrm>
            <a:custGeom>
              <a:avLst/>
              <a:gdLst/>
              <a:ahLst/>
              <a:cxnLst/>
              <a:rect l="l" t="t" r="r" b="b"/>
              <a:pathLst>
                <a:path w="10" h="10" extrusionOk="0">
                  <a:moveTo>
                    <a:pt x="5" y="9"/>
                  </a:moveTo>
                  <a:cubicBezTo>
                    <a:pt x="5" y="9"/>
                    <a:pt x="6" y="10"/>
                    <a:pt x="7" y="10"/>
                  </a:cubicBezTo>
                  <a:cubicBezTo>
                    <a:pt x="7" y="10"/>
                    <a:pt x="8" y="9"/>
                    <a:pt x="9" y="9"/>
                  </a:cubicBezTo>
                  <a:cubicBezTo>
                    <a:pt x="10" y="8"/>
                    <a:pt x="10" y="6"/>
                    <a:pt x="9" y="5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0" y="2"/>
                    <a:pt x="0" y="4"/>
                    <a:pt x="1" y="5"/>
                  </a:cubicBezTo>
                  <a:lnTo>
                    <a:pt x="5" y="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6" name="Google Shape;1036;p34"/>
          <p:cNvGrpSpPr/>
          <p:nvPr/>
        </p:nvGrpSpPr>
        <p:grpSpPr>
          <a:xfrm>
            <a:off x="6796579" y="1664114"/>
            <a:ext cx="376047" cy="330832"/>
            <a:chOff x="5615386" y="1441414"/>
            <a:chExt cx="376047" cy="330832"/>
          </a:xfrm>
        </p:grpSpPr>
        <p:sp>
          <p:nvSpPr>
            <p:cNvPr id="1037" name="Google Shape;1037;p34"/>
            <p:cNvSpPr/>
            <p:nvPr/>
          </p:nvSpPr>
          <p:spPr>
            <a:xfrm>
              <a:off x="5659497" y="1591391"/>
              <a:ext cx="57344" cy="68372"/>
            </a:xfrm>
            <a:custGeom>
              <a:avLst/>
              <a:gdLst/>
              <a:ahLst/>
              <a:cxnLst/>
              <a:rect l="l" t="t" r="r" b="b"/>
              <a:pathLst>
                <a:path w="22" h="26" extrusionOk="0">
                  <a:moveTo>
                    <a:pt x="2" y="25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5" y="25"/>
                    <a:pt x="6" y="25"/>
                    <a:pt x="6" y="24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7" y="25"/>
                    <a:pt x="19" y="26"/>
                    <a:pt x="20" y="25"/>
                  </a:cubicBezTo>
                  <a:cubicBezTo>
                    <a:pt x="21" y="25"/>
                    <a:pt x="22" y="23"/>
                    <a:pt x="22" y="2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1"/>
                    <a:pt x="13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0"/>
                    <a:pt x="9" y="1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3"/>
                    <a:pt x="1" y="25"/>
                    <a:pt x="2" y="25"/>
                  </a:cubicBezTo>
                  <a:close/>
                  <a:moveTo>
                    <a:pt x="13" y="15"/>
                  </a:moveTo>
                  <a:cubicBezTo>
                    <a:pt x="9" y="15"/>
                    <a:pt x="9" y="15"/>
                    <a:pt x="9" y="15"/>
                  </a:cubicBezTo>
                  <a:cubicBezTo>
                    <a:pt x="11" y="10"/>
                    <a:pt x="11" y="10"/>
                    <a:pt x="11" y="10"/>
                  </a:cubicBezTo>
                  <a:lnTo>
                    <a:pt x="13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34"/>
            <p:cNvSpPr/>
            <p:nvPr/>
          </p:nvSpPr>
          <p:spPr>
            <a:xfrm>
              <a:off x="5779699" y="1591391"/>
              <a:ext cx="44111" cy="65064"/>
            </a:xfrm>
            <a:custGeom>
              <a:avLst/>
              <a:gdLst/>
              <a:ahLst/>
              <a:cxnLst/>
              <a:rect l="l" t="t" r="r" b="b"/>
              <a:pathLst>
                <a:path w="17" h="25" extrusionOk="0">
                  <a:moveTo>
                    <a:pt x="2" y="25"/>
                  </a:move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8" y="25"/>
                    <a:pt x="9" y="25"/>
                  </a:cubicBezTo>
                  <a:cubicBezTo>
                    <a:pt x="14" y="25"/>
                    <a:pt x="17" y="21"/>
                    <a:pt x="17" y="17"/>
                  </a:cubicBezTo>
                  <a:cubicBezTo>
                    <a:pt x="17" y="14"/>
                    <a:pt x="16" y="12"/>
                    <a:pt x="15" y="11"/>
                  </a:cubicBezTo>
                  <a:cubicBezTo>
                    <a:pt x="15" y="9"/>
                    <a:pt x="16" y="8"/>
                    <a:pt x="16" y="6"/>
                  </a:cubicBezTo>
                  <a:cubicBezTo>
                    <a:pt x="15" y="2"/>
                    <a:pt x="12" y="0"/>
                    <a:pt x="8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lose/>
                  <a:moveTo>
                    <a:pt x="9" y="20"/>
                  </a:moveTo>
                  <a:cubicBezTo>
                    <a:pt x="8" y="20"/>
                    <a:pt x="7" y="20"/>
                    <a:pt x="5" y="20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1" y="14"/>
                    <a:pt x="12" y="16"/>
                    <a:pt x="12" y="17"/>
                  </a:cubicBezTo>
                  <a:cubicBezTo>
                    <a:pt x="12" y="18"/>
                    <a:pt x="11" y="20"/>
                    <a:pt x="9" y="20"/>
                  </a:cubicBezTo>
                  <a:close/>
                  <a:moveTo>
                    <a:pt x="8" y="5"/>
                  </a:moveTo>
                  <a:cubicBezTo>
                    <a:pt x="9" y="5"/>
                    <a:pt x="10" y="6"/>
                    <a:pt x="10" y="6"/>
                  </a:cubicBezTo>
                  <a:cubicBezTo>
                    <a:pt x="10" y="8"/>
                    <a:pt x="10" y="9"/>
                    <a:pt x="8" y="9"/>
                  </a:cubicBezTo>
                  <a:cubicBezTo>
                    <a:pt x="8" y="9"/>
                    <a:pt x="7" y="9"/>
                    <a:pt x="6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5"/>
                    <a:pt x="5" y="5"/>
                    <a:pt x="5" y="5"/>
                  </a:cubicBezTo>
                  <a:lnTo>
                    <a:pt x="8" y="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34"/>
            <p:cNvSpPr/>
            <p:nvPr/>
          </p:nvSpPr>
          <p:spPr>
            <a:xfrm>
              <a:off x="5886669" y="1591391"/>
              <a:ext cx="58448" cy="65064"/>
            </a:xfrm>
            <a:custGeom>
              <a:avLst/>
              <a:gdLst/>
              <a:ahLst/>
              <a:cxnLst/>
              <a:rect l="l" t="t" r="r" b="b"/>
              <a:pathLst>
                <a:path w="22" h="25" extrusionOk="0">
                  <a:moveTo>
                    <a:pt x="13" y="25"/>
                  </a:moveTo>
                  <a:cubicBezTo>
                    <a:pt x="16" y="25"/>
                    <a:pt x="18" y="24"/>
                    <a:pt x="20" y="22"/>
                  </a:cubicBezTo>
                  <a:cubicBezTo>
                    <a:pt x="21" y="22"/>
                    <a:pt x="21" y="22"/>
                    <a:pt x="21" y="21"/>
                  </a:cubicBezTo>
                  <a:cubicBezTo>
                    <a:pt x="22" y="20"/>
                    <a:pt x="22" y="18"/>
                    <a:pt x="21" y="17"/>
                  </a:cubicBezTo>
                  <a:cubicBezTo>
                    <a:pt x="20" y="16"/>
                    <a:pt x="18" y="17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6" y="19"/>
                    <a:pt x="15" y="20"/>
                    <a:pt x="13" y="20"/>
                  </a:cubicBezTo>
                  <a:cubicBezTo>
                    <a:pt x="9" y="20"/>
                    <a:pt x="6" y="16"/>
                    <a:pt x="6" y="12"/>
                  </a:cubicBezTo>
                  <a:cubicBezTo>
                    <a:pt x="6" y="9"/>
                    <a:pt x="9" y="5"/>
                    <a:pt x="13" y="5"/>
                  </a:cubicBezTo>
                  <a:cubicBezTo>
                    <a:pt x="15" y="5"/>
                    <a:pt x="16" y="6"/>
                    <a:pt x="17" y="7"/>
                  </a:cubicBezTo>
                  <a:cubicBezTo>
                    <a:pt x="18" y="7"/>
                    <a:pt x="20" y="7"/>
                    <a:pt x="21" y="6"/>
                  </a:cubicBezTo>
                  <a:cubicBezTo>
                    <a:pt x="22" y="5"/>
                    <a:pt x="21" y="3"/>
                    <a:pt x="20" y="2"/>
                  </a:cubicBezTo>
                  <a:cubicBezTo>
                    <a:pt x="18" y="1"/>
                    <a:pt x="16" y="0"/>
                    <a:pt x="13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19"/>
                    <a:pt x="6" y="25"/>
                    <a:pt x="13" y="2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34"/>
            <p:cNvSpPr/>
            <p:nvPr/>
          </p:nvSpPr>
          <p:spPr>
            <a:xfrm>
              <a:off x="5840352" y="1604625"/>
              <a:ext cx="38598" cy="13233"/>
            </a:xfrm>
            <a:custGeom>
              <a:avLst/>
              <a:gdLst/>
              <a:ahLst/>
              <a:cxnLst/>
              <a:rect l="l" t="t" r="r" b="b"/>
              <a:pathLst>
                <a:path w="15" h="5" extrusionOk="0">
                  <a:moveTo>
                    <a:pt x="3" y="5"/>
                  </a:move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5" y="4"/>
                    <a:pt x="15" y="3"/>
                  </a:cubicBezTo>
                  <a:cubicBezTo>
                    <a:pt x="15" y="1"/>
                    <a:pt x="14" y="0"/>
                    <a:pt x="1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4"/>
            <p:cNvSpPr/>
            <p:nvPr/>
          </p:nvSpPr>
          <p:spPr>
            <a:xfrm>
              <a:off x="5840352" y="1631091"/>
              <a:ext cx="38598" cy="15439"/>
            </a:xfrm>
            <a:custGeom>
              <a:avLst/>
              <a:gdLst/>
              <a:ahLst/>
              <a:cxnLst/>
              <a:rect l="l" t="t" r="r" b="b"/>
              <a:pathLst>
                <a:path w="15" h="6" extrusionOk="0">
                  <a:moveTo>
                    <a:pt x="3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3" y="6"/>
                    <a:pt x="15" y="5"/>
                    <a:pt x="15" y="4"/>
                  </a:cubicBezTo>
                  <a:cubicBezTo>
                    <a:pt x="15" y="2"/>
                    <a:pt x="14" y="0"/>
                    <a:pt x="1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34"/>
            <p:cNvSpPr/>
            <p:nvPr/>
          </p:nvSpPr>
          <p:spPr>
            <a:xfrm>
              <a:off x="5720149" y="1601316"/>
              <a:ext cx="46317" cy="47420"/>
            </a:xfrm>
            <a:custGeom>
              <a:avLst/>
              <a:gdLst/>
              <a:ahLst/>
              <a:cxnLst/>
              <a:rect l="l" t="t" r="r" b="b"/>
              <a:pathLst>
                <a:path w="18" h="18" extrusionOk="0">
                  <a:moveTo>
                    <a:pt x="4" y="12"/>
                  </a:moveTo>
                  <a:cubicBezTo>
                    <a:pt x="7" y="12"/>
                    <a:pt x="7" y="12"/>
                    <a:pt x="7" y="12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6"/>
                    <a:pt x="8" y="17"/>
                    <a:pt x="9" y="18"/>
                  </a:cubicBezTo>
                  <a:cubicBezTo>
                    <a:pt x="11" y="18"/>
                    <a:pt x="12" y="16"/>
                    <a:pt x="12" y="15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5" y="12"/>
                    <a:pt x="15" y="12"/>
                    <a:pt x="15" y="12"/>
                  </a:cubicBezTo>
                  <a:cubicBezTo>
                    <a:pt x="17" y="12"/>
                    <a:pt x="18" y="11"/>
                    <a:pt x="18" y="9"/>
                  </a:cubicBezTo>
                  <a:cubicBezTo>
                    <a:pt x="18" y="7"/>
                    <a:pt x="17" y="6"/>
                    <a:pt x="15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12" y="2"/>
                    <a:pt x="11" y="0"/>
                    <a:pt x="10" y="0"/>
                  </a:cubicBezTo>
                  <a:cubicBezTo>
                    <a:pt x="8" y="0"/>
                    <a:pt x="7" y="1"/>
                    <a:pt x="7" y="3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2" y="6"/>
                    <a:pt x="0" y="7"/>
                    <a:pt x="1" y="9"/>
                  </a:cubicBezTo>
                  <a:cubicBezTo>
                    <a:pt x="1" y="11"/>
                    <a:pt x="2" y="12"/>
                    <a:pt x="4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4"/>
            <p:cNvSpPr/>
            <p:nvPr/>
          </p:nvSpPr>
          <p:spPr>
            <a:xfrm>
              <a:off x="5615386" y="1441414"/>
              <a:ext cx="376047" cy="330832"/>
            </a:xfrm>
            <a:custGeom>
              <a:avLst/>
              <a:gdLst/>
              <a:ahLst/>
              <a:cxnLst/>
              <a:rect l="l" t="t" r="r" b="b"/>
              <a:pathLst>
                <a:path w="144" h="126" extrusionOk="0">
                  <a:moveTo>
                    <a:pt x="141" y="15"/>
                  </a:moveTo>
                  <a:cubicBezTo>
                    <a:pt x="90" y="15"/>
                    <a:pt x="90" y="15"/>
                    <a:pt x="90" y="15"/>
                  </a:cubicBezTo>
                  <a:cubicBezTo>
                    <a:pt x="74" y="1"/>
                    <a:pt x="74" y="1"/>
                    <a:pt x="74" y="1"/>
                  </a:cubicBezTo>
                  <a:cubicBezTo>
                    <a:pt x="73" y="0"/>
                    <a:pt x="71" y="0"/>
                    <a:pt x="70" y="1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5"/>
                    <a:pt x="1" y="37"/>
                    <a:pt x="3" y="37"/>
                  </a:cubicBezTo>
                  <a:cubicBezTo>
                    <a:pt x="6" y="37"/>
                    <a:pt x="6" y="37"/>
                    <a:pt x="6" y="37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6" y="124"/>
                    <a:pt x="7" y="126"/>
                    <a:pt x="8" y="126"/>
                  </a:cubicBezTo>
                  <a:cubicBezTo>
                    <a:pt x="135" y="126"/>
                    <a:pt x="135" y="126"/>
                    <a:pt x="135" y="126"/>
                  </a:cubicBezTo>
                  <a:cubicBezTo>
                    <a:pt x="137" y="126"/>
                    <a:pt x="138" y="124"/>
                    <a:pt x="138" y="123"/>
                  </a:cubicBezTo>
                  <a:cubicBezTo>
                    <a:pt x="138" y="37"/>
                    <a:pt x="138" y="37"/>
                    <a:pt x="138" y="37"/>
                  </a:cubicBezTo>
                  <a:cubicBezTo>
                    <a:pt x="141" y="37"/>
                    <a:pt x="141" y="37"/>
                    <a:pt x="141" y="37"/>
                  </a:cubicBezTo>
                  <a:cubicBezTo>
                    <a:pt x="142" y="37"/>
                    <a:pt x="144" y="35"/>
                    <a:pt x="144" y="34"/>
                  </a:cubicBezTo>
                  <a:cubicBezTo>
                    <a:pt x="144" y="18"/>
                    <a:pt x="144" y="18"/>
                    <a:pt x="144" y="18"/>
                  </a:cubicBezTo>
                  <a:cubicBezTo>
                    <a:pt x="144" y="16"/>
                    <a:pt x="142" y="15"/>
                    <a:pt x="141" y="15"/>
                  </a:cubicBezTo>
                  <a:close/>
                  <a:moveTo>
                    <a:pt x="72" y="7"/>
                  </a:moveTo>
                  <a:cubicBezTo>
                    <a:pt x="81" y="15"/>
                    <a:pt x="81" y="15"/>
                    <a:pt x="81" y="15"/>
                  </a:cubicBezTo>
                  <a:cubicBezTo>
                    <a:pt x="63" y="15"/>
                    <a:pt x="63" y="15"/>
                    <a:pt x="63" y="15"/>
                  </a:cubicBezTo>
                  <a:lnTo>
                    <a:pt x="72" y="7"/>
                  </a:lnTo>
                  <a:close/>
                  <a:moveTo>
                    <a:pt x="6" y="21"/>
                  </a:moveTo>
                  <a:cubicBezTo>
                    <a:pt x="138" y="21"/>
                    <a:pt x="138" y="21"/>
                    <a:pt x="138" y="21"/>
                  </a:cubicBezTo>
                  <a:cubicBezTo>
                    <a:pt x="138" y="31"/>
                    <a:pt x="138" y="31"/>
                    <a:pt x="138" y="31"/>
                  </a:cubicBezTo>
                  <a:cubicBezTo>
                    <a:pt x="6" y="31"/>
                    <a:pt x="6" y="31"/>
                    <a:pt x="6" y="31"/>
                  </a:cubicBezTo>
                  <a:lnTo>
                    <a:pt x="6" y="21"/>
                  </a:lnTo>
                  <a:close/>
                  <a:moveTo>
                    <a:pt x="22" y="117"/>
                  </a:moveTo>
                  <a:cubicBezTo>
                    <a:pt x="22" y="108"/>
                    <a:pt x="22" y="108"/>
                    <a:pt x="22" y="108"/>
                  </a:cubicBezTo>
                  <a:cubicBezTo>
                    <a:pt x="22" y="106"/>
                    <a:pt x="24" y="105"/>
                    <a:pt x="25" y="105"/>
                  </a:cubicBezTo>
                  <a:cubicBezTo>
                    <a:pt x="60" y="105"/>
                    <a:pt x="60" y="105"/>
                    <a:pt x="60" y="105"/>
                  </a:cubicBezTo>
                  <a:cubicBezTo>
                    <a:pt x="61" y="105"/>
                    <a:pt x="63" y="106"/>
                    <a:pt x="63" y="108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3" y="119"/>
                    <a:pt x="61" y="120"/>
                    <a:pt x="60" y="120"/>
                  </a:cubicBezTo>
                  <a:cubicBezTo>
                    <a:pt x="25" y="120"/>
                    <a:pt x="25" y="120"/>
                    <a:pt x="25" y="120"/>
                  </a:cubicBezTo>
                  <a:cubicBezTo>
                    <a:pt x="24" y="120"/>
                    <a:pt x="22" y="119"/>
                    <a:pt x="22" y="117"/>
                  </a:cubicBezTo>
                  <a:close/>
                  <a:moveTo>
                    <a:pt x="88" y="120"/>
                  </a:moveTo>
                  <a:cubicBezTo>
                    <a:pt x="87" y="120"/>
                    <a:pt x="85" y="118"/>
                    <a:pt x="86" y="116"/>
                  </a:cubicBezTo>
                  <a:cubicBezTo>
                    <a:pt x="86" y="115"/>
                    <a:pt x="87" y="114"/>
                    <a:pt x="89" y="114"/>
                  </a:cubicBezTo>
                  <a:cubicBezTo>
                    <a:pt x="122" y="114"/>
                    <a:pt x="122" y="114"/>
                    <a:pt x="122" y="114"/>
                  </a:cubicBezTo>
                  <a:cubicBezTo>
                    <a:pt x="123" y="114"/>
                    <a:pt x="124" y="115"/>
                    <a:pt x="125" y="116"/>
                  </a:cubicBezTo>
                  <a:cubicBezTo>
                    <a:pt x="125" y="118"/>
                    <a:pt x="124" y="120"/>
                    <a:pt x="122" y="120"/>
                  </a:cubicBezTo>
                  <a:lnTo>
                    <a:pt x="88" y="120"/>
                  </a:lnTo>
                  <a:close/>
                  <a:moveTo>
                    <a:pt x="132" y="120"/>
                  </a:moveTo>
                  <a:cubicBezTo>
                    <a:pt x="130" y="120"/>
                    <a:pt x="130" y="120"/>
                    <a:pt x="130" y="120"/>
                  </a:cubicBezTo>
                  <a:cubicBezTo>
                    <a:pt x="130" y="119"/>
                    <a:pt x="130" y="117"/>
                    <a:pt x="130" y="115"/>
                  </a:cubicBezTo>
                  <a:cubicBezTo>
                    <a:pt x="129" y="111"/>
                    <a:pt x="126" y="108"/>
                    <a:pt x="122" y="108"/>
                  </a:cubicBezTo>
                  <a:cubicBezTo>
                    <a:pt x="89" y="108"/>
                    <a:pt x="89" y="108"/>
                    <a:pt x="89" y="108"/>
                  </a:cubicBezTo>
                  <a:cubicBezTo>
                    <a:pt x="85" y="108"/>
                    <a:pt x="81" y="111"/>
                    <a:pt x="80" y="115"/>
                  </a:cubicBezTo>
                  <a:cubicBezTo>
                    <a:pt x="80" y="117"/>
                    <a:pt x="80" y="119"/>
                    <a:pt x="81" y="120"/>
                  </a:cubicBezTo>
                  <a:cubicBezTo>
                    <a:pt x="68" y="120"/>
                    <a:pt x="68" y="120"/>
                    <a:pt x="68" y="120"/>
                  </a:cubicBezTo>
                  <a:cubicBezTo>
                    <a:pt x="68" y="119"/>
                    <a:pt x="68" y="118"/>
                    <a:pt x="68" y="117"/>
                  </a:cubicBezTo>
                  <a:cubicBezTo>
                    <a:pt x="68" y="108"/>
                    <a:pt x="68" y="108"/>
                    <a:pt x="68" y="108"/>
                  </a:cubicBezTo>
                  <a:cubicBezTo>
                    <a:pt x="68" y="103"/>
                    <a:pt x="64" y="99"/>
                    <a:pt x="60" y="99"/>
                  </a:cubicBezTo>
                  <a:cubicBezTo>
                    <a:pt x="25" y="99"/>
                    <a:pt x="25" y="99"/>
                    <a:pt x="25" y="99"/>
                  </a:cubicBezTo>
                  <a:cubicBezTo>
                    <a:pt x="21" y="99"/>
                    <a:pt x="17" y="103"/>
                    <a:pt x="17" y="108"/>
                  </a:cubicBezTo>
                  <a:cubicBezTo>
                    <a:pt x="17" y="117"/>
                    <a:pt x="17" y="117"/>
                    <a:pt x="17" y="117"/>
                  </a:cubicBezTo>
                  <a:cubicBezTo>
                    <a:pt x="17" y="118"/>
                    <a:pt x="17" y="119"/>
                    <a:pt x="17" y="120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11" y="37"/>
                    <a:pt x="11" y="37"/>
                    <a:pt x="11" y="37"/>
                  </a:cubicBezTo>
                  <a:cubicBezTo>
                    <a:pt x="132" y="37"/>
                    <a:pt x="132" y="37"/>
                    <a:pt x="132" y="37"/>
                  </a:cubicBezTo>
                  <a:cubicBezTo>
                    <a:pt x="132" y="120"/>
                    <a:pt x="132" y="120"/>
                    <a:pt x="132" y="12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4" name="Google Shape;1044;p34"/>
          <p:cNvGrpSpPr/>
          <p:nvPr/>
        </p:nvGrpSpPr>
        <p:grpSpPr>
          <a:xfrm>
            <a:off x="4383421" y="1690580"/>
            <a:ext cx="377150" cy="277899"/>
            <a:chOff x="726775" y="3879645"/>
            <a:chExt cx="377150" cy="277899"/>
          </a:xfrm>
        </p:grpSpPr>
        <p:sp>
          <p:nvSpPr>
            <p:cNvPr id="1045" name="Google Shape;1045;p34"/>
            <p:cNvSpPr/>
            <p:nvPr/>
          </p:nvSpPr>
          <p:spPr>
            <a:xfrm>
              <a:off x="968283" y="3927065"/>
              <a:ext cx="59550" cy="91531"/>
            </a:xfrm>
            <a:custGeom>
              <a:avLst/>
              <a:gdLst/>
              <a:ahLst/>
              <a:cxnLst/>
              <a:rect l="l" t="t" r="r" b="b"/>
              <a:pathLst>
                <a:path w="23" h="35" extrusionOk="0">
                  <a:moveTo>
                    <a:pt x="19" y="15"/>
                  </a:moveTo>
                  <a:cubicBezTo>
                    <a:pt x="20" y="14"/>
                    <a:pt x="21" y="11"/>
                    <a:pt x="21" y="9"/>
                  </a:cubicBezTo>
                  <a:cubicBezTo>
                    <a:pt x="20" y="4"/>
                    <a:pt x="16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3"/>
                    <a:pt x="0" y="33"/>
                  </a:cubicBezTo>
                  <a:cubicBezTo>
                    <a:pt x="1" y="34"/>
                    <a:pt x="2" y="35"/>
                    <a:pt x="3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5"/>
                    <a:pt x="11" y="35"/>
                    <a:pt x="13" y="35"/>
                  </a:cubicBezTo>
                  <a:cubicBezTo>
                    <a:pt x="19" y="35"/>
                    <a:pt x="23" y="30"/>
                    <a:pt x="23" y="24"/>
                  </a:cubicBezTo>
                  <a:cubicBezTo>
                    <a:pt x="23" y="20"/>
                    <a:pt x="21" y="17"/>
                    <a:pt x="19" y="15"/>
                  </a:cubicBezTo>
                  <a:close/>
                  <a:moveTo>
                    <a:pt x="11" y="6"/>
                  </a:moveTo>
                  <a:cubicBezTo>
                    <a:pt x="13" y="6"/>
                    <a:pt x="15" y="8"/>
                    <a:pt x="15" y="10"/>
                  </a:cubicBezTo>
                  <a:cubicBezTo>
                    <a:pt x="15" y="12"/>
                    <a:pt x="13" y="14"/>
                    <a:pt x="11" y="14"/>
                  </a:cubicBezTo>
                  <a:cubicBezTo>
                    <a:pt x="11" y="14"/>
                    <a:pt x="9" y="14"/>
                    <a:pt x="8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6"/>
                    <a:pt x="6" y="6"/>
                    <a:pt x="6" y="6"/>
                  </a:cubicBezTo>
                  <a:lnTo>
                    <a:pt x="11" y="6"/>
                  </a:lnTo>
                  <a:close/>
                  <a:moveTo>
                    <a:pt x="13" y="29"/>
                  </a:moveTo>
                  <a:cubicBezTo>
                    <a:pt x="11" y="29"/>
                    <a:pt x="8" y="29"/>
                    <a:pt x="6" y="2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7" y="19"/>
                    <a:pt x="8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5" y="19"/>
                    <a:pt x="17" y="21"/>
                    <a:pt x="18" y="24"/>
                  </a:cubicBezTo>
                  <a:cubicBezTo>
                    <a:pt x="18" y="27"/>
                    <a:pt x="16" y="29"/>
                    <a:pt x="13" y="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4"/>
            <p:cNvSpPr/>
            <p:nvPr/>
          </p:nvSpPr>
          <p:spPr>
            <a:xfrm>
              <a:off x="726775" y="3879645"/>
              <a:ext cx="377150" cy="277899"/>
            </a:xfrm>
            <a:custGeom>
              <a:avLst/>
              <a:gdLst/>
              <a:ahLst/>
              <a:cxnLst/>
              <a:rect l="l" t="t" r="r" b="b"/>
              <a:pathLst>
                <a:path w="144" h="106" extrusionOk="0">
                  <a:moveTo>
                    <a:pt x="131" y="0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64" y="0"/>
                    <a:pt x="59" y="6"/>
                    <a:pt x="59" y="12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32"/>
                    <a:pt x="0" y="39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91"/>
                    <a:pt x="6" y="96"/>
                    <a:pt x="13" y="96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20" y="105"/>
                    <a:pt x="21" y="105"/>
                    <a:pt x="21" y="106"/>
                  </a:cubicBezTo>
                  <a:cubicBezTo>
                    <a:pt x="22" y="106"/>
                    <a:pt x="22" y="106"/>
                    <a:pt x="23" y="106"/>
                  </a:cubicBezTo>
                  <a:cubicBezTo>
                    <a:pt x="24" y="106"/>
                    <a:pt x="24" y="106"/>
                    <a:pt x="25" y="105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73" y="96"/>
                    <a:pt x="73" y="96"/>
                    <a:pt x="73" y="96"/>
                  </a:cubicBezTo>
                  <a:cubicBezTo>
                    <a:pt x="80" y="96"/>
                    <a:pt x="85" y="91"/>
                    <a:pt x="85" y="84"/>
                  </a:cubicBezTo>
                  <a:cubicBezTo>
                    <a:pt x="85" y="69"/>
                    <a:pt x="85" y="69"/>
                    <a:pt x="85" y="69"/>
                  </a:cubicBezTo>
                  <a:cubicBezTo>
                    <a:pt x="110" y="69"/>
                    <a:pt x="110" y="69"/>
                    <a:pt x="110" y="69"/>
                  </a:cubicBezTo>
                  <a:cubicBezTo>
                    <a:pt x="119" y="78"/>
                    <a:pt x="119" y="78"/>
                    <a:pt x="119" y="78"/>
                  </a:cubicBezTo>
                  <a:cubicBezTo>
                    <a:pt x="120" y="79"/>
                    <a:pt x="120" y="79"/>
                    <a:pt x="121" y="79"/>
                  </a:cubicBezTo>
                  <a:cubicBezTo>
                    <a:pt x="121" y="79"/>
                    <a:pt x="121" y="79"/>
                    <a:pt x="122" y="79"/>
                  </a:cubicBezTo>
                  <a:cubicBezTo>
                    <a:pt x="123" y="79"/>
                    <a:pt x="123" y="78"/>
                    <a:pt x="124" y="7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31" y="69"/>
                    <a:pt x="131" y="69"/>
                    <a:pt x="131" y="69"/>
                  </a:cubicBezTo>
                  <a:cubicBezTo>
                    <a:pt x="138" y="69"/>
                    <a:pt x="144" y="57"/>
                    <a:pt x="144" y="57"/>
                  </a:cubicBezTo>
                  <a:cubicBezTo>
                    <a:pt x="144" y="12"/>
                    <a:pt x="144" y="12"/>
                    <a:pt x="144" y="12"/>
                  </a:cubicBezTo>
                  <a:cubicBezTo>
                    <a:pt x="144" y="6"/>
                    <a:pt x="138" y="0"/>
                    <a:pt x="131" y="0"/>
                  </a:cubicBezTo>
                  <a:close/>
                  <a:moveTo>
                    <a:pt x="79" y="84"/>
                  </a:moveTo>
                  <a:cubicBezTo>
                    <a:pt x="79" y="87"/>
                    <a:pt x="76" y="91"/>
                    <a:pt x="73" y="91"/>
                  </a:cubicBezTo>
                  <a:cubicBezTo>
                    <a:pt x="33" y="91"/>
                    <a:pt x="33" y="91"/>
                    <a:pt x="33" y="91"/>
                  </a:cubicBezTo>
                  <a:cubicBezTo>
                    <a:pt x="33" y="91"/>
                    <a:pt x="31" y="91"/>
                    <a:pt x="31" y="91"/>
                  </a:cubicBezTo>
                  <a:cubicBezTo>
                    <a:pt x="24" y="98"/>
                    <a:pt x="24" y="98"/>
                    <a:pt x="24" y="98"/>
                  </a:cubicBezTo>
                  <a:cubicBezTo>
                    <a:pt x="23" y="93"/>
                    <a:pt x="23" y="93"/>
                    <a:pt x="23" y="93"/>
                  </a:cubicBezTo>
                  <a:cubicBezTo>
                    <a:pt x="22" y="91"/>
                    <a:pt x="21" y="91"/>
                    <a:pt x="20" y="91"/>
                  </a:cubicBezTo>
                  <a:cubicBezTo>
                    <a:pt x="13" y="91"/>
                    <a:pt x="13" y="91"/>
                    <a:pt x="13" y="91"/>
                  </a:cubicBezTo>
                  <a:cubicBezTo>
                    <a:pt x="9" y="91"/>
                    <a:pt x="6" y="84"/>
                    <a:pt x="6" y="84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36"/>
                    <a:pt x="9" y="33"/>
                    <a:pt x="12" y="33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6" y="33"/>
                    <a:pt x="79" y="36"/>
                    <a:pt x="79" y="39"/>
                  </a:cubicBezTo>
                  <a:lnTo>
                    <a:pt x="79" y="84"/>
                  </a:lnTo>
                  <a:close/>
                  <a:moveTo>
                    <a:pt x="138" y="57"/>
                  </a:moveTo>
                  <a:cubicBezTo>
                    <a:pt x="138" y="61"/>
                    <a:pt x="135" y="64"/>
                    <a:pt x="131" y="64"/>
                  </a:cubicBezTo>
                  <a:cubicBezTo>
                    <a:pt x="124" y="64"/>
                    <a:pt x="124" y="64"/>
                    <a:pt x="124" y="64"/>
                  </a:cubicBezTo>
                  <a:cubicBezTo>
                    <a:pt x="124" y="64"/>
                    <a:pt x="122" y="64"/>
                    <a:pt x="121" y="66"/>
                  </a:cubicBezTo>
                  <a:cubicBezTo>
                    <a:pt x="120" y="71"/>
                    <a:pt x="120" y="71"/>
                    <a:pt x="120" y="71"/>
                  </a:cubicBezTo>
                  <a:cubicBezTo>
                    <a:pt x="113" y="65"/>
                    <a:pt x="113" y="65"/>
                    <a:pt x="113" y="65"/>
                  </a:cubicBezTo>
                  <a:cubicBezTo>
                    <a:pt x="113" y="64"/>
                    <a:pt x="111" y="64"/>
                    <a:pt x="111" y="64"/>
                  </a:cubicBezTo>
                  <a:cubicBezTo>
                    <a:pt x="85" y="64"/>
                    <a:pt x="85" y="64"/>
                    <a:pt x="85" y="64"/>
                  </a:cubicBezTo>
                  <a:cubicBezTo>
                    <a:pt x="85" y="39"/>
                    <a:pt x="85" y="39"/>
                    <a:pt x="85" y="39"/>
                  </a:cubicBezTo>
                  <a:cubicBezTo>
                    <a:pt x="85" y="33"/>
                    <a:pt x="79" y="27"/>
                    <a:pt x="73" y="27"/>
                  </a:cubicBezTo>
                  <a:cubicBezTo>
                    <a:pt x="64" y="27"/>
                    <a:pt x="64" y="27"/>
                    <a:pt x="64" y="27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9"/>
                    <a:pt x="67" y="6"/>
                    <a:pt x="71" y="6"/>
                  </a:cubicBezTo>
                  <a:cubicBezTo>
                    <a:pt x="131" y="6"/>
                    <a:pt x="131" y="6"/>
                    <a:pt x="131" y="6"/>
                  </a:cubicBezTo>
                  <a:cubicBezTo>
                    <a:pt x="135" y="6"/>
                    <a:pt x="138" y="9"/>
                    <a:pt x="138" y="12"/>
                  </a:cubicBezTo>
                  <a:lnTo>
                    <a:pt x="138" y="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34"/>
            <p:cNvSpPr/>
            <p:nvPr/>
          </p:nvSpPr>
          <p:spPr>
            <a:xfrm>
              <a:off x="792942" y="3993231"/>
              <a:ext cx="78298" cy="91531"/>
            </a:xfrm>
            <a:custGeom>
              <a:avLst/>
              <a:gdLst/>
              <a:ahLst/>
              <a:cxnLst/>
              <a:rect l="l" t="t" r="r" b="b"/>
              <a:pathLst>
                <a:path w="30" h="35" extrusionOk="0">
                  <a:moveTo>
                    <a:pt x="18" y="2"/>
                  </a:move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0"/>
                    <a:pt x="15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4" y="0"/>
                    <a:pt x="12" y="1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0" y="32"/>
                    <a:pt x="1" y="34"/>
                    <a:pt x="3" y="35"/>
                  </a:cubicBezTo>
                  <a:cubicBezTo>
                    <a:pt x="3" y="35"/>
                    <a:pt x="3" y="35"/>
                    <a:pt x="4" y="35"/>
                  </a:cubicBezTo>
                  <a:cubicBezTo>
                    <a:pt x="5" y="35"/>
                    <a:pt x="6" y="34"/>
                    <a:pt x="6" y="33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4"/>
                    <a:pt x="26" y="35"/>
                    <a:pt x="27" y="35"/>
                  </a:cubicBezTo>
                  <a:cubicBezTo>
                    <a:pt x="29" y="34"/>
                    <a:pt x="30" y="33"/>
                    <a:pt x="29" y="31"/>
                  </a:cubicBezTo>
                  <a:lnTo>
                    <a:pt x="18" y="2"/>
                  </a:lnTo>
                  <a:close/>
                  <a:moveTo>
                    <a:pt x="10" y="22"/>
                  </a:moveTo>
                  <a:cubicBezTo>
                    <a:pt x="15" y="10"/>
                    <a:pt x="15" y="10"/>
                    <a:pt x="15" y="10"/>
                  </a:cubicBezTo>
                  <a:cubicBezTo>
                    <a:pt x="20" y="22"/>
                    <a:pt x="20" y="22"/>
                    <a:pt x="20" y="22"/>
                  </a:cubicBezTo>
                  <a:lnTo>
                    <a:pt x="10" y="2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35"/>
          <p:cNvPicPr preferRelativeResize="0"/>
          <p:nvPr/>
        </p:nvPicPr>
        <p:blipFill rotWithShape="1">
          <a:blip r:embed="rId3">
            <a:alphaModFix/>
          </a:blip>
          <a:srcRect r="48914" b="23541"/>
          <a:stretch/>
        </p:blipFill>
        <p:spPr>
          <a:xfrm>
            <a:off x="814114" y="3388075"/>
            <a:ext cx="1151700" cy="969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053" name="Google Shape;1053;p35"/>
          <p:cNvPicPr preferRelativeResize="0"/>
          <p:nvPr/>
        </p:nvPicPr>
        <p:blipFill rotWithShape="1">
          <a:blip r:embed="rId4">
            <a:alphaModFix/>
          </a:blip>
          <a:srcRect r="33186"/>
          <a:stretch/>
        </p:blipFill>
        <p:spPr>
          <a:xfrm>
            <a:off x="814086" y="2092850"/>
            <a:ext cx="1151700" cy="969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054" name="Google Shape;1054;p35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>
                <a:latin typeface="Nunito Black"/>
                <a:ea typeface="Nunito Black"/>
                <a:cs typeface="Nunito Black"/>
                <a:sym typeface="Nunito Black"/>
              </a:rPr>
              <a:t>Experiment: Classroom survey</a:t>
            </a:r>
            <a:endParaRPr sz="32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055" name="Google Shape;1055;p35"/>
          <p:cNvSpPr txBox="1">
            <a:spLocks noGrp="1"/>
          </p:cNvSpPr>
          <p:nvPr>
            <p:ph type="body" idx="4294967295"/>
          </p:nvPr>
        </p:nvSpPr>
        <p:spPr>
          <a:xfrm>
            <a:off x="726450" y="1133850"/>
            <a:ext cx="77040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Create a list of survey questions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. Students have to circulate around the classroom, asking their classmates the questions and recording their responses in the target language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6" name="Google Shape;1056;p35"/>
          <p:cNvSpPr txBox="1"/>
          <p:nvPr/>
        </p:nvSpPr>
        <p:spPr>
          <a:xfrm>
            <a:off x="1965675" y="2151076"/>
            <a:ext cx="25236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What’s your favorite…?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057" name="Google Shape;1057;p35"/>
          <p:cNvSpPr txBox="1"/>
          <p:nvPr/>
        </p:nvSpPr>
        <p:spPr>
          <a:xfrm>
            <a:off x="1965675" y="3446282"/>
            <a:ext cx="25236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Do you like…?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pic>
        <p:nvPicPr>
          <p:cNvPr id="1058" name="Google Shape;1058;p35"/>
          <p:cNvPicPr preferRelativeResize="0"/>
          <p:nvPr/>
        </p:nvPicPr>
        <p:blipFill rotWithShape="1">
          <a:blip r:embed="rId5">
            <a:alphaModFix/>
          </a:blip>
          <a:srcRect l="4583" t="4952" r="49714" b="26643"/>
          <a:stretch/>
        </p:blipFill>
        <p:spPr>
          <a:xfrm>
            <a:off x="4658339" y="3388075"/>
            <a:ext cx="1151700" cy="969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059" name="Google Shape;1059;p35"/>
          <p:cNvPicPr preferRelativeResize="0"/>
          <p:nvPr/>
        </p:nvPicPr>
        <p:blipFill rotWithShape="1">
          <a:blip r:embed="rId6">
            <a:alphaModFix/>
          </a:blip>
          <a:srcRect l="3767" t="31824" r="42181"/>
          <a:stretch/>
        </p:blipFill>
        <p:spPr>
          <a:xfrm>
            <a:off x="4658311" y="2092858"/>
            <a:ext cx="1151700" cy="969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060" name="Google Shape;1060;p35"/>
          <p:cNvSpPr txBox="1"/>
          <p:nvPr/>
        </p:nvSpPr>
        <p:spPr>
          <a:xfrm>
            <a:off x="5809913" y="2151075"/>
            <a:ext cx="25200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How often do you…?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061" name="Google Shape;1061;p35"/>
          <p:cNvSpPr txBox="1"/>
          <p:nvPr/>
        </p:nvSpPr>
        <p:spPr>
          <a:xfrm>
            <a:off x="5809913" y="3446275"/>
            <a:ext cx="25200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What is one thing you always…?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36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Stories and songs</a:t>
            </a:r>
            <a:endParaRPr/>
          </a:p>
        </p:txBody>
      </p:sp>
      <p:sp>
        <p:nvSpPr>
          <p:cNvPr id="1067" name="Google Shape;1067;p36"/>
          <p:cNvSpPr txBox="1">
            <a:spLocks noGrp="1"/>
          </p:cNvSpPr>
          <p:nvPr>
            <p:ph type="subTitle" idx="3"/>
          </p:nvPr>
        </p:nvSpPr>
        <p:spPr>
          <a:xfrm>
            <a:off x="1295324" y="2143150"/>
            <a:ext cx="3106200" cy="23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Let's dive into the magic of stories! </a:t>
            </a:r>
            <a:r>
              <a:rPr lang="en"/>
              <a:t>We'll explore exciting tales full of adventures and giggles. With colorful pictures and fun characters, these stories will make learning language feel like a magical journey. After each story, we'll chat and maybe even act out parts of the tale together!</a:t>
            </a:r>
            <a:endParaRPr/>
          </a:p>
        </p:txBody>
      </p:sp>
      <p:sp>
        <p:nvSpPr>
          <p:cNvPr id="1068" name="Google Shape;1068;p36"/>
          <p:cNvSpPr txBox="1">
            <a:spLocks noGrp="1"/>
          </p:cNvSpPr>
          <p:nvPr>
            <p:ph type="subTitle" idx="4"/>
          </p:nvPr>
        </p:nvSpPr>
        <p:spPr>
          <a:xfrm>
            <a:off x="4742475" y="2143150"/>
            <a:ext cx="3106200" cy="23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Get ready to sing and dance!</a:t>
            </a:r>
            <a:r>
              <a:rPr lang="en"/>
              <a:t> In our musical time, we'll enjoy catchy tunes that make learning language super fun. We'll sing together, clap our hands, and maybe even create our own language songs. This is a time to celebrate sounds, words, and the joy of learning together!</a:t>
            </a:r>
            <a:endParaRPr/>
          </a:p>
        </p:txBody>
      </p:sp>
      <p:sp>
        <p:nvSpPr>
          <p:cNvPr id="1069" name="Google Shape;1069;p36"/>
          <p:cNvSpPr txBox="1">
            <a:spLocks noGrp="1"/>
          </p:cNvSpPr>
          <p:nvPr>
            <p:ph type="subTitle" idx="1"/>
          </p:nvPr>
        </p:nvSpPr>
        <p:spPr>
          <a:xfrm>
            <a:off x="1295324" y="1706950"/>
            <a:ext cx="3106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Magical storytime</a:t>
            </a:r>
            <a:endParaRPr/>
          </a:p>
        </p:txBody>
      </p:sp>
      <p:sp>
        <p:nvSpPr>
          <p:cNvPr id="1070" name="Google Shape;1070;p36"/>
          <p:cNvSpPr txBox="1">
            <a:spLocks noGrp="1"/>
          </p:cNvSpPr>
          <p:nvPr>
            <p:ph type="subTitle" idx="2"/>
          </p:nvPr>
        </p:nvSpPr>
        <p:spPr>
          <a:xfrm>
            <a:off x="4742475" y="1706950"/>
            <a:ext cx="3106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Rhythmic sing-along!</a:t>
            </a:r>
            <a:endParaRPr/>
          </a:p>
        </p:txBody>
      </p:sp>
      <p:grpSp>
        <p:nvGrpSpPr>
          <p:cNvPr id="1071" name="Google Shape;1071;p36"/>
          <p:cNvGrpSpPr/>
          <p:nvPr/>
        </p:nvGrpSpPr>
        <p:grpSpPr>
          <a:xfrm>
            <a:off x="2659849" y="1342822"/>
            <a:ext cx="377150" cy="361710"/>
            <a:chOff x="8053625" y="3837740"/>
            <a:chExt cx="377150" cy="361710"/>
          </a:xfrm>
        </p:grpSpPr>
        <p:sp>
          <p:nvSpPr>
            <p:cNvPr id="1072" name="Google Shape;1072;p36"/>
            <p:cNvSpPr/>
            <p:nvPr/>
          </p:nvSpPr>
          <p:spPr>
            <a:xfrm>
              <a:off x="8129717" y="3837740"/>
              <a:ext cx="224966" cy="159903"/>
            </a:xfrm>
            <a:custGeom>
              <a:avLst/>
              <a:gdLst/>
              <a:ahLst/>
              <a:cxnLst/>
              <a:rect l="l" t="t" r="r" b="b"/>
              <a:pathLst>
                <a:path w="86" h="61" extrusionOk="0">
                  <a:moveTo>
                    <a:pt x="1" y="27"/>
                  </a:moveTo>
                  <a:cubicBezTo>
                    <a:pt x="17" y="35"/>
                    <a:pt x="17" y="35"/>
                    <a:pt x="17" y="35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7"/>
                    <a:pt x="31" y="61"/>
                    <a:pt x="43" y="61"/>
                  </a:cubicBezTo>
                  <a:cubicBezTo>
                    <a:pt x="55" y="61"/>
                    <a:pt x="69" y="57"/>
                    <a:pt x="69" y="50"/>
                  </a:cubicBezTo>
                  <a:cubicBezTo>
                    <a:pt x="69" y="35"/>
                    <a:pt x="69" y="35"/>
                    <a:pt x="69" y="35"/>
                  </a:cubicBezTo>
                  <a:cubicBezTo>
                    <a:pt x="85" y="27"/>
                    <a:pt x="85" y="27"/>
                    <a:pt x="85" y="27"/>
                  </a:cubicBezTo>
                  <a:cubicBezTo>
                    <a:pt x="86" y="26"/>
                    <a:pt x="86" y="25"/>
                    <a:pt x="86" y="24"/>
                  </a:cubicBezTo>
                  <a:cubicBezTo>
                    <a:pt x="86" y="23"/>
                    <a:pt x="86" y="22"/>
                    <a:pt x="85" y="22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0"/>
                    <a:pt x="43" y="0"/>
                    <a:pt x="42" y="0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2"/>
                    <a:pt x="0" y="23"/>
                    <a:pt x="0" y="24"/>
                  </a:cubicBezTo>
                  <a:cubicBezTo>
                    <a:pt x="0" y="25"/>
                    <a:pt x="0" y="26"/>
                    <a:pt x="1" y="27"/>
                  </a:cubicBezTo>
                  <a:close/>
                  <a:moveTo>
                    <a:pt x="63" y="43"/>
                  </a:moveTo>
                  <a:cubicBezTo>
                    <a:pt x="58" y="41"/>
                    <a:pt x="50" y="40"/>
                    <a:pt x="43" y="40"/>
                  </a:cubicBezTo>
                  <a:cubicBezTo>
                    <a:pt x="36" y="40"/>
                    <a:pt x="28" y="41"/>
                    <a:pt x="23" y="43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3" y="28"/>
                    <a:pt x="30" y="25"/>
                    <a:pt x="43" y="25"/>
                  </a:cubicBezTo>
                  <a:cubicBezTo>
                    <a:pt x="56" y="25"/>
                    <a:pt x="63" y="28"/>
                    <a:pt x="63" y="30"/>
                  </a:cubicBezTo>
                  <a:lnTo>
                    <a:pt x="63" y="43"/>
                  </a:lnTo>
                  <a:close/>
                  <a:moveTo>
                    <a:pt x="43" y="55"/>
                  </a:moveTo>
                  <a:cubicBezTo>
                    <a:pt x="30" y="55"/>
                    <a:pt x="23" y="52"/>
                    <a:pt x="23" y="50"/>
                  </a:cubicBezTo>
                  <a:cubicBezTo>
                    <a:pt x="23" y="49"/>
                    <a:pt x="30" y="46"/>
                    <a:pt x="43" y="46"/>
                  </a:cubicBezTo>
                  <a:cubicBezTo>
                    <a:pt x="56" y="46"/>
                    <a:pt x="63" y="49"/>
                    <a:pt x="63" y="50"/>
                  </a:cubicBezTo>
                  <a:cubicBezTo>
                    <a:pt x="63" y="52"/>
                    <a:pt x="56" y="55"/>
                    <a:pt x="43" y="55"/>
                  </a:cubicBezTo>
                  <a:close/>
                  <a:moveTo>
                    <a:pt x="43" y="6"/>
                  </a:moveTo>
                  <a:cubicBezTo>
                    <a:pt x="78" y="24"/>
                    <a:pt x="78" y="24"/>
                    <a:pt x="78" y="24"/>
                  </a:cubicBezTo>
                  <a:cubicBezTo>
                    <a:pt x="69" y="29"/>
                    <a:pt x="69" y="29"/>
                    <a:pt x="69" y="29"/>
                  </a:cubicBezTo>
                  <a:cubicBezTo>
                    <a:pt x="68" y="22"/>
                    <a:pt x="55" y="19"/>
                    <a:pt x="43" y="19"/>
                  </a:cubicBezTo>
                  <a:cubicBezTo>
                    <a:pt x="31" y="19"/>
                    <a:pt x="18" y="22"/>
                    <a:pt x="17" y="29"/>
                  </a:cubicBezTo>
                  <a:cubicBezTo>
                    <a:pt x="8" y="24"/>
                    <a:pt x="8" y="24"/>
                    <a:pt x="8" y="24"/>
                  </a:cubicBezTo>
                  <a:lnTo>
                    <a:pt x="43" y="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6"/>
            <p:cNvSpPr/>
            <p:nvPr/>
          </p:nvSpPr>
          <p:spPr>
            <a:xfrm>
              <a:off x="8053625" y="4024109"/>
              <a:ext cx="377150" cy="175341"/>
            </a:xfrm>
            <a:custGeom>
              <a:avLst/>
              <a:gdLst/>
              <a:ahLst/>
              <a:cxnLst/>
              <a:rect l="l" t="t" r="r" b="b"/>
              <a:pathLst>
                <a:path w="144" h="67" extrusionOk="0">
                  <a:moveTo>
                    <a:pt x="141" y="62"/>
                  </a:moveTo>
                  <a:cubicBezTo>
                    <a:pt x="130" y="62"/>
                    <a:pt x="130" y="62"/>
                    <a:pt x="130" y="62"/>
                  </a:cubicBezTo>
                  <a:cubicBezTo>
                    <a:pt x="130" y="36"/>
                    <a:pt x="130" y="36"/>
                    <a:pt x="130" y="36"/>
                  </a:cubicBezTo>
                  <a:cubicBezTo>
                    <a:pt x="130" y="34"/>
                    <a:pt x="129" y="33"/>
                    <a:pt x="127" y="33"/>
                  </a:cubicBezTo>
                  <a:cubicBezTo>
                    <a:pt x="93" y="33"/>
                    <a:pt x="93" y="33"/>
                    <a:pt x="93" y="33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93" y="1"/>
                    <a:pt x="92" y="0"/>
                    <a:pt x="9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2" y="0"/>
                    <a:pt x="51" y="1"/>
                    <a:pt x="51" y="3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5" y="17"/>
                    <a:pt x="14" y="18"/>
                    <a:pt x="14" y="19"/>
                  </a:cubicBezTo>
                  <a:cubicBezTo>
                    <a:pt x="14" y="62"/>
                    <a:pt x="14" y="62"/>
                    <a:pt x="14" y="62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2" y="62"/>
                    <a:pt x="0" y="63"/>
                    <a:pt x="0" y="64"/>
                  </a:cubicBezTo>
                  <a:cubicBezTo>
                    <a:pt x="0" y="66"/>
                    <a:pt x="1" y="67"/>
                    <a:pt x="3" y="67"/>
                  </a:cubicBezTo>
                  <a:cubicBezTo>
                    <a:pt x="141" y="67"/>
                    <a:pt x="141" y="67"/>
                    <a:pt x="141" y="67"/>
                  </a:cubicBezTo>
                  <a:cubicBezTo>
                    <a:pt x="142" y="67"/>
                    <a:pt x="143" y="66"/>
                    <a:pt x="144" y="65"/>
                  </a:cubicBezTo>
                  <a:cubicBezTo>
                    <a:pt x="144" y="63"/>
                    <a:pt x="142" y="62"/>
                    <a:pt x="141" y="62"/>
                  </a:cubicBezTo>
                  <a:close/>
                  <a:moveTo>
                    <a:pt x="20" y="22"/>
                  </a:moveTo>
                  <a:cubicBezTo>
                    <a:pt x="51" y="22"/>
                    <a:pt x="51" y="22"/>
                    <a:pt x="51" y="2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20" y="62"/>
                    <a:pt x="20" y="62"/>
                    <a:pt x="20" y="62"/>
                  </a:cubicBezTo>
                  <a:lnTo>
                    <a:pt x="20" y="22"/>
                  </a:lnTo>
                  <a:close/>
                  <a:moveTo>
                    <a:pt x="56" y="5"/>
                  </a:moveTo>
                  <a:cubicBezTo>
                    <a:pt x="88" y="5"/>
                    <a:pt x="88" y="5"/>
                    <a:pt x="88" y="5"/>
                  </a:cubicBezTo>
                  <a:cubicBezTo>
                    <a:pt x="88" y="62"/>
                    <a:pt x="88" y="62"/>
                    <a:pt x="88" y="62"/>
                  </a:cubicBezTo>
                  <a:cubicBezTo>
                    <a:pt x="56" y="62"/>
                    <a:pt x="56" y="62"/>
                    <a:pt x="56" y="62"/>
                  </a:cubicBezTo>
                  <a:lnTo>
                    <a:pt x="56" y="5"/>
                  </a:lnTo>
                  <a:close/>
                  <a:moveTo>
                    <a:pt x="93" y="62"/>
                  </a:moveTo>
                  <a:cubicBezTo>
                    <a:pt x="93" y="39"/>
                    <a:pt x="93" y="39"/>
                    <a:pt x="93" y="39"/>
                  </a:cubicBezTo>
                  <a:cubicBezTo>
                    <a:pt x="124" y="39"/>
                    <a:pt x="124" y="39"/>
                    <a:pt x="124" y="39"/>
                  </a:cubicBezTo>
                  <a:cubicBezTo>
                    <a:pt x="124" y="62"/>
                    <a:pt x="124" y="62"/>
                    <a:pt x="124" y="62"/>
                  </a:cubicBezTo>
                  <a:lnTo>
                    <a:pt x="93" y="6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36"/>
            <p:cNvSpPr/>
            <p:nvPr/>
          </p:nvSpPr>
          <p:spPr>
            <a:xfrm>
              <a:off x="8226762" y="4086966"/>
              <a:ext cx="30878" cy="52933"/>
            </a:xfrm>
            <a:custGeom>
              <a:avLst/>
              <a:gdLst/>
              <a:ahLst/>
              <a:cxnLst/>
              <a:rect l="l" t="t" r="r" b="b"/>
              <a:pathLst>
                <a:path w="12" h="20" extrusionOk="0">
                  <a:moveTo>
                    <a:pt x="8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1" y="14"/>
                    <a:pt x="0" y="16"/>
                    <a:pt x="0" y="18"/>
                  </a:cubicBezTo>
                  <a:cubicBezTo>
                    <a:pt x="1" y="19"/>
                    <a:pt x="2" y="20"/>
                    <a:pt x="3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0" y="20"/>
                    <a:pt x="11" y="19"/>
                    <a:pt x="11" y="18"/>
                  </a:cubicBezTo>
                  <a:cubicBezTo>
                    <a:pt x="12" y="16"/>
                    <a:pt x="10" y="14"/>
                    <a:pt x="9" y="14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10" y="5"/>
                    <a:pt x="12" y="4"/>
                    <a:pt x="11" y="2"/>
                  </a:cubicBezTo>
                  <a:cubicBezTo>
                    <a:pt x="11" y="1"/>
                    <a:pt x="10" y="0"/>
                    <a:pt x="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5" name="Google Shape;1075;p36"/>
          <p:cNvSpPr/>
          <p:nvPr/>
        </p:nvSpPr>
        <p:spPr>
          <a:xfrm>
            <a:off x="6143943" y="1334000"/>
            <a:ext cx="303264" cy="379354"/>
          </a:xfrm>
          <a:custGeom>
            <a:avLst/>
            <a:gdLst/>
            <a:ahLst/>
            <a:cxnLst/>
            <a:rect l="l" t="t" r="r" b="b"/>
            <a:pathLst>
              <a:path w="116" h="145" extrusionOk="0">
                <a:moveTo>
                  <a:pt x="105" y="103"/>
                </a:moveTo>
                <a:cubicBezTo>
                  <a:pt x="102" y="103"/>
                  <a:pt x="102" y="103"/>
                  <a:pt x="102" y="103"/>
                </a:cubicBezTo>
                <a:cubicBezTo>
                  <a:pt x="101" y="101"/>
                  <a:pt x="100" y="97"/>
                  <a:pt x="99" y="93"/>
                </a:cubicBezTo>
                <a:cubicBezTo>
                  <a:pt x="99" y="93"/>
                  <a:pt x="99" y="92"/>
                  <a:pt x="99" y="91"/>
                </a:cubicBezTo>
                <a:cubicBezTo>
                  <a:pt x="99" y="91"/>
                  <a:pt x="99" y="91"/>
                  <a:pt x="99" y="91"/>
                </a:cubicBezTo>
                <a:cubicBezTo>
                  <a:pt x="98" y="90"/>
                  <a:pt x="98" y="89"/>
                  <a:pt x="98" y="88"/>
                </a:cubicBezTo>
                <a:cubicBezTo>
                  <a:pt x="98" y="88"/>
                  <a:pt x="98" y="88"/>
                  <a:pt x="98" y="88"/>
                </a:cubicBezTo>
                <a:cubicBezTo>
                  <a:pt x="98" y="56"/>
                  <a:pt x="98" y="56"/>
                  <a:pt x="98" y="56"/>
                </a:cubicBezTo>
                <a:cubicBezTo>
                  <a:pt x="98" y="37"/>
                  <a:pt x="86" y="22"/>
                  <a:pt x="69" y="17"/>
                </a:cubicBezTo>
                <a:cubicBezTo>
                  <a:pt x="69" y="13"/>
                  <a:pt x="69" y="13"/>
                  <a:pt x="69" y="13"/>
                </a:cubicBezTo>
                <a:cubicBezTo>
                  <a:pt x="69" y="6"/>
                  <a:pt x="63" y="0"/>
                  <a:pt x="56" y="1"/>
                </a:cubicBezTo>
                <a:cubicBezTo>
                  <a:pt x="51" y="2"/>
                  <a:pt x="47" y="7"/>
                  <a:pt x="47" y="13"/>
                </a:cubicBezTo>
                <a:cubicBezTo>
                  <a:pt x="47" y="17"/>
                  <a:pt x="47" y="17"/>
                  <a:pt x="47" y="17"/>
                </a:cubicBezTo>
                <a:cubicBezTo>
                  <a:pt x="30" y="22"/>
                  <a:pt x="17" y="37"/>
                  <a:pt x="17" y="56"/>
                </a:cubicBezTo>
                <a:cubicBezTo>
                  <a:pt x="17" y="88"/>
                  <a:pt x="17" y="88"/>
                  <a:pt x="17" y="88"/>
                </a:cubicBezTo>
                <a:cubicBezTo>
                  <a:pt x="17" y="88"/>
                  <a:pt x="17" y="88"/>
                  <a:pt x="17" y="88"/>
                </a:cubicBezTo>
                <a:cubicBezTo>
                  <a:pt x="17" y="88"/>
                  <a:pt x="17" y="88"/>
                  <a:pt x="17" y="88"/>
                </a:cubicBezTo>
                <a:cubicBezTo>
                  <a:pt x="17" y="88"/>
                  <a:pt x="17" y="88"/>
                  <a:pt x="17" y="89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90"/>
                  <a:pt x="17" y="92"/>
                  <a:pt x="17" y="93"/>
                </a:cubicBezTo>
                <a:cubicBezTo>
                  <a:pt x="17" y="93"/>
                  <a:pt x="17" y="93"/>
                  <a:pt x="17" y="93"/>
                </a:cubicBezTo>
                <a:cubicBezTo>
                  <a:pt x="17" y="93"/>
                  <a:pt x="17" y="93"/>
                  <a:pt x="17" y="93"/>
                </a:cubicBezTo>
                <a:cubicBezTo>
                  <a:pt x="17" y="93"/>
                  <a:pt x="17" y="93"/>
                  <a:pt x="17" y="93"/>
                </a:cubicBezTo>
                <a:cubicBezTo>
                  <a:pt x="16" y="97"/>
                  <a:pt x="15" y="101"/>
                  <a:pt x="14" y="103"/>
                </a:cubicBezTo>
                <a:cubicBezTo>
                  <a:pt x="11" y="103"/>
                  <a:pt x="11" y="103"/>
                  <a:pt x="11" y="103"/>
                </a:cubicBezTo>
                <a:cubicBezTo>
                  <a:pt x="6" y="103"/>
                  <a:pt x="1" y="107"/>
                  <a:pt x="1" y="113"/>
                </a:cubicBezTo>
                <a:cubicBezTo>
                  <a:pt x="0" y="119"/>
                  <a:pt x="5" y="125"/>
                  <a:pt x="11" y="125"/>
                </a:cubicBezTo>
                <a:cubicBezTo>
                  <a:pt x="44" y="125"/>
                  <a:pt x="44" y="125"/>
                  <a:pt x="44" y="125"/>
                </a:cubicBezTo>
                <a:cubicBezTo>
                  <a:pt x="44" y="127"/>
                  <a:pt x="43" y="128"/>
                  <a:pt x="43" y="130"/>
                </a:cubicBezTo>
                <a:cubicBezTo>
                  <a:pt x="43" y="138"/>
                  <a:pt x="50" y="145"/>
                  <a:pt x="58" y="145"/>
                </a:cubicBezTo>
                <a:cubicBezTo>
                  <a:pt x="66" y="145"/>
                  <a:pt x="72" y="138"/>
                  <a:pt x="72" y="130"/>
                </a:cubicBezTo>
                <a:cubicBezTo>
                  <a:pt x="72" y="128"/>
                  <a:pt x="72" y="127"/>
                  <a:pt x="72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10" y="125"/>
                  <a:pt x="114" y="121"/>
                  <a:pt x="115" y="116"/>
                </a:cubicBezTo>
                <a:cubicBezTo>
                  <a:pt x="116" y="109"/>
                  <a:pt x="111" y="103"/>
                  <a:pt x="105" y="103"/>
                </a:cubicBezTo>
                <a:close/>
                <a:moveTo>
                  <a:pt x="93" y="91"/>
                </a:move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1"/>
                  <a:pt x="23" y="91"/>
                  <a:pt x="23" y="91"/>
                </a:cubicBezTo>
                <a:cubicBezTo>
                  <a:pt x="23" y="90"/>
                  <a:pt x="23" y="90"/>
                  <a:pt x="23" y="90"/>
                </a:cubicBezTo>
                <a:cubicBezTo>
                  <a:pt x="23" y="90"/>
                  <a:pt x="23" y="90"/>
                  <a:pt x="23" y="90"/>
                </a:cubicBezTo>
                <a:cubicBezTo>
                  <a:pt x="23" y="90"/>
                  <a:pt x="23" y="90"/>
                  <a:pt x="23" y="90"/>
                </a:cubicBezTo>
                <a:cubicBezTo>
                  <a:pt x="23" y="90"/>
                  <a:pt x="23" y="90"/>
                  <a:pt x="23" y="90"/>
                </a:cubicBezTo>
                <a:cubicBezTo>
                  <a:pt x="23" y="90"/>
                  <a:pt x="23" y="90"/>
                  <a:pt x="23" y="90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23" y="89"/>
                  <a:pt x="23" y="88"/>
                  <a:pt x="23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3" y="88"/>
                  <a:pt x="23" y="88"/>
                  <a:pt x="23" y="88"/>
                </a:cubicBezTo>
                <a:cubicBezTo>
                  <a:pt x="23" y="77"/>
                  <a:pt x="23" y="77"/>
                  <a:pt x="23" y="77"/>
                </a:cubicBezTo>
                <a:cubicBezTo>
                  <a:pt x="92" y="77"/>
                  <a:pt x="92" y="77"/>
                  <a:pt x="92" y="77"/>
                </a:cubicBezTo>
                <a:cubicBezTo>
                  <a:pt x="92" y="88"/>
                  <a:pt x="92" y="88"/>
                  <a:pt x="92" y="88"/>
                </a:cubicBezTo>
                <a:cubicBezTo>
                  <a:pt x="93" y="88"/>
                  <a:pt x="93" y="88"/>
                  <a:pt x="93" y="88"/>
                </a:cubicBezTo>
                <a:cubicBezTo>
                  <a:pt x="93" y="88"/>
                  <a:pt x="93" y="88"/>
                  <a:pt x="93" y="88"/>
                </a:cubicBezTo>
                <a:cubicBezTo>
                  <a:pt x="93" y="88"/>
                  <a:pt x="93" y="88"/>
                  <a:pt x="93" y="88"/>
                </a:cubicBezTo>
                <a:cubicBezTo>
                  <a:pt x="93" y="88"/>
                  <a:pt x="93" y="88"/>
                  <a:pt x="93" y="88"/>
                </a:cubicBezTo>
                <a:cubicBezTo>
                  <a:pt x="93" y="88"/>
                  <a:pt x="93" y="88"/>
                  <a:pt x="93" y="88"/>
                </a:cubicBezTo>
                <a:cubicBezTo>
                  <a:pt x="93" y="88"/>
                  <a:pt x="93" y="88"/>
                  <a:pt x="93" y="88"/>
                </a:cubicBezTo>
                <a:cubicBezTo>
                  <a:pt x="93" y="88"/>
                  <a:pt x="93" y="88"/>
                  <a:pt x="93" y="88"/>
                </a:cubicBezTo>
                <a:cubicBezTo>
                  <a:pt x="93" y="88"/>
                  <a:pt x="93" y="88"/>
                  <a:pt x="93" y="88"/>
                </a:cubicBezTo>
                <a:cubicBezTo>
                  <a:pt x="93" y="88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9"/>
                  <a:pt x="93" y="89"/>
                  <a:pt x="93" y="90"/>
                </a:cubicBezTo>
                <a:cubicBezTo>
                  <a:pt x="93" y="90"/>
                  <a:pt x="93" y="90"/>
                  <a:pt x="93" y="90"/>
                </a:cubicBezTo>
                <a:cubicBezTo>
                  <a:pt x="93" y="90"/>
                  <a:pt x="93" y="90"/>
                  <a:pt x="93" y="90"/>
                </a:cubicBezTo>
                <a:cubicBezTo>
                  <a:pt x="93" y="90"/>
                  <a:pt x="93" y="90"/>
                  <a:pt x="93" y="90"/>
                </a:cubicBezTo>
                <a:cubicBezTo>
                  <a:pt x="93" y="90"/>
                  <a:pt x="93" y="90"/>
                  <a:pt x="93" y="90"/>
                </a:cubicBezTo>
                <a:cubicBezTo>
                  <a:pt x="93" y="90"/>
                  <a:pt x="93" y="90"/>
                  <a:pt x="93" y="90"/>
                </a:cubicBezTo>
                <a:cubicBezTo>
                  <a:pt x="93" y="91"/>
                  <a:pt x="93" y="91"/>
                  <a:pt x="93" y="91"/>
                </a:cubicBezTo>
                <a:close/>
                <a:moveTo>
                  <a:pt x="52" y="13"/>
                </a:moveTo>
                <a:cubicBezTo>
                  <a:pt x="52" y="9"/>
                  <a:pt x="55" y="6"/>
                  <a:pt x="59" y="7"/>
                </a:cubicBezTo>
                <a:cubicBezTo>
                  <a:pt x="62" y="7"/>
                  <a:pt x="64" y="10"/>
                  <a:pt x="64" y="13"/>
                </a:cubicBezTo>
                <a:cubicBezTo>
                  <a:pt x="64" y="16"/>
                  <a:pt x="64" y="16"/>
                  <a:pt x="64" y="16"/>
                </a:cubicBezTo>
                <a:cubicBezTo>
                  <a:pt x="62" y="16"/>
                  <a:pt x="60" y="16"/>
                  <a:pt x="58" y="16"/>
                </a:cubicBezTo>
                <a:cubicBezTo>
                  <a:pt x="56" y="16"/>
                  <a:pt x="54" y="16"/>
                  <a:pt x="52" y="16"/>
                </a:cubicBezTo>
                <a:cubicBezTo>
                  <a:pt x="52" y="13"/>
                  <a:pt x="52" y="13"/>
                  <a:pt x="52" y="13"/>
                </a:cubicBezTo>
                <a:close/>
                <a:moveTo>
                  <a:pt x="58" y="21"/>
                </a:moveTo>
                <a:cubicBezTo>
                  <a:pt x="77" y="21"/>
                  <a:pt x="93" y="37"/>
                  <a:pt x="93" y="56"/>
                </a:cubicBezTo>
                <a:cubicBezTo>
                  <a:pt x="93" y="71"/>
                  <a:pt x="93" y="71"/>
                  <a:pt x="93" y="71"/>
                </a:cubicBezTo>
                <a:cubicBezTo>
                  <a:pt x="23" y="71"/>
                  <a:pt x="23" y="71"/>
                  <a:pt x="23" y="71"/>
                </a:cubicBezTo>
                <a:cubicBezTo>
                  <a:pt x="23" y="56"/>
                  <a:pt x="23" y="56"/>
                  <a:pt x="23" y="56"/>
                </a:cubicBezTo>
                <a:cubicBezTo>
                  <a:pt x="23" y="37"/>
                  <a:pt x="39" y="21"/>
                  <a:pt x="58" y="21"/>
                </a:cubicBezTo>
                <a:close/>
                <a:moveTo>
                  <a:pt x="22" y="97"/>
                </a:moveTo>
                <a:cubicBezTo>
                  <a:pt x="94" y="97"/>
                  <a:pt x="94" y="97"/>
                  <a:pt x="94" y="97"/>
                </a:cubicBezTo>
                <a:cubicBezTo>
                  <a:pt x="94" y="99"/>
                  <a:pt x="95" y="101"/>
                  <a:pt x="96" y="103"/>
                </a:cubicBezTo>
                <a:cubicBezTo>
                  <a:pt x="20" y="103"/>
                  <a:pt x="20" y="103"/>
                  <a:pt x="20" y="103"/>
                </a:cubicBezTo>
                <a:cubicBezTo>
                  <a:pt x="21" y="101"/>
                  <a:pt x="21" y="99"/>
                  <a:pt x="22" y="97"/>
                </a:cubicBezTo>
                <a:close/>
                <a:moveTo>
                  <a:pt x="67" y="130"/>
                </a:moveTo>
                <a:cubicBezTo>
                  <a:pt x="67" y="135"/>
                  <a:pt x="62" y="139"/>
                  <a:pt x="57" y="139"/>
                </a:cubicBezTo>
                <a:cubicBezTo>
                  <a:pt x="53" y="139"/>
                  <a:pt x="50" y="136"/>
                  <a:pt x="49" y="132"/>
                </a:cubicBezTo>
                <a:cubicBezTo>
                  <a:pt x="49" y="129"/>
                  <a:pt x="49" y="127"/>
                  <a:pt x="51" y="125"/>
                </a:cubicBezTo>
                <a:cubicBezTo>
                  <a:pt x="65" y="125"/>
                  <a:pt x="65" y="125"/>
                  <a:pt x="65" y="125"/>
                </a:cubicBezTo>
                <a:cubicBezTo>
                  <a:pt x="66" y="127"/>
                  <a:pt x="67" y="128"/>
                  <a:pt x="67" y="130"/>
                </a:cubicBezTo>
                <a:close/>
                <a:moveTo>
                  <a:pt x="104" y="119"/>
                </a:moveTo>
                <a:cubicBezTo>
                  <a:pt x="11" y="119"/>
                  <a:pt x="11" y="119"/>
                  <a:pt x="11" y="119"/>
                </a:cubicBezTo>
                <a:cubicBezTo>
                  <a:pt x="9" y="119"/>
                  <a:pt x="7" y="118"/>
                  <a:pt x="6" y="115"/>
                </a:cubicBezTo>
                <a:cubicBezTo>
                  <a:pt x="6" y="112"/>
                  <a:pt x="8" y="109"/>
                  <a:pt x="11" y="109"/>
                </a:cubicBezTo>
                <a:cubicBezTo>
                  <a:pt x="104" y="109"/>
                  <a:pt x="104" y="109"/>
                  <a:pt x="104" y="109"/>
                </a:cubicBezTo>
                <a:cubicBezTo>
                  <a:pt x="107" y="109"/>
                  <a:pt x="109" y="111"/>
                  <a:pt x="109" y="113"/>
                </a:cubicBezTo>
                <a:cubicBezTo>
                  <a:pt x="110" y="116"/>
                  <a:pt x="108" y="119"/>
                  <a:pt x="104" y="11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0" name="Google Shape;1080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98" b="7806"/>
          <a:stretch/>
        </p:blipFill>
        <p:spPr>
          <a:xfrm>
            <a:off x="0" y="0"/>
            <a:ext cx="9144003" cy="5143501"/>
          </a:xfrm>
          <a:prstGeom prst="rect">
            <a:avLst/>
          </a:prstGeom>
        </p:spPr>
      </p:pic>
      <p:sp>
        <p:nvSpPr>
          <p:cNvPr id="1081" name="Google Shape;1081;p37"/>
          <p:cNvSpPr/>
          <p:nvPr/>
        </p:nvSpPr>
        <p:spPr>
          <a:xfrm>
            <a:off x="736900" y="4038950"/>
            <a:ext cx="7662900" cy="56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2" name="Google Shape;1082;p37"/>
          <p:cNvSpPr txBox="1">
            <a:spLocks noGrp="1"/>
          </p:cNvSpPr>
          <p:nvPr>
            <p:ph type="title"/>
          </p:nvPr>
        </p:nvSpPr>
        <p:spPr>
          <a:xfrm>
            <a:off x="1330350" y="4038825"/>
            <a:ext cx="6483300" cy="5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>
              <a:latin typeface="Nunito Black"/>
              <a:ea typeface="Nunito Black"/>
              <a:cs typeface="Nunito Black"/>
              <a:sym typeface="Nunito Black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0">
                <a:latin typeface="Nunito Black"/>
                <a:ea typeface="Nunito Black"/>
                <a:cs typeface="Nunito Black"/>
                <a:sym typeface="Nunito Black"/>
              </a:rPr>
              <a:t>"Words are magic—let's play with them!"</a:t>
            </a:r>
            <a:endParaRPr sz="21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grpSp>
        <p:nvGrpSpPr>
          <p:cNvPr id="1083" name="Google Shape;1083;p37"/>
          <p:cNvGrpSpPr/>
          <p:nvPr/>
        </p:nvGrpSpPr>
        <p:grpSpPr>
          <a:xfrm>
            <a:off x="873675" y="2299675"/>
            <a:ext cx="2024375" cy="1270829"/>
            <a:chOff x="6506275" y="202425"/>
            <a:chExt cx="2024375" cy="1270829"/>
          </a:xfrm>
        </p:grpSpPr>
        <p:sp>
          <p:nvSpPr>
            <p:cNvPr id="1084" name="Google Shape;1084;p37"/>
            <p:cNvSpPr/>
            <p:nvPr/>
          </p:nvSpPr>
          <p:spPr>
            <a:xfrm>
              <a:off x="6773325" y="583637"/>
              <a:ext cx="715160" cy="718388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/>
            <p:cNvSpPr/>
            <p:nvPr/>
          </p:nvSpPr>
          <p:spPr>
            <a:xfrm>
              <a:off x="6506275" y="202425"/>
              <a:ext cx="215975" cy="21695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37"/>
            <p:cNvSpPr/>
            <p:nvPr/>
          </p:nvSpPr>
          <p:spPr>
            <a:xfrm>
              <a:off x="8027850" y="968180"/>
              <a:ext cx="502800" cy="505075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37"/>
            <p:cNvSpPr/>
            <p:nvPr/>
          </p:nvSpPr>
          <p:spPr>
            <a:xfrm>
              <a:off x="7695750" y="480675"/>
              <a:ext cx="332101" cy="33360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8" name="Google Shape;1088;p37"/>
          <p:cNvGrpSpPr/>
          <p:nvPr/>
        </p:nvGrpSpPr>
        <p:grpSpPr>
          <a:xfrm>
            <a:off x="8178321" y="-353159"/>
            <a:ext cx="1138852" cy="1641302"/>
            <a:chOff x="8178321" y="-353159"/>
            <a:chExt cx="1138852" cy="1641302"/>
          </a:xfrm>
        </p:grpSpPr>
        <p:grpSp>
          <p:nvGrpSpPr>
            <p:cNvPr id="1089" name="Google Shape;1089;p37"/>
            <p:cNvGrpSpPr/>
            <p:nvPr/>
          </p:nvGrpSpPr>
          <p:grpSpPr>
            <a:xfrm rot="-6185155">
              <a:off x="8148104" y="-198900"/>
              <a:ext cx="724397" cy="513281"/>
              <a:chOff x="6180688" y="2320538"/>
              <a:chExt cx="1149350" cy="814387"/>
            </a:xfrm>
          </p:grpSpPr>
          <p:sp>
            <p:nvSpPr>
              <p:cNvPr id="1090" name="Google Shape;1090;p37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7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7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37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37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37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7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7" name="Google Shape;1097;p37"/>
            <p:cNvGrpSpPr/>
            <p:nvPr/>
          </p:nvGrpSpPr>
          <p:grpSpPr>
            <a:xfrm rot="-1923214">
              <a:off x="8511766" y="621743"/>
              <a:ext cx="724419" cy="513296"/>
              <a:chOff x="6180688" y="2320538"/>
              <a:chExt cx="1149350" cy="814387"/>
            </a:xfrm>
          </p:grpSpPr>
          <p:sp>
            <p:nvSpPr>
              <p:cNvPr id="1098" name="Google Shape;1098;p37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37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37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37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37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37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37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5" name="Google Shape;1105;p37"/>
            <p:cNvSpPr/>
            <p:nvPr/>
          </p:nvSpPr>
          <p:spPr>
            <a:xfrm>
              <a:off x="8229306" y="539497"/>
              <a:ext cx="205393" cy="466651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8"/>
          <p:cNvSpPr txBox="1">
            <a:spLocks noGrp="1"/>
          </p:cNvSpPr>
          <p:nvPr>
            <p:ph type="subTitle" idx="3"/>
          </p:nvPr>
        </p:nvSpPr>
        <p:spPr>
          <a:xfrm>
            <a:off x="847200" y="377585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discussions, students practice </a:t>
            </a:r>
            <a:r>
              <a:rPr lang="en" b="1"/>
              <a:t>expressing </a:t>
            </a:r>
            <a:r>
              <a:rPr lang="en"/>
              <a:t>themselves</a:t>
            </a:r>
            <a:endParaRPr/>
          </a:p>
        </p:txBody>
      </p:sp>
      <p:sp>
        <p:nvSpPr>
          <p:cNvPr id="1111" name="Google Shape;1111;p38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 ways to learn a language</a:t>
            </a:r>
            <a:endParaRPr/>
          </a:p>
        </p:txBody>
      </p:sp>
      <p:sp>
        <p:nvSpPr>
          <p:cNvPr id="1112" name="Google Shape;1112;p38"/>
          <p:cNvSpPr txBox="1">
            <a:spLocks noGrp="1"/>
          </p:cNvSpPr>
          <p:nvPr>
            <p:ph type="subTitle" idx="1"/>
          </p:nvPr>
        </p:nvSpPr>
        <p:spPr>
          <a:xfrm>
            <a:off x="847200" y="2037650"/>
            <a:ext cx="24795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session turns learning into an </a:t>
            </a:r>
            <a:r>
              <a:rPr lang="en" b="1"/>
              <a:t>adventure</a:t>
            </a:r>
            <a:r>
              <a:rPr lang="en"/>
              <a:t>, making words exciting discoveries</a:t>
            </a:r>
            <a:endParaRPr/>
          </a:p>
        </p:txBody>
      </p:sp>
      <p:sp>
        <p:nvSpPr>
          <p:cNvPr id="1113" name="Google Shape;1113;p38"/>
          <p:cNvSpPr txBox="1">
            <a:spLocks noGrp="1"/>
          </p:cNvSpPr>
          <p:nvPr>
            <p:ph type="subTitle" idx="2"/>
          </p:nvPr>
        </p:nvSpPr>
        <p:spPr>
          <a:xfrm>
            <a:off x="3324675" y="203765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Immerse in </a:t>
            </a:r>
            <a:r>
              <a:rPr lang="en" b="1"/>
              <a:t>stories </a:t>
            </a:r>
            <a:r>
              <a:rPr lang="en"/>
              <a:t>that weave language into tales, creating experiences</a:t>
            </a:r>
            <a:endParaRPr/>
          </a:p>
        </p:txBody>
      </p:sp>
      <p:sp>
        <p:nvSpPr>
          <p:cNvPr id="1114" name="Google Shape;1114;p38"/>
          <p:cNvSpPr txBox="1">
            <a:spLocks noGrp="1"/>
          </p:cNvSpPr>
          <p:nvPr>
            <p:ph type="subTitle" idx="4"/>
          </p:nvPr>
        </p:nvSpPr>
        <p:spPr>
          <a:xfrm>
            <a:off x="3322687" y="378320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Hands-on projects </a:t>
            </a:r>
            <a:r>
              <a:rPr lang="en"/>
              <a:t>allow students to express themselves in diverse ways</a:t>
            </a:r>
            <a:endParaRPr/>
          </a:p>
        </p:txBody>
      </p:sp>
      <p:sp>
        <p:nvSpPr>
          <p:cNvPr id="1115" name="Google Shape;1115;p38"/>
          <p:cNvSpPr txBox="1">
            <a:spLocks noGrp="1"/>
          </p:cNvSpPr>
          <p:nvPr>
            <p:ph type="subTitle" idx="5"/>
          </p:nvPr>
        </p:nvSpPr>
        <p:spPr>
          <a:xfrm>
            <a:off x="5798182" y="203765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Catchy tunes and playful words make language learning </a:t>
            </a:r>
            <a:r>
              <a:rPr lang="en" b="1"/>
              <a:t>enjoyable</a:t>
            </a:r>
            <a:endParaRPr b="1"/>
          </a:p>
        </p:txBody>
      </p:sp>
      <p:sp>
        <p:nvSpPr>
          <p:cNvPr id="1116" name="Google Shape;1116;p38"/>
          <p:cNvSpPr txBox="1">
            <a:spLocks noGrp="1"/>
          </p:cNvSpPr>
          <p:nvPr>
            <p:ph type="subTitle" idx="6"/>
          </p:nvPr>
        </p:nvSpPr>
        <p:spPr>
          <a:xfrm>
            <a:off x="5798182" y="3775850"/>
            <a:ext cx="2475600" cy="8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Move and learn! </a:t>
            </a:r>
            <a:r>
              <a:rPr lang="en"/>
              <a:t>Incorporating movement enhances memory</a:t>
            </a:r>
            <a:endParaRPr/>
          </a:p>
        </p:txBody>
      </p:sp>
      <p:sp>
        <p:nvSpPr>
          <p:cNvPr id="1117" name="Google Shape;1117;p38"/>
          <p:cNvSpPr txBox="1">
            <a:spLocks noGrp="1"/>
          </p:cNvSpPr>
          <p:nvPr>
            <p:ph type="subTitle" idx="7"/>
          </p:nvPr>
        </p:nvSpPr>
        <p:spPr>
          <a:xfrm>
            <a:off x="847200" y="1420775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Exciting and fun learning</a:t>
            </a:r>
            <a:endParaRPr/>
          </a:p>
        </p:txBody>
      </p:sp>
      <p:sp>
        <p:nvSpPr>
          <p:cNvPr id="1118" name="Google Shape;1118;p38"/>
          <p:cNvSpPr txBox="1">
            <a:spLocks noGrp="1"/>
          </p:cNvSpPr>
          <p:nvPr>
            <p:ph type="subTitle" idx="8"/>
          </p:nvPr>
        </p:nvSpPr>
        <p:spPr>
          <a:xfrm>
            <a:off x="3322688" y="1420775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Storytelling magic</a:t>
            </a:r>
            <a:endParaRPr/>
          </a:p>
        </p:txBody>
      </p:sp>
      <p:sp>
        <p:nvSpPr>
          <p:cNvPr id="1119" name="Google Shape;1119;p38"/>
          <p:cNvSpPr txBox="1">
            <a:spLocks noGrp="1"/>
          </p:cNvSpPr>
          <p:nvPr>
            <p:ph type="subTitle" idx="9"/>
          </p:nvPr>
        </p:nvSpPr>
        <p:spPr>
          <a:xfrm>
            <a:off x="5798183" y="1420775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 fun rhyming</a:t>
            </a:r>
            <a:endParaRPr/>
          </a:p>
        </p:txBody>
      </p:sp>
      <p:sp>
        <p:nvSpPr>
          <p:cNvPr id="1120" name="Google Shape;1120;p38"/>
          <p:cNvSpPr txBox="1">
            <a:spLocks noGrp="1"/>
          </p:cNvSpPr>
          <p:nvPr>
            <p:ph type="subTitle" idx="13"/>
          </p:nvPr>
        </p:nvSpPr>
        <p:spPr>
          <a:xfrm>
            <a:off x="847200" y="3159100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conversations</a:t>
            </a:r>
            <a:endParaRPr/>
          </a:p>
        </p:txBody>
      </p:sp>
      <p:sp>
        <p:nvSpPr>
          <p:cNvPr id="1121" name="Google Shape;1121;p38"/>
          <p:cNvSpPr txBox="1">
            <a:spLocks noGrp="1"/>
          </p:cNvSpPr>
          <p:nvPr>
            <p:ph type="subTitle" idx="14"/>
          </p:nvPr>
        </p:nvSpPr>
        <p:spPr>
          <a:xfrm>
            <a:off x="3322692" y="3159100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  <p:sp>
        <p:nvSpPr>
          <p:cNvPr id="1122" name="Google Shape;1122;p38"/>
          <p:cNvSpPr txBox="1">
            <a:spLocks noGrp="1"/>
          </p:cNvSpPr>
          <p:nvPr>
            <p:ph type="subTitle" idx="15"/>
          </p:nvPr>
        </p:nvSpPr>
        <p:spPr>
          <a:xfrm>
            <a:off x="5798183" y="3159100"/>
            <a:ext cx="2475600" cy="74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in motion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39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>
                <a:latin typeface="Nunito Black"/>
                <a:ea typeface="Nunito Black"/>
                <a:cs typeface="Nunito Black"/>
                <a:sym typeface="Nunito Black"/>
              </a:rPr>
              <a:t>Activity 2: Matching opposites</a:t>
            </a:r>
            <a:endParaRPr sz="32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128" name="Google Shape;1128;p39"/>
          <p:cNvSpPr txBox="1">
            <a:spLocks noGrp="1"/>
          </p:cNvSpPr>
          <p:nvPr>
            <p:ph type="body" idx="4294967295"/>
          </p:nvPr>
        </p:nvSpPr>
        <p:spPr>
          <a:xfrm>
            <a:off x="726450" y="1136425"/>
            <a:ext cx="77040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Display a list of opposite word pairs in the target language. </a:t>
            </a:r>
            <a:r>
              <a:rPr lang="en" b="1">
                <a:latin typeface="DM Sans"/>
                <a:ea typeface="DM Sans"/>
                <a:cs typeface="DM Sans"/>
                <a:sym typeface="DM Sans"/>
              </a:rPr>
              <a:t>Have the students in the class match them correctly</a:t>
            </a:r>
            <a:endParaRPr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29" name="Google Shape;1129;p39"/>
          <p:cNvSpPr/>
          <p:nvPr/>
        </p:nvSpPr>
        <p:spPr>
          <a:xfrm>
            <a:off x="5924788" y="1970600"/>
            <a:ext cx="15975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Opposite 3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130" name="Google Shape;1130;p39"/>
          <p:cNvSpPr/>
          <p:nvPr/>
        </p:nvSpPr>
        <p:spPr>
          <a:xfrm>
            <a:off x="1621713" y="1970600"/>
            <a:ext cx="1600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Word 1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131" name="Google Shape;1131;p39"/>
          <p:cNvSpPr/>
          <p:nvPr/>
        </p:nvSpPr>
        <p:spPr>
          <a:xfrm>
            <a:off x="5924788" y="2643850"/>
            <a:ext cx="15975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Opposite 1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132" name="Google Shape;1132;p39"/>
          <p:cNvSpPr/>
          <p:nvPr/>
        </p:nvSpPr>
        <p:spPr>
          <a:xfrm>
            <a:off x="1621713" y="2643851"/>
            <a:ext cx="1600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Word 2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133" name="Google Shape;1133;p39"/>
          <p:cNvSpPr/>
          <p:nvPr/>
        </p:nvSpPr>
        <p:spPr>
          <a:xfrm>
            <a:off x="5924788" y="3317100"/>
            <a:ext cx="15975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Opposite 4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134" name="Google Shape;1134;p39"/>
          <p:cNvSpPr/>
          <p:nvPr/>
        </p:nvSpPr>
        <p:spPr>
          <a:xfrm>
            <a:off x="1621713" y="3317102"/>
            <a:ext cx="1600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Word 3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135" name="Google Shape;1135;p39"/>
          <p:cNvSpPr/>
          <p:nvPr/>
        </p:nvSpPr>
        <p:spPr>
          <a:xfrm>
            <a:off x="5924788" y="3990350"/>
            <a:ext cx="15975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Opposite 2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136" name="Google Shape;1136;p39"/>
          <p:cNvSpPr/>
          <p:nvPr/>
        </p:nvSpPr>
        <p:spPr>
          <a:xfrm>
            <a:off x="1621713" y="3990352"/>
            <a:ext cx="1600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Word 4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cxnSp>
        <p:nvCxnSpPr>
          <p:cNvPr id="1137" name="Google Shape;1137;p39"/>
          <p:cNvCxnSpPr>
            <a:stCxn id="1130" idx="3"/>
          </p:cNvCxnSpPr>
          <p:nvPr/>
        </p:nvCxnSpPr>
        <p:spPr>
          <a:xfrm rot="10800000" flipH="1">
            <a:off x="3221913" y="1970750"/>
            <a:ext cx="630000" cy="268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8" name="Google Shape;1138;p39"/>
          <p:cNvCxnSpPr>
            <a:stCxn id="1132" idx="3"/>
          </p:cNvCxnSpPr>
          <p:nvPr/>
        </p:nvCxnSpPr>
        <p:spPr>
          <a:xfrm rot="10800000" flipH="1">
            <a:off x="3221913" y="2663201"/>
            <a:ext cx="622200" cy="249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9" name="Google Shape;1139;p39"/>
          <p:cNvCxnSpPr>
            <a:stCxn id="1134" idx="3"/>
          </p:cNvCxnSpPr>
          <p:nvPr/>
        </p:nvCxnSpPr>
        <p:spPr>
          <a:xfrm rot="10800000" flipH="1">
            <a:off x="3221913" y="3379052"/>
            <a:ext cx="661200" cy="206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0" name="Google Shape;1140;p39"/>
          <p:cNvCxnSpPr>
            <a:stCxn id="1136" idx="3"/>
          </p:cNvCxnSpPr>
          <p:nvPr/>
        </p:nvCxnSpPr>
        <p:spPr>
          <a:xfrm rot="10800000" flipH="1">
            <a:off x="3221913" y="4032502"/>
            <a:ext cx="653400" cy="226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40"/>
          <p:cNvSpPr txBox="1">
            <a:spLocks noGrp="1"/>
          </p:cNvSpPr>
          <p:nvPr>
            <p:ph type="title"/>
          </p:nvPr>
        </p:nvSpPr>
        <p:spPr>
          <a:xfrm>
            <a:off x="1746750" y="1710100"/>
            <a:ext cx="5650500" cy="15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love this language!</a:t>
            </a:r>
            <a:endParaRPr/>
          </a:p>
        </p:txBody>
      </p:sp>
      <p:grpSp>
        <p:nvGrpSpPr>
          <p:cNvPr id="1146" name="Google Shape;1146;p40"/>
          <p:cNvGrpSpPr/>
          <p:nvPr/>
        </p:nvGrpSpPr>
        <p:grpSpPr>
          <a:xfrm>
            <a:off x="5515675" y="-260555"/>
            <a:ext cx="3764458" cy="3084847"/>
            <a:chOff x="5515675" y="-260555"/>
            <a:chExt cx="3764458" cy="3084847"/>
          </a:xfrm>
        </p:grpSpPr>
        <p:sp>
          <p:nvSpPr>
            <p:cNvPr id="1147" name="Google Shape;1147;p40"/>
            <p:cNvSpPr/>
            <p:nvPr/>
          </p:nvSpPr>
          <p:spPr>
            <a:xfrm>
              <a:off x="6497850" y="353037"/>
              <a:ext cx="715160" cy="718388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rgbClr val="FFCE73">
                <a:alpha val="506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0"/>
            <p:cNvSpPr/>
            <p:nvPr/>
          </p:nvSpPr>
          <p:spPr>
            <a:xfrm>
              <a:off x="5515675" y="796500"/>
              <a:ext cx="215975" cy="21695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40"/>
            <p:cNvSpPr/>
            <p:nvPr/>
          </p:nvSpPr>
          <p:spPr>
            <a:xfrm>
              <a:off x="7343350" y="2319217"/>
              <a:ext cx="502800" cy="505075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40"/>
            <p:cNvSpPr/>
            <p:nvPr/>
          </p:nvSpPr>
          <p:spPr>
            <a:xfrm>
              <a:off x="7638850" y="1293437"/>
              <a:ext cx="332101" cy="33360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51" name="Google Shape;1151;p40"/>
            <p:cNvGrpSpPr/>
            <p:nvPr/>
          </p:nvGrpSpPr>
          <p:grpSpPr>
            <a:xfrm rot="-3597567">
              <a:off x="7827319" y="1059147"/>
              <a:ext cx="1473528" cy="802191"/>
              <a:chOff x="2150175" y="1535988"/>
              <a:chExt cx="2878139" cy="1566862"/>
            </a:xfrm>
          </p:grpSpPr>
          <p:sp>
            <p:nvSpPr>
              <p:cNvPr id="1152" name="Google Shape;1152;p40"/>
              <p:cNvSpPr/>
              <p:nvPr/>
            </p:nvSpPr>
            <p:spPr>
              <a:xfrm>
                <a:off x="2259713" y="1535988"/>
                <a:ext cx="12922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42" extrusionOk="0">
                    <a:moveTo>
                      <a:pt x="0" y="115"/>
                    </a:move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0"/>
                      <a:pt x="433" y="243"/>
                      <a:pt x="497" y="487"/>
                    </a:cubicBezTo>
                    <a:cubicBezTo>
                      <a:pt x="414" y="542"/>
                      <a:pt x="414" y="542"/>
                      <a:pt x="414" y="542"/>
                    </a:cubicBezTo>
                    <a:cubicBezTo>
                      <a:pt x="414" y="542"/>
                      <a:pt x="221" y="287"/>
                      <a:pt x="0" y="1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40"/>
              <p:cNvSpPr/>
              <p:nvPr/>
            </p:nvSpPr>
            <p:spPr>
              <a:xfrm>
                <a:off x="3626550" y="1535988"/>
                <a:ext cx="12922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42" extrusionOk="0">
                    <a:moveTo>
                      <a:pt x="497" y="115"/>
                    </a:moveTo>
                    <a:cubicBezTo>
                      <a:pt x="393" y="0"/>
                      <a:pt x="393" y="0"/>
                      <a:pt x="393" y="0"/>
                    </a:cubicBezTo>
                    <a:cubicBezTo>
                      <a:pt x="393" y="0"/>
                      <a:pt x="63" y="243"/>
                      <a:pt x="0" y="487"/>
                    </a:cubicBezTo>
                    <a:cubicBezTo>
                      <a:pt x="82" y="542"/>
                      <a:pt x="82" y="542"/>
                      <a:pt x="82" y="542"/>
                    </a:cubicBezTo>
                    <a:cubicBezTo>
                      <a:pt x="82" y="542"/>
                      <a:pt x="276" y="287"/>
                      <a:pt x="497" y="1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40"/>
              <p:cNvSpPr/>
              <p:nvPr/>
            </p:nvSpPr>
            <p:spPr>
              <a:xfrm>
                <a:off x="3369375" y="2485313"/>
                <a:ext cx="88900" cy="179388"/>
              </a:xfrm>
              <a:custGeom>
                <a:avLst/>
                <a:gdLst/>
                <a:ahLst/>
                <a:cxnLst/>
                <a:rect l="l" t="t" r="r" b="b"/>
                <a:pathLst>
                  <a:path w="34" h="69" extrusionOk="0">
                    <a:moveTo>
                      <a:pt x="0" y="0"/>
                    </a:moveTo>
                    <a:cubicBezTo>
                      <a:pt x="6" y="25"/>
                      <a:pt x="19" y="48"/>
                      <a:pt x="34" y="69"/>
                    </a:cubicBezTo>
                    <a:cubicBezTo>
                      <a:pt x="27" y="44"/>
                      <a:pt x="14" y="22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40"/>
              <p:cNvSpPr/>
              <p:nvPr/>
            </p:nvSpPr>
            <p:spPr>
              <a:xfrm>
                <a:off x="4401250" y="1751888"/>
                <a:ext cx="219075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84" h="79" extrusionOk="0">
                    <a:moveTo>
                      <a:pt x="0" y="79"/>
                    </a:moveTo>
                    <a:cubicBezTo>
                      <a:pt x="31" y="57"/>
                      <a:pt x="60" y="31"/>
                      <a:pt x="84" y="0"/>
                    </a:cubicBezTo>
                    <a:cubicBezTo>
                      <a:pt x="51" y="21"/>
                      <a:pt x="22" y="48"/>
                      <a:pt x="0" y="7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40"/>
              <p:cNvSpPr/>
              <p:nvPr/>
            </p:nvSpPr>
            <p:spPr>
              <a:xfrm>
                <a:off x="2875663" y="2029700"/>
                <a:ext cx="455613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05" extrusionOk="0">
                    <a:moveTo>
                      <a:pt x="0" y="0"/>
                    </a:moveTo>
                    <a:cubicBezTo>
                      <a:pt x="61" y="51"/>
                      <a:pt x="143" y="133"/>
                      <a:pt x="175" y="205"/>
                    </a:cubicBezTo>
                    <a:cubicBezTo>
                      <a:pt x="172" y="200"/>
                      <a:pt x="169" y="196"/>
                      <a:pt x="166" y="191"/>
                    </a:cubicBezTo>
                    <a:cubicBezTo>
                      <a:pt x="118" y="123"/>
                      <a:pt x="56" y="62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40"/>
              <p:cNvSpPr/>
              <p:nvPr/>
            </p:nvSpPr>
            <p:spPr>
              <a:xfrm>
                <a:off x="4142488" y="1651875"/>
                <a:ext cx="503238" cy="487363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87" extrusionOk="0">
                    <a:moveTo>
                      <a:pt x="194" y="0"/>
                    </a:moveTo>
                    <a:cubicBezTo>
                      <a:pt x="129" y="45"/>
                      <a:pt x="39" y="119"/>
                      <a:pt x="0" y="187"/>
                    </a:cubicBezTo>
                    <a:cubicBezTo>
                      <a:pt x="4" y="183"/>
                      <a:pt x="7" y="178"/>
                      <a:pt x="10" y="174"/>
                    </a:cubicBezTo>
                    <a:cubicBezTo>
                      <a:pt x="65" y="111"/>
                      <a:pt x="133" y="56"/>
                      <a:pt x="1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40"/>
              <p:cNvSpPr/>
              <p:nvPr/>
            </p:nvSpPr>
            <p:spPr>
              <a:xfrm>
                <a:off x="3364613" y="2783763"/>
                <a:ext cx="449263" cy="19685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76" extrusionOk="0">
                    <a:moveTo>
                      <a:pt x="173" y="76"/>
                    </a:moveTo>
                    <a:cubicBezTo>
                      <a:pt x="173" y="34"/>
                      <a:pt x="134" y="0"/>
                      <a:pt x="86" y="0"/>
                    </a:cubicBezTo>
                    <a:cubicBezTo>
                      <a:pt x="39" y="0"/>
                      <a:pt x="0" y="34"/>
                      <a:pt x="0" y="7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40"/>
              <p:cNvSpPr/>
              <p:nvPr/>
            </p:nvSpPr>
            <p:spPr>
              <a:xfrm>
                <a:off x="3339213" y="2758363"/>
                <a:ext cx="501650" cy="246063"/>
              </a:xfrm>
              <a:custGeom>
                <a:avLst/>
                <a:gdLst/>
                <a:ahLst/>
                <a:cxnLst/>
                <a:rect l="l" t="t" r="r" b="b"/>
                <a:pathLst>
                  <a:path w="193" h="95" extrusionOk="0">
                    <a:moveTo>
                      <a:pt x="183" y="95"/>
                    </a:moveTo>
                    <a:cubicBezTo>
                      <a:pt x="177" y="95"/>
                      <a:pt x="172" y="91"/>
                      <a:pt x="172" y="86"/>
                    </a:cubicBezTo>
                    <a:cubicBezTo>
                      <a:pt x="172" y="49"/>
                      <a:pt x="138" y="19"/>
                      <a:pt x="96" y="19"/>
                    </a:cubicBezTo>
                    <a:cubicBezTo>
                      <a:pt x="55" y="19"/>
                      <a:pt x="21" y="49"/>
                      <a:pt x="21" y="86"/>
                    </a:cubicBezTo>
                    <a:cubicBezTo>
                      <a:pt x="21" y="91"/>
                      <a:pt x="16" y="95"/>
                      <a:pt x="10" y="95"/>
                    </a:cubicBezTo>
                    <a:cubicBezTo>
                      <a:pt x="4" y="95"/>
                      <a:pt x="0" y="91"/>
                      <a:pt x="0" y="86"/>
                    </a:cubicBezTo>
                    <a:cubicBezTo>
                      <a:pt x="0" y="39"/>
                      <a:pt x="43" y="0"/>
                      <a:pt x="96" y="0"/>
                    </a:cubicBezTo>
                    <a:cubicBezTo>
                      <a:pt x="150" y="0"/>
                      <a:pt x="193" y="39"/>
                      <a:pt x="193" y="86"/>
                    </a:cubicBezTo>
                    <a:cubicBezTo>
                      <a:pt x="193" y="91"/>
                      <a:pt x="188" y="95"/>
                      <a:pt x="183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40"/>
              <p:cNvSpPr/>
              <p:nvPr/>
            </p:nvSpPr>
            <p:spPr>
              <a:xfrm>
                <a:off x="2150175" y="1761413"/>
                <a:ext cx="2878139" cy="1341437"/>
              </a:xfrm>
              <a:custGeom>
                <a:avLst/>
                <a:gdLst/>
                <a:ahLst/>
                <a:cxnLst/>
                <a:rect l="l" t="t" r="r" b="b"/>
                <a:pathLst>
                  <a:path w="1107" h="516" extrusionOk="0">
                    <a:moveTo>
                      <a:pt x="1104" y="35"/>
                    </a:moveTo>
                    <a:cubicBezTo>
                      <a:pt x="1094" y="25"/>
                      <a:pt x="1084" y="14"/>
                      <a:pt x="1074" y="3"/>
                    </a:cubicBezTo>
                    <a:cubicBezTo>
                      <a:pt x="1071" y="0"/>
                      <a:pt x="1066" y="0"/>
                      <a:pt x="1063" y="2"/>
                    </a:cubicBezTo>
                    <a:cubicBezTo>
                      <a:pt x="896" y="129"/>
                      <a:pt x="749" y="276"/>
                      <a:pt x="626" y="438"/>
                    </a:cubicBezTo>
                    <a:cubicBezTo>
                      <a:pt x="580" y="456"/>
                      <a:pt x="527" y="456"/>
                      <a:pt x="481" y="438"/>
                    </a:cubicBezTo>
                    <a:cubicBezTo>
                      <a:pt x="358" y="276"/>
                      <a:pt x="211" y="129"/>
                      <a:pt x="44" y="2"/>
                    </a:cubicBezTo>
                    <a:cubicBezTo>
                      <a:pt x="41" y="0"/>
                      <a:pt x="36" y="0"/>
                      <a:pt x="33" y="3"/>
                    </a:cubicBezTo>
                    <a:cubicBezTo>
                      <a:pt x="23" y="14"/>
                      <a:pt x="13" y="25"/>
                      <a:pt x="2" y="35"/>
                    </a:cubicBezTo>
                    <a:cubicBezTo>
                      <a:pt x="0" y="38"/>
                      <a:pt x="0" y="42"/>
                      <a:pt x="3" y="45"/>
                    </a:cubicBezTo>
                    <a:cubicBezTo>
                      <a:pt x="170" y="171"/>
                      <a:pt x="316" y="318"/>
                      <a:pt x="437" y="480"/>
                    </a:cubicBezTo>
                    <a:cubicBezTo>
                      <a:pt x="436" y="481"/>
                      <a:pt x="436" y="481"/>
                      <a:pt x="436" y="481"/>
                    </a:cubicBezTo>
                    <a:cubicBezTo>
                      <a:pt x="437" y="481"/>
                      <a:pt x="437" y="481"/>
                      <a:pt x="438" y="482"/>
                    </a:cubicBezTo>
                    <a:cubicBezTo>
                      <a:pt x="438" y="482"/>
                      <a:pt x="438" y="482"/>
                      <a:pt x="438" y="482"/>
                    </a:cubicBezTo>
                    <a:cubicBezTo>
                      <a:pt x="439" y="482"/>
                      <a:pt x="439" y="482"/>
                      <a:pt x="439" y="482"/>
                    </a:cubicBezTo>
                    <a:cubicBezTo>
                      <a:pt x="510" y="516"/>
                      <a:pt x="596" y="516"/>
                      <a:pt x="668" y="482"/>
                    </a:cubicBezTo>
                    <a:cubicBezTo>
                      <a:pt x="668" y="482"/>
                      <a:pt x="668" y="482"/>
                      <a:pt x="668" y="482"/>
                    </a:cubicBezTo>
                    <a:cubicBezTo>
                      <a:pt x="669" y="482"/>
                      <a:pt x="669" y="482"/>
                      <a:pt x="669" y="482"/>
                    </a:cubicBezTo>
                    <a:cubicBezTo>
                      <a:pt x="669" y="481"/>
                      <a:pt x="670" y="481"/>
                      <a:pt x="670" y="481"/>
                    </a:cubicBezTo>
                    <a:cubicBezTo>
                      <a:pt x="670" y="480"/>
                      <a:pt x="670" y="480"/>
                      <a:pt x="670" y="480"/>
                    </a:cubicBezTo>
                    <a:cubicBezTo>
                      <a:pt x="791" y="318"/>
                      <a:pt x="937" y="171"/>
                      <a:pt x="1104" y="45"/>
                    </a:cubicBezTo>
                    <a:cubicBezTo>
                      <a:pt x="1107" y="42"/>
                      <a:pt x="1107" y="38"/>
                      <a:pt x="1104" y="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40"/>
              <p:cNvSpPr/>
              <p:nvPr/>
            </p:nvSpPr>
            <p:spPr>
              <a:xfrm>
                <a:off x="3377313" y="2966325"/>
                <a:ext cx="17938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" extrusionOk="0">
                    <a:moveTo>
                      <a:pt x="0" y="0"/>
                    </a:moveTo>
                    <a:cubicBezTo>
                      <a:pt x="21" y="11"/>
                      <a:pt x="46" y="11"/>
                      <a:pt x="69" y="8"/>
                    </a:cubicBezTo>
                    <a:cubicBezTo>
                      <a:pt x="45" y="3"/>
                      <a:pt x="25" y="3"/>
                      <a:pt x="0" y="0"/>
                    </a:cubicBezTo>
                    <a:close/>
                  </a:path>
                </a:pathLst>
              </a:custGeom>
              <a:solidFill>
                <a:srgbClr val="334A5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2" name="Google Shape;1162;p40"/>
            <p:cNvGrpSpPr/>
            <p:nvPr/>
          </p:nvGrpSpPr>
          <p:grpSpPr>
            <a:xfrm>
              <a:off x="7343346" y="-260555"/>
              <a:ext cx="1159173" cy="1331976"/>
              <a:chOff x="5652063" y="1771263"/>
              <a:chExt cx="1714500" cy="1970087"/>
            </a:xfrm>
          </p:grpSpPr>
          <p:sp>
            <p:nvSpPr>
              <p:cNvPr id="1163" name="Google Shape;1163;p40"/>
              <p:cNvSpPr/>
              <p:nvPr/>
            </p:nvSpPr>
            <p:spPr>
              <a:xfrm>
                <a:off x="6272775" y="3138100"/>
                <a:ext cx="1093788" cy="603250"/>
              </a:xfrm>
              <a:custGeom>
                <a:avLst/>
                <a:gdLst/>
                <a:ahLst/>
                <a:cxnLst/>
                <a:rect l="l" t="t" r="r" b="b"/>
                <a:pathLst>
                  <a:path w="689" h="380" extrusionOk="0">
                    <a:moveTo>
                      <a:pt x="689" y="83"/>
                    </a:moveTo>
                    <a:lnTo>
                      <a:pt x="39" y="380"/>
                    </a:lnTo>
                    <a:lnTo>
                      <a:pt x="0" y="296"/>
                    </a:lnTo>
                    <a:lnTo>
                      <a:pt x="650" y="0"/>
                    </a:lnTo>
                    <a:lnTo>
                      <a:pt x="689" y="8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40"/>
              <p:cNvSpPr/>
              <p:nvPr/>
            </p:nvSpPr>
            <p:spPr>
              <a:xfrm>
                <a:off x="6348975" y="3233350"/>
                <a:ext cx="9620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88" extrusionOk="0">
                    <a:moveTo>
                      <a:pt x="606" y="15"/>
                    </a:moveTo>
                    <a:lnTo>
                      <a:pt x="8" y="288"/>
                    </a:lnTo>
                    <a:lnTo>
                      <a:pt x="0" y="272"/>
                    </a:lnTo>
                    <a:lnTo>
                      <a:pt x="600" y="0"/>
                    </a:lnTo>
                    <a:lnTo>
                      <a:pt x="606" y="1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5" name="Google Shape;1165;p40"/>
              <p:cNvSpPr/>
              <p:nvPr/>
            </p:nvSpPr>
            <p:spPr>
              <a:xfrm>
                <a:off x="5652063" y="1771263"/>
                <a:ext cx="1671638" cy="1873250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180" extrusionOk="0">
                    <a:moveTo>
                      <a:pt x="1053" y="882"/>
                    </a:moveTo>
                    <a:lnTo>
                      <a:pt x="403" y="1180"/>
                    </a:lnTo>
                    <a:lnTo>
                      <a:pt x="0" y="297"/>
                    </a:lnTo>
                    <a:lnTo>
                      <a:pt x="650" y="0"/>
                    </a:lnTo>
                    <a:lnTo>
                      <a:pt x="1053" y="88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6" name="Google Shape;1166;p40"/>
              <p:cNvSpPr/>
              <p:nvPr/>
            </p:nvSpPr>
            <p:spPr>
              <a:xfrm>
                <a:off x="5996550" y="2139563"/>
                <a:ext cx="747713" cy="617538"/>
              </a:xfrm>
              <a:custGeom>
                <a:avLst/>
                <a:gdLst/>
                <a:ahLst/>
                <a:cxnLst/>
                <a:rect l="l" t="t" r="r" b="b"/>
                <a:pathLst>
                  <a:path w="471" h="389" extrusionOk="0">
                    <a:moveTo>
                      <a:pt x="471" y="221"/>
                    </a:moveTo>
                    <a:lnTo>
                      <a:pt x="101" y="389"/>
                    </a:lnTo>
                    <a:lnTo>
                      <a:pt x="0" y="169"/>
                    </a:lnTo>
                    <a:lnTo>
                      <a:pt x="370" y="0"/>
                    </a:lnTo>
                    <a:lnTo>
                      <a:pt x="471" y="22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7" name="Google Shape;1167;p40"/>
              <p:cNvSpPr/>
              <p:nvPr/>
            </p:nvSpPr>
            <p:spPr>
              <a:xfrm>
                <a:off x="6129900" y="233165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6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40"/>
              <p:cNvSpPr/>
              <p:nvPr/>
            </p:nvSpPr>
            <p:spPr>
              <a:xfrm>
                <a:off x="6090213" y="2249100"/>
                <a:ext cx="481013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50" extrusionOk="0">
                    <a:moveTo>
                      <a:pt x="303" y="13"/>
                    </a:moveTo>
                    <a:lnTo>
                      <a:pt x="8" y="150"/>
                    </a:lnTo>
                    <a:lnTo>
                      <a:pt x="0" y="134"/>
                    </a:lnTo>
                    <a:lnTo>
                      <a:pt x="297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40"/>
              <p:cNvSpPr/>
              <p:nvPr/>
            </p:nvSpPr>
            <p:spPr>
              <a:xfrm>
                <a:off x="6166413" y="2414200"/>
                <a:ext cx="481013" cy="236538"/>
              </a:xfrm>
              <a:custGeom>
                <a:avLst/>
                <a:gdLst/>
                <a:ahLst/>
                <a:cxnLst/>
                <a:rect l="l" t="t" r="r" b="b"/>
                <a:pathLst>
                  <a:path w="303" h="149" extrusionOk="0">
                    <a:moveTo>
                      <a:pt x="303" y="13"/>
                    </a:moveTo>
                    <a:lnTo>
                      <a:pt x="8" y="149"/>
                    </a:lnTo>
                    <a:lnTo>
                      <a:pt x="0" y="134"/>
                    </a:lnTo>
                    <a:lnTo>
                      <a:pt x="295" y="0"/>
                    </a:lnTo>
                    <a:lnTo>
                      <a:pt x="303" y="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40"/>
              <p:cNvSpPr/>
              <p:nvPr/>
            </p:nvSpPr>
            <p:spPr>
              <a:xfrm>
                <a:off x="5685400" y="246500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40"/>
              <p:cNvSpPr/>
              <p:nvPr/>
            </p:nvSpPr>
            <p:spPr>
              <a:xfrm>
                <a:off x="5728263" y="2560250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2"/>
                      <a:pt x="61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40"/>
              <p:cNvSpPr/>
              <p:nvPr/>
            </p:nvSpPr>
            <p:spPr>
              <a:xfrm>
                <a:off x="5771125" y="2653913"/>
                <a:ext cx="193675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1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5" y="38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40"/>
              <p:cNvSpPr/>
              <p:nvPr/>
            </p:nvSpPr>
            <p:spPr>
              <a:xfrm>
                <a:off x="5813988" y="2749163"/>
                <a:ext cx="193675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64" h="40" extrusionOk="0">
                    <a:moveTo>
                      <a:pt x="62" y="7"/>
                    </a:moveTo>
                    <a:cubicBezTo>
                      <a:pt x="64" y="11"/>
                      <a:pt x="62" y="17"/>
                      <a:pt x="57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0"/>
                      <a:pt x="5" y="38"/>
                      <a:pt x="2" y="33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40"/>
              <p:cNvSpPr/>
              <p:nvPr/>
            </p:nvSpPr>
            <p:spPr>
              <a:xfrm>
                <a:off x="5855263" y="2839650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2" y="34"/>
                    </a:cubicBezTo>
                    <a:cubicBezTo>
                      <a:pt x="0" y="29"/>
                      <a:pt x="2" y="24"/>
                      <a:pt x="7" y="22"/>
                    </a:cubicBezTo>
                    <a:cubicBezTo>
                      <a:pt x="49" y="3"/>
                      <a:pt x="49" y="3"/>
                      <a:pt x="49" y="3"/>
                    </a:cubicBezTo>
                    <a:cubicBezTo>
                      <a:pt x="54" y="0"/>
                      <a:pt x="59" y="3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40"/>
              <p:cNvSpPr/>
              <p:nvPr/>
            </p:nvSpPr>
            <p:spPr>
              <a:xfrm>
                <a:off x="5898125" y="2934900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2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59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40"/>
              <p:cNvSpPr/>
              <p:nvPr/>
            </p:nvSpPr>
            <p:spPr>
              <a:xfrm>
                <a:off x="5940988" y="3028563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0" y="41"/>
                      <a:pt x="5" y="39"/>
                      <a:pt x="3" y="34"/>
                    </a:cubicBezTo>
                    <a:cubicBezTo>
                      <a:pt x="0" y="29"/>
                      <a:pt x="3" y="24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40"/>
              <p:cNvSpPr/>
              <p:nvPr/>
            </p:nvSpPr>
            <p:spPr>
              <a:xfrm>
                <a:off x="5983850" y="3123813"/>
                <a:ext cx="195263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8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40"/>
              <p:cNvSpPr/>
              <p:nvPr/>
            </p:nvSpPr>
            <p:spPr>
              <a:xfrm>
                <a:off x="6026713" y="3217475"/>
                <a:ext cx="195263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64" h="41" extrusionOk="0">
                    <a:moveTo>
                      <a:pt x="62" y="7"/>
                    </a:moveTo>
                    <a:cubicBezTo>
                      <a:pt x="64" y="12"/>
                      <a:pt x="62" y="17"/>
                      <a:pt x="57" y="20"/>
                    </a:cubicBezTo>
                    <a:cubicBezTo>
                      <a:pt x="15" y="39"/>
                      <a:pt x="15" y="39"/>
                      <a:pt x="15" y="39"/>
                    </a:cubicBezTo>
                    <a:cubicBezTo>
                      <a:pt x="11" y="41"/>
                      <a:pt x="5" y="39"/>
                      <a:pt x="3" y="34"/>
                    </a:cubicBezTo>
                    <a:cubicBezTo>
                      <a:pt x="0" y="29"/>
                      <a:pt x="3" y="23"/>
                      <a:pt x="7" y="21"/>
                    </a:cubicBezTo>
                    <a:cubicBezTo>
                      <a:pt x="49" y="2"/>
                      <a:pt x="49" y="2"/>
                      <a:pt x="49" y="2"/>
                    </a:cubicBezTo>
                    <a:cubicBezTo>
                      <a:pt x="54" y="0"/>
                      <a:pt x="60" y="2"/>
                      <a:pt x="62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40"/>
              <p:cNvSpPr/>
              <p:nvPr/>
            </p:nvSpPr>
            <p:spPr>
              <a:xfrm>
                <a:off x="6072750" y="3312725"/>
                <a:ext cx="1905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3" h="41" extrusionOk="0">
                    <a:moveTo>
                      <a:pt x="61" y="7"/>
                    </a:moveTo>
                    <a:cubicBezTo>
                      <a:pt x="63" y="12"/>
                      <a:pt x="61" y="17"/>
                      <a:pt x="56" y="19"/>
                    </a:cubicBezTo>
                    <a:cubicBezTo>
                      <a:pt x="15" y="38"/>
                      <a:pt x="15" y="38"/>
                      <a:pt x="15" y="38"/>
                    </a:cubicBezTo>
                    <a:cubicBezTo>
                      <a:pt x="10" y="41"/>
                      <a:pt x="4" y="39"/>
                      <a:pt x="2" y="34"/>
                    </a:cubicBezTo>
                    <a:cubicBezTo>
                      <a:pt x="0" y="29"/>
                      <a:pt x="2" y="23"/>
                      <a:pt x="7" y="21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53" y="0"/>
                      <a:pt x="59" y="2"/>
                      <a:pt x="61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0" name="Google Shape;1180;p40"/>
            <p:cNvSpPr/>
            <p:nvPr/>
          </p:nvSpPr>
          <p:spPr>
            <a:xfrm rot="-2529477">
              <a:off x="7115402" y="1351975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1" name="Google Shape;1181;p40"/>
          <p:cNvGrpSpPr/>
          <p:nvPr/>
        </p:nvGrpSpPr>
        <p:grpSpPr>
          <a:xfrm>
            <a:off x="-503720" y="2344200"/>
            <a:ext cx="3716230" cy="2414628"/>
            <a:chOff x="-503720" y="2344200"/>
            <a:chExt cx="3716230" cy="2414628"/>
          </a:xfrm>
        </p:grpSpPr>
        <p:grpSp>
          <p:nvGrpSpPr>
            <p:cNvPr id="1182" name="Google Shape;1182;p40"/>
            <p:cNvGrpSpPr/>
            <p:nvPr/>
          </p:nvGrpSpPr>
          <p:grpSpPr>
            <a:xfrm>
              <a:off x="-503720" y="2344209"/>
              <a:ext cx="3716230" cy="2414619"/>
              <a:chOff x="-503720" y="2344209"/>
              <a:chExt cx="3716230" cy="2414619"/>
            </a:xfrm>
          </p:grpSpPr>
          <p:sp>
            <p:nvSpPr>
              <p:cNvPr id="1183" name="Google Shape;1183;p40"/>
              <p:cNvSpPr/>
              <p:nvPr/>
            </p:nvSpPr>
            <p:spPr>
              <a:xfrm>
                <a:off x="1894423" y="3970300"/>
                <a:ext cx="197729" cy="449225"/>
              </a:xfrm>
              <a:custGeom>
                <a:avLst/>
                <a:gdLst/>
                <a:ahLst/>
                <a:cxnLst/>
                <a:rect l="l" t="t" r="r" b="b"/>
                <a:pathLst>
                  <a:path w="71" h="161" extrusionOk="0">
                    <a:moveTo>
                      <a:pt x="18" y="74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35" y="5"/>
                      <a:pt x="41" y="0"/>
                      <a:pt x="49" y="1"/>
                    </a:cubicBezTo>
                    <a:cubicBezTo>
                      <a:pt x="53" y="1"/>
                      <a:pt x="56" y="2"/>
                      <a:pt x="60" y="3"/>
                    </a:cubicBezTo>
                    <a:cubicBezTo>
                      <a:pt x="65" y="4"/>
                      <a:pt x="69" y="8"/>
                      <a:pt x="70" y="13"/>
                    </a:cubicBezTo>
                    <a:cubicBezTo>
                      <a:pt x="71" y="16"/>
                      <a:pt x="71" y="19"/>
                      <a:pt x="70" y="22"/>
                    </a:cubicBezTo>
                    <a:cubicBezTo>
                      <a:pt x="62" y="54"/>
                      <a:pt x="54" y="87"/>
                      <a:pt x="45" y="120"/>
                    </a:cubicBezTo>
                    <a:cubicBezTo>
                      <a:pt x="45" y="121"/>
                      <a:pt x="45" y="122"/>
                      <a:pt x="44" y="124"/>
                    </a:cubicBezTo>
                    <a:cubicBezTo>
                      <a:pt x="41" y="129"/>
                      <a:pt x="36" y="133"/>
                      <a:pt x="30" y="132"/>
                    </a:cubicBezTo>
                    <a:cubicBezTo>
                      <a:pt x="23" y="132"/>
                      <a:pt x="18" y="128"/>
                      <a:pt x="16" y="121"/>
                    </a:cubicBezTo>
                    <a:cubicBezTo>
                      <a:pt x="16" y="119"/>
                      <a:pt x="16" y="115"/>
                      <a:pt x="16" y="113"/>
                    </a:cubicBezTo>
                    <a:cubicBezTo>
                      <a:pt x="19" y="103"/>
                      <a:pt x="21" y="93"/>
                      <a:pt x="24" y="84"/>
                    </a:cubicBezTo>
                    <a:cubicBezTo>
                      <a:pt x="25" y="80"/>
                      <a:pt x="26" y="76"/>
                      <a:pt x="27" y="72"/>
                    </a:cubicBezTo>
                    <a:cubicBezTo>
                      <a:pt x="28" y="69"/>
                      <a:pt x="31" y="71"/>
                      <a:pt x="31" y="73"/>
                    </a:cubicBezTo>
                    <a:cubicBezTo>
                      <a:pt x="31" y="73"/>
                      <a:pt x="31" y="74"/>
                      <a:pt x="31" y="74"/>
                    </a:cubicBezTo>
                    <a:cubicBezTo>
                      <a:pt x="27" y="88"/>
                      <a:pt x="24" y="101"/>
                      <a:pt x="21" y="114"/>
                    </a:cubicBezTo>
                    <a:cubicBezTo>
                      <a:pt x="19" y="120"/>
                      <a:pt x="22" y="125"/>
                      <a:pt x="26" y="127"/>
                    </a:cubicBezTo>
                    <a:cubicBezTo>
                      <a:pt x="32" y="129"/>
                      <a:pt x="37" y="127"/>
                      <a:pt x="40" y="122"/>
                    </a:cubicBezTo>
                    <a:cubicBezTo>
                      <a:pt x="40" y="121"/>
                      <a:pt x="41" y="119"/>
                      <a:pt x="41" y="118"/>
                    </a:cubicBezTo>
                    <a:cubicBezTo>
                      <a:pt x="49" y="86"/>
                      <a:pt x="57" y="54"/>
                      <a:pt x="65" y="22"/>
                    </a:cubicBezTo>
                    <a:cubicBezTo>
                      <a:pt x="66" y="21"/>
                      <a:pt x="66" y="20"/>
                      <a:pt x="66" y="20"/>
                    </a:cubicBezTo>
                    <a:cubicBezTo>
                      <a:pt x="67" y="15"/>
                      <a:pt x="65" y="10"/>
                      <a:pt x="61" y="8"/>
                    </a:cubicBezTo>
                    <a:cubicBezTo>
                      <a:pt x="56" y="6"/>
                      <a:pt x="52" y="5"/>
                      <a:pt x="47" y="5"/>
                    </a:cubicBezTo>
                    <a:cubicBezTo>
                      <a:pt x="42" y="6"/>
                      <a:pt x="39" y="9"/>
                      <a:pt x="38" y="14"/>
                    </a:cubicBezTo>
                    <a:cubicBezTo>
                      <a:pt x="27" y="54"/>
                      <a:pt x="17" y="95"/>
                      <a:pt x="7" y="136"/>
                    </a:cubicBezTo>
                    <a:cubicBezTo>
                      <a:pt x="5" y="142"/>
                      <a:pt x="8" y="147"/>
                      <a:pt x="13" y="151"/>
                    </a:cubicBezTo>
                    <a:cubicBezTo>
                      <a:pt x="16" y="154"/>
                      <a:pt x="20" y="154"/>
                      <a:pt x="24" y="155"/>
                    </a:cubicBezTo>
                    <a:cubicBezTo>
                      <a:pt x="33" y="157"/>
                      <a:pt x="41" y="152"/>
                      <a:pt x="43" y="143"/>
                    </a:cubicBezTo>
                    <a:cubicBezTo>
                      <a:pt x="49" y="120"/>
                      <a:pt x="55" y="97"/>
                      <a:pt x="61" y="74"/>
                    </a:cubicBezTo>
                    <a:cubicBezTo>
                      <a:pt x="61" y="73"/>
                      <a:pt x="61" y="73"/>
                      <a:pt x="61" y="73"/>
                    </a:cubicBezTo>
                    <a:cubicBezTo>
                      <a:pt x="61" y="71"/>
                      <a:pt x="65" y="72"/>
                      <a:pt x="65" y="75"/>
                    </a:cubicBezTo>
                    <a:cubicBezTo>
                      <a:pt x="59" y="98"/>
                      <a:pt x="53" y="122"/>
                      <a:pt x="47" y="145"/>
                    </a:cubicBezTo>
                    <a:cubicBezTo>
                      <a:pt x="45" y="153"/>
                      <a:pt x="39" y="159"/>
                      <a:pt x="31" y="160"/>
                    </a:cubicBezTo>
                    <a:cubicBezTo>
                      <a:pt x="25" y="161"/>
                      <a:pt x="19" y="159"/>
                      <a:pt x="13" y="156"/>
                    </a:cubicBezTo>
                    <a:cubicBezTo>
                      <a:pt x="6" y="153"/>
                      <a:pt x="0" y="144"/>
                      <a:pt x="3" y="134"/>
                    </a:cubicBezTo>
                    <a:cubicBezTo>
                      <a:pt x="8" y="114"/>
                      <a:pt x="13" y="94"/>
                      <a:pt x="18" y="7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84" name="Google Shape;1184;p40"/>
              <p:cNvGrpSpPr/>
              <p:nvPr/>
            </p:nvGrpSpPr>
            <p:grpSpPr>
              <a:xfrm>
                <a:off x="351008" y="4245520"/>
                <a:ext cx="724435" cy="513308"/>
                <a:chOff x="6180688" y="2320538"/>
                <a:chExt cx="1149350" cy="814387"/>
              </a:xfrm>
            </p:grpSpPr>
            <p:sp>
              <p:nvSpPr>
                <p:cNvPr id="1185" name="Google Shape;1185;p40"/>
                <p:cNvSpPr/>
                <p:nvPr/>
              </p:nvSpPr>
              <p:spPr>
                <a:xfrm>
                  <a:off x="7010950" y="2320538"/>
                  <a:ext cx="319088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" h="86" extrusionOk="0">
                      <a:moveTo>
                        <a:pt x="6" y="24"/>
                      </a:moveTo>
                      <a:cubicBezTo>
                        <a:pt x="7" y="23"/>
                        <a:pt x="9" y="23"/>
                        <a:pt x="10" y="23"/>
                      </a:cubicBezTo>
                      <a:cubicBezTo>
                        <a:pt x="96" y="1"/>
                        <a:pt x="96" y="1"/>
                        <a:pt x="96" y="1"/>
                      </a:cubicBezTo>
                      <a:cubicBezTo>
                        <a:pt x="99" y="0"/>
                        <a:pt x="102" y="1"/>
                        <a:pt x="104" y="3"/>
                      </a:cubicBezTo>
                      <a:cubicBezTo>
                        <a:pt x="105" y="5"/>
                        <a:pt x="105" y="9"/>
                        <a:pt x="103" y="11"/>
                      </a:cubicBezTo>
                      <a:cubicBezTo>
                        <a:pt x="48" y="82"/>
                        <a:pt x="48" y="82"/>
                        <a:pt x="48" y="82"/>
                      </a:cubicBezTo>
                      <a:cubicBezTo>
                        <a:pt x="46" y="84"/>
                        <a:pt x="43" y="86"/>
                        <a:pt x="41" y="86"/>
                      </a:cubicBezTo>
                      <a:cubicBezTo>
                        <a:pt x="38" y="86"/>
                        <a:pt x="36" y="85"/>
                        <a:pt x="34" y="83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0" y="31"/>
                        <a:pt x="2" y="27"/>
                        <a:pt x="6" y="2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186;p40"/>
                <p:cNvSpPr/>
                <p:nvPr/>
              </p:nvSpPr>
              <p:spPr>
                <a:xfrm>
                  <a:off x="6180688" y="2379275"/>
                  <a:ext cx="976313" cy="75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" h="248" extrusionOk="0">
                      <a:moveTo>
                        <a:pt x="17" y="166"/>
                      </a:moveTo>
                      <a:cubicBezTo>
                        <a:pt x="5" y="173"/>
                        <a:pt x="0" y="187"/>
                        <a:pt x="6" y="196"/>
                      </a:cubicBezTo>
                      <a:cubicBezTo>
                        <a:pt x="34" y="238"/>
                        <a:pt x="34" y="238"/>
                        <a:pt x="34" y="238"/>
                      </a:cubicBezTo>
                      <a:cubicBezTo>
                        <a:pt x="40" y="247"/>
                        <a:pt x="54" y="248"/>
                        <a:pt x="66" y="241"/>
                      </a:cubicBezTo>
                      <a:cubicBezTo>
                        <a:pt x="308" y="82"/>
                        <a:pt x="308" y="82"/>
                        <a:pt x="308" y="82"/>
                      </a:cubicBezTo>
                      <a:cubicBezTo>
                        <a:pt x="320" y="75"/>
                        <a:pt x="321" y="68"/>
                        <a:pt x="315" y="59"/>
                      </a:cubicBezTo>
                      <a:cubicBezTo>
                        <a:pt x="283" y="10"/>
                        <a:pt x="283" y="10"/>
                        <a:pt x="283" y="10"/>
                      </a:cubicBezTo>
                      <a:cubicBezTo>
                        <a:pt x="277" y="1"/>
                        <a:pt x="271" y="0"/>
                        <a:pt x="259" y="7"/>
                      </a:cubicBezTo>
                      <a:lnTo>
                        <a:pt x="17" y="1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187;p40"/>
                <p:cNvSpPr/>
                <p:nvPr/>
              </p:nvSpPr>
              <p:spPr>
                <a:xfrm>
                  <a:off x="6898238" y="2425313"/>
                  <a:ext cx="185738" cy="25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159" extrusionOk="0">
                      <a:moveTo>
                        <a:pt x="0" y="15"/>
                      </a:moveTo>
                      <a:lnTo>
                        <a:pt x="94" y="159"/>
                      </a:lnTo>
                      <a:lnTo>
                        <a:pt x="117" y="144"/>
                      </a:lnTo>
                      <a:lnTo>
                        <a:pt x="23" y="0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40"/>
                <p:cNvSpPr/>
                <p:nvPr/>
              </p:nvSpPr>
              <p:spPr>
                <a:xfrm>
                  <a:off x="6841088" y="2465000"/>
                  <a:ext cx="182563" cy="249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57" extrusionOk="0">
                      <a:moveTo>
                        <a:pt x="0" y="13"/>
                      </a:moveTo>
                      <a:lnTo>
                        <a:pt x="94" y="157"/>
                      </a:lnTo>
                      <a:lnTo>
                        <a:pt x="115" y="142"/>
                      </a:lnTo>
                      <a:lnTo>
                        <a:pt x="23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40"/>
                <p:cNvSpPr/>
                <p:nvPr/>
              </p:nvSpPr>
              <p:spPr>
                <a:xfrm>
                  <a:off x="6307688" y="2811075"/>
                  <a:ext cx="185738" cy="25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158" extrusionOk="0">
                      <a:moveTo>
                        <a:pt x="0" y="14"/>
                      </a:moveTo>
                      <a:lnTo>
                        <a:pt x="94" y="158"/>
                      </a:lnTo>
                      <a:lnTo>
                        <a:pt x="117" y="144"/>
                      </a:lnTo>
                      <a:lnTo>
                        <a:pt x="23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0" name="Google Shape;1190;p40"/>
                <p:cNvSpPr/>
                <p:nvPr/>
              </p:nvSpPr>
              <p:spPr>
                <a:xfrm>
                  <a:off x="6250538" y="2847588"/>
                  <a:ext cx="182563" cy="2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60" extrusionOk="0">
                      <a:moveTo>
                        <a:pt x="0" y="16"/>
                      </a:moveTo>
                      <a:lnTo>
                        <a:pt x="94" y="160"/>
                      </a:lnTo>
                      <a:lnTo>
                        <a:pt x="115" y="144"/>
                      </a:lnTo>
                      <a:lnTo>
                        <a:pt x="2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1" name="Google Shape;1191;p40"/>
                <p:cNvSpPr/>
                <p:nvPr/>
              </p:nvSpPr>
              <p:spPr>
                <a:xfrm>
                  <a:off x="6429925" y="2588825"/>
                  <a:ext cx="471488" cy="347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14" extrusionOk="0">
                      <a:moveTo>
                        <a:pt x="11" y="78"/>
                      </a:moveTo>
                      <a:cubicBezTo>
                        <a:pt x="4" y="83"/>
                        <a:pt x="0" y="92"/>
                        <a:pt x="4" y="98"/>
                      </a:cubicBezTo>
                      <a:cubicBezTo>
                        <a:pt x="10" y="107"/>
                        <a:pt x="10" y="107"/>
                        <a:pt x="10" y="107"/>
                      </a:cubicBezTo>
                      <a:cubicBezTo>
                        <a:pt x="14" y="113"/>
                        <a:pt x="24" y="114"/>
                        <a:pt x="32" y="109"/>
                      </a:cubicBezTo>
                      <a:cubicBezTo>
                        <a:pt x="144" y="36"/>
                        <a:pt x="144" y="36"/>
                        <a:pt x="144" y="36"/>
                      </a:cubicBezTo>
                      <a:cubicBezTo>
                        <a:pt x="152" y="31"/>
                        <a:pt x="155" y="22"/>
                        <a:pt x="151" y="16"/>
                      </a:cubicBezTo>
                      <a:cubicBezTo>
                        <a:pt x="145" y="6"/>
                        <a:pt x="145" y="6"/>
                        <a:pt x="145" y="6"/>
                      </a:cubicBezTo>
                      <a:cubicBezTo>
                        <a:pt x="141" y="0"/>
                        <a:pt x="132" y="0"/>
                        <a:pt x="124" y="5"/>
                      </a:cubicBezTo>
                      <a:lnTo>
                        <a:pt x="11" y="7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92" name="Google Shape;1192;p40"/>
              <p:cNvGrpSpPr/>
              <p:nvPr/>
            </p:nvGrpSpPr>
            <p:grpSpPr>
              <a:xfrm rot="-2353874">
                <a:off x="-237434" y="2628843"/>
                <a:ext cx="1374827" cy="1332049"/>
                <a:chOff x="9034563" y="1320413"/>
                <a:chExt cx="1836738" cy="1779588"/>
              </a:xfrm>
            </p:grpSpPr>
            <p:sp>
              <p:nvSpPr>
                <p:cNvPr id="1193" name="Google Shape;1193;p40"/>
                <p:cNvSpPr/>
                <p:nvPr/>
              </p:nvSpPr>
              <p:spPr>
                <a:xfrm>
                  <a:off x="9034563" y="1320413"/>
                  <a:ext cx="1836738" cy="1779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" h="584" extrusionOk="0">
                      <a:moveTo>
                        <a:pt x="58" y="379"/>
                      </a:moveTo>
                      <a:cubicBezTo>
                        <a:pt x="26" y="270"/>
                        <a:pt x="0" y="134"/>
                        <a:pt x="125" y="51"/>
                      </a:cubicBezTo>
                      <a:cubicBezTo>
                        <a:pt x="204" y="0"/>
                        <a:pt x="289" y="2"/>
                        <a:pt x="316" y="101"/>
                      </a:cubicBezTo>
                      <a:cubicBezTo>
                        <a:pt x="323" y="124"/>
                        <a:pt x="323" y="168"/>
                        <a:pt x="348" y="181"/>
                      </a:cubicBezTo>
                      <a:cubicBezTo>
                        <a:pt x="376" y="198"/>
                        <a:pt x="401" y="170"/>
                        <a:pt x="426" y="162"/>
                      </a:cubicBezTo>
                      <a:cubicBezTo>
                        <a:pt x="509" y="133"/>
                        <a:pt x="538" y="223"/>
                        <a:pt x="558" y="289"/>
                      </a:cubicBezTo>
                      <a:cubicBezTo>
                        <a:pt x="603" y="441"/>
                        <a:pt x="478" y="584"/>
                        <a:pt x="297" y="581"/>
                      </a:cubicBezTo>
                      <a:cubicBezTo>
                        <a:pt x="168" y="578"/>
                        <a:pt x="86" y="472"/>
                        <a:pt x="58" y="379"/>
                      </a:cubicBez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4" name="Google Shape;1194;p40"/>
                <p:cNvSpPr/>
                <p:nvPr/>
              </p:nvSpPr>
              <p:spPr>
                <a:xfrm>
                  <a:off x="9820375" y="1847463"/>
                  <a:ext cx="241300" cy="284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" h="93" extrusionOk="0">
                      <a:moveTo>
                        <a:pt x="66" y="30"/>
                      </a:moveTo>
                      <a:cubicBezTo>
                        <a:pt x="79" y="50"/>
                        <a:pt x="77" y="74"/>
                        <a:pt x="62" y="83"/>
                      </a:cubicBezTo>
                      <a:cubicBezTo>
                        <a:pt x="48" y="93"/>
                        <a:pt x="25" y="83"/>
                        <a:pt x="13" y="63"/>
                      </a:cubicBezTo>
                      <a:cubicBezTo>
                        <a:pt x="0" y="42"/>
                        <a:pt x="2" y="18"/>
                        <a:pt x="16" y="9"/>
                      </a:cubicBezTo>
                      <a:cubicBezTo>
                        <a:pt x="31" y="0"/>
                        <a:pt x="53" y="9"/>
                        <a:pt x="66" y="3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5" name="Google Shape;1195;p40"/>
                <p:cNvSpPr/>
                <p:nvPr/>
              </p:nvSpPr>
              <p:spPr>
                <a:xfrm>
                  <a:off x="9321900" y="2360225"/>
                  <a:ext cx="273050" cy="273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90" extrusionOk="0">
                      <a:moveTo>
                        <a:pt x="89" y="43"/>
                      </a:moveTo>
                      <a:cubicBezTo>
                        <a:pt x="90" y="67"/>
                        <a:pt x="71" y="88"/>
                        <a:pt x="47" y="89"/>
                      </a:cubicBezTo>
                      <a:cubicBezTo>
                        <a:pt x="22" y="90"/>
                        <a:pt x="2" y="71"/>
                        <a:pt x="1" y="47"/>
                      </a:cubicBezTo>
                      <a:cubicBezTo>
                        <a:pt x="0" y="23"/>
                        <a:pt x="19" y="2"/>
                        <a:pt x="43" y="1"/>
                      </a:cubicBezTo>
                      <a:cubicBezTo>
                        <a:pt x="67" y="0"/>
                        <a:pt x="88" y="19"/>
                        <a:pt x="89" y="4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6" name="Google Shape;1196;p40"/>
                <p:cNvSpPr/>
                <p:nvPr/>
              </p:nvSpPr>
              <p:spPr>
                <a:xfrm>
                  <a:off x="9552088" y="2636450"/>
                  <a:ext cx="274638" cy="274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" h="90" extrusionOk="0">
                      <a:moveTo>
                        <a:pt x="89" y="43"/>
                      </a:moveTo>
                      <a:cubicBezTo>
                        <a:pt x="90" y="68"/>
                        <a:pt x="71" y="88"/>
                        <a:pt x="47" y="89"/>
                      </a:cubicBezTo>
                      <a:cubicBezTo>
                        <a:pt x="23" y="90"/>
                        <a:pt x="2" y="72"/>
                        <a:pt x="1" y="47"/>
                      </a:cubicBezTo>
                      <a:cubicBezTo>
                        <a:pt x="0" y="23"/>
                        <a:pt x="19" y="2"/>
                        <a:pt x="43" y="1"/>
                      </a:cubicBezTo>
                      <a:cubicBezTo>
                        <a:pt x="68" y="0"/>
                        <a:pt x="88" y="19"/>
                        <a:pt x="89" y="43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40"/>
                <p:cNvSpPr/>
                <p:nvPr/>
              </p:nvSpPr>
              <p:spPr>
                <a:xfrm>
                  <a:off x="9893400" y="2688838"/>
                  <a:ext cx="307975" cy="3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1" extrusionOk="0">
                      <a:moveTo>
                        <a:pt x="89" y="30"/>
                      </a:moveTo>
                      <a:cubicBezTo>
                        <a:pt x="101" y="51"/>
                        <a:pt x="93" y="78"/>
                        <a:pt x="71" y="89"/>
                      </a:cubicBezTo>
                      <a:cubicBezTo>
                        <a:pt x="50" y="101"/>
                        <a:pt x="23" y="93"/>
                        <a:pt x="12" y="71"/>
                      </a:cubicBezTo>
                      <a:cubicBezTo>
                        <a:pt x="0" y="50"/>
                        <a:pt x="8" y="23"/>
                        <a:pt x="30" y="12"/>
                      </a:cubicBezTo>
                      <a:cubicBezTo>
                        <a:pt x="51" y="0"/>
                        <a:pt x="78" y="8"/>
                        <a:pt x="89" y="3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8" name="Google Shape;1198;p40"/>
                <p:cNvSpPr/>
                <p:nvPr/>
              </p:nvSpPr>
              <p:spPr>
                <a:xfrm>
                  <a:off x="10234713" y="2536438"/>
                  <a:ext cx="304800" cy="3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101" extrusionOk="0">
                      <a:moveTo>
                        <a:pt x="89" y="30"/>
                      </a:moveTo>
                      <a:cubicBezTo>
                        <a:pt x="100" y="51"/>
                        <a:pt x="92" y="78"/>
                        <a:pt x="71" y="90"/>
                      </a:cubicBezTo>
                      <a:cubicBezTo>
                        <a:pt x="49" y="101"/>
                        <a:pt x="22" y="93"/>
                        <a:pt x="11" y="71"/>
                      </a:cubicBezTo>
                      <a:cubicBezTo>
                        <a:pt x="0" y="50"/>
                        <a:pt x="8" y="23"/>
                        <a:pt x="29" y="12"/>
                      </a:cubicBezTo>
                      <a:cubicBezTo>
                        <a:pt x="51" y="0"/>
                        <a:pt x="77" y="9"/>
                        <a:pt x="89" y="3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9" name="Google Shape;1199;p40"/>
                <p:cNvSpPr/>
                <p:nvPr/>
              </p:nvSpPr>
              <p:spPr>
                <a:xfrm>
                  <a:off x="10387113" y="2204650"/>
                  <a:ext cx="307975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" h="100" extrusionOk="0">
                      <a:moveTo>
                        <a:pt x="90" y="29"/>
                      </a:moveTo>
                      <a:cubicBezTo>
                        <a:pt x="101" y="51"/>
                        <a:pt x="93" y="77"/>
                        <a:pt x="71" y="89"/>
                      </a:cubicBezTo>
                      <a:cubicBezTo>
                        <a:pt x="50" y="100"/>
                        <a:pt x="23" y="92"/>
                        <a:pt x="12" y="71"/>
                      </a:cubicBezTo>
                      <a:cubicBezTo>
                        <a:pt x="0" y="49"/>
                        <a:pt x="9" y="23"/>
                        <a:pt x="30" y="11"/>
                      </a:cubicBezTo>
                      <a:cubicBezTo>
                        <a:pt x="51" y="0"/>
                        <a:pt x="78" y="8"/>
                        <a:pt x="90" y="2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0" name="Google Shape;1200;p40"/>
                <p:cNvSpPr/>
                <p:nvPr/>
              </p:nvSpPr>
              <p:spPr>
                <a:xfrm>
                  <a:off x="9202838" y="1996688"/>
                  <a:ext cx="30480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" h="100" extrusionOk="0">
                      <a:moveTo>
                        <a:pt x="89" y="29"/>
                      </a:moveTo>
                      <a:cubicBezTo>
                        <a:pt x="100" y="51"/>
                        <a:pt x="92" y="77"/>
                        <a:pt x="71" y="89"/>
                      </a:cubicBezTo>
                      <a:cubicBezTo>
                        <a:pt x="49" y="100"/>
                        <a:pt x="22" y="92"/>
                        <a:pt x="11" y="71"/>
                      </a:cubicBezTo>
                      <a:cubicBezTo>
                        <a:pt x="0" y="49"/>
                        <a:pt x="8" y="22"/>
                        <a:pt x="29" y="11"/>
                      </a:cubicBezTo>
                      <a:cubicBezTo>
                        <a:pt x="51" y="0"/>
                        <a:pt x="77" y="8"/>
                        <a:pt x="89" y="29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01" name="Google Shape;1201;p40"/>
              <p:cNvSpPr/>
              <p:nvPr/>
            </p:nvSpPr>
            <p:spPr>
              <a:xfrm>
                <a:off x="2497350" y="3970312"/>
                <a:ext cx="715160" cy="718388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5" extrusionOk="0">
                    <a:moveTo>
                      <a:pt x="70" y="3"/>
                    </a:moveTo>
                    <a:cubicBezTo>
                      <a:pt x="77" y="33"/>
                      <a:pt x="101" y="57"/>
                      <a:pt x="132" y="65"/>
                    </a:cubicBezTo>
                    <a:cubicBezTo>
                      <a:pt x="134" y="66"/>
                      <a:pt x="134" y="69"/>
                      <a:pt x="132" y="70"/>
                    </a:cubicBezTo>
                    <a:cubicBezTo>
                      <a:pt x="101" y="77"/>
                      <a:pt x="77" y="101"/>
                      <a:pt x="70" y="132"/>
                    </a:cubicBezTo>
                    <a:cubicBezTo>
                      <a:pt x="69" y="135"/>
                      <a:pt x="65" y="135"/>
                      <a:pt x="65" y="132"/>
                    </a:cubicBezTo>
                    <a:cubicBezTo>
                      <a:pt x="57" y="101"/>
                      <a:pt x="33" y="77"/>
                      <a:pt x="3" y="70"/>
                    </a:cubicBezTo>
                    <a:cubicBezTo>
                      <a:pt x="0" y="69"/>
                      <a:pt x="0" y="66"/>
                      <a:pt x="3" y="65"/>
                    </a:cubicBezTo>
                    <a:cubicBezTo>
                      <a:pt x="33" y="57"/>
                      <a:pt x="57" y="33"/>
                      <a:pt x="65" y="3"/>
                    </a:cubicBezTo>
                    <a:cubicBezTo>
                      <a:pt x="65" y="0"/>
                      <a:pt x="69" y="0"/>
                      <a:pt x="70" y="3"/>
                    </a:cubicBezTo>
                    <a:close/>
                  </a:path>
                </a:pathLst>
              </a:custGeom>
              <a:solidFill>
                <a:srgbClr val="FFCE73">
                  <a:alpha val="5062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40"/>
              <p:cNvSpPr/>
              <p:nvPr/>
            </p:nvSpPr>
            <p:spPr>
              <a:xfrm>
                <a:off x="1352350" y="3318762"/>
                <a:ext cx="332101" cy="3336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5" extrusionOk="0">
                    <a:moveTo>
                      <a:pt x="70" y="3"/>
                    </a:moveTo>
                    <a:cubicBezTo>
                      <a:pt x="77" y="33"/>
                      <a:pt x="101" y="57"/>
                      <a:pt x="132" y="65"/>
                    </a:cubicBezTo>
                    <a:cubicBezTo>
                      <a:pt x="134" y="66"/>
                      <a:pt x="134" y="69"/>
                      <a:pt x="132" y="70"/>
                    </a:cubicBezTo>
                    <a:cubicBezTo>
                      <a:pt x="101" y="77"/>
                      <a:pt x="77" y="101"/>
                      <a:pt x="70" y="132"/>
                    </a:cubicBezTo>
                    <a:cubicBezTo>
                      <a:pt x="69" y="135"/>
                      <a:pt x="65" y="135"/>
                      <a:pt x="65" y="132"/>
                    </a:cubicBezTo>
                    <a:cubicBezTo>
                      <a:pt x="57" y="101"/>
                      <a:pt x="33" y="77"/>
                      <a:pt x="3" y="70"/>
                    </a:cubicBezTo>
                    <a:cubicBezTo>
                      <a:pt x="0" y="69"/>
                      <a:pt x="0" y="66"/>
                      <a:pt x="3" y="65"/>
                    </a:cubicBezTo>
                    <a:cubicBezTo>
                      <a:pt x="33" y="57"/>
                      <a:pt x="57" y="33"/>
                      <a:pt x="65" y="3"/>
                    </a:cubicBezTo>
                    <a:cubicBezTo>
                      <a:pt x="65" y="0"/>
                      <a:pt x="69" y="0"/>
                      <a:pt x="70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03" name="Google Shape;1203;p40"/>
            <p:cNvSpPr/>
            <p:nvPr/>
          </p:nvSpPr>
          <p:spPr>
            <a:xfrm>
              <a:off x="1156688" y="2344200"/>
              <a:ext cx="215975" cy="21695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1"/>
          <p:cNvSpPr txBox="1">
            <a:spLocks noGrp="1"/>
          </p:cNvSpPr>
          <p:nvPr>
            <p:ph type="title"/>
          </p:nvPr>
        </p:nvSpPr>
        <p:spPr>
          <a:xfrm>
            <a:off x="4471675" y="1856225"/>
            <a:ext cx="3767700" cy="100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123,000</a:t>
            </a:r>
            <a:endParaRPr/>
          </a:p>
        </p:txBody>
      </p:sp>
      <p:sp>
        <p:nvSpPr>
          <p:cNvPr id="1209" name="Google Shape;1209;p41"/>
          <p:cNvSpPr txBox="1">
            <a:spLocks noGrp="1"/>
          </p:cNvSpPr>
          <p:nvPr>
            <p:ph type="subTitle" idx="1"/>
          </p:nvPr>
        </p:nvSpPr>
        <p:spPr>
          <a:xfrm>
            <a:off x="4471675" y="2716749"/>
            <a:ext cx="3767700" cy="9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your students how many people in the world </a:t>
            </a:r>
            <a:r>
              <a:rPr lang="en" b="1"/>
              <a:t>speak the language</a:t>
            </a:r>
            <a:r>
              <a:rPr lang="en"/>
              <a:t> and get their curiosity piqued!</a:t>
            </a:r>
            <a:endParaRPr/>
          </a:p>
        </p:txBody>
      </p:sp>
      <p:grpSp>
        <p:nvGrpSpPr>
          <p:cNvPr id="1210" name="Google Shape;1210;p41"/>
          <p:cNvGrpSpPr/>
          <p:nvPr/>
        </p:nvGrpSpPr>
        <p:grpSpPr>
          <a:xfrm>
            <a:off x="713225" y="889200"/>
            <a:ext cx="2868267" cy="4567994"/>
            <a:chOff x="867775" y="801500"/>
            <a:chExt cx="2868267" cy="4567994"/>
          </a:xfrm>
        </p:grpSpPr>
        <p:sp>
          <p:nvSpPr>
            <p:cNvPr id="1211" name="Google Shape;1211;p41"/>
            <p:cNvSpPr/>
            <p:nvPr/>
          </p:nvSpPr>
          <p:spPr>
            <a:xfrm>
              <a:off x="2363625" y="801500"/>
              <a:ext cx="332101" cy="33360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12" name="Google Shape;1212;p41"/>
            <p:cNvGrpSpPr/>
            <p:nvPr/>
          </p:nvGrpSpPr>
          <p:grpSpPr>
            <a:xfrm>
              <a:off x="867775" y="961921"/>
              <a:ext cx="2868267" cy="4407573"/>
              <a:chOff x="867775" y="961921"/>
              <a:chExt cx="2868267" cy="4407573"/>
            </a:xfrm>
          </p:grpSpPr>
          <p:sp>
            <p:nvSpPr>
              <p:cNvPr id="1213" name="Google Shape;1213;p41"/>
              <p:cNvSpPr/>
              <p:nvPr/>
            </p:nvSpPr>
            <p:spPr>
              <a:xfrm>
                <a:off x="867775" y="1443112"/>
                <a:ext cx="715160" cy="718388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5" extrusionOk="0">
                    <a:moveTo>
                      <a:pt x="70" y="3"/>
                    </a:moveTo>
                    <a:cubicBezTo>
                      <a:pt x="77" y="33"/>
                      <a:pt x="101" y="57"/>
                      <a:pt x="132" y="65"/>
                    </a:cubicBezTo>
                    <a:cubicBezTo>
                      <a:pt x="134" y="66"/>
                      <a:pt x="134" y="69"/>
                      <a:pt x="132" y="70"/>
                    </a:cubicBezTo>
                    <a:cubicBezTo>
                      <a:pt x="101" y="77"/>
                      <a:pt x="77" y="101"/>
                      <a:pt x="70" y="132"/>
                    </a:cubicBezTo>
                    <a:cubicBezTo>
                      <a:pt x="69" y="135"/>
                      <a:pt x="65" y="135"/>
                      <a:pt x="65" y="132"/>
                    </a:cubicBezTo>
                    <a:cubicBezTo>
                      <a:pt x="57" y="101"/>
                      <a:pt x="33" y="77"/>
                      <a:pt x="3" y="70"/>
                    </a:cubicBezTo>
                    <a:cubicBezTo>
                      <a:pt x="0" y="69"/>
                      <a:pt x="0" y="66"/>
                      <a:pt x="3" y="65"/>
                    </a:cubicBezTo>
                    <a:cubicBezTo>
                      <a:pt x="33" y="57"/>
                      <a:pt x="57" y="33"/>
                      <a:pt x="65" y="3"/>
                    </a:cubicBezTo>
                    <a:cubicBezTo>
                      <a:pt x="65" y="0"/>
                      <a:pt x="69" y="0"/>
                      <a:pt x="70" y="3"/>
                    </a:cubicBezTo>
                    <a:close/>
                  </a:path>
                </a:pathLst>
              </a:custGeom>
              <a:solidFill>
                <a:srgbClr val="FFCE73">
                  <a:alpha val="5062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41"/>
              <p:cNvSpPr/>
              <p:nvPr/>
            </p:nvSpPr>
            <p:spPr>
              <a:xfrm>
                <a:off x="1813450" y="2700238"/>
                <a:ext cx="215975" cy="21695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5" extrusionOk="0">
                    <a:moveTo>
                      <a:pt x="70" y="3"/>
                    </a:moveTo>
                    <a:cubicBezTo>
                      <a:pt x="77" y="33"/>
                      <a:pt x="101" y="57"/>
                      <a:pt x="132" y="65"/>
                    </a:cubicBezTo>
                    <a:cubicBezTo>
                      <a:pt x="134" y="66"/>
                      <a:pt x="134" y="69"/>
                      <a:pt x="132" y="70"/>
                    </a:cubicBezTo>
                    <a:cubicBezTo>
                      <a:pt x="101" y="77"/>
                      <a:pt x="77" y="101"/>
                      <a:pt x="70" y="132"/>
                    </a:cubicBezTo>
                    <a:cubicBezTo>
                      <a:pt x="69" y="135"/>
                      <a:pt x="65" y="135"/>
                      <a:pt x="65" y="132"/>
                    </a:cubicBezTo>
                    <a:cubicBezTo>
                      <a:pt x="57" y="101"/>
                      <a:pt x="33" y="77"/>
                      <a:pt x="3" y="70"/>
                    </a:cubicBezTo>
                    <a:cubicBezTo>
                      <a:pt x="0" y="69"/>
                      <a:pt x="0" y="66"/>
                      <a:pt x="3" y="65"/>
                    </a:cubicBezTo>
                    <a:cubicBezTo>
                      <a:pt x="33" y="57"/>
                      <a:pt x="57" y="33"/>
                      <a:pt x="65" y="3"/>
                    </a:cubicBezTo>
                    <a:cubicBezTo>
                      <a:pt x="65" y="0"/>
                      <a:pt x="69" y="0"/>
                      <a:pt x="70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41"/>
              <p:cNvSpPr/>
              <p:nvPr/>
            </p:nvSpPr>
            <p:spPr>
              <a:xfrm>
                <a:off x="2814875" y="1656430"/>
                <a:ext cx="502800" cy="505075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35" extrusionOk="0">
                    <a:moveTo>
                      <a:pt x="70" y="3"/>
                    </a:moveTo>
                    <a:cubicBezTo>
                      <a:pt x="77" y="33"/>
                      <a:pt x="101" y="57"/>
                      <a:pt x="132" y="65"/>
                    </a:cubicBezTo>
                    <a:cubicBezTo>
                      <a:pt x="134" y="66"/>
                      <a:pt x="134" y="69"/>
                      <a:pt x="132" y="70"/>
                    </a:cubicBezTo>
                    <a:cubicBezTo>
                      <a:pt x="101" y="77"/>
                      <a:pt x="77" y="101"/>
                      <a:pt x="70" y="132"/>
                    </a:cubicBezTo>
                    <a:cubicBezTo>
                      <a:pt x="69" y="135"/>
                      <a:pt x="65" y="135"/>
                      <a:pt x="65" y="132"/>
                    </a:cubicBezTo>
                    <a:cubicBezTo>
                      <a:pt x="57" y="101"/>
                      <a:pt x="33" y="77"/>
                      <a:pt x="3" y="70"/>
                    </a:cubicBezTo>
                    <a:cubicBezTo>
                      <a:pt x="0" y="69"/>
                      <a:pt x="0" y="66"/>
                      <a:pt x="3" y="65"/>
                    </a:cubicBezTo>
                    <a:cubicBezTo>
                      <a:pt x="33" y="57"/>
                      <a:pt x="57" y="33"/>
                      <a:pt x="65" y="3"/>
                    </a:cubicBezTo>
                    <a:cubicBezTo>
                      <a:pt x="65" y="0"/>
                      <a:pt x="69" y="0"/>
                      <a:pt x="70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6" name="Google Shape;1216;p41"/>
              <p:cNvGrpSpPr/>
              <p:nvPr/>
            </p:nvGrpSpPr>
            <p:grpSpPr>
              <a:xfrm>
                <a:off x="948256" y="2692848"/>
                <a:ext cx="724435" cy="513308"/>
                <a:chOff x="6180688" y="2320538"/>
                <a:chExt cx="1149350" cy="814387"/>
              </a:xfrm>
            </p:grpSpPr>
            <p:sp>
              <p:nvSpPr>
                <p:cNvPr id="1217" name="Google Shape;1217;p41"/>
                <p:cNvSpPr/>
                <p:nvPr/>
              </p:nvSpPr>
              <p:spPr>
                <a:xfrm>
                  <a:off x="7010950" y="2320538"/>
                  <a:ext cx="319088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" h="86" extrusionOk="0">
                      <a:moveTo>
                        <a:pt x="6" y="24"/>
                      </a:moveTo>
                      <a:cubicBezTo>
                        <a:pt x="7" y="23"/>
                        <a:pt x="9" y="23"/>
                        <a:pt x="10" y="23"/>
                      </a:cubicBezTo>
                      <a:cubicBezTo>
                        <a:pt x="96" y="1"/>
                        <a:pt x="96" y="1"/>
                        <a:pt x="96" y="1"/>
                      </a:cubicBezTo>
                      <a:cubicBezTo>
                        <a:pt x="99" y="0"/>
                        <a:pt x="102" y="1"/>
                        <a:pt x="104" y="3"/>
                      </a:cubicBezTo>
                      <a:cubicBezTo>
                        <a:pt x="105" y="5"/>
                        <a:pt x="105" y="9"/>
                        <a:pt x="103" y="11"/>
                      </a:cubicBezTo>
                      <a:cubicBezTo>
                        <a:pt x="48" y="82"/>
                        <a:pt x="48" y="82"/>
                        <a:pt x="48" y="82"/>
                      </a:cubicBezTo>
                      <a:cubicBezTo>
                        <a:pt x="46" y="84"/>
                        <a:pt x="43" y="86"/>
                        <a:pt x="41" y="86"/>
                      </a:cubicBezTo>
                      <a:cubicBezTo>
                        <a:pt x="38" y="86"/>
                        <a:pt x="36" y="85"/>
                        <a:pt x="34" y="83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0" y="31"/>
                        <a:pt x="2" y="27"/>
                        <a:pt x="6" y="2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8" name="Google Shape;1218;p41"/>
                <p:cNvSpPr/>
                <p:nvPr/>
              </p:nvSpPr>
              <p:spPr>
                <a:xfrm>
                  <a:off x="6180688" y="2379275"/>
                  <a:ext cx="976313" cy="75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" h="248" extrusionOk="0">
                      <a:moveTo>
                        <a:pt x="17" y="166"/>
                      </a:moveTo>
                      <a:cubicBezTo>
                        <a:pt x="5" y="173"/>
                        <a:pt x="0" y="187"/>
                        <a:pt x="6" y="196"/>
                      </a:cubicBezTo>
                      <a:cubicBezTo>
                        <a:pt x="34" y="238"/>
                        <a:pt x="34" y="238"/>
                        <a:pt x="34" y="238"/>
                      </a:cubicBezTo>
                      <a:cubicBezTo>
                        <a:pt x="40" y="247"/>
                        <a:pt x="54" y="248"/>
                        <a:pt x="66" y="241"/>
                      </a:cubicBezTo>
                      <a:cubicBezTo>
                        <a:pt x="308" y="82"/>
                        <a:pt x="308" y="82"/>
                        <a:pt x="308" y="82"/>
                      </a:cubicBezTo>
                      <a:cubicBezTo>
                        <a:pt x="320" y="75"/>
                        <a:pt x="321" y="68"/>
                        <a:pt x="315" y="59"/>
                      </a:cubicBezTo>
                      <a:cubicBezTo>
                        <a:pt x="283" y="10"/>
                        <a:pt x="283" y="10"/>
                        <a:pt x="283" y="10"/>
                      </a:cubicBezTo>
                      <a:cubicBezTo>
                        <a:pt x="277" y="1"/>
                        <a:pt x="271" y="0"/>
                        <a:pt x="259" y="7"/>
                      </a:cubicBezTo>
                      <a:lnTo>
                        <a:pt x="17" y="16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9" name="Google Shape;1219;p41"/>
                <p:cNvSpPr/>
                <p:nvPr/>
              </p:nvSpPr>
              <p:spPr>
                <a:xfrm>
                  <a:off x="6898238" y="2425313"/>
                  <a:ext cx="185738" cy="25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159" extrusionOk="0">
                      <a:moveTo>
                        <a:pt x="0" y="15"/>
                      </a:moveTo>
                      <a:lnTo>
                        <a:pt x="94" y="159"/>
                      </a:lnTo>
                      <a:lnTo>
                        <a:pt x="117" y="144"/>
                      </a:lnTo>
                      <a:lnTo>
                        <a:pt x="23" y="0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0" name="Google Shape;1220;p41"/>
                <p:cNvSpPr/>
                <p:nvPr/>
              </p:nvSpPr>
              <p:spPr>
                <a:xfrm>
                  <a:off x="6841088" y="2465000"/>
                  <a:ext cx="182563" cy="249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57" extrusionOk="0">
                      <a:moveTo>
                        <a:pt x="0" y="13"/>
                      </a:moveTo>
                      <a:lnTo>
                        <a:pt x="94" y="157"/>
                      </a:lnTo>
                      <a:lnTo>
                        <a:pt x="115" y="142"/>
                      </a:lnTo>
                      <a:lnTo>
                        <a:pt x="23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41"/>
                <p:cNvSpPr/>
                <p:nvPr/>
              </p:nvSpPr>
              <p:spPr>
                <a:xfrm>
                  <a:off x="6307688" y="2811075"/>
                  <a:ext cx="185738" cy="25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158" extrusionOk="0">
                      <a:moveTo>
                        <a:pt x="0" y="14"/>
                      </a:moveTo>
                      <a:lnTo>
                        <a:pt x="94" y="158"/>
                      </a:lnTo>
                      <a:lnTo>
                        <a:pt x="117" y="144"/>
                      </a:lnTo>
                      <a:lnTo>
                        <a:pt x="23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41"/>
                <p:cNvSpPr/>
                <p:nvPr/>
              </p:nvSpPr>
              <p:spPr>
                <a:xfrm>
                  <a:off x="6250538" y="2847588"/>
                  <a:ext cx="182563" cy="2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60" extrusionOk="0">
                      <a:moveTo>
                        <a:pt x="0" y="16"/>
                      </a:moveTo>
                      <a:lnTo>
                        <a:pt x="94" y="160"/>
                      </a:lnTo>
                      <a:lnTo>
                        <a:pt x="115" y="144"/>
                      </a:lnTo>
                      <a:lnTo>
                        <a:pt x="2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41"/>
                <p:cNvSpPr/>
                <p:nvPr/>
              </p:nvSpPr>
              <p:spPr>
                <a:xfrm>
                  <a:off x="6429925" y="2588825"/>
                  <a:ext cx="471488" cy="347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14" extrusionOk="0">
                      <a:moveTo>
                        <a:pt x="11" y="78"/>
                      </a:moveTo>
                      <a:cubicBezTo>
                        <a:pt x="4" y="83"/>
                        <a:pt x="0" y="92"/>
                        <a:pt x="4" y="98"/>
                      </a:cubicBezTo>
                      <a:cubicBezTo>
                        <a:pt x="10" y="107"/>
                        <a:pt x="10" y="107"/>
                        <a:pt x="10" y="107"/>
                      </a:cubicBezTo>
                      <a:cubicBezTo>
                        <a:pt x="14" y="113"/>
                        <a:pt x="24" y="114"/>
                        <a:pt x="32" y="109"/>
                      </a:cubicBezTo>
                      <a:cubicBezTo>
                        <a:pt x="144" y="36"/>
                        <a:pt x="144" y="36"/>
                        <a:pt x="144" y="36"/>
                      </a:cubicBezTo>
                      <a:cubicBezTo>
                        <a:pt x="152" y="31"/>
                        <a:pt x="155" y="22"/>
                        <a:pt x="151" y="16"/>
                      </a:cubicBezTo>
                      <a:cubicBezTo>
                        <a:pt x="145" y="6"/>
                        <a:pt x="145" y="6"/>
                        <a:pt x="145" y="6"/>
                      </a:cubicBezTo>
                      <a:cubicBezTo>
                        <a:pt x="141" y="0"/>
                        <a:pt x="132" y="0"/>
                        <a:pt x="124" y="5"/>
                      </a:cubicBezTo>
                      <a:lnTo>
                        <a:pt x="11" y="7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24" name="Google Shape;1224;p41"/>
              <p:cNvSpPr/>
              <p:nvPr/>
            </p:nvSpPr>
            <p:spPr>
              <a:xfrm>
                <a:off x="1739350" y="3156525"/>
                <a:ext cx="197729" cy="449225"/>
              </a:xfrm>
              <a:custGeom>
                <a:avLst/>
                <a:gdLst/>
                <a:ahLst/>
                <a:cxnLst/>
                <a:rect l="l" t="t" r="r" b="b"/>
                <a:pathLst>
                  <a:path w="71" h="161" extrusionOk="0">
                    <a:moveTo>
                      <a:pt x="18" y="74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35" y="5"/>
                      <a:pt x="41" y="0"/>
                      <a:pt x="49" y="1"/>
                    </a:cubicBezTo>
                    <a:cubicBezTo>
                      <a:pt x="53" y="1"/>
                      <a:pt x="56" y="2"/>
                      <a:pt x="60" y="3"/>
                    </a:cubicBezTo>
                    <a:cubicBezTo>
                      <a:pt x="65" y="4"/>
                      <a:pt x="69" y="8"/>
                      <a:pt x="70" y="13"/>
                    </a:cubicBezTo>
                    <a:cubicBezTo>
                      <a:pt x="71" y="16"/>
                      <a:pt x="71" y="19"/>
                      <a:pt x="70" y="22"/>
                    </a:cubicBezTo>
                    <a:cubicBezTo>
                      <a:pt x="62" y="54"/>
                      <a:pt x="54" y="87"/>
                      <a:pt x="45" y="120"/>
                    </a:cubicBezTo>
                    <a:cubicBezTo>
                      <a:pt x="45" y="121"/>
                      <a:pt x="45" y="122"/>
                      <a:pt x="44" y="124"/>
                    </a:cubicBezTo>
                    <a:cubicBezTo>
                      <a:pt x="41" y="129"/>
                      <a:pt x="36" y="133"/>
                      <a:pt x="30" y="132"/>
                    </a:cubicBezTo>
                    <a:cubicBezTo>
                      <a:pt x="23" y="132"/>
                      <a:pt x="18" y="128"/>
                      <a:pt x="16" y="121"/>
                    </a:cubicBezTo>
                    <a:cubicBezTo>
                      <a:pt x="16" y="119"/>
                      <a:pt x="16" y="115"/>
                      <a:pt x="16" y="113"/>
                    </a:cubicBezTo>
                    <a:cubicBezTo>
                      <a:pt x="19" y="103"/>
                      <a:pt x="21" y="93"/>
                      <a:pt x="24" y="84"/>
                    </a:cubicBezTo>
                    <a:cubicBezTo>
                      <a:pt x="25" y="80"/>
                      <a:pt x="26" y="76"/>
                      <a:pt x="27" y="72"/>
                    </a:cubicBezTo>
                    <a:cubicBezTo>
                      <a:pt x="28" y="69"/>
                      <a:pt x="31" y="71"/>
                      <a:pt x="31" y="73"/>
                    </a:cubicBezTo>
                    <a:cubicBezTo>
                      <a:pt x="31" y="73"/>
                      <a:pt x="31" y="74"/>
                      <a:pt x="31" y="74"/>
                    </a:cubicBezTo>
                    <a:cubicBezTo>
                      <a:pt x="27" y="88"/>
                      <a:pt x="24" y="101"/>
                      <a:pt x="21" y="114"/>
                    </a:cubicBezTo>
                    <a:cubicBezTo>
                      <a:pt x="19" y="120"/>
                      <a:pt x="22" y="125"/>
                      <a:pt x="26" y="127"/>
                    </a:cubicBezTo>
                    <a:cubicBezTo>
                      <a:pt x="32" y="129"/>
                      <a:pt x="37" y="127"/>
                      <a:pt x="40" y="122"/>
                    </a:cubicBezTo>
                    <a:cubicBezTo>
                      <a:pt x="40" y="121"/>
                      <a:pt x="41" y="119"/>
                      <a:pt x="41" y="118"/>
                    </a:cubicBezTo>
                    <a:cubicBezTo>
                      <a:pt x="49" y="86"/>
                      <a:pt x="57" y="54"/>
                      <a:pt x="65" y="22"/>
                    </a:cubicBezTo>
                    <a:cubicBezTo>
                      <a:pt x="66" y="21"/>
                      <a:pt x="66" y="20"/>
                      <a:pt x="66" y="20"/>
                    </a:cubicBezTo>
                    <a:cubicBezTo>
                      <a:pt x="67" y="15"/>
                      <a:pt x="65" y="10"/>
                      <a:pt x="61" y="8"/>
                    </a:cubicBezTo>
                    <a:cubicBezTo>
                      <a:pt x="56" y="6"/>
                      <a:pt x="52" y="5"/>
                      <a:pt x="47" y="5"/>
                    </a:cubicBezTo>
                    <a:cubicBezTo>
                      <a:pt x="42" y="6"/>
                      <a:pt x="39" y="9"/>
                      <a:pt x="38" y="14"/>
                    </a:cubicBezTo>
                    <a:cubicBezTo>
                      <a:pt x="27" y="54"/>
                      <a:pt x="17" y="95"/>
                      <a:pt x="7" y="136"/>
                    </a:cubicBezTo>
                    <a:cubicBezTo>
                      <a:pt x="5" y="142"/>
                      <a:pt x="8" y="147"/>
                      <a:pt x="13" y="151"/>
                    </a:cubicBezTo>
                    <a:cubicBezTo>
                      <a:pt x="16" y="154"/>
                      <a:pt x="20" y="154"/>
                      <a:pt x="24" y="155"/>
                    </a:cubicBezTo>
                    <a:cubicBezTo>
                      <a:pt x="33" y="157"/>
                      <a:pt x="41" y="152"/>
                      <a:pt x="43" y="143"/>
                    </a:cubicBezTo>
                    <a:cubicBezTo>
                      <a:pt x="49" y="120"/>
                      <a:pt x="55" y="97"/>
                      <a:pt x="61" y="74"/>
                    </a:cubicBezTo>
                    <a:cubicBezTo>
                      <a:pt x="61" y="73"/>
                      <a:pt x="61" y="73"/>
                      <a:pt x="61" y="73"/>
                    </a:cubicBezTo>
                    <a:cubicBezTo>
                      <a:pt x="61" y="71"/>
                      <a:pt x="65" y="72"/>
                      <a:pt x="65" y="75"/>
                    </a:cubicBezTo>
                    <a:cubicBezTo>
                      <a:pt x="59" y="98"/>
                      <a:pt x="53" y="122"/>
                      <a:pt x="47" y="145"/>
                    </a:cubicBezTo>
                    <a:cubicBezTo>
                      <a:pt x="45" y="153"/>
                      <a:pt x="39" y="159"/>
                      <a:pt x="31" y="160"/>
                    </a:cubicBezTo>
                    <a:cubicBezTo>
                      <a:pt x="25" y="161"/>
                      <a:pt x="19" y="159"/>
                      <a:pt x="13" y="156"/>
                    </a:cubicBezTo>
                    <a:cubicBezTo>
                      <a:pt x="6" y="153"/>
                      <a:pt x="0" y="144"/>
                      <a:pt x="3" y="134"/>
                    </a:cubicBezTo>
                    <a:cubicBezTo>
                      <a:pt x="8" y="114"/>
                      <a:pt x="13" y="94"/>
                      <a:pt x="18" y="7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5" name="Google Shape;1225;p41"/>
              <p:cNvGrpSpPr/>
              <p:nvPr/>
            </p:nvGrpSpPr>
            <p:grpSpPr>
              <a:xfrm rot="6654206">
                <a:off x="1720571" y="950461"/>
                <a:ext cx="1023339" cy="1521917"/>
                <a:chOff x="10437913" y="1585525"/>
                <a:chExt cx="1489075" cy="2214563"/>
              </a:xfrm>
            </p:grpSpPr>
            <p:sp>
              <p:nvSpPr>
                <p:cNvPr id="1226" name="Google Shape;1226;p41"/>
                <p:cNvSpPr/>
                <p:nvPr/>
              </p:nvSpPr>
              <p:spPr>
                <a:xfrm>
                  <a:off x="10437913" y="2311013"/>
                  <a:ext cx="1074738" cy="148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" h="489" extrusionOk="0">
                      <a:moveTo>
                        <a:pt x="35" y="475"/>
                      </a:moveTo>
                      <a:cubicBezTo>
                        <a:pt x="28" y="485"/>
                        <a:pt x="21" y="489"/>
                        <a:pt x="12" y="483"/>
                      </a:cubicBezTo>
                      <a:cubicBezTo>
                        <a:pt x="10" y="481"/>
                        <a:pt x="10" y="481"/>
                        <a:pt x="10" y="481"/>
                      </a:cubicBezTo>
                      <a:cubicBezTo>
                        <a:pt x="0" y="475"/>
                        <a:pt x="2" y="467"/>
                        <a:pt x="8" y="457"/>
                      </a:cubicBezTo>
                      <a:cubicBezTo>
                        <a:pt x="298" y="10"/>
                        <a:pt x="298" y="10"/>
                        <a:pt x="298" y="10"/>
                      </a:cubicBezTo>
                      <a:cubicBezTo>
                        <a:pt x="304" y="0"/>
                        <a:pt x="316" y="4"/>
                        <a:pt x="326" y="11"/>
                      </a:cubicBezTo>
                      <a:cubicBezTo>
                        <a:pt x="335" y="17"/>
                        <a:pt x="335" y="17"/>
                        <a:pt x="335" y="17"/>
                      </a:cubicBezTo>
                      <a:cubicBezTo>
                        <a:pt x="345" y="24"/>
                        <a:pt x="353" y="33"/>
                        <a:pt x="346" y="43"/>
                      </a:cubicBezTo>
                      <a:lnTo>
                        <a:pt x="35" y="47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7" name="Google Shape;1227;p41"/>
                <p:cNvSpPr/>
                <p:nvPr/>
              </p:nvSpPr>
              <p:spPr>
                <a:xfrm>
                  <a:off x="11293575" y="1976050"/>
                  <a:ext cx="436563" cy="53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" h="174" extrusionOk="0">
                      <a:moveTo>
                        <a:pt x="62" y="164"/>
                      </a:moveTo>
                      <a:cubicBezTo>
                        <a:pt x="55" y="174"/>
                        <a:pt x="48" y="167"/>
                        <a:pt x="38" y="160"/>
                      </a:cubicBezTo>
                      <a:cubicBezTo>
                        <a:pt x="19" y="148"/>
                        <a:pt x="19" y="148"/>
                        <a:pt x="19" y="148"/>
                      </a:cubicBezTo>
                      <a:cubicBezTo>
                        <a:pt x="9" y="141"/>
                        <a:pt x="0" y="136"/>
                        <a:pt x="7" y="126"/>
                      </a:cubicBezTo>
                      <a:cubicBezTo>
                        <a:pt x="100" y="10"/>
                        <a:pt x="100" y="10"/>
                        <a:pt x="100" y="10"/>
                      </a:cubicBezTo>
                      <a:cubicBezTo>
                        <a:pt x="107" y="0"/>
                        <a:pt x="112" y="5"/>
                        <a:pt x="122" y="12"/>
                      </a:cubicBezTo>
                      <a:cubicBezTo>
                        <a:pt x="127" y="15"/>
                        <a:pt x="127" y="15"/>
                        <a:pt x="127" y="15"/>
                      </a:cubicBezTo>
                      <a:cubicBezTo>
                        <a:pt x="137" y="22"/>
                        <a:pt x="143" y="25"/>
                        <a:pt x="137" y="35"/>
                      </a:cubicBezTo>
                      <a:lnTo>
                        <a:pt x="62" y="16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41"/>
                <p:cNvSpPr/>
                <p:nvPr/>
              </p:nvSpPr>
              <p:spPr>
                <a:xfrm>
                  <a:off x="11519000" y="1585525"/>
                  <a:ext cx="407988" cy="630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207" extrusionOk="0">
                      <a:moveTo>
                        <a:pt x="42" y="149"/>
                      </a:moveTo>
                      <a:cubicBezTo>
                        <a:pt x="0" y="121"/>
                        <a:pt x="16" y="93"/>
                        <a:pt x="44" y="76"/>
                      </a:cubicBezTo>
                      <a:cubicBezTo>
                        <a:pt x="71" y="58"/>
                        <a:pt x="119" y="34"/>
                        <a:pt x="134" y="0"/>
                      </a:cubicBezTo>
                      <a:cubicBezTo>
                        <a:pt x="121" y="53"/>
                        <a:pt x="128" y="207"/>
                        <a:pt x="42" y="149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41"/>
                <p:cNvSpPr/>
                <p:nvPr/>
              </p:nvSpPr>
              <p:spPr>
                <a:xfrm>
                  <a:off x="11641238" y="1720463"/>
                  <a:ext cx="222250" cy="22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" h="74" extrusionOk="0">
                      <a:moveTo>
                        <a:pt x="73" y="0"/>
                      </a:moveTo>
                      <a:cubicBezTo>
                        <a:pt x="71" y="2"/>
                        <a:pt x="69" y="4"/>
                        <a:pt x="68" y="5"/>
                      </a:cubicBezTo>
                      <a:cubicBezTo>
                        <a:pt x="63" y="10"/>
                        <a:pt x="63" y="10"/>
                        <a:pt x="63" y="10"/>
                      </a:cubicBezTo>
                      <a:cubicBezTo>
                        <a:pt x="59" y="12"/>
                        <a:pt x="55" y="15"/>
                        <a:pt x="51" y="17"/>
                      </a:cubicBezTo>
                      <a:cubicBezTo>
                        <a:pt x="44" y="22"/>
                        <a:pt x="36" y="27"/>
                        <a:pt x="29" y="32"/>
                      </a:cubicBezTo>
                      <a:cubicBezTo>
                        <a:pt x="21" y="37"/>
                        <a:pt x="14" y="42"/>
                        <a:pt x="9" y="49"/>
                      </a:cubicBezTo>
                      <a:cubicBezTo>
                        <a:pt x="4" y="56"/>
                        <a:pt x="1" y="65"/>
                        <a:pt x="0" y="74"/>
                      </a:cubicBezTo>
                      <a:cubicBezTo>
                        <a:pt x="0" y="72"/>
                        <a:pt x="0" y="69"/>
                        <a:pt x="0" y="67"/>
                      </a:cubicBezTo>
                      <a:cubicBezTo>
                        <a:pt x="0" y="65"/>
                        <a:pt x="1" y="62"/>
                        <a:pt x="1" y="60"/>
                      </a:cubicBezTo>
                      <a:cubicBezTo>
                        <a:pt x="2" y="58"/>
                        <a:pt x="2" y="56"/>
                        <a:pt x="3" y="54"/>
                      </a:cubicBezTo>
                      <a:cubicBezTo>
                        <a:pt x="4" y="52"/>
                        <a:pt x="5" y="50"/>
                        <a:pt x="7" y="47"/>
                      </a:cubicBezTo>
                      <a:cubicBezTo>
                        <a:pt x="12" y="40"/>
                        <a:pt x="19" y="34"/>
                        <a:pt x="26" y="29"/>
                      </a:cubicBezTo>
                      <a:cubicBezTo>
                        <a:pt x="34" y="23"/>
                        <a:pt x="42" y="19"/>
                        <a:pt x="50" y="15"/>
                      </a:cubicBezTo>
                      <a:cubicBezTo>
                        <a:pt x="58" y="10"/>
                        <a:pt x="65" y="6"/>
                        <a:pt x="7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41"/>
                <p:cNvSpPr/>
                <p:nvPr/>
              </p:nvSpPr>
              <p:spPr>
                <a:xfrm>
                  <a:off x="11653938" y="1764913"/>
                  <a:ext cx="200025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" h="75" extrusionOk="0">
                      <a:moveTo>
                        <a:pt x="66" y="0"/>
                      </a:moveTo>
                      <a:cubicBezTo>
                        <a:pt x="57" y="15"/>
                        <a:pt x="47" y="28"/>
                        <a:pt x="36" y="40"/>
                      </a:cubicBezTo>
                      <a:cubicBezTo>
                        <a:pt x="25" y="53"/>
                        <a:pt x="13" y="64"/>
                        <a:pt x="0" y="75"/>
                      </a:cubicBezTo>
                      <a:cubicBezTo>
                        <a:pt x="11" y="62"/>
                        <a:pt x="22" y="50"/>
                        <a:pt x="33" y="38"/>
                      </a:cubicBezTo>
                      <a:cubicBezTo>
                        <a:pt x="44" y="25"/>
                        <a:pt x="55" y="13"/>
                        <a:pt x="66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1" name="Google Shape;1231;p41"/>
                <p:cNvSpPr/>
                <p:nvPr/>
              </p:nvSpPr>
              <p:spPr>
                <a:xfrm>
                  <a:off x="11707913" y="1817300"/>
                  <a:ext cx="149225" cy="21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" h="70" extrusionOk="0">
                      <a:moveTo>
                        <a:pt x="49" y="0"/>
                      </a:moveTo>
                      <a:cubicBezTo>
                        <a:pt x="45" y="15"/>
                        <a:pt x="42" y="30"/>
                        <a:pt x="35" y="43"/>
                      </a:cubicBezTo>
                      <a:cubicBezTo>
                        <a:pt x="32" y="50"/>
                        <a:pt x="27" y="57"/>
                        <a:pt x="21" y="62"/>
                      </a:cubicBezTo>
                      <a:cubicBezTo>
                        <a:pt x="15" y="66"/>
                        <a:pt x="7" y="69"/>
                        <a:pt x="0" y="70"/>
                      </a:cubicBezTo>
                      <a:cubicBezTo>
                        <a:pt x="7" y="68"/>
                        <a:pt x="13" y="64"/>
                        <a:pt x="19" y="59"/>
                      </a:cubicBezTo>
                      <a:cubicBezTo>
                        <a:pt x="24" y="54"/>
                        <a:pt x="28" y="48"/>
                        <a:pt x="32" y="42"/>
                      </a:cubicBezTo>
                      <a:cubicBezTo>
                        <a:pt x="38" y="29"/>
                        <a:pt x="42" y="14"/>
                        <a:pt x="49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32" name="Google Shape;1232;p41"/>
              <p:cNvSpPr/>
              <p:nvPr/>
            </p:nvSpPr>
            <p:spPr>
              <a:xfrm rot="-4428089">
                <a:off x="2368624" y="2924688"/>
                <a:ext cx="197729" cy="449225"/>
              </a:xfrm>
              <a:custGeom>
                <a:avLst/>
                <a:gdLst/>
                <a:ahLst/>
                <a:cxnLst/>
                <a:rect l="l" t="t" r="r" b="b"/>
                <a:pathLst>
                  <a:path w="71" h="161" extrusionOk="0">
                    <a:moveTo>
                      <a:pt x="18" y="74"/>
                    </a:moveTo>
                    <a:cubicBezTo>
                      <a:pt x="33" y="13"/>
                      <a:pt x="33" y="13"/>
                      <a:pt x="33" y="13"/>
                    </a:cubicBezTo>
                    <a:cubicBezTo>
                      <a:pt x="35" y="5"/>
                      <a:pt x="41" y="0"/>
                      <a:pt x="49" y="1"/>
                    </a:cubicBezTo>
                    <a:cubicBezTo>
                      <a:pt x="53" y="1"/>
                      <a:pt x="56" y="2"/>
                      <a:pt x="60" y="3"/>
                    </a:cubicBezTo>
                    <a:cubicBezTo>
                      <a:pt x="65" y="4"/>
                      <a:pt x="69" y="8"/>
                      <a:pt x="70" y="13"/>
                    </a:cubicBezTo>
                    <a:cubicBezTo>
                      <a:pt x="71" y="16"/>
                      <a:pt x="71" y="19"/>
                      <a:pt x="70" y="22"/>
                    </a:cubicBezTo>
                    <a:cubicBezTo>
                      <a:pt x="62" y="54"/>
                      <a:pt x="54" y="87"/>
                      <a:pt x="45" y="120"/>
                    </a:cubicBezTo>
                    <a:cubicBezTo>
                      <a:pt x="45" y="121"/>
                      <a:pt x="45" y="122"/>
                      <a:pt x="44" y="124"/>
                    </a:cubicBezTo>
                    <a:cubicBezTo>
                      <a:pt x="41" y="129"/>
                      <a:pt x="36" y="133"/>
                      <a:pt x="30" y="132"/>
                    </a:cubicBezTo>
                    <a:cubicBezTo>
                      <a:pt x="23" y="132"/>
                      <a:pt x="18" y="128"/>
                      <a:pt x="16" y="121"/>
                    </a:cubicBezTo>
                    <a:cubicBezTo>
                      <a:pt x="16" y="119"/>
                      <a:pt x="16" y="115"/>
                      <a:pt x="16" y="113"/>
                    </a:cubicBezTo>
                    <a:cubicBezTo>
                      <a:pt x="19" y="103"/>
                      <a:pt x="21" y="93"/>
                      <a:pt x="24" y="84"/>
                    </a:cubicBezTo>
                    <a:cubicBezTo>
                      <a:pt x="25" y="80"/>
                      <a:pt x="26" y="76"/>
                      <a:pt x="27" y="72"/>
                    </a:cubicBezTo>
                    <a:cubicBezTo>
                      <a:pt x="28" y="69"/>
                      <a:pt x="31" y="71"/>
                      <a:pt x="31" y="73"/>
                    </a:cubicBezTo>
                    <a:cubicBezTo>
                      <a:pt x="31" y="73"/>
                      <a:pt x="31" y="74"/>
                      <a:pt x="31" y="74"/>
                    </a:cubicBezTo>
                    <a:cubicBezTo>
                      <a:pt x="27" y="88"/>
                      <a:pt x="24" y="101"/>
                      <a:pt x="21" y="114"/>
                    </a:cubicBezTo>
                    <a:cubicBezTo>
                      <a:pt x="19" y="120"/>
                      <a:pt x="22" y="125"/>
                      <a:pt x="26" y="127"/>
                    </a:cubicBezTo>
                    <a:cubicBezTo>
                      <a:pt x="32" y="129"/>
                      <a:pt x="37" y="127"/>
                      <a:pt x="40" y="122"/>
                    </a:cubicBezTo>
                    <a:cubicBezTo>
                      <a:pt x="40" y="121"/>
                      <a:pt x="41" y="119"/>
                      <a:pt x="41" y="118"/>
                    </a:cubicBezTo>
                    <a:cubicBezTo>
                      <a:pt x="49" y="86"/>
                      <a:pt x="57" y="54"/>
                      <a:pt x="65" y="22"/>
                    </a:cubicBezTo>
                    <a:cubicBezTo>
                      <a:pt x="66" y="21"/>
                      <a:pt x="66" y="20"/>
                      <a:pt x="66" y="20"/>
                    </a:cubicBezTo>
                    <a:cubicBezTo>
                      <a:pt x="67" y="15"/>
                      <a:pt x="65" y="10"/>
                      <a:pt x="61" y="8"/>
                    </a:cubicBezTo>
                    <a:cubicBezTo>
                      <a:pt x="56" y="6"/>
                      <a:pt x="52" y="5"/>
                      <a:pt x="47" y="5"/>
                    </a:cubicBezTo>
                    <a:cubicBezTo>
                      <a:pt x="42" y="6"/>
                      <a:pt x="39" y="9"/>
                      <a:pt x="38" y="14"/>
                    </a:cubicBezTo>
                    <a:cubicBezTo>
                      <a:pt x="27" y="54"/>
                      <a:pt x="17" y="95"/>
                      <a:pt x="7" y="136"/>
                    </a:cubicBezTo>
                    <a:cubicBezTo>
                      <a:pt x="5" y="142"/>
                      <a:pt x="8" y="147"/>
                      <a:pt x="13" y="151"/>
                    </a:cubicBezTo>
                    <a:cubicBezTo>
                      <a:pt x="16" y="154"/>
                      <a:pt x="20" y="154"/>
                      <a:pt x="24" y="155"/>
                    </a:cubicBezTo>
                    <a:cubicBezTo>
                      <a:pt x="33" y="157"/>
                      <a:pt x="41" y="152"/>
                      <a:pt x="43" y="143"/>
                    </a:cubicBezTo>
                    <a:cubicBezTo>
                      <a:pt x="49" y="120"/>
                      <a:pt x="55" y="97"/>
                      <a:pt x="61" y="74"/>
                    </a:cubicBezTo>
                    <a:cubicBezTo>
                      <a:pt x="61" y="73"/>
                      <a:pt x="61" y="73"/>
                      <a:pt x="61" y="73"/>
                    </a:cubicBezTo>
                    <a:cubicBezTo>
                      <a:pt x="61" y="71"/>
                      <a:pt x="65" y="72"/>
                      <a:pt x="65" y="75"/>
                    </a:cubicBezTo>
                    <a:cubicBezTo>
                      <a:pt x="59" y="98"/>
                      <a:pt x="53" y="122"/>
                      <a:pt x="47" y="145"/>
                    </a:cubicBezTo>
                    <a:cubicBezTo>
                      <a:pt x="45" y="153"/>
                      <a:pt x="39" y="159"/>
                      <a:pt x="31" y="160"/>
                    </a:cubicBezTo>
                    <a:cubicBezTo>
                      <a:pt x="25" y="161"/>
                      <a:pt x="19" y="159"/>
                      <a:pt x="13" y="156"/>
                    </a:cubicBezTo>
                    <a:cubicBezTo>
                      <a:pt x="6" y="153"/>
                      <a:pt x="0" y="144"/>
                      <a:pt x="3" y="134"/>
                    </a:cubicBezTo>
                    <a:cubicBezTo>
                      <a:pt x="8" y="114"/>
                      <a:pt x="13" y="94"/>
                      <a:pt x="18" y="7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3" name="Google Shape;1233;p41"/>
              <p:cNvGrpSpPr/>
              <p:nvPr/>
            </p:nvGrpSpPr>
            <p:grpSpPr>
              <a:xfrm rot="-5611212">
                <a:off x="2999962" y="2813477"/>
                <a:ext cx="724423" cy="513299"/>
                <a:chOff x="6180688" y="2320538"/>
                <a:chExt cx="1149350" cy="814387"/>
              </a:xfrm>
            </p:grpSpPr>
            <p:sp>
              <p:nvSpPr>
                <p:cNvPr id="1234" name="Google Shape;1234;p41"/>
                <p:cNvSpPr/>
                <p:nvPr/>
              </p:nvSpPr>
              <p:spPr>
                <a:xfrm>
                  <a:off x="7010950" y="2320538"/>
                  <a:ext cx="319088" cy="261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" h="86" extrusionOk="0">
                      <a:moveTo>
                        <a:pt x="6" y="24"/>
                      </a:moveTo>
                      <a:cubicBezTo>
                        <a:pt x="7" y="23"/>
                        <a:pt x="9" y="23"/>
                        <a:pt x="10" y="23"/>
                      </a:cubicBezTo>
                      <a:cubicBezTo>
                        <a:pt x="96" y="1"/>
                        <a:pt x="96" y="1"/>
                        <a:pt x="96" y="1"/>
                      </a:cubicBezTo>
                      <a:cubicBezTo>
                        <a:pt x="99" y="0"/>
                        <a:pt x="102" y="1"/>
                        <a:pt x="104" y="3"/>
                      </a:cubicBezTo>
                      <a:cubicBezTo>
                        <a:pt x="105" y="5"/>
                        <a:pt x="105" y="9"/>
                        <a:pt x="103" y="11"/>
                      </a:cubicBezTo>
                      <a:cubicBezTo>
                        <a:pt x="48" y="82"/>
                        <a:pt x="48" y="82"/>
                        <a:pt x="48" y="82"/>
                      </a:cubicBezTo>
                      <a:cubicBezTo>
                        <a:pt x="46" y="84"/>
                        <a:pt x="43" y="86"/>
                        <a:pt x="41" y="86"/>
                      </a:cubicBezTo>
                      <a:cubicBezTo>
                        <a:pt x="38" y="86"/>
                        <a:pt x="36" y="85"/>
                        <a:pt x="34" y="83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3" y="35"/>
                        <a:pt x="3" y="35"/>
                        <a:pt x="3" y="35"/>
                      </a:cubicBezTo>
                      <a:cubicBezTo>
                        <a:pt x="0" y="31"/>
                        <a:pt x="2" y="27"/>
                        <a:pt x="6" y="2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5" name="Google Shape;1235;p41"/>
                <p:cNvSpPr/>
                <p:nvPr/>
              </p:nvSpPr>
              <p:spPr>
                <a:xfrm>
                  <a:off x="6180688" y="2379275"/>
                  <a:ext cx="976313" cy="75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" h="248" extrusionOk="0">
                      <a:moveTo>
                        <a:pt x="17" y="166"/>
                      </a:moveTo>
                      <a:cubicBezTo>
                        <a:pt x="5" y="173"/>
                        <a:pt x="0" y="187"/>
                        <a:pt x="6" y="196"/>
                      </a:cubicBezTo>
                      <a:cubicBezTo>
                        <a:pt x="34" y="238"/>
                        <a:pt x="34" y="238"/>
                        <a:pt x="34" y="238"/>
                      </a:cubicBezTo>
                      <a:cubicBezTo>
                        <a:pt x="40" y="247"/>
                        <a:pt x="54" y="248"/>
                        <a:pt x="66" y="241"/>
                      </a:cubicBezTo>
                      <a:cubicBezTo>
                        <a:pt x="308" y="82"/>
                        <a:pt x="308" y="82"/>
                        <a:pt x="308" y="82"/>
                      </a:cubicBezTo>
                      <a:cubicBezTo>
                        <a:pt x="320" y="75"/>
                        <a:pt x="321" y="68"/>
                        <a:pt x="315" y="59"/>
                      </a:cubicBezTo>
                      <a:cubicBezTo>
                        <a:pt x="283" y="10"/>
                        <a:pt x="283" y="10"/>
                        <a:pt x="283" y="10"/>
                      </a:cubicBezTo>
                      <a:cubicBezTo>
                        <a:pt x="277" y="1"/>
                        <a:pt x="271" y="0"/>
                        <a:pt x="259" y="7"/>
                      </a:cubicBezTo>
                      <a:lnTo>
                        <a:pt x="17" y="1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41"/>
                <p:cNvSpPr/>
                <p:nvPr/>
              </p:nvSpPr>
              <p:spPr>
                <a:xfrm>
                  <a:off x="6898238" y="2425313"/>
                  <a:ext cx="185738" cy="25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159" extrusionOk="0">
                      <a:moveTo>
                        <a:pt x="0" y="15"/>
                      </a:moveTo>
                      <a:lnTo>
                        <a:pt x="94" y="159"/>
                      </a:lnTo>
                      <a:lnTo>
                        <a:pt x="117" y="144"/>
                      </a:lnTo>
                      <a:lnTo>
                        <a:pt x="23" y="0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41"/>
                <p:cNvSpPr/>
                <p:nvPr/>
              </p:nvSpPr>
              <p:spPr>
                <a:xfrm>
                  <a:off x="6841088" y="2465000"/>
                  <a:ext cx="182563" cy="249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57" extrusionOk="0">
                      <a:moveTo>
                        <a:pt x="0" y="13"/>
                      </a:moveTo>
                      <a:lnTo>
                        <a:pt x="94" y="157"/>
                      </a:lnTo>
                      <a:lnTo>
                        <a:pt x="115" y="142"/>
                      </a:lnTo>
                      <a:lnTo>
                        <a:pt x="23" y="0"/>
                      </a:lnTo>
                      <a:lnTo>
                        <a:pt x="0" y="1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41"/>
                <p:cNvSpPr/>
                <p:nvPr/>
              </p:nvSpPr>
              <p:spPr>
                <a:xfrm>
                  <a:off x="6307688" y="2811075"/>
                  <a:ext cx="185738" cy="25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" h="158" extrusionOk="0">
                      <a:moveTo>
                        <a:pt x="0" y="14"/>
                      </a:moveTo>
                      <a:lnTo>
                        <a:pt x="94" y="158"/>
                      </a:lnTo>
                      <a:lnTo>
                        <a:pt x="117" y="144"/>
                      </a:lnTo>
                      <a:lnTo>
                        <a:pt x="23" y="0"/>
                      </a:lnTo>
                      <a:lnTo>
                        <a:pt x="0" y="1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41"/>
                <p:cNvSpPr/>
                <p:nvPr/>
              </p:nvSpPr>
              <p:spPr>
                <a:xfrm>
                  <a:off x="6250538" y="2847588"/>
                  <a:ext cx="182563" cy="25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" h="160" extrusionOk="0">
                      <a:moveTo>
                        <a:pt x="0" y="16"/>
                      </a:moveTo>
                      <a:lnTo>
                        <a:pt x="94" y="160"/>
                      </a:lnTo>
                      <a:lnTo>
                        <a:pt x="115" y="144"/>
                      </a:lnTo>
                      <a:lnTo>
                        <a:pt x="2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41"/>
                <p:cNvSpPr/>
                <p:nvPr/>
              </p:nvSpPr>
              <p:spPr>
                <a:xfrm>
                  <a:off x="6429925" y="2588825"/>
                  <a:ext cx="471488" cy="347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114" extrusionOk="0">
                      <a:moveTo>
                        <a:pt x="11" y="78"/>
                      </a:moveTo>
                      <a:cubicBezTo>
                        <a:pt x="4" y="83"/>
                        <a:pt x="0" y="92"/>
                        <a:pt x="4" y="98"/>
                      </a:cubicBezTo>
                      <a:cubicBezTo>
                        <a:pt x="10" y="107"/>
                        <a:pt x="10" y="107"/>
                        <a:pt x="10" y="107"/>
                      </a:cubicBezTo>
                      <a:cubicBezTo>
                        <a:pt x="14" y="113"/>
                        <a:pt x="24" y="114"/>
                        <a:pt x="32" y="109"/>
                      </a:cubicBezTo>
                      <a:cubicBezTo>
                        <a:pt x="144" y="36"/>
                        <a:pt x="144" y="36"/>
                        <a:pt x="144" y="36"/>
                      </a:cubicBezTo>
                      <a:cubicBezTo>
                        <a:pt x="152" y="31"/>
                        <a:pt x="155" y="22"/>
                        <a:pt x="151" y="16"/>
                      </a:cubicBezTo>
                      <a:cubicBezTo>
                        <a:pt x="145" y="6"/>
                        <a:pt x="145" y="6"/>
                        <a:pt x="145" y="6"/>
                      </a:cubicBezTo>
                      <a:cubicBezTo>
                        <a:pt x="141" y="0"/>
                        <a:pt x="132" y="0"/>
                        <a:pt x="124" y="5"/>
                      </a:cubicBezTo>
                      <a:lnTo>
                        <a:pt x="11" y="7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1" name="Google Shape;1241;p41"/>
              <p:cNvGrpSpPr/>
              <p:nvPr/>
            </p:nvGrpSpPr>
            <p:grpSpPr>
              <a:xfrm>
                <a:off x="1853351" y="3206141"/>
                <a:ext cx="1882692" cy="2163353"/>
                <a:chOff x="5652063" y="1771263"/>
                <a:chExt cx="1714500" cy="1970087"/>
              </a:xfrm>
            </p:grpSpPr>
            <p:sp>
              <p:nvSpPr>
                <p:cNvPr id="1242" name="Google Shape;1242;p41"/>
                <p:cNvSpPr/>
                <p:nvPr/>
              </p:nvSpPr>
              <p:spPr>
                <a:xfrm>
                  <a:off x="6272775" y="3138100"/>
                  <a:ext cx="1093788" cy="60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" h="380" extrusionOk="0">
                      <a:moveTo>
                        <a:pt x="689" y="83"/>
                      </a:moveTo>
                      <a:lnTo>
                        <a:pt x="39" y="380"/>
                      </a:lnTo>
                      <a:lnTo>
                        <a:pt x="0" y="296"/>
                      </a:lnTo>
                      <a:lnTo>
                        <a:pt x="650" y="0"/>
                      </a:lnTo>
                      <a:lnTo>
                        <a:pt x="689" y="8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41"/>
                <p:cNvSpPr/>
                <p:nvPr/>
              </p:nvSpPr>
              <p:spPr>
                <a:xfrm>
                  <a:off x="6348975" y="3233350"/>
                  <a:ext cx="962025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" h="288" extrusionOk="0">
                      <a:moveTo>
                        <a:pt x="606" y="15"/>
                      </a:moveTo>
                      <a:lnTo>
                        <a:pt x="8" y="288"/>
                      </a:lnTo>
                      <a:lnTo>
                        <a:pt x="0" y="272"/>
                      </a:lnTo>
                      <a:lnTo>
                        <a:pt x="600" y="0"/>
                      </a:lnTo>
                      <a:lnTo>
                        <a:pt x="606" y="15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41"/>
                <p:cNvSpPr/>
                <p:nvPr/>
              </p:nvSpPr>
              <p:spPr>
                <a:xfrm>
                  <a:off x="5652063" y="1771263"/>
                  <a:ext cx="1671638" cy="187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1180" extrusionOk="0">
                      <a:moveTo>
                        <a:pt x="1053" y="882"/>
                      </a:moveTo>
                      <a:lnTo>
                        <a:pt x="403" y="1180"/>
                      </a:lnTo>
                      <a:lnTo>
                        <a:pt x="0" y="297"/>
                      </a:lnTo>
                      <a:lnTo>
                        <a:pt x="650" y="0"/>
                      </a:lnTo>
                      <a:lnTo>
                        <a:pt x="1053" y="8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41"/>
                <p:cNvSpPr/>
                <p:nvPr/>
              </p:nvSpPr>
              <p:spPr>
                <a:xfrm>
                  <a:off x="5996550" y="2139563"/>
                  <a:ext cx="747713" cy="617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" h="389" extrusionOk="0">
                      <a:moveTo>
                        <a:pt x="471" y="221"/>
                      </a:moveTo>
                      <a:lnTo>
                        <a:pt x="101" y="389"/>
                      </a:lnTo>
                      <a:lnTo>
                        <a:pt x="0" y="169"/>
                      </a:lnTo>
                      <a:lnTo>
                        <a:pt x="370" y="0"/>
                      </a:lnTo>
                      <a:lnTo>
                        <a:pt x="471" y="22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6" name="Google Shape;1246;p41"/>
                <p:cNvSpPr/>
                <p:nvPr/>
              </p:nvSpPr>
              <p:spPr>
                <a:xfrm>
                  <a:off x="6129900" y="2331650"/>
                  <a:ext cx="481013" cy="236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" h="149" extrusionOk="0">
                      <a:moveTo>
                        <a:pt x="303" y="13"/>
                      </a:moveTo>
                      <a:lnTo>
                        <a:pt x="6" y="149"/>
                      </a:lnTo>
                      <a:lnTo>
                        <a:pt x="0" y="134"/>
                      </a:lnTo>
                      <a:lnTo>
                        <a:pt x="295" y="0"/>
                      </a:lnTo>
                      <a:lnTo>
                        <a:pt x="303" y="1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7" name="Google Shape;1247;p41"/>
                <p:cNvSpPr/>
                <p:nvPr/>
              </p:nvSpPr>
              <p:spPr>
                <a:xfrm>
                  <a:off x="6090213" y="2249100"/>
                  <a:ext cx="481013" cy="23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" h="150" extrusionOk="0">
                      <a:moveTo>
                        <a:pt x="303" y="13"/>
                      </a:moveTo>
                      <a:lnTo>
                        <a:pt x="8" y="150"/>
                      </a:lnTo>
                      <a:lnTo>
                        <a:pt x="0" y="134"/>
                      </a:lnTo>
                      <a:lnTo>
                        <a:pt x="297" y="0"/>
                      </a:lnTo>
                      <a:lnTo>
                        <a:pt x="303" y="1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8" name="Google Shape;1248;p41"/>
                <p:cNvSpPr/>
                <p:nvPr/>
              </p:nvSpPr>
              <p:spPr>
                <a:xfrm>
                  <a:off x="6166413" y="2414200"/>
                  <a:ext cx="481013" cy="236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" h="149" extrusionOk="0">
                      <a:moveTo>
                        <a:pt x="303" y="13"/>
                      </a:moveTo>
                      <a:lnTo>
                        <a:pt x="8" y="149"/>
                      </a:lnTo>
                      <a:lnTo>
                        <a:pt x="0" y="134"/>
                      </a:lnTo>
                      <a:lnTo>
                        <a:pt x="295" y="0"/>
                      </a:lnTo>
                      <a:lnTo>
                        <a:pt x="303" y="1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9" name="Google Shape;1249;p41"/>
                <p:cNvSpPr/>
                <p:nvPr/>
              </p:nvSpPr>
              <p:spPr>
                <a:xfrm>
                  <a:off x="5685400" y="2465000"/>
                  <a:ext cx="195263" cy="12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41" extrusionOk="0">
                      <a:moveTo>
                        <a:pt x="61" y="7"/>
                      </a:moveTo>
                      <a:cubicBezTo>
                        <a:pt x="64" y="12"/>
                        <a:pt x="61" y="17"/>
                        <a:pt x="57" y="20"/>
                      </a:cubicBezTo>
                      <a:cubicBezTo>
                        <a:pt x="15" y="39"/>
                        <a:pt x="15" y="39"/>
                        <a:pt x="15" y="39"/>
                      </a:cubicBezTo>
                      <a:cubicBezTo>
                        <a:pt x="10" y="41"/>
                        <a:pt x="4" y="39"/>
                        <a:pt x="2" y="34"/>
                      </a:cubicBezTo>
                      <a:cubicBezTo>
                        <a:pt x="0" y="29"/>
                        <a:pt x="2" y="23"/>
                        <a:pt x="7" y="21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53" y="0"/>
                        <a:pt x="59" y="2"/>
                        <a:pt x="61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0" name="Google Shape;1250;p41"/>
                <p:cNvSpPr/>
                <p:nvPr/>
              </p:nvSpPr>
              <p:spPr>
                <a:xfrm>
                  <a:off x="5728263" y="2560250"/>
                  <a:ext cx="195263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41" extrusionOk="0">
                      <a:moveTo>
                        <a:pt x="61" y="7"/>
                      </a:moveTo>
                      <a:cubicBezTo>
                        <a:pt x="64" y="12"/>
                        <a:pt x="61" y="17"/>
                        <a:pt x="57" y="20"/>
                      </a:cubicBezTo>
                      <a:cubicBezTo>
                        <a:pt x="15" y="39"/>
                        <a:pt x="15" y="39"/>
                        <a:pt x="15" y="39"/>
                      </a:cubicBezTo>
                      <a:cubicBezTo>
                        <a:pt x="10" y="41"/>
                        <a:pt x="4" y="39"/>
                        <a:pt x="2" y="34"/>
                      </a:cubicBezTo>
                      <a:cubicBezTo>
                        <a:pt x="0" y="29"/>
                        <a:pt x="2" y="23"/>
                        <a:pt x="7" y="21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53" y="0"/>
                        <a:pt x="59" y="2"/>
                        <a:pt x="61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1" name="Google Shape;1251;p41"/>
                <p:cNvSpPr/>
                <p:nvPr/>
              </p:nvSpPr>
              <p:spPr>
                <a:xfrm>
                  <a:off x="5771125" y="2653913"/>
                  <a:ext cx="193675" cy="12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41" extrusionOk="0">
                      <a:moveTo>
                        <a:pt x="61" y="7"/>
                      </a:moveTo>
                      <a:cubicBezTo>
                        <a:pt x="64" y="11"/>
                        <a:pt x="62" y="17"/>
                        <a:pt x="57" y="19"/>
                      </a:cubicBezTo>
                      <a:cubicBezTo>
                        <a:pt x="15" y="38"/>
                        <a:pt x="15" y="38"/>
                        <a:pt x="15" y="38"/>
                      </a:cubicBezTo>
                      <a:cubicBezTo>
                        <a:pt x="10" y="41"/>
                        <a:pt x="5" y="38"/>
                        <a:pt x="2" y="34"/>
                      </a:cubicBezTo>
                      <a:cubicBezTo>
                        <a:pt x="0" y="29"/>
                        <a:pt x="2" y="23"/>
                        <a:pt x="7" y="21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54" y="0"/>
                        <a:pt x="59" y="2"/>
                        <a:pt x="61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2" name="Google Shape;1252;p41"/>
                <p:cNvSpPr/>
                <p:nvPr/>
              </p:nvSpPr>
              <p:spPr>
                <a:xfrm>
                  <a:off x="5813988" y="2749163"/>
                  <a:ext cx="193675" cy="12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40" extrusionOk="0">
                      <a:moveTo>
                        <a:pt x="62" y="7"/>
                      </a:moveTo>
                      <a:cubicBezTo>
                        <a:pt x="64" y="11"/>
                        <a:pt x="62" y="17"/>
                        <a:pt x="57" y="19"/>
                      </a:cubicBezTo>
                      <a:cubicBezTo>
                        <a:pt x="15" y="38"/>
                        <a:pt x="15" y="38"/>
                        <a:pt x="15" y="38"/>
                      </a:cubicBezTo>
                      <a:cubicBezTo>
                        <a:pt x="10" y="40"/>
                        <a:pt x="5" y="38"/>
                        <a:pt x="2" y="33"/>
                      </a:cubicBezTo>
                      <a:cubicBezTo>
                        <a:pt x="0" y="29"/>
                        <a:pt x="2" y="23"/>
                        <a:pt x="7" y="21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54" y="0"/>
                        <a:pt x="59" y="2"/>
                        <a:pt x="62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3" name="Google Shape;1253;p41"/>
                <p:cNvSpPr/>
                <p:nvPr/>
              </p:nvSpPr>
              <p:spPr>
                <a:xfrm>
                  <a:off x="5855263" y="2839650"/>
                  <a:ext cx="195263" cy="12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41" extrusionOk="0">
                      <a:moveTo>
                        <a:pt x="62" y="7"/>
                      </a:moveTo>
                      <a:cubicBezTo>
                        <a:pt x="64" y="12"/>
                        <a:pt x="62" y="18"/>
                        <a:pt x="57" y="20"/>
                      </a:cubicBezTo>
                      <a:cubicBezTo>
                        <a:pt x="15" y="39"/>
                        <a:pt x="15" y="39"/>
                        <a:pt x="15" y="39"/>
                      </a:cubicBezTo>
                      <a:cubicBezTo>
                        <a:pt x="10" y="41"/>
                        <a:pt x="5" y="39"/>
                        <a:pt x="2" y="34"/>
                      </a:cubicBezTo>
                      <a:cubicBezTo>
                        <a:pt x="0" y="29"/>
                        <a:pt x="2" y="24"/>
                        <a:pt x="7" y="22"/>
                      </a:cubicBezTo>
                      <a:cubicBezTo>
                        <a:pt x="49" y="3"/>
                        <a:pt x="49" y="3"/>
                        <a:pt x="49" y="3"/>
                      </a:cubicBezTo>
                      <a:cubicBezTo>
                        <a:pt x="54" y="0"/>
                        <a:pt x="59" y="3"/>
                        <a:pt x="62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4" name="Google Shape;1254;p41"/>
                <p:cNvSpPr/>
                <p:nvPr/>
              </p:nvSpPr>
              <p:spPr>
                <a:xfrm>
                  <a:off x="5898125" y="2934900"/>
                  <a:ext cx="195263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41" extrusionOk="0">
                      <a:moveTo>
                        <a:pt x="62" y="7"/>
                      </a:moveTo>
                      <a:cubicBezTo>
                        <a:pt x="64" y="12"/>
                        <a:pt x="62" y="18"/>
                        <a:pt x="57" y="20"/>
                      </a:cubicBezTo>
                      <a:cubicBezTo>
                        <a:pt x="15" y="39"/>
                        <a:pt x="15" y="39"/>
                        <a:pt x="15" y="39"/>
                      </a:cubicBezTo>
                      <a:cubicBezTo>
                        <a:pt x="10" y="41"/>
                        <a:pt x="5" y="39"/>
                        <a:pt x="3" y="34"/>
                      </a:cubicBezTo>
                      <a:cubicBezTo>
                        <a:pt x="0" y="29"/>
                        <a:pt x="2" y="24"/>
                        <a:pt x="7" y="21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54" y="0"/>
                        <a:pt x="59" y="2"/>
                        <a:pt x="62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5" name="Google Shape;1255;p41"/>
                <p:cNvSpPr/>
                <p:nvPr/>
              </p:nvSpPr>
              <p:spPr>
                <a:xfrm>
                  <a:off x="5940988" y="3028563"/>
                  <a:ext cx="195263" cy="12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41" extrusionOk="0">
                      <a:moveTo>
                        <a:pt x="62" y="7"/>
                      </a:moveTo>
                      <a:cubicBezTo>
                        <a:pt x="64" y="12"/>
                        <a:pt x="62" y="18"/>
                        <a:pt x="57" y="20"/>
                      </a:cubicBezTo>
                      <a:cubicBezTo>
                        <a:pt x="15" y="39"/>
                        <a:pt x="15" y="39"/>
                        <a:pt x="15" y="39"/>
                      </a:cubicBezTo>
                      <a:cubicBezTo>
                        <a:pt x="10" y="41"/>
                        <a:pt x="5" y="39"/>
                        <a:pt x="3" y="34"/>
                      </a:cubicBezTo>
                      <a:cubicBezTo>
                        <a:pt x="0" y="29"/>
                        <a:pt x="3" y="24"/>
                        <a:pt x="7" y="21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54" y="0"/>
                        <a:pt x="60" y="2"/>
                        <a:pt x="62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6" name="Google Shape;1256;p41"/>
                <p:cNvSpPr/>
                <p:nvPr/>
              </p:nvSpPr>
              <p:spPr>
                <a:xfrm>
                  <a:off x="5983850" y="3123813"/>
                  <a:ext cx="195263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41" extrusionOk="0">
                      <a:moveTo>
                        <a:pt x="62" y="7"/>
                      </a:moveTo>
                      <a:cubicBezTo>
                        <a:pt x="64" y="12"/>
                        <a:pt x="62" y="18"/>
                        <a:pt x="57" y="20"/>
                      </a:cubicBezTo>
                      <a:cubicBezTo>
                        <a:pt x="15" y="39"/>
                        <a:pt x="15" y="39"/>
                        <a:pt x="15" y="39"/>
                      </a:cubicBezTo>
                      <a:cubicBezTo>
                        <a:pt x="11" y="41"/>
                        <a:pt x="5" y="39"/>
                        <a:pt x="3" y="34"/>
                      </a:cubicBezTo>
                      <a:cubicBezTo>
                        <a:pt x="0" y="29"/>
                        <a:pt x="3" y="23"/>
                        <a:pt x="7" y="21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54" y="0"/>
                        <a:pt x="60" y="2"/>
                        <a:pt x="62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7" name="Google Shape;1257;p41"/>
                <p:cNvSpPr/>
                <p:nvPr/>
              </p:nvSpPr>
              <p:spPr>
                <a:xfrm>
                  <a:off x="6026713" y="3217475"/>
                  <a:ext cx="195263" cy="12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" h="41" extrusionOk="0">
                      <a:moveTo>
                        <a:pt x="62" y="7"/>
                      </a:moveTo>
                      <a:cubicBezTo>
                        <a:pt x="64" y="12"/>
                        <a:pt x="62" y="17"/>
                        <a:pt x="57" y="20"/>
                      </a:cubicBezTo>
                      <a:cubicBezTo>
                        <a:pt x="15" y="39"/>
                        <a:pt x="15" y="39"/>
                        <a:pt x="15" y="39"/>
                      </a:cubicBezTo>
                      <a:cubicBezTo>
                        <a:pt x="11" y="41"/>
                        <a:pt x="5" y="39"/>
                        <a:pt x="3" y="34"/>
                      </a:cubicBezTo>
                      <a:cubicBezTo>
                        <a:pt x="0" y="29"/>
                        <a:pt x="3" y="23"/>
                        <a:pt x="7" y="21"/>
                      </a:cubicBezTo>
                      <a:cubicBezTo>
                        <a:pt x="49" y="2"/>
                        <a:pt x="49" y="2"/>
                        <a:pt x="49" y="2"/>
                      </a:cubicBezTo>
                      <a:cubicBezTo>
                        <a:pt x="54" y="0"/>
                        <a:pt x="60" y="2"/>
                        <a:pt x="62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8" name="Google Shape;1258;p41"/>
                <p:cNvSpPr/>
                <p:nvPr/>
              </p:nvSpPr>
              <p:spPr>
                <a:xfrm>
                  <a:off x="6072750" y="3312725"/>
                  <a:ext cx="190500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" h="41" extrusionOk="0">
                      <a:moveTo>
                        <a:pt x="61" y="7"/>
                      </a:moveTo>
                      <a:cubicBezTo>
                        <a:pt x="63" y="12"/>
                        <a:pt x="61" y="17"/>
                        <a:pt x="56" y="19"/>
                      </a:cubicBezTo>
                      <a:cubicBezTo>
                        <a:pt x="15" y="38"/>
                        <a:pt x="15" y="38"/>
                        <a:pt x="15" y="38"/>
                      </a:cubicBezTo>
                      <a:cubicBezTo>
                        <a:pt x="10" y="41"/>
                        <a:pt x="4" y="39"/>
                        <a:pt x="2" y="34"/>
                      </a:cubicBezTo>
                      <a:cubicBezTo>
                        <a:pt x="0" y="29"/>
                        <a:pt x="2" y="23"/>
                        <a:pt x="7" y="21"/>
                      </a:cubicBezTo>
                      <a:cubicBezTo>
                        <a:pt x="48" y="2"/>
                        <a:pt x="48" y="2"/>
                        <a:pt x="48" y="2"/>
                      </a:cubicBezTo>
                      <a:cubicBezTo>
                        <a:pt x="53" y="0"/>
                        <a:pt x="59" y="2"/>
                        <a:pt x="61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42"/>
          <p:cNvPicPr preferRelativeResize="0"/>
          <p:nvPr/>
        </p:nvPicPr>
        <p:blipFill rotWithShape="1">
          <a:blip r:embed="rId3">
            <a:alphaModFix/>
          </a:blip>
          <a:srcRect t="12325" b="51324"/>
          <a:stretch/>
        </p:blipFill>
        <p:spPr>
          <a:xfrm>
            <a:off x="3344125" y="1860175"/>
            <a:ext cx="2469000" cy="1345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264" name="Google Shape;1264;p42"/>
          <p:cNvPicPr preferRelativeResize="0"/>
          <p:nvPr/>
        </p:nvPicPr>
        <p:blipFill rotWithShape="1">
          <a:blip r:embed="rId4">
            <a:alphaModFix/>
          </a:blip>
          <a:srcRect t="9124" b="9116"/>
          <a:stretch/>
        </p:blipFill>
        <p:spPr>
          <a:xfrm>
            <a:off x="5972650" y="1860175"/>
            <a:ext cx="2467500" cy="1344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265" name="Google Shape;1265;p42"/>
          <p:cNvPicPr preferRelativeResize="0"/>
          <p:nvPr/>
        </p:nvPicPr>
        <p:blipFill rotWithShape="1">
          <a:blip r:embed="rId5">
            <a:alphaModFix/>
          </a:blip>
          <a:srcRect t="1559" b="1559"/>
          <a:stretch/>
        </p:blipFill>
        <p:spPr>
          <a:xfrm>
            <a:off x="715600" y="1860175"/>
            <a:ext cx="2469000" cy="1345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266" name="Google Shape;1266;p42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>
                <a:latin typeface="Nunito Black"/>
                <a:ea typeface="Nunito Black"/>
                <a:cs typeface="Nunito Black"/>
                <a:sym typeface="Nunito Black"/>
              </a:rPr>
              <a:t>Activity 3: Story building</a:t>
            </a:r>
            <a:endParaRPr sz="32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267" name="Google Shape;1267;p42"/>
          <p:cNvSpPr txBox="1">
            <a:spLocks noGrp="1"/>
          </p:cNvSpPr>
          <p:nvPr>
            <p:ph type="body" idx="4294967295"/>
          </p:nvPr>
        </p:nvSpPr>
        <p:spPr>
          <a:xfrm>
            <a:off x="726450" y="1134725"/>
            <a:ext cx="7704000" cy="6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Share three images with the same theme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. Start a story with the first image in the target language. Students have to add to the story with sentences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8" name="Google Shape;1268;p42"/>
          <p:cNvSpPr txBox="1">
            <a:spLocks noGrp="1"/>
          </p:cNvSpPr>
          <p:nvPr>
            <p:ph type="body" idx="4294967295"/>
          </p:nvPr>
        </p:nvSpPr>
        <p:spPr>
          <a:xfrm>
            <a:off x="716488" y="3272838"/>
            <a:ext cx="24672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This is the start of the story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9" name="Google Shape;1269;p42"/>
          <p:cNvSpPr txBox="1">
            <a:spLocks noGrp="1"/>
          </p:cNvSpPr>
          <p:nvPr>
            <p:ph type="body" idx="4294967295"/>
          </p:nvPr>
        </p:nvSpPr>
        <p:spPr>
          <a:xfrm>
            <a:off x="716475" y="3751363"/>
            <a:ext cx="24687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What happened first?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0" name="Google Shape;1270;p42"/>
          <p:cNvSpPr txBox="1">
            <a:spLocks noGrp="1"/>
          </p:cNvSpPr>
          <p:nvPr>
            <p:ph type="body" idx="4294967295"/>
          </p:nvPr>
        </p:nvSpPr>
        <p:spPr>
          <a:xfrm>
            <a:off x="716475" y="4229913"/>
            <a:ext cx="24687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This is the consequence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1" name="Google Shape;1271;p42"/>
          <p:cNvSpPr txBox="1">
            <a:spLocks noGrp="1"/>
          </p:cNvSpPr>
          <p:nvPr>
            <p:ph type="body" idx="4294967295"/>
          </p:nvPr>
        </p:nvSpPr>
        <p:spPr>
          <a:xfrm>
            <a:off x="3337629" y="3272838"/>
            <a:ext cx="24687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What happened next?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2" name="Google Shape;1272;p42"/>
          <p:cNvSpPr txBox="1">
            <a:spLocks noGrp="1"/>
          </p:cNvSpPr>
          <p:nvPr>
            <p:ph type="body" idx="4294967295"/>
          </p:nvPr>
        </p:nvSpPr>
        <p:spPr>
          <a:xfrm>
            <a:off x="3337629" y="3751363"/>
            <a:ext cx="24687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An unexpected event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3" name="Google Shape;1273;p42"/>
          <p:cNvSpPr txBox="1">
            <a:spLocks noGrp="1"/>
          </p:cNvSpPr>
          <p:nvPr>
            <p:ph type="body" idx="4294967295"/>
          </p:nvPr>
        </p:nvSpPr>
        <p:spPr>
          <a:xfrm>
            <a:off x="3343934" y="4229913"/>
            <a:ext cx="24687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We meet someone new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4" name="Google Shape;1274;p42"/>
          <p:cNvSpPr txBox="1">
            <a:spLocks noGrp="1"/>
          </p:cNvSpPr>
          <p:nvPr>
            <p:ph type="body" idx="4294967295"/>
          </p:nvPr>
        </p:nvSpPr>
        <p:spPr>
          <a:xfrm>
            <a:off x="5971394" y="3272850"/>
            <a:ext cx="24687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A problem develops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5" name="Google Shape;1275;p42"/>
          <p:cNvSpPr txBox="1">
            <a:spLocks noGrp="1"/>
          </p:cNvSpPr>
          <p:nvPr>
            <p:ph type="body" idx="4294967295"/>
          </p:nvPr>
        </p:nvSpPr>
        <p:spPr>
          <a:xfrm>
            <a:off x="5971394" y="3751375"/>
            <a:ext cx="24687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How is it resolved?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6" name="Google Shape;1276;p42"/>
          <p:cNvSpPr txBox="1">
            <a:spLocks noGrp="1"/>
          </p:cNvSpPr>
          <p:nvPr>
            <p:ph type="body" idx="4294967295"/>
          </p:nvPr>
        </p:nvSpPr>
        <p:spPr>
          <a:xfrm>
            <a:off x="5971394" y="4229926"/>
            <a:ext cx="2468700" cy="4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The end to the adventure!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43"/>
          <p:cNvSpPr txBox="1">
            <a:spLocks noGrp="1"/>
          </p:cNvSpPr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>
                <a:latin typeface="Nunito Black"/>
                <a:ea typeface="Nunito Black"/>
                <a:cs typeface="Nunito Black"/>
                <a:sym typeface="Nunito Black"/>
              </a:rPr>
              <a:t>Language study timeline</a:t>
            </a:r>
            <a:endParaRPr sz="32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cxnSp>
        <p:nvCxnSpPr>
          <p:cNvPr id="1282" name="Google Shape;1282;p43"/>
          <p:cNvCxnSpPr/>
          <p:nvPr/>
        </p:nvCxnSpPr>
        <p:spPr>
          <a:xfrm>
            <a:off x="2553062" y="2982050"/>
            <a:ext cx="76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83" name="Google Shape;1283;p43"/>
          <p:cNvCxnSpPr/>
          <p:nvPr/>
        </p:nvCxnSpPr>
        <p:spPr>
          <a:xfrm>
            <a:off x="4191428" y="2982050"/>
            <a:ext cx="76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84" name="Google Shape;1284;p43"/>
          <p:cNvCxnSpPr/>
          <p:nvPr/>
        </p:nvCxnSpPr>
        <p:spPr>
          <a:xfrm>
            <a:off x="5829794" y="2982050"/>
            <a:ext cx="762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285" name="Google Shape;1285;p43"/>
          <p:cNvSpPr txBox="1"/>
          <p:nvPr/>
        </p:nvSpPr>
        <p:spPr>
          <a:xfrm>
            <a:off x="883812" y="3679825"/>
            <a:ext cx="2462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Word beginnings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286" name="Google Shape;1286;p43"/>
          <p:cNvSpPr txBox="1"/>
          <p:nvPr/>
        </p:nvSpPr>
        <p:spPr>
          <a:xfrm>
            <a:off x="885312" y="3977624"/>
            <a:ext cx="2459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Exploring 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ABCs and first words!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7" name="Google Shape;1287;p43"/>
          <p:cNvSpPr txBox="1"/>
          <p:nvPr/>
        </p:nvSpPr>
        <p:spPr>
          <a:xfrm>
            <a:off x="2523736" y="1689576"/>
            <a:ext cx="2459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Sound play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288" name="Google Shape;1288;p43"/>
          <p:cNvSpPr txBox="1"/>
          <p:nvPr/>
        </p:nvSpPr>
        <p:spPr>
          <a:xfrm>
            <a:off x="2523704" y="1989850"/>
            <a:ext cx="2459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Dancing with words and </a:t>
            </a: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creating rhymes!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9" name="Google Shape;1289;p43"/>
          <p:cNvSpPr txBox="1"/>
          <p:nvPr/>
        </p:nvSpPr>
        <p:spPr>
          <a:xfrm>
            <a:off x="4162089" y="3679831"/>
            <a:ext cx="2459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Storytime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290" name="Google Shape;1290;p43"/>
          <p:cNvSpPr txBox="1"/>
          <p:nvPr/>
        </p:nvSpPr>
        <p:spPr>
          <a:xfrm>
            <a:off x="4162096" y="3977624"/>
            <a:ext cx="2459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Reading tales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and making language pals!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1" name="Google Shape;1291;p43"/>
          <p:cNvSpPr txBox="1"/>
          <p:nvPr/>
        </p:nvSpPr>
        <p:spPr>
          <a:xfrm>
            <a:off x="5800488" y="1689576"/>
            <a:ext cx="24597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Word masters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292" name="Google Shape;1292;p43"/>
          <p:cNvSpPr txBox="1"/>
          <p:nvPr/>
        </p:nvSpPr>
        <p:spPr>
          <a:xfrm>
            <a:off x="5800488" y="1989850"/>
            <a:ext cx="2459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Becoming </a:t>
            </a: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language of the true champions!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3" name="Google Shape;1293;p43"/>
          <p:cNvSpPr txBox="1"/>
          <p:nvPr/>
        </p:nvSpPr>
        <p:spPr>
          <a:xfrm>
            <a:off x="1651212" y="2769200"/>
            <a:ext cx="9279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2XXX</a:t>
            </a:r>
            <a:endParaRPr sz="21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4" name="Google Shape;1294;p43"/>
          <p:cNvSpPr txBox="1"/>
          <p:nvPr/>
        </p:nvSpPr>
        <p:spPr>
          <a:xfrm>
            <a:off x="3293354" y="2769200"/>
            <a:ext cx="9234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2XXX</a:t>
            </a:r>
            <a:endParaRPr sz="1500" b="1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5" name="Google Shape;1295;p43"/>
          <p:cNvSpPr txBox="1"/>
          <p:nvPr/>
        </p:nvSpPr>
        <p:spPr>
          <a:xfrm>
            <a:off x="4930996" y="2769200"/>
            <a:ext cx="9234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2XXX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296" name="Google Shape;1296;p43"/>
          <p:cNvSpPr txBox="1"/>
          <p:nvPr/>
        </p:nvSpPr>
        <p:spPr>
          <a:xfrm>
            <a:off x="6568638" y="2769200"/>
            <a:ext cx="9234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rPr>
              <a:t>2XXX</a:t>
            </a:r>
            <a:endParaRPr sz="2100">
              <a:solidFill>
                <a:schemeClr val="dk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grpSp>
        <p:nvGrpSpPr>
          <p:cNvPr id="1297" name="Google Shape;1297;p43"/>
          <p:cNvGrpSpPr/>
          <p:nvPr/>
        </p:nvGrpSpPr>
        <p:grpSpPr>
          <a:xfrm>
            <a:off x="5203364" y="3311274"/>
            <a:ext cx="377150" cy="336346"/>
            <a:chOff x="4788303" y="3253270"/>
            <a:chExt cx="377150" cy="336346"/>
          </a:xfrm>
        </p:grpSpPr>
        <p:sp>
          <p:nvSpPr>
            <p:cNvPr id="1298" name="Google Shape;1298;p43"/>
            <p:cNvSpPr/>
            <p:nvPr/>
          </p:nvSpPr>
          <p:spPr>
            <a:xfrm>
              <a:off x="4843442" y="3348108"/>
              <a:ext cx="266872" cy="207321"/>
            </a:xfrm>
            <a:custGeom>
              <a:avLst/>
              <a:gdLst/>
              <a:ahLst/>
              <a:cxnLst/>
              <a:rect l="l" t="t" r="r" b="b"/>
              <a:pathLst>
                <a:path w="102" h="79" extrusionOk="0">
                  <a:moveTo>
                    <a:pt x="3" y="74"/>
                  </a:moveTo>
                  <a:cubicBezTo>
                    <a:pt x="40" y="74"/>
                    <a:pt x="40" y="74"/>
                    <a:pt x="40" y="74"/>
                  </a:cubicBezTo>
                  <a:cubicBezTo>
                    <a:pt x="43" y="77"/>
                    <a:pt x="47" y="79"/>
                    <a:pt x="51" y="79"/>
                  </a:cubicBezTo>
                  <a:cubicBezTo>
                    <a:pt x="55" y="79"/>
                    <a:pt x="59" y="77"/>
                    <a:pt x="62" y="74"/>
                  </a:cubicBezTo>
                  <a:cubicBezTo>
                    <a:pt x="99" y="74"/>
                    <a:pt x="99" y="74"/>
                    <a:pt x="99" y="74"/>
                  </a:cubicBezTo>
                  <a:cubicBezTo>
                    <a:pt x="101" y="74"/>
                    <a:pt x="102" y="72"/>
                    <a:pt x="102" y="71"/>
                  </a:cubicBezTo>
                  <a:cubicBezTo>
                    <a:pt x="102" y="7"/>
                    <a:pt x="102" y="7"/>
                    <a:pt x="102" y="7"/>
                  </a:cubicBezTo>
                  <a:cubicBezTo>
                    <a:pt x="102" y="5"/>
                    <a:pt x="101" y="4"/>
                    <a:pt x="99" y="4"/>
                  </a:cubicBezTo>
                  <a:cubicBezTo>
                    <a:pt x="88" y="4"/>
                    <a:pt x="88" y="4"/>
                    <a:pt x="88" y="4"/>
                  </a:cubicBezTo>
                  <a:cubicBezTo>
                    <a:pt x="88" y="3"/>
                    <a:pt x="88" y="3"/>
                    <a:pt x="88" y="3"/>
                  </a:cubicBezTo>
                  <a:cubicBezTo>
                    <a:pt x="88" y="1"/>
                    <a:pt x="86" y="0"/>
                    <a:pt x="8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5" y="0"/>
                    <a:pt x="14" y="1"/>
                    <a:pt x="14" y="3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1" y="4"/>
                    <a:pt x="0" y="5"/>
                    <a:pt x="0" y="7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2"/>
                    <a:pt x="1" y="74"/>
                    <a:pt x="3" y="74"/>
                  </a:cubicBezTo>
                  <a:close/>
                  <a:moveTo>
                    <a:pt x="82" y="54"/>
                  </a:moveTo>
                  <a:cubicBezTo>
                    <a:pt x="54" y="54"/>
                    <a:pt x="54" y="54"/>
                    <a:pt x="54" y="54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82" y="6"/>
                    <a:pt x="82" y="6"/>
                    <a:pt x="82" y="6"/>
                  </a:cubicBezTo>
                  <a:lnTo>
                    <a:pt x="82" y="54"/>
                  </a:lnTo>
                  <a:close/>
                  <a:moveTo>
                    <a:pt x="20" y="6"/>
                  </a:moveTo>
                  <a:cubicBezTo>
                    <a:pt x="48" y="6"/>
                    <a:pt x="48" y="6"/>
                    <a:pt x="48" y="6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20" y="54"/>
                    <a:pt x="20" y="54"/>
                    <a:pt x="20" y="54"/>
                  </a:cubicBezTo>
                  <a:lnTo>
                    <a:pt x="20" y="6"/>
                  </a:lnTo>
                  <a:close/>
                  <a:moveTo>
                    <a:pt x="6" y="10"/>
                  </a:moveTo>
                  <a:cubicBezTo>
                    <a:pt x="14" y="10"/>
                    <a:pt x="14" y="10"/>
                    <a:pt x="14" y="1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4" y="58"/>
                    <a:pt x="15" y="59"/>
                    <a:pt x="17" y="59"/>
                  </a:cubicBezTo>
                  <a:cubicBezTo>
                    <a:pt x="85" y="59"/>
                    <a:pt x="85" y="59"/>
                    <a:pt x="85" y="59"/>
                  </a:cubicBezTo>
                  <a:cubicBezTo>
                    <a:pt x="86" y="59"/>
                    <a:pt x="88" y="58"/>
                    <a:pt x="88" y="56"/>
                  </a:cubicBezTo>
                  <a:cubicBezTo>
                    <a:pt x="88" y="10"/>
                    <a:pt x="88" y="10"/>
                    <a:pt x="88" y="10"/>
                  </a:cubicBezTo>
                  <a:cubicBezTo>
                    <a:pt x="96" y="10"/>
                    <a:pt x="96" y="10"/>
                    <a:pt x="96" y="10"/>
                  </a:cubicBezTo>
                  <a:cubicBezTo>
                    <a:pt x="96" y="68"/>
                    <a:pt x="96" y="68"/>
                    <a:pt x="96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59" y="68"/>
                    <a:pt x="58" y="69"/>
                    <a:pt x="58" y="70"/>
                  </a:cubicBezTo>
                  <a:cubicBezTo>
                    <a:pt x="56" y="72"/>
                    <a:pt x="54" y="73"/>
                    <a:pt x="51" y="73"/>
                  </a:cubicBezTo>
                  <a:cubicBezTo>
                    <a:pt x="48" y="73"/>
                    <a:pt x="46" y="72"/>
                    <a:pt x="44" y="69"/>
                  </a:cubicBezTo>
                  <a:cubicBezTo>
                    <a:pt x="44" y="69"/>
                    <a:pt x="43" y="68"/>
                    <a:pt x="42" y="68"/>
                  </a:cubicBezTo>
                  <a:cubicBezTo>
                    <a:pt x="6" y="68"/>
                    <a:pt x="6" y="68"/>
                    <a:pt x="6" y="68"/>
                  </a:cubicBezTo>
                  <a:lnTo>
                    <a:pt x="6" y="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43"/>
            <p:cNvSpPr/>
            <p:nvPr/>
          </p:nvSpPr>
          <p:spPr>
            <a:xfrm>
              <a:off x="4788303" y="3253270"/>
              <a:ext cx="377150" cy="336346"/>
            </a:xfrm>
            <a:custGeom>
              <a:avLst/>
              <a:gdLst/>
              <a:ahLst/>
              <a:cxnLst/>
              <a:rect l="l" t="t" r="r" b="b"/>
              <a:pathLst>
                <a:path w="144" h="128" extrusionOk="0">
                  <a:moveTo>
                    <a:pt x="135" y="5"/>
                  </a:moveTo>
                  <a:cubicBezTo>
                    <a:pt x="125" y="5"/>
                    <a:pt x="125" y="5"/>
                    <a:pt x="125" y="5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5" y="2"/>
                    <a:pt x="124" y="0"/>
                    <a:pt x="122" y="0"/>
                  </a:cubicBezTo>
                  <a:cubicBezTo>
                    <a:pt x="121" y="0"/>
                    <a:pt x="119" y="1"/>
                    <a:pt x="119" y="3"/>
                  </a:cubicBezTo>
                  <a:cubicBezTo>
                    <a:pt x="119" y="5"/>
                    <a:pt x="119" y="5"/>
                    <a:pt x="119" y="5"/>
                  </a:cubicBezTo>
                  <a:cubicBezTo>
                    <a:pt x="100" y="5"/>
                    <a:pt x="100" y="5"/>
                    <a:pt x="100" y="5"/>
                  </a:cubicBezTo>
                  <a:cubicBezTo>
                    <a:pt x="100" y="3"/>
                    <a:pt x="100" y="3"/>
                    <a:pt x="100" y="3"/>
                  </a:cubicBezTo>
                  <a:cubicBezTo>
                    <a:pt x="100" y="2"/>
                    <a:pt x="99" y="0"/>
                    <a:pt x="97" y="0"/>
                  </a:cubicBezTo>
                  <a:cubicBezTo>
                    <a:pt x="96" y="0"/>
                    <a:pt x="94" y="1"/>
                    <a:pt x="94" y="3"/>
                  </a:cubicBezTo>
                  <a:cubicBezTo>
                    <a:pt x="94" y="5"/>
                    <a:pt x="94" y="5"/>
                    <a:pt x="94" y="5"/>
                  </a:cubicBezTo>
                  <a:cubicBezTo>
                    <a:pt x="75" y="5"/>
                    <a:pt x="75" y="5"/>
                    <a:pt x="75" y="5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2"/>
                    <a:pt x="74" y="0"/>
                    <a:pt x="72" y="0"/>
                  </a:cubicBezTo>
                  <a:cubicBezTo>
                    <a:pt x="71" y="0"/>
                    <a:pt x="69" y="1"/>
                    <a:pt x="69" y="3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48" y="0"/>
                    <a:pt x="47" y="0"/>
                  </a:cubicBezTo>
                  <a:cubicBezTo>
                    <a:pt x="45" y="0"/>
                    <a:pt x="44" y="1"/>
                    <a:pt x="44" y="3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2"/>
                    <a:pt x="23" y="0"/>
                    <a:pt x="22" y="0"/>
                  </a:cubicBezTo>
                  <a:cubicBezTo>
                    <a:pt x="20" y="0"/>
                    <a:pt x="19" y="1"/>
                    <a:pt x="19" y="3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4" y="5"/>
                    <a:pt x="0" y="9"/>
                    <a:pt x="0" y="14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124"/>
                    <a:pt x="4" y="128"/>
                    <a:pt x="9" y="128"/>
                  </a:cubicBezTo>
                  <a:cubicBezTo>
                    <a:pt x="135" y="128"/>
                    <a:pt x="135" y="128"/>
                    <a:pt x="135" y="128"/>
                  </a:cubicBezTo>
                  <a:cubicBezTo>
                    <a:pt x="140" y="128"/>
                    <a:pt x="144" y="124"/>
                    <a:pt x="144" y="119"/>
                  </a:cubicBezTo>
                  <a:cubicBezTo>
                    <a:pt x="144" y="14"/>
                    <a:pt x="144" y="14"/>
                    <a:pt x="144" y="14"/>
                  </a:cubicBezTo>
                  <a:cubicBezTo>
                    <a:pt x="144" y="9"/>
                    <a:pt x="140" y="5"/>
                    <a:pt x="135" y="5"/>
                  </a:cubicBezTo>
                  <a:close/>
                  <a:moveTo>
                    <a:pt x="6" y="14"/>
                  </a:moveTo>
                  <a:cubicBezTo>
                    <a:pt x="6" y="12"/>
                    <a:pt x="7" y="11"/>
                    <a:pt x="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7"/>
                    <a:pt x="20" y="18"/>
                    <a:pt x="21" y="19"/>
                  </a:cubicBezTo>
                  <a:cubicBezTo>
                    <a:pt x="23" y="19"/>
                    <a:pt x="24" y="18"/>
                    <a:pt x="24" y="16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7"/>
                    <a:pt x="45" y="18"/>
                    <a:pt x="46" y="19"/>
                  </a:cubicBezTo>
                  <a:cubicBezTo>
                    <a:pt x="48" y="19"/>
                    <a:pt x="49" y="18"/>
                    <a:pt x="49" y="16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69" y="11"/>
                    <a:pt x="69" y="11"/>
                    <a:pt x="69" y="11"/>
                  </a:cubicBezTo>
                  <a:cubicBezTo>
                    <a:pt x="69" y="16"/>
                    <a:pt x="69" y="16"/>
                    <a:pt x="69" y="16"/>
                  </a:cubicBezTo>
                  <a:cubicBezTo>
                    <a:pt x="69" y="17"/>
                    <a:pt x="70" y="18"/>
                    <a:pt x="71" y="19"/>
                  </a:cubicBezTo>
                  <a:cubicBezTo>
                    <a:pt x="73" y="19"/>
                    <a:pt x="75" y="18"/>
                    <a:pt x="75" y="16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94" y="11"/>
                    <a:pt x="94" y="11"/>
                    <a:pt x="94" y="11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4" y="17"/>
                    <a:pt x="95" y="18"/>
                    <a:pt x="96" y="19"/>
                  </a:cubicBezTo>
                  <a:cubicBezTo>
                    <a:pt x="98" y="19"/>
                    <a:pt x="100" y="18"/>
                    <a:pt x="100" y="16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119" y="11"/>
                    <a:pt x="119" y="11"/>
                    <a:pt x="119" y="11"/>
                  </a:cubicBezTo>
                  <a:cubicBezTo>
                    <a:pt x="119" y="16"/>
                    <a:pt x="119" y="16"/>
                    <a:pt x="119" y="16"/>
                  </a:cubicBezTo>
                  <a:cubicBezTo>
                    <a:pt x="119" y="17"/>
                    <a:pt x="120" y="18"/>
                    <a:pt x="122" y="19"/>
                  </a:cubicBezTo>
                  <a:cubicBezTo>
                    <a:pt x="123" y="19"/>
                    <a:pt x="125" y="18"/>
                    <a:pt x="125" y="16"/>
                  </a:cubicBezTo>
                  <a:cubicBezTo>
                    <a:pt x="125" y="11"/>
                    <a:pt x="125" y="11"/>
                    <a:pt x="125" y="11"/>
                  </a:cubicBezTo>
                  <a:cubicBezTo>
                    <a:pt x="135" y="11"/>
                    <a:pt x="135" y="11"/>
                    <a:pt x="135" y="11"/>
                  </a:cubicBezTo>
                  <a:cubicBezTo>
                    <a:pt x="137" y="11"/>
                    <a:pt x="138" y="12"/>
                    <a:pt x="138" y="14"/>
                  </a:cubicBezTo>
                  <a:cubicBezTo>
                    <a:pt x="138" y="23"/>
                    <a:pt x="138" y="23"/>
                    <a:pt x="138" y="23"/>
                  </a:cubicBezTo>
                  <a:cubicBezTo>
                    <a:pt x="6" y="23"/>
                    <a:pt x="6" y="23"/>
                    <a:pt x="6" y="23"/>
                  </a:cubicBezTo>
                  <a:lnTo>
                    <a:pt x="6" y="14"/>
                  </a:lnTo>
                  <a:close/>
                  <a:moveTo>
                    <a:pt x="135" y="122"/>
                  </a:moveTo>
                  <a:cubicBezTo>
                    <a:pt x="9" y="122"/>
                    <a:pt x="9" y="122"/>
                    <a:pt x="9" y="122"/>
                  </a:cubicBezTo>
                  <a:cubicBezTo>
                    <a:pt x="7" y="122"/>
                    <a:pt x="6" y="121"/>
                    <a:pt x="6" y="119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138" y="28"/>
                    <a:pt x="138" y="28"/>
                    <a:pt x="138" y="28"/>
                  </a:cubicBezTo>
                  <a:cubicBezTo>
                    <a:pt x="138" y="119"/>
                    <a:pt x="138" y="119"/>
                    <a:pt x="138" y="119"/>
                  </a:cubicBezTo>
                  <a:cubicBezTo>
                    <a:pt x="138" y="121"/>
                    <a:pt x="137" y="122"/>
                    <a:pt x="135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0" name="Google Shape;1300;p43"/>
          <p:cNvGrpSpPr/>
          <p:nvPr/>
        </p:nvGrpSpPr>
        <p:grpSpPr>
          <a:xfrm>
            <a:off x="1927139" y="3316788"/>
            <a:ext cx="376047" cy="325318"/>
            <a:chOff x="2350063" y="2650053"/>
            <a:chExt cx="376047" cy="325318"/>
          </a:xfrm>
        </p:grpSpPr>
        <p:sp>
          <p:nvSpPr>
            <p:cNvPr id="1301" name="Google Shape;1301;p43"/>
            <p:cNvSpPr/>
            <p:nvPr/>
          </p:nvSpPr>
          <p:spPr>
            <a:xfrm>
              <a:off x="2350063" y="2650053"/>
              <a:ext cx="376047" cy="325318"/>
            </a:xfrm>
            <a:custGeom>
              <a:avLst/>
              <a:gdLst/>
              <a:ahLst/>
              <a:cxnLst/>
              <a:rect l="l" t="t" r="r" b="b"/>
              <a:pathLst>
                <a:path w="144" h="124" extrusionOk="0">
                  <a:moveTo>
                    <a:pt x="141" y="7"/>
                  </a:moveTo>
                  <a:cubicBezTo>
                    <a:pt x="130" y="7"/>
                    <a:pt x="130" y="7"/>
                    <a:pt x="130" y="7"/>
                  </a:cubicBezTo>
                  <a:cubicBezTo>
                    <a:pt x="130" y="3"/>
                    <a:pt x="130" y="3"/>
                    <a:pt x="130" y="3"/>
                  </a:cubicBezTo>
                  <a:cubicBezTo>
                    <a:pt x="130" y="2"/>
                    <a:pt x="129" y="0"/>
                    <a:pt x="12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3" y="2"/>
                    <a:pt x="13" y="3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7"/>
                    <a:pt x="0" y="8"/>
                    <a:pt x="0" y="9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0" y="115"/>
                    <a:pt x="1" y="116"/>
                    <a:pt x="3" y="116"/>
                  </a:cubicBezTo>
                  <a:cubicBezTo>
                    <a:pt x="57" y="116"/>
                    <a:pt x="57" y="116"/>
                    <a:pt x="57" y="116"/>
                  </a:cubicBezTo>
                  <a:cubicBezTo>
                    <a:pt x="61" y="121"/>
                    <a:pt x="66" y="124"/>
                    <a:pt x="72" y="124"/>
                  </a:cubicBezTo>
                  <a:cubicBezTo>
                    <a:pt x="78" y="124"/>
                    <a:pt x="83" y="121"/>
                    <a:pt x="86" y="116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2" y="116"/>
                    <a:pt x="144" y="115"/>
                    <a:pt x="144" y="113"/>
                  </a:cubicBezTo>
                  <a:cubicBezTo>
                    <a:pt x="144" y="9"/>
                    <a:pt x="144" y="9"/>
                    <a:pt x="144" y="9"/>
                  </a:cubicBezTo>
                  <a:cubicBezTo>
                    <a:pt x="144" y="7"/>
                    <a:pt x="142" y="6"/>
                    <a:pt x="141" y="7"/>
                  </a:cubicBezTo>
                  <a:close/>
                  <a:moveTo>
                    <a:pt x="96" y="40"/>
                  </a:moveTo>
                  <a:cubicBezTo>
                    <a:pt x="98" y="37"/>
                    <a:pt x="98" y="37"/>
                    <a:pt x="98" y="37"/>
                  </a:cubicBezTo>
                  <a:cubicBezTo>
                    <a:pt x="109" y="37"/>
                    <a:pt x="109" y="37"/>
                    <a:pt x="109" y="37"/>
                  </a:cubicBezTo>
                  <a:cubicBezTo>
                    <a:pt x="111" y="39"/>
                    <a:pt x="111" y="39"/>
                    <a:pt x="111" y="39"/>
                  </a:cubicBezTo>
                  <a:cubicBezTo>
                    <a:pt x="111" y="43"/>
                    <a:pt x="111" y="43"/>
                    <a:pt x="111" y="43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96" y="40"/>
                    <a:pt x="96" y="40"/>
                    <a:pt x="96" y="40"/>
                  </a:cubicBezTo>
                  <a:close/>
                  <a:moveTo>
                    <a:pt x="102" y="31"/>
                  </a:moveTo>
                  <a:cubicBezTo>
                    <a:pt x="103" y="29"/>
                    <a:pt x="103" y="29"/>
                    <a:pt x="103" y="29"/>
                  </a:cubicBezTo>
                  <a:cubicBezTo>
                    <a:pt x="105" y="31"/>
                    <a:pt x="105" y="31"/>
                    <a:pt x="105" y="31"/>
                  </a:cubicBezTo>
                  <a:lnTo>
                    <a:pt x="102" y="31"/>
                  </a:lnTo>
                  <a:close/>
                  <a:moveTo>
                    <a:pt x="96" y="49"/>
                  </a:moveTo>
                  <a:cubicBezTo>
                    <a:pt x="111" y="49"/>
                    <a:pt x="111" y="49"/>
                    <a:pt x="111" y="49"/>
                  </a:cubicBezTo>
                  <a:cubicBezTo>
                    <a:pt x="111" y="96"/>
                    <a:pt x="111" y="96"/>
                    <a:pt x="111" y="96"/>
                  </a:cubicBezTo>
                  <a:cubicBezTo>
                    <a:pt x="96" y="96"/>
                    <a:pt x="96" y="96"/>
                    <a:pt x="96" y="96"/>
                  </a:cubicBezTo>
                  <a:lnTo>
                    <a:pt x="96" y="49"/>
                  </a:lnTo>
                  <a:close/>
                  <a:moveTo>
                    <a:pt x="116" y="39"/>
                  </a:moveTo>
                  <a:cubicBezTo>
                    <a:pt x="116" y="38"/>
                    <a:pt x="116" y="37"/>
                    <a:pt x="116" y="37"/>
                  </a:cubicBezTo>
                  <a:cubicBezTo>
                    <a:pt x="112" y="32"/>
                    <a:pt x="112" y="32"/>
                    <a:pt x="112" y="32"/>
                  </a:cubicBezTo>
                  <a:cubicBezTo>
                    <a:pt x="112" y="32"/>
                    <a:pt x="112" y="32"/>
                    <a:pt x="112" y="32"/>
                  </a:cubicBezTo>
                  <a:cubicBezTo>
                    <a:pt x="105" y="22"/>
                    <a:pt x="105" y="22"/>
                    <a:pt x="105" y="22"/>
                  </a:cubicBezTo>
                  <a:cubicBezTo>
                    <a:pt x="105" y="22"/>
                    <a:pt x="104" y="21"/>
                    <a:pt x="103" y="21"/>
                  </a:cubicBezTo>
                  <a:cubicBezTo>
                    <a:pt x="102" y="21"/>
                    <a:pt x="101" y="22"/>
                    <a:pt x="101" y="2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4" y="32"/>
                    <a:pt x="94" y="32"/>
                    <a:pt x="94" y="32"/>
                  </a:cubicBezTo>
                  <a:cubicBezTo>
                    <a:pt x="91" y="37"/>
                    <a:pt x="91" y="37"/>
                    <a:pt x="91" y="37"/>
                  </a:cubicBezTo>
                  <a:cubicBezTo>
                    <a:pt x="90" y="37"/>
                    <a:pt x="90" y="38"/>
                    <a:pt x="90" y="39"/>
                  </a:cubicBezTo>
                  <a:cubicBezTo>
                    <a:pt x="90" y="96"/>
                    <a:pt x="90" y="96"/>
                    <a:pt x="90" y="96"/>
                  </a:cubicBezTo>
                  <a:cubicBezTo>
                    <a:pt x="75" y="96"/>
                    <a:pt x="75" y="96"/>
                    <a:pt x="75" y="96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125" y="6"/>
                    <a:pt x="125" y="6"/>
                    <a:pt x="125" y="6"/>
                  </a:cubicBezTo>
                  <a:cubicBezTo>
                    <a:pt x="125" y="96"/>
                    <a:pt x="125" y="96"/>
                    <a:pt x="125" y="96"/>
                  </a:cubicBezTo>
                  <a:cubicBezTo>
                    <a:pt x="116" y="96"/>
                    <a:pt x="116" y="96"/>
                    <a:pt x="116" y="96"/>
                  </a:cubicBezTo>
                  <a:lnTo>
                    <a:pt x="116" y="39"/>
                  </a:lnTo>
                  <a:close/>
                  <a:moveTo>
                    <a:pt x="19" y="6"/>
                  </a:moveTo>
                  <a:cubicBezTo>
                    <a:pt x="69" y="6"/>
                    <a:pt x="69" y="6"/>
                    <a:pt x="69" y="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19" y="96"/>
                    <a:pt x="19" y="96"/>
                    <a:pt x="19" y="96"/>
                  </a:cubicBezTo>
                  <a:lnTo>
                    <a:pt x="19" y="6"/>
                  </a:lnTo>
                  <a:close/>
                  <a:moveTo>
                    <a:pt x="138" y="110"/>
                  </a:moveTo>
                  <a:cubicBezTo>
                    <a:pt x="85" y="110"/>
                    <a:pt x="85" y="110"/>
                    <a:pt x="85" y="110"/>
                  </a:cubicBezTo>
                  <a:cubicBezTo>
                    <a:pt x="84" y="110"/>
                    <a:pt x="83" y="111"/>
                    <a:pt x="82" y="112"/>
                  </a:cubicBezTo>
                  <a:cubicBezTo>
                    <a:pt x="80" y="116"/>
                    <a:pt x="76" y="118"/>
                    <a:pt x="72" y="118"/>
                  </a:cubicBezTo>
                  <a:cubicBezTo>
                    <a:pt x="67" y="118"/>
                    <a:pt x="63" y="116"/>
                    <a:pt x="61" y="112"/>
                  </a:cubicBezTo>
                  <a:cubicBezTo>
                    <a:pt x="61" y="111"/>
                    <a:pt x="60" y="110"/>
                    <a:pt x="59" y="110"/>
                  </a:cubicBezTo>
                  <a:cubicBezTo>
                    <a:pt x="6" y="110"/>
                    <a:pt x="6" y="110"/>
                    <a:pt x="6" y="110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13" y="101"/>
                    <a:pt x="15" y="102"/>
                    <a:pt x="16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9" y="102"/>
                    <a:pt x="130" y="101"/>
                    <a:pt x="130" y="99"/>
                  </a:cubicBezTo>
                  <a:cubicBezTo>
                    <a:pt x="130" y="12"/>
                    <a:pt x="130" y="12"/>
                    <a:pt x="130" y="12"/>
                  </a:cubicBezTo>
                  <a:cubicBezTo>
                    <a:pt x="138" y="12"/>
                    <a:pt x="138" y="12"/>
                    <a:pt x="138" y="12"/>
                  </a:cubicBezTo>
                  <a:cubicBezTo>
                    <a:pt x="138" y="110"/>
                    <a:pt x="138" y="110"/>
                    <a:pt x="138" y="1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43"/>
            <p:cNvSpPr/>
            <p:nvPr/>
          </p:nvSpPr>
          <p:spPr>
            <a:xfrm>
              <a:off x="2420640" y="2773564"/>
              <a:ext cx="91531" cy="15439"/>
            </a:xfrm>
            <a:custGeom>
              <a:avLst/>
              <a:gdLst/>
              <a:ahLst/>
              <a:cxnLst/>
              <a:rect l="l" t="t" r="r" b="b"/>
              <a:pathLst>
                <a:path w="35" h="6" extrusionOk="0">
                  <a:moveTo>
                    <a:pt x="3" y="6"/>
                  </a:moveTo>
                  <a:cubicBezTo>
                    <a:pt x="32" y="6"/>
                    <a:pt x="32" y="6"/>
                    <a:pt x="32" y="6"/>
                  </a:cubicBezTo>
                  <a:cubicBezTo>
                    <a:pt x="33" y="6"/>
                    <a:pt x="34" y="5"/>
                    <a:pt x="35" y="4"/>
                  </a:cubicBezTo>
                  <a:cubicBezTo>
                    <a:pt x="35" y="2"/>
                    <a:pt x="33" y="0"/>
                    <a:pt x="3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43"/>
            <p:cNvSpPr/>
            <p:nvPr/>
          </p:nvSpPr>
          <p:spPr>
            <a:xfrm>
              <a:off x="2420640" y="2813264"/>
              <a:ext cx="91531" cy="13233"/>
            </a:xfrm>
            <a:custGeom>
              <a:avLst/>
              <a:gdLst/>
              <a:ahLst/>
              <a:cxnLst/>
              <a:rect l="l" t="t" r="r" b="b"/>
              <a:pathLst>
                <a:path w="35" h="5" extrusionOk="0">
                  <a:moveTo>
                    <a:pt x="32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4" y="4"/>
                    <a:pt x="35" y="3"/>
                  </a:cubicBezTo>
                  <a:cubicBezTo>
                    <a:pt x="35" y="1"/>
                    <a:pt x="33" y="0"/>
                    <a:pt x="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43"/>
            <p:cNvSpPr/>
            <p:nvPr/>
          </p:nvSpPr>
          <p:spPr>
            <a:xfrm>
              <a:off x="2420640" y="2849655"/>
              <a:ext cx="91531" cy="15439"/>
            </a:xfrm>
            <a:custGeom>
              <a:avLst/>
              <a:gdLst/>
              <a:ahLst/>
              <a:cxnLst/>
              <a:rect l="l" t="t" r="r" b="b"/>
              <a:pathLst>
                <a:path w="35" h="6" extrusionOk="0">
                  <a:moveTo>
                    <a:pt x="32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6"/>
                    <a:pt x="3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3" y="6"/>
                    <a:pt x="34" y="5"/>
                    <a:pt x="35" y="3"/>
                  </a:cubicBezTo>
                  <a:cubicBezTo>
                    <a:pt x="35" y="2"/>
                    <a:pt x="33" y="0"/>
                    <a:pt x="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43"/>
            <p:cNvSpPr/>
            <p:nvPr/>
          </p:nvSpPr>
          <p:spPr>
            <a:xfrm>
              <a:off x="2438285" y="2712911"/>
              <a:ext cx="55139" cy="13233"/>
            </a:xfrm>
            <a:custGeom>
              <a:avLst/>
              <a:gdLst/>
              <a:ahLst/>
              <a:cxnLst/>
              <a:rect l="l" t="t" r="r" b="b"/>
              <a:pathLst>
                <a:path w="21" h="5" extrusionOk="0">
                  <a:moveTo>
                    <a:pt x="3" y="5"/>
                  </a:moveTo>
                  <a:cubicBezTo>
                    <a:pt x="18" y="5"/>
                    <a:pt x="18" y="5"/>
                    <a:pt x="18" y="5"/>
                  </a:cubicBezTo>
                  <a:cubicBezTo>
                    <a:pt x="19" y="5"/>
                    <a:pt x="21" y="4"/>
                    <a:pt x="21" y="3"/>
                  </a:cubicBezTo>
                  <a:cubicBezTo>
                    <a:pt x="21" y="1"/>
                    <a:pt x="20" y="0"/>
                    <a:pt x="18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6" name="Google Shape;1306;p43"/>
          <p:cNvGrpSpPr/>
          <p:nvPr/>
        </p:nvGrpSpPr>
        <p:grpSpPr>
          <a:xfrm>
            <a:off x="3565011" y="1278317"/>
            <a:ext cx="377150" cy="372738"/>
            <a:chOff x="726775" y="2029192"/>
            <a:chExt cx="377150" cy="372738"/>
          </a:xfrm>
        </p:grpSpPr>
        <p:sp>
          <p:nvSpPr>
            <p:cNvPr id="1307" name="Google Shape;1307;p43"/>
            <p:cNvSpPr/>
            <p:nvPr/>
          </p:nvSpPr>
          <p:spPr>
            <a:xfrm>
              <a:off x="758756" y="2029192"/>
              <a:ext cx="314292" cy="215041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2" y="35"/>
                  </a:moveTo>
                  <a:cubicBezTo>
                    <a:pt x="26" y="48"/>
                    <a:pt x="26" y="48"/>
                    <a:pt x="26" y="48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72"/>
                    <a:pt x="28" y="76"/>
                    <a:pt x="37" y="79"/>
                  </a:cubicBezTo>
                  <a:cubicBezTo>
                    <a:pt x="43" y="81"/>
                    <a:pt x="51" y="82"/>
                    <a:pt x="60" y="82"/>
                  </a:cubicBezTo>
                  <a:cubicBezTo>
                    <a:pt x="69" y="82"/>
                    <a:pt x="77" y="81"/>
                    <a:pt x="83" y="79"/>
                  </a:cubicBezTo>
                  <a:cubicBezTo>
                    <a:pt x="92" y="76"/>
                    <a:pt x="94" y="72"/>
                    <a:pt x="94" y="69"/>
                  </a:cubicBezTo>
                  <a:cubicBezTo>
                    <a:pt x="94" y="69"/>
                    <a:pt x="94" y="69"/>
                    <a:pt x="94" y="69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60"/>
                    <a:pt x="102" y="61"/>
                    <a:pt x="104" y="61"/>
                  </a:cubicBezTo>
                  <a:cubicBezTo>
                    <a:pt x="105" y="61"/>
                    <a:pt x="107" y="60"/>
                    <a:pt x="107" y="5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9" y="35"/>
                    <a:pt x="120" y="34"/>
                    <a:pt x="120" y="34"/>
                  </a:cubicBezTo>
                  <a:cubicBezTo>
                    <a:pt x="120" y="32"/>
                    <a:pt x="120" y="31"/>
                    <a:pt x="118" y="30"/>
                  </a:cubicBezTo>
                  <a:cubicBezTo>
                    <a:pt x="61" y="1"/>
                    <a:pt x="61" y="1"/>
                    <a:pt x="61" y="1"/>
                  </a:cubicBezTo>
                  <a:cubicBezTo>
                    <a:pt x="60" y="0"/>
                    <a:pt x="60" y="0"/>
                    <a:pt x="59" y="1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0" y="31"/>
                    <a:pt x="0" y="32"/>
                    <a:pt x="0" y="34"/>
                  </a:cubicBezTo>
                  <a:cubicBezTo>
                    <a:pt x="0" y="34"/>
                    <a:pt x="1" y="35"/>
                    <a:pt x="2" y="35"/>
                  </a:cubicBezTo>
                  <a:close/>
                  <a:moveTo>
                    <a:pt x="89" y="61"/>
                  </a:moveTo>
                  <a:cubicBezTo>
                    <a:pt x="87" y="60"/>
                    <a:pt x="85" y="60"/>
                    <a:pt x="83" y="59"/>
                  </a:cubicBezTo>
                  <a:cubicBezTo>
                    <a:pt x="77" y="57"/>
                    <a:pt x="69" y="56"/>
                    <a:pt x="60" y="56"/>
                  </a:cubicBezTo>
                  <a:cubicBezTo>
                    <a:pt x="51" y="56"/>
                    <a:pt x="43" y="57"/>
                    <a:pt x="37" y="59"/>
                  </a:cubicBezTo>
                  <a:cubicBezTo>
                    <a:pt x="35" y="60"/>
                    <a:pt x="33" y="60"/>
                    <a:pt x="31" y="61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9"/>
                    <a:pt x="33" y="37"/>
                    <a:pt x="39" y="36"/>
                  </a:cubicBezTo>
                  <a:cubicBezTo>
                    <a:pt x="44" y="34"/>
                    <a:pt x="52" y="33"/>
                    <a:pt x="60" y="33"/>
                  </a:cubicBezTo>
                  <a:cubicBezTo>
                    <a:pt x="68" y="33"/>
                    <a:pt x="76" y="34"/>
                    <a:pt x="81" y="36"/>
                  </a:cubicBezTo>
                  <a:cubicBezTo>
                    <a:pt x="87" y="37"/>
                    <a:pt x="89" y="39"/>
                    <a:pt x="89" y="40"/>
                  </a:cubicBezTo>
                  <a:cubicBezTo>
                    <a:pt x="89" y="61"/>
                    <a:pt x="89" y="61"/>
                    <a:pt x="89" y="61"/>
                  </a:cubicBezTo>
                  <a:close/>
                  <a:moveTo>
                    <a:pt x="81" y="73"/>
                  </a:moveTo>
                  <a:cubicBezTo>
                    <a:pt x="76" y="75"/>
                    <a:pt x="68" y="76"/>
                    <a:pt x="60" y="76"/>
                  </a:cubicBezTo>
                  <a:cubicBezTo>
                    <a:pt x="52" y="76"/>
                    <a:pt x="44" y="75"/>
                    <a:pt x="39" y="73"/>
                  </a:cubicBezTo>
                  <a:cubicBezTo>
                    <a:pt x="33" y="72"/>
                    <a:pt x="31" y="70"/>
                    <a:pt x="31" y="69"/>
                  </a:cubicBezTo>
                  <a:cubicBezTo>
                    <a:pt x="31" y="68"/>
                    <a:pt x="33" y="66"/>
                    <a:pt x="39" y="64"/>
                  </a:cubicBezTo>
                  <a:cubicBezTo>
                    <a:pt x="44" y="62"/>
                    <a:pt x="52" y="61"/>
                    <a:pt x="60" y="61"/>
                  </a:cubicBezTo>
                  <a:cubicBezTo>
                    <a:pt x="68" y="61"/>
                    <a:pt x="76" y="62"/>
                    <a:pt x="81" y="64"/>
                  </a:cubicBezTo>
                  <a:cubicBezTo>
                    <a:pt x="87" y="66"/>
                    <a:pt x="89" y="68"/>
                    <a:pt x="89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89" y="70"/>
                    <a:pt x="87" y="72"/>
                    <a:pt x="81" y="73"/>
                  </a:cubicBezTo>
                  <a:close/>
                  <a:moveTo>
                    <a:pt x="107" y="35"/>
                  </a:moveTo>
                  <a:cubicBezTo>
                    <a:pt x="107" y="31"/>
                    <a:pt x="107" y="31"/>
                    <a:pt x="107" y="31"/>
                  </a:cubicBezTo>
                  <a:cubicBezTo>
                    <a:pt x="111" y="33"/>
                    <a:pt x="111" y="33"/>
                    <a:pt x="111" y="33"/>
                  </a:cubicBezTo>
                  <a:lnTo>
                    <a:pt x="107" y="35"/>
                  </a:lnTo>
                  <a:close/>
                  <a:moveTo>
                    <a:pt x="60" y="6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1" y="38"/>
                    <a:pt x="101" y="38"/>
                    <a:pt x="101" y="38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37"/>
                    <a:pt x="92" y="33"/>
                    <a:pt x="83" y="30"/>
                  </a:cubicBezTo>
                  <a:cubicBezTo>
                    <a:pt x="77" y="28"/>
                    <a:pt x="69" y="27"/>
                    <a:pt x="60" y="27"/>
                  </a:cubicBezTo>
                  <a:cubicBezTo>
                    <a:pt x="51" y="27"/>
                    <a:pt x="43" y="28"/>
                    <a:pt x="37" y="30"/>
                  </a:cubicBezTo>
                  <a:cubicBezTo>
                    <a:pt x="28" y="33"/>
                    <a:pt x="26" y="37"/>
                    <a:pt x="26" y="40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9" y="33"/>
                    <a:pt x="9" y="33"/>
                    <a:pt x="9" y="33"/>
                  </a:cubicBezTo>
                  <a:lnTo>
                    <a:pt x="60" y="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43"/>
            <p:cNvSpPr/>
            <p:nvPr/>
          </p:nvSpPr>
          <p:spPr>
            <a:xfrm>
              <a:off x="726775" y="2259672"/>
              <a:ext cx="377150" cy="142258"/>
            </a:xfrm>
            <a:custGeom>
              <a:avLst/>
              <a:gdLst/>
              <a:ahLst/>
              <a:cxnLst/>
              <a:rect l="l" t="t" r="r" b="b"/>
              <a:pathLst>
                <a:path w="144" h="54" extrusionOk="0">
                  <a:moveTo>
                    <a:pt x="13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7" y="10"/>
                    <a:pt x="7" y="18"/>
                  </a:cubicBezTo>
                  <a:cubicBezTo>
                    <a:pt x="7" y="26"/>
                    <a:pt x="4" y="30"/>
                    <a:pt x="3" y="30"/>
                  </a:cubicBezTo>
                  <a:cubicBezTo>
                    <a:pt x="1" y="30"/>
                    <a:pt x="0" y="32"/>
                    <a:pt x="0" y="34"/>
                  </a:cubicBezTo>
                  <a:cubicBezTo>
                    <a:pt x="1" y="35"/>
                    <a:pt x="2" y="36"/>
                    <a:pt x="3" y="36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8" y="51"/>
                    <a:pt x="58" y="52"/>
                    <a:pt x="59" y="53"/>
                  </a:cubicBezTo>
                  <a:cubicBezTo>
                    <a:pt x="60" y="54"/>
                    <a:pt x="61" y="54"/>
                    <a:pt x="62" y="53"/>
                  </a:cubicBezTo>
                  <a:cubicBezTo>
                    <a:pt x="72" y="49"/>
                    <a:pt x="72" y="49"/>
                    <a:pt x="72" y="49"/>
                  </a:cubicBezTo>
                  <a:cubicBezTo>
                    <a:pt x="82" y="53"/>
                    <a:pt x="82" y="53"/>
                    <a:pt x="82" y="53"/>
                  </a:cubicBezTo>
                  <a:cubicBezTo>
                    <a:pt x="82" y="54"/>
                    <a:pt x="82" y="54"/>
                    <a:pt x="83" y="54"/>
                  </a:cubicBezTo>
                  <a:cubicBezTo>
                    <a:pt x="84" y="54"/>
                    <a:pt x="85" y="53"/>
                    <a:pt x="85" y="53"/>
                  </a:cubicBezTo>
                  <a:cubicBezTo>
                    <a:pt x="85" y="52"/>
                    <a:pt x="86" y="51"/>
                    <a:pt x="86" y="51"/>
                  </a:cubicBezTo>
                  <a:cubicBezTo>
                    <a:pt x="86" y="36"/>
                    <a:pt x="86" y="36"/>
                    <a:pt x="86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40" y="36"/>
                    <a:pt x="144" y="27"/>
                    <a:pt x="144" y="18"/>
                  </a:cubicBezTo>
                  <a:cubicBezTo>
                    <a:pt x="144" y="9"/>
                    <a:pt x="140" y="0"/>
                    <a:pt x="134" y="0"/>
                  </a:cubicBezTo>
                  <a:close/>
                  <a:moveTo>
                    <a:pt x="72" y="30"/>
                  </a:moveTo>
                  <a:cubicBezTo>
                    <a:pt x="65" y="30"/>
                    <a:pt x="60" y="24"/>
                    <a:pt x="60" y="18"/>
                  </a:cubicBezTo>
                  <a:cubicBezTo>
                    <a:pt x="60" y="11"/>
                    <a:pt x="65" y="6"/>
                    <a:pt x="72" y="6"/>
                  </a:cubicBezTo>
                  <a:cubicBezTo>
                    <a:pt x="79" y="6"/>
                    <a:pt x="84" y="11"/>
                    <a:pt x="84" y="18"/>
                  </a:cubicBezTo>
                  <a:cubicBezTo>
                    <a:pt x="84" y="24"/>
                    <a:pt x="79" y="30"/>
                    <a:pt x="72" y="30"/>
                  </a:cubicBezTo>
                  <a:close/>
                  <a:moveTo>
                    <a:pt x="10" y="5"/>
                  </a:moveTo>
                  <a:cubicBezTo>
                    <a:pt x="60" y="5"/>
                    <a:pt x="60" y="5"/>
                    <a:pt x="60" y="5"/>
                  </a:cubicBezTo>
                  <a:cubicBezTo>
                    <a:pt x="56" y="9"/>
                    <a:pt x="54" y="13"/>
                    <a:pt x="54" y="18"/>
                  </a:cubicBezTo>
                  <a:cubicBezTo>
                    <a:pt x="54" y="23"/>
                    <a:pt x="56" y="27"/>
                    <a:pt x="6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1" y="27"/>
                    <a:pt x="12" y="22"/>
                    <a:pt x="12" y="18"/>
                  </a:cubicBezTo>
                  <a:cubicBezTo>
                    <a:pt x="12" y="13"/>
                    <a:pt x="11" y="9"/>
                    <a:pt x="10" y="5"/>
                  </a:cubicBezTo>
                  <a:close/>
                  <a:moveTo>
                    <a:pt x="80" y="46"/>
                  </a:moveTo>
                  <a:cubicBezTo>
                    <a:pt x="73" y="43"/>
                    <a:pt x="73" y="43"/>
                    <a:pt x="73" y="43"/>
                  </a:cubicBezTo>
                  <a:cubicBezTo>
                    <a:pt x="72" y="43"/>
                    <a:pt x="71" y="43"/>
                    <a:pt x="71" y="43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80" y="36"/>
                    <a:pt x="80" y="36"/>
                    <a:pt x="80" y="36"/>
                  </a:cubicBezTo>
                  <a:cubicBezTo>
                    <a:pt x="80" y="46"/>
                    <a:pt x="80" y="46"/>
                    <a:pt x="80" y="46"/>
                  </a:cubicBezTo>
                  <a:close/>
                  <a:moveTo>
                    <a:pt x="135" y="30"/>
                  </a:moveTo>
                  <a:cubicBezTo>
                    <a:pt x="84" y="30"/>
                    <a:pt x="84" y="30"/>
                    <a:pt x="84" y="30"/>
                  </a:cubicBezTo>
                  <a:cubicBezTo>
                    <a:pt x="88" y="27"/>
                    <a:pt x="90" y="23"/>
                    <a:pt x="90" y="18"/>
                  </a:cubicBezTo>
                  <a:cubicBezTo>
                    <a:pt x="90" y="13"/>
                    <a:pt x="88" y="9"/>
                    <a:pt x="84" y="5"/>
                  </a:cubicBezTo>
                  <a:cubicBezTo>
                    <a:pt x="135" y="5"/>
                    <a:pt x="135" y="5"/>
                    <a:pt x="135" y="5"/>
                  </a:cubicBezTo>
                  <a:cubicBezTo>
                    <a:pt x="135" y="6"/>
                    <a:pt x="138" y="10"/>
                    <a:pt x="138" y="18"/>
                  </a:cubicBezTo>
                  <a:cubicBezTo>
                    <a:pt x="138" y="26"/>
                    <a:pt x="135" y="30"/>
                    <a:pt x="135" y="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9" name="Google Shape;1309;p43"/>
          <p:cNvGrpSpPr/>
          <p:nvPr/>
        </p:nvGrpSpPr>
        <p:grpSpPr>
          <a:xfrm>
            <a:off x="6842314" y="1333456"/>
            <a:ext cx="376047" cy="262460"/>
            <a:chOff x="1543933" y="1475600"/>
            <a:chExt cx="376047" cy="262460"/>
          </a:xfrm>
        </p:grpSpPr>
        <p:sp>
          <p:nvSpPr>
            <p:cNvPr id="1310" name="Google Shape;1310;p43"/>
            <p:cNvSpPr/>
            <p:nvPr/>
          </p:nvSpPr>
          <p:spPr>
            <a:xfrm>
              <a:off x="1543933" y="1475600"/>
              <a:ext cx="376047" cy="262460"/>
            </a:xfrm>
            <a:custGeom>
              <a:avLst/>
              <a:gdLst/>
              <a:ahLst/>
              <a:cxnLst/>
              <a:rect l="l" t="t" r="r" b="b"/>
              <a:pathLst>
                <a:path w="144" h="100" extrusionOk="0">
                  <a:moveTo>
                    <a:pt x="144" y="25"/>
                  </a:moveTo>
                  <a:cubicBezTo>
                    <a:pt x="144" y="25"/>
                    <a:pt x="144" y="25"/>
                    <a:pt x="144" y="25"/>
                  </a:cubicBezTo>
                  <a:cubicBezTo>
                    <a:pt x="144" y="11"/>
                    <a:pt x="133" y="0"/>
                    <a:pt x="11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0"/>
                    <a:pt x="7" y="1"/>
                    <a:pt x="7" y="3"/>
                  </a:cubicBezTo>
                  <a:cubicBezTo>
                    <a:pt x="7" y="46"/>
                    <a:pt x="7" y="46"/>
                    <a:pt x="7" y="46"/>
                  </a:cubicBezTo>
                  <a:cubicBezTo>
                    <a:pt x="7" y="48"/>
                    <a:pt x="8" y="49"/>
                    <a:pt x="10" y="49"/>
                  </a:cubicBezTo>
                  <a:cubicBezTo>
                    <a:pt x="4" y="54"/>
                    <a:pt x="0" y="61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82"/>
                    <a:pt x="11" y="93"/>
                    <a:pt x="25" y="93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35" y="97"/>
                    <a:pt x="35" y="97"/>
                    <a:pt x="35" y="97"/>
                  </a:cubicBezTo>
                  <a:cubicBezTo>
                    <a:pt x="35" y="97"/>
                    <a:pt x="35" y="98"/>
                    <a:pt x="35" y="99"/>
                  </a:cubicBezTo>
                  <a:cubicBezTo>
                    <a:pt x="36" y="100"/>
                    <a:pt x="37" y="100"/>
                    <a:pt x="39" y="100"/>
                  </a:cubicBezTo>
                  <a:cubicBezTo>
                    <a:pt x="46" y="96"/>
                    <a:pt x="46" y="96"/>
                    <a:pt x="46" y="96"/>
                  </a:cubicBezTo>
                  <a:cubicBezTo>
                    <a:pt x="53" y="100"/>
                    <a:pt x="53" y="100"/>
                    <a:pt x="53" y="100"/>
                  </a:cubicBezTo>
                  <a:cubicBezTo>
                    <a:pt x="53" y="100"/>
                    <a:pt x="54" y="100"/>
                    <a:pt x="54" y="100"/>
                  </a:cubicBezTo>
                  <a:cubicBezTo>
                    <a:pt x="55" y="100"/>
                    <a:pt x="56" y="99"/>
                    <a:pt x="56" y="99"/>
                  </a:cubicBezTo>
                  <a:cubicBezTo>
                    <a:pt x="57" y="98"/>
                    <a:pt x="57" y="97"/>
                    <a:pt x="57" y="97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141" y="93"/>
                    <a:pt x="141" y="93"/>
                    <a:pt x="141" y="93"/>
                  </a:cubicBezTo>
                  <a:cubicBezTo>
                    <a:pt x="141" y="93"/>
                    <a:pt x="143" y="92"/>
                    <a:pt x="143" y="90"/>
                  </a:cubicBezTo>
                  <a:cubicBezTo>
                    <a:pt x="143" y="46"/>
                    <a:pt x="143" y="46"/>
                    <a:pt x="143" y="46"/>
                  </a:cubicBezTo>
                  <a:cubicBezTo>
                    <a:pt x="143" y="45"/>
                    <a:pt x="142" y="44"/>
                    <a:pt x="141" y="44"/>
                  </a:cubicBezTo>
                  <a:cubicBezTo>
                    <a:pt x="135" y="44"/>
                    <a:pt x="135" y="44"/>
                    <a:pt x="135" y="44"/>
                  </a:cubicBezTo>
                  <a:cubicBezTo>
                    <a:pt x="140" y="39"/>
                    <a:pt x="144" y="32"/>
                    <a:pt x="144" y="25"/>
                  </a:cubicBezTo>
                  <a:close/>
                  <a:moveTo>
                    <a:pt x="34" y="74"/>
                  </a:moveTo>
                  <a:cubicBezTo>
                    <a:pt x="25" y="74"/>
                    <a:pt x="25" y="74"/>
                    <a:pt x="25" y="74"/>
                  </a:cubicBezTo>
                  <a:cubicBezTo>
                    <a:pt x="22" y="74"/>
                    <a:pt x="19" y="72"/>
                    <a:pt x="19" y="68"/>
                  </a:cubicBezTo>
                  <a:cubicBezTo>
                    <a:pt x="19" y="65"/>
                    <a:pt x="22" y="62"/>
                    <a:pt x="25" y="62"/>
                  </a:cubicBezTo>
                  <a:cubicBezTo>
                    <a:pt x="34" y="62"/>
                    <a:pt x="34" y="62"/>
                    <a:pt x="34" y="62"/>
                  </a:cubicBezTo>
                  <a:lnTo>
                    <a:pt x="34" y="74"/>
                  </a:lnTo>
                  <a:close/>
                  <a:moveTo>
                    <a:pt x="51" y="93"/>
                  </a:moveTo>
                  <a:cubicBezTo>
                    <a:pt x="47" y="91"/>
                    <a:pt x="47" y="91"/>
                    <a:pt x="47" y="91"/>
                  </a:cubicBezTo>
                  <a:cubicBezTo>
                    <a:pt x="46" y="91"/>
                    <a:pt x="46" y="90"/>
                    <a:pt x="46" y="90"/>
                  </a:cubicBezTo>
                  <a:cubicBezTo>
                    <a:pt x="45" y="90"/>
                    <a:pt x="45" y="91"/>
                    <a:pt x="45" y="91"/>
                  </a:cubicBezTo>
                  <a:cubicBezTo>
                    <a:pt x="40" y="93"/>
                    <a:pt x="40" y="93"/>
                    <a:pt x="40" y="93"/>
                  </a:cubicBezTo>
                  <a:cubicBezTo>
                    <a:pt x="40" y="62"/>
                    <a:pt x="40" y="62"/>
                    <a:pt x="40" y="62"/>
                  </a:cubicBezTo>
                  <a:cubicBezTo>
                    <a:pt x="51" y="62"/>
                    <a:pt x="51" y="62"/>
                    <a:pt x="51" y="62"/>
                  </a:cubicBezTo>
                  <a:lnTo>
                    <a:pt x="51" y="93"/>
                  </a:lnTo>
                  <a:close/>
                  <a:moveTo>
                    <a:pt x="138" y="74"/>
                  </a:moveTo>
                  <a:cubicBezTo>
                    <a:pt x="57" y="74"/>
                    <a:pt x="57" y="74"/>
                    <a:pt x="57" y="74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138" y="62"/>
                    <a:pt x="138" y="62"/>
                    <a:pt x="138" y="62"/>
                  </a:cubicBezTo>
                  <a:lnTo>
                    <a:pt x="138" y="74"/>
                  </a:lnTo>
                  <a:close/>
                  <a:moveTo>
                    <a:pt x="57" y="87"/>
                  </a:moveTo>
                  <a:cubicBezTo>
                    <a:pt x="57" y="80"/>
                    <a:pt x="57" y="80"/>
                    <a:pt x="57" y="80"/>
                  </a:cubicBezTo>
                  <a:cubicBezTo>
                    <a:pt x="138" y="80"/>
                    <a:pt x="138" y="80"/>
                    <a:pt x="138" y="80"/>
                  </a:cubicBezTo>
                  <a:cubicBezTo>
                    <a:pt x="138" y="87"/>
                    <a:pt x="138" y="87"/>
                    <a:pt x="138" y="87"/>
                  </a:cubicBezTo>
                  <a:lnTo>
                    <a:pt x="57" y="87"/>
                  </a:lnTo>
                  <a:close/>
                  <a:moveTo>
                    <a:pt x="138" y="49"/>
                  </a:moveTo>
                  <a:cubicBezTo>
                    <a:pt x="138" y="57"/>
                    <a:pt x="138" y="57"/>
                    <a:pt x="138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9" y="57"/>
                    <a:pt x="14" y="62"/>
                    <a:pt x="14" y="68"/>
                  </a:cubicBezTo>
                  <a:cubicBezTo>
                    <a:pt x="14" y="75"/>
                    <a:pt x="19" y="80"/>
                    <a:pt x="25" y="80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34" y="87"/>
                    <a:pt x="34" y="87"/>
                    <a:pt x="34" y="87"/>
                  </a:cubicBezTo>
                  <a:cubicBezTo>
                    <a:pt x="25" y="87"/>
                    <a:pt x="25" y="87"/>
                    <a:pt x="25" y="87"/>
                  </a:cubicBezTo>
                  <a:cubicBezTo>
                    <a:pt x="14" y="87"/>
                    <a:pt x="6" y="79"/>
                    <a:pt x="6" y="68"/>
                  </a:cubicBezTo>
                  <a:cubicBezTo>
                    <a:pt x="6" y="68"/>
                    <a:pt x="6" y="68"/>
                    <a:pt x="6" y="68"/>
                  </a:cubicBezTo>
                  <a:cubicBezTo>
                    <a:pt x="6" y="58"/>
                    <a:pt x="14" y="49"/>
                    <a:pt x="25" y="49"/>
                  </a:cubicBezTo>
                  <a:lnTo>
                    <a:pt x="138" y="49"/>
                  </a:lnTo>
                  <a:close/>
                  <a:moveTo>
                    <a:pt x="13" y="43"/>
                  </a:moveTo>
                  <a:cubicBezTo>
                    <a:pt x="13" y="6"/>
                    <a:pt x="13" y="6"/>
                    <a:pt x="13" y="6"/>
                  </a:cubicBezTo>
                  <a:cubicBezTo>
                    <a:pt x="119" y="6"/>
                    <a:pt x="119" y="6"/>
                    <a:pt x="119" y="6"/>
                  </a:cubicBezTo>
                  <a:cubicBezTo>
                    <a:pt x="130" y="6"/>
                    <a:pt x="138" y="14"/>
                    <a:pt x="138" y="25"/>
                  </a:cubicBezTo>
                  <a:cubicBezTo>
                    <a:pt x="138" y="25"/>
                    <a:pt x="138" y="25"/>
                    <a:pt x="138" y="25"/>
                  </a:cubicBezTo>
                  <a:cubicBezTo>
                    <a:pt x="138" y="35"/>
                    <a:pt x="130" y="43"/>
                    <a:pt x="119" y="43"/>
                  </a:cubicBezTo>
                  <a:lnTo>
                    <a:pt x="13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43"/>
            <p:cNvSpPr/>
            <p:nvPr/>
          </p:nvSpPr>
          <p:spPr>
            <a:xfrm>
              <a:off x="1582530" y="1509786"/>
              <a:ext cx="304367" cy="60653"/>
            </a:xfrm>
            <a:custGeom>
              <a:avLst/>
              <a:gdLst/>
              <a:ahLst/>
              <a:cxnLst/>
              <a:rect l="l" t="t" r="r" b="b"/>
              <a:pathLst>
                <a:path w="116" h="23" extrusionOk="0">
                  <a:moveTo>
                    <a:pt x="10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5"/>
                    <a:pt x="1" y="6"/>
                    <a:pt x="3" y="6"/>
                  </a:cubicBezTo>
                  <a:cubicBezTo>
                    <a:pt x="104" y="6"/>
                    <a:pt x="104" y="6"/>
                    <a:pt x="104" y="6"/>
                  </a:cubicBezTo>
                  <a:cubicBezTo>
                    <a:pt x="107" y="6"/>
                    <a:pt x="110" y="9"/>
                    <a:pt x="110" y="12"/>
                  </a:cubicBezTo>
                  <a:cubicBezTo>
                    <a:pt x="110" y="15"/>
                    <a:pt x="107" y="17"/>
                    <a:pt x="104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1" y="17"/>
                    <a:pt x="0" y="18"/>
                    <a:pt x="0" y="20"/>
                  </a:cubicBezTo>
                  <a:cubicBezTo>
                    <a:pt x="0" y="22"/>
                    <a:pt x="1" y="23"/>
                    <a:pt x="3" y="23"/>
                  </a:cubicBezTo>
                  <a:cubicBezTo>
                    <a:pt x="104" y="23"/>
                    <a:pt x="104" y="23"/>
                    <a:pt x="104" y="23"/>
                  </a:cubicBezTo>
                  <a:cubicBezTo>
                    <a:pt x="111" y="23"/>
                    <a:pt x="116" y="18"/>
                    <a:pt x="116" y="12"/>
                  </a:cubicBezTo>
                  <a:cubicBezTo>
                    <a:pt x="116" y="5"/>
                    <a:pt x="111" y="0"/>
                    <a:pt x="1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44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>
                <a:latin typeface="Nunito Black"/>
                <a:ea typeface="Nunito Black"/>
                <a:cs typeface="Nunito Black"/>
                <a:sym typeface="Nunito Black"/>
              </a:rPr>
              <a:t>What have we learned?</a:t>
            </a:r>
            <a:endParaRPr sz="32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317" name="Google Shape;1317;p44"/>
          <p:cNvSpPr txBox="1">
            <a:spLocks noGrp="1"/>
          </p:cNvSpPr>
          <p:nvPr>
            <p:ph type="title" idx="4294967295"/>
          </p:nvPr>
        </p:nvSpPr>
        <p:spPr>
          <a:xfrm>
            <a:off x="5773625" y="2028925"/>
            <a:ext cx="17508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0">
                <a:latin typeface="Nunito Black"/>
                <a:ea typeface="Nunito Black"/>
                <a:cs typeface="Nunito Black"/>
                <a:sym typeface="Nunito Black"/>
              </a:rPr>
              <a:t>Everyday expressions</a:t>
            </a:r>
            <a:endParaRPr sz="21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318" name="Google Shape;1318;p44"/>
          <p:cNvSpPr txBox="1">
            <a:spLocks noGrp="1"/>
          </p:cNvSpPr>
          <p:nvPr>
            <p:ph type="title" idx="4294967295"/>
          </p:nvPr>
        </p:nvSpPr>
        <p:spPr>
          <a:xfrm>
            <a:off x="5773625" y="3226023"/>
            <a:ext cx="1750800" cy="74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0">
                <a:latin typeface="Nunito Black"/>
                <a:ea typeface="Nunito Black"/>
                <a:cs typeface="Nunito Black"/>
                <a:sym typeface="Nunito Black"/>
              </a:rPr>
              <a:t>Songs</a:t>
            </a:r>
            <a:endParaRPr sz="21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319" name="Google Shape;1319;p44"/>
          <p:cNvSpPr txBox="1">
            <a:spLocks noGrp="1"/>
          </p:cNvSpPr>
          <p:nvPr>
            <p:ph type="title" idx="4294967295"/>
          </p:nvPr>
        </p:nvSpPr>
        <p:spPr>
          <a:xfrm>
            <a:off x="1619691" y="2626175"/>
            <a:ext cx="17508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0">
                <a:latin typeface="Nunito Black"/>
                <a:ea typeface="Nunito Black"/>
                <a:cs typeface="Nunito Black"/>
                <a:sym typeface="Nunito Black"/>
              </a:rPr>
              <a:t>Stories</a:t>
            </a:r>
            <a:endParaRPr sz="21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320" name="Google Shape;1320;p44"/>
          <p:cNvSpPr txBox="1">
            <a:spLocks noGrp="1"/>
          </p:cNvSpPr>
          <p:nvPr>
            <p:ph type="title" idx="4294967295"/>
          </p:nvPr>
        </p:nvSpPr>
        <p:spPr>
          <a:xfrm>
            <a:off x="1619575" y="1429650"/>
            <a:ext cx="17508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0">
                <a:latin typeface="Nunito Black"/>
                <a:ea typeface="Nunito Black"/>
                <a:cs typeface="Nunito Black"/>
                <a:sym typeface="Nunito Black"/>
              </a:rPr>
              <a:t>Vocabulary</a:t>
            </a:r>
            <a:endParaRPr sz="21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321" name="Google Shape;1321;p44"/>
          <p:cNvSpPr txBox="1">
            <a:spLocks noGrp="1"/>
          </p:cNvSpPr>
          <p:nvPr>
            <p:ph type="title" idx="4294967295"/>
          </p:nvPr>
        </p:nvSpPr>
        <p:spPr>
          <a:xfrm>
            <a:off x="1619691" y="3822700"/>
            <a:ext cx="1750800" cy="7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0">
                <a:latin typeface="Nunito Black"/>
                <a:ea typeface="Nunito Black"/>
                <a:cs typeface="Nunito Black"/>
                <a:sym typeface="Nunito Black"/>
              </a:rPr>
              <a:t>Culture</a:t>
            </a:r>
            <a:endParaRPr sz="21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322" name="Google Shape;1322;p44"/>
          <p:cNvSpPr/>
          <p:nvPr/>
        </p:nvSpPr>
        <p:spPr>
          <a:xfrm>
            <a:off x="2892923" y="1296866"/>
            <a:ext cx="377150" cy="325318"/>
          </a:xfrm>
          <a:custGeom>
            <a:avLst/>
            <a:gdLst/>
            <a:ahLst/>
            <a:cxnLst/>
            <a:rect l="l" t="t" r="r" b="b"/>
            <a:pathLst>
              <a:path w="144" h="124" extrusionOk="0">
                <a:moveTo>
                  <a:pt x="141" y="92"/>
                </a:moveTo>
                <a:cubicBezTo>
                  <a:pt x="129" y="92"/>
                  <a:pt x="129" y="92"/>
                  <a:pt x="129" y="92"/>
                </a:cubicBezTo>
                <a:cubicBezTo>
                  <a:pt x="129" y="31"/>
                  <a:pt x="129" y="31"/>
                  <a:pt x="129" y="31"/>
                </a:cubicBezTo>
                <a:cubicBezTo>
                  <a:pt x="129" y="29"/>
                  <a:pt x="127" y="28"/>
                  <a:pt x="126" y="28"/>
                </a:cubicBezTo>
                <a:cubicBezTo>
                  <a:pt x="111" y="28"/>
                  <a:pt x="111" y="28"/>
                  <a:pt x="111" y="28"/>
                </a:cubicBezTo>
                <a:cubicBezTo>
                  <a:pt x="111" y="4"/>
                  <a:pt x="111" y="4"/>
                  <a:pt x="111" y="4"/>
                </a:cubicBezTo>
                <a:cubicBezTo>
                  <a:pt x="111" y="3"/>
                  <a:pt x="109" y="1"/>
                  <a:pt x="108" y="1"/>
                </a:cubicBezTo>
                <a:cubicBezTo>
                  <a:pt x="84" y="1"/>
                  <a:pt x="84" y="1"/>
                  <a:pt x="84" y="1"/>
                </a:cubicBezTo>
                <a:cubicBezTo>
                  <a:pt x="83" y="1"/>
                  <a:pt x="81" y="3"/>
                  <a:pt x="81" y="4"/>
                </a:cubicBezTo>
                <a:cubicBezTo>
                  <a:pt x="81" y="28"/>
                  <a:pt x="81" y="28"/>
                  <a:pt x="81" y="28"/>
                </a:cubicBezTo>
                <a:cubicBezTo>
                  <a:pt x="69" y="28"/>
                  <a:pt x="69" y="28"/>
                  <a:pt x="69" y="28"/>
                </a:cubicBezTo>
                <a:cubicBezTo>
                  <a:pt x="69" y="3"/>
                  <a:pt x="69" y="3"/>
                  <a:pt x="69" y="3"/>
                </a:cubicBezTo>
                <a:cubicBezTo>
                  <a:pt x="69" y="1"/>
                  <a:pt x="68" y="0"/>
                  <a:pt x="66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0" y="0"/>
                  <a:pt x="39" y="1"/>
                  <a:pt x="39" y="3"/>
                </a:cubicBezTo>
                <a:cubicBezTo>
                  <a:pt x="39" y="17"/>
                  <a:pt x="39" y="17"/>
                  <a:pt x="39" y="17"/>
                </a:cubicBezTo>
                <a:cubicBezTo>
                  <a:pt x="18" y="17"/>
                  <a:pt x="18" y="17"/>
                  <a:pt x="18" y="17"/>
                </a:cubicBezTo>
                <a:cubicBezTo>
                  <a:pt x="16" y="17"/>
                  <a:pt x="15" y="19"/>
                  <a:pt x="15" y="20"/>
                </a:cubicBezTo>
                <a:cubicBezTo>
                  <a:pt x="15" y="92"/>
                  <a:pt x="15" y="92"/>
                  <a:pt x="15" y="92"/>
                </a:cubicBezTo>
                <a:cubicBezTo>
                  <a:pt x="3" y="92"/>
                  <a:pt x="3" y="92"/>
                  <a:pt x="3" y="92"/>
                </a:cubicBezTo>
                <a:cubicBezTo>
                  <a:pt x="1" y="92"/>
                  <a:pt x="0" y="94"/>
                  <a:pt x="0" y="95"/>
                </a:cubicBezTo>
                <a:cubicBezTo>
                  <a:pt x="0" y="108"/>
                  <a:pt x="0" y="108"/>
                  <a:pt x="0" y="108"/>
                </a:cubicBezTo>
                <a:cubicBezTo>
                  <a:pt x="0" y="110"/>
                  <a:pt x="1" y="111"/>
                  <a:pt x="3" y="111"/>
                </a:cubicBezTo>
                <a:cubicBezTo>
                  <a:pt x="12" y="111"/>
                  <a:pt x="12" y="111"/>
                  <a:pt x="12" y="111"/>
                </a:cubicBezTo>
                <a:cubicBezTo>
                  <a:pt x="14" y="122"/>
                  <a:pt x="14" y="122"/>
                  <a:pt x="14" y="122"/>
                </a:cubicBezTo>
                <a:cubicBezTo>
                  <a:pt x="14" y="123"/>
                  <a:pt x="15" y="124"/>
                  <a:pt x="17" y="124"/>
                </a:cubicBezTo>
                <a:cubicBezTo>
                  <a:pt x="27" y="124"/>
                  <a:pt x="27" y="124"/>
                  <a:pt x="27" y="124"/>
                </a:cubicBezTo>
                <a:cubicBezTo>
                  <a:pt x="28" y="124"/>
                  <a:pt x="29" y="123"/>
                  <a:pt x="30" y="122"/>
                </a:cubicBezTo>
                <a:cubicBezTo>
                  <a:pt x="32" y="111"/>
                  <a:pt x="32" y="111"/>
                  <a:pt x="32" y="111"/>
                </a:cubicBezTo>
                <a:cubicBezTo>
                  <a:pt x="111" y="111"/>
                  <a:pt x="111" y="111"/>
                  <a:pt x="111" y="111"/>
                </a:cubicBezTo>
                <a:cubicBezTo>
                  <a:pt x="113" y="122"/>
                  <a:pt x="113" y="122"/>
                  <a:pt x="113" y="122"/>
                </a:cubicBezTo>
                <a:cubicBezTo>
                  <a:pt x="114" y="123"/>
                  <a:pt x="115" y="124"/>
                  <a:pt x="116" y="124"/>
                </a:cubicBezTo>
                <a:cubicBezTo>
                  <a:pt x="126" y="124"/>
                  <a:pt x="126" y="124"/>
                  <a:pt x="126" y="124"/>
                </a:cubicBezTo>
                <a:cubicBezTo>
                  <a:pt x="127" y="124"/>
                  <a:pt x="129" y="123"/>
                  <a:pt x="129" y="122"/>
                </a:cubicBezTo>
                <a:cubicBezTo>
                  <a:pt x="131" y="111"/>
                  <a:pt x="131" y="111"/>
                  <a:pt x="131" y="111"/>
                </a:cubicBezTo>
                <a:cubicBezTo>
                  <a:pt x="141" y="111"/>
                  <a:pt x="141" y="111"/>
                  <a:pt x="141" y="111"/>
                </a:cubicBezTo>
                <a:cubicBezTo>
                  <a:pt x="142" y="111"/>
                  <a:pt x="144" y="110"/>
                  <a:pt x="144" y="108"/>
                </a:cubicBezTo>
                <a:cubicBezTo>
                  <a:pt x="144" y="95"/>
                  <a:pt x="144" y="95"/>
                  <a:pt x="144" y="95"/>
                </a:cubicBezTo>
                <a:cubicBezTo>
                  <a:pt x="144" y="94"/>
                  <a:pt x="142" y="92"/>
                  <a:pt x="141" y="92"/>
                </a:cubicBezTo>
                <a:close/>
                <a:moveTo>
                  <a:pt x="123" y="34"/>
                </a:moveTo>
                <a:cubicBezTo>
                  <a:pt x="123" y="92"/>
                  <a:pt x="123" y="92"/>
                  <a:pt x="123" y="92"/>
                </a:cubicBezTo>
                <a:cubicBezTo>
                  <a:pt x="111" y="92"/>
                  <a:pt x="111" y="92"/>
                  <a:pt x="111" y="92"/>
                </a:cubicBezTo>
                <a:cubicBezTo>
                  <a:pt x="111" y="34"/>
                  <a:pt x="111" y="34"/>
                  <a:pt x="111" y="34"/>
                </a:cubicBezTo>
                <a:lnTo>
                  <a:pt x="123" y="34"/>
                </a:lnTo>
                <a:close/>
                <a:moveTo>
                  <a:pt x="87" y="92"/>
                </a:moveTo>
                <a:cubicBezTo>
                  <a:pt x="87" y="45"/>
                  <a:pt x="87" y="45"/>
                  <a:pt x="87" y="45"/>
                </a:cubicBezTo>
                <a:cubicBezTo>
                  <a:pt x="105" y="45"/>
                  <a:pt x="105" y="45"/>
                  <a:pt x="105" y="45"/>
                </a:cubicBezTo>
                <a:cubicBezTo>
                  <a:pt x="105" y="92"/>
                  <a:pt x="105" y="92"/>
                  <a:pt x="105" y="92"/>
                </a:cubicBezTo>
                <a:lnTo>
                  <a:pt x="87" y="92"/>
                </a:lnTo>
                <a:close/>
                <a:moveTo>
                  <a:pt x="69" y="92"/>
                </a:moveTo>
                <a:cubicBezTo>
                  <a:pt x="69" y="80"/>
                  <a:pt x="69" y="80"/>
                  <a:pt x="69" y="80"/>
                </a:cubicBezTo>
                <a:cubicBezTo>
                  <a:pt x="81" y="80"/>
                  <a:pt x="81" y="80"/>
                  <a:pt x="81" y="80"/>
                </a:cubicBezTo>
                <a:cubicBezTo>
                  <a:pt x="81" y="92"/>
                  <a:pt x="81" y="92"/>
                  <a:pt x="81" y="92"/>
                </a:cubicBezTo>
                <a:lnTo>
                  <a:pt x="69" y="92"/>
                </a:lnTo>
                <a:close/>
                <a:moveTo>
                  <a:pt x="105" y="40"/>
                </a:moveTo>
                <a:cubicBezTo>
                  <a:pt x="87" y="40"/>
                  <a:pt x="87" y="40"/>
                  <a:pt x="87" y="40"/>
                </a:cubicBezTo>
                <a:cubicBezTo>
                  <a:pt x="87" y="22"/>
                  <a:pt x="87" y="22"/>
                  <a:pt x="87" y="22"/>
                </a:cubicBezTo>
                <a:cubicBezTo>
                  <a:pt x="105" y="22"/>
                  <a:pt x="105" y="22"/>
                  <a:pt x="105" y="22"/>
                </a:cubicBezTo>
                <a:lnTo>
                  <a:pt x="105" y="40"/>
                </a:lnTo>
                <a:close/>
                <a:moveTo>
                  <a:pt x="81" y="74"/>
                </a:moveTo>
                <a:cubicBezTo>
                  <a:pt x="69" y="74"/>
                  <a:pt x="69" y="74"/>
                  <a:pt x="69" y="74"/>
                </a:cubicBezTo>
                <a:cubicBezTo>
                  <a:pt x="69" y="69"/>
                  <a:pt x="69" y="69"/>
                  <a:pt x="69" y="69"/>
                </a:cubicBezTo>
                <a:cubicBezTo>
                  <a:pt x="81" y="69"/>
                  <a:pt x="81" y="69"/>
                  <a:pt x="81" y="69"/>
                </a:cubicBezTo>
                <a:lnTo>
                  <a:pt x="81" y="74"/>
                </a:lnTo>
                <a:close/>
                <a:moveTo>
                  <a:pt x="105" y="7"/>
                </a:moveTo>
                <a:cubicBezTo>
                  <a:pt x="105" y="16"/>
                  <a:pt x="105" y="16"/>
                  <a:pt x="105" y="16"/>
                </a:cubicBezTo>
                <a:cubicBezTo>
                  <a:pt x="87" y="16"/>
                  <a:pt x="87" y="16"/>
                  <a:pt x="87" y="16"/>
                </a:cubicBezTo>
                <a:cubicBezTo>
                  <a:pt x="87" y="7"/>
                  <a:pt x="87" y="7"/>
                  <a:pt x="87" y="7"/>
                </a:cubicBezTo>
                <a:lnTo>
                  <a:pt x="105" y="7"/>
                </a:lnTo>
                <a:close/>
                <a:moveTo>
                  <a:pt x="81" y="34"/>
                </a:moveTo>
                <a:cubicBezTo>
                  <a:pt x="81" y="63"/>
                  <a:pt x="81" y="63"/>
                  <a:pt x="81" y="63"/>
                </a:cubicBezTo>
                <a:cubicBezTo>
                  <a:pt x="69" y="63"/>
                  <a:pt x="69" y="63"/>
                  <a:pt x="69" y="63"/>
                </a:cubicBezTo>
                <a:cubicBezTo>
                  <a:pt x="69" y="34"/>
                  <a:pt x="69" y="34"/>
                  <a:pt x="69" y="34"/>
                </a:cubicBezTo>
                <a:lnTo>
                  <a:pt x="81" y="34"/>
                </a:lnTo>
                <a:close/>
                <a:moveTo>
                  <a:pt x="44" y="6"/>
                </a:moveTo>
                <a:cubicBezTo>
                  <a:pt x="63" y="6"/>
                  <a:pt x="63" y="6"/>
                  <a:pt x="63" y="6"/>
                </a:cubicBezTo>
                <a:cubicBezTo>
                  <a:pt x="63" y="92"/>
                  <a:pt x="63" y="92"/>
                  <a:pt x="63" y="92"/>
                </a:cubicBezTo>
                <a:cubicBezTo>
                  <a:pt x="44" y="92"/>
                  <a:pt x="44" y="92"/>
                  <a:pt x="44" y="92"/>
                </a:cubicBezTo>
                <a:lnTo>
                  <a:pt x="44" y="6"/>
                </a:lnTo>
                <a:close/>
                <a:moveTo>
                  <a:pt x="21" y="37"/>
                </a:moveTo>
                <a:cubicBezTo>
                  <a:pt x="39" y="37"/>
                  <a:pt x="39" y="37"/>
                  <a:pt x="39" y="37"/>
                </a:cubicBezTo>
                <a:cubicBezTo>
                  <a:pt x="39" y="48"/>
                  <a:pt x="39" y="48"/>
                  <a:pt x="39" y="48"/>
                </a:cubicBezTo>
                <a:cubicBezTo>
                  <a:pt x="21" y="48"/>
                  <a:pt x="21" y="48"/>
                  <a:pt x="21" y="48"/>
                </a:cubicBezTo>
                <a:lnTo>
                  <a:pt x="21" y="37"/>
                </a:lnTo>
                <a:close/>
                <a:moveTo>
                  <a:pt x="39" y="23"/>
                </a:moveTo>
                <a:cubicBezTo>
                  <a:pt x="39" y="31"/>
                  <a:pt x="39" y="31"/>
                  <a:pt x="39" y="31"/>
                </a:cubicBezTo>
                <a:cubicBezTo>
                  <a:pt x="21" y="31"/>
                  <a:pt x="21" y="31"/>
                  <a:pt x="21" y="31"/>
                </a:cubicBezTo>
                <a:cubicBezTo>
                  <a:pt x="21" y="23"/>
                  <a:pt x="21" y="23"/>
                  <a:pt x="21" y="23"/>
                </a:cubicBezTo>
                <a:lnTo>
                  <a:pt x="39" y="23"/>
                </a:lnTo>
                <a:close/>
                <a:moveTo>
                  <a:pt x="21" y="53"/>
                </a:moveTo>
                <a:cubicBezTo>
                  <a:pt x="39" y="53"/>
                  <a:pt x="39" y="53"/>
                  <a:pt x="39" y="53"/>
                </a:cubicBezTo>
                <a:cubicBezTo>
                  <a:pt x="39" y="92"/>
                  <a:pt x="39" y="92"/>
                  <a:pt x="39" y="92"/>
                </a:cubicBezTo>
                <a:cubicBezTo>
                  <a:pt x="21" y="92"/>
                  <a:pt x="21" y="92"/>
                  <a:pt x="21" y="92"/>
                </a:cubicBezTo>
                <a:lnTo>
                  <a:pt x="21" y="53"/>
                </a:lnTo>
                <a:close/>
                <a:moveTo>
                  <a:pt x="25" y="118"/>
                </a:moveTo>
                <a:cubicBezTo>
                  <a:pt x="19" y="118"/>
                  <a:pt x="19" y="118"/>
                  <a:pt x="19" y="118"/>
                </a:cubicBezTo>
                <a:cubicBezTo>
                  <a:pt x="18" y="111"/>
                  <a:pt x="18" y="111"/>
                  <a:pt x="18" y="111"/>
                </a:cubicBezTo>
                <a:cubicBezTo>
                  <a:pt x="26" y="111"/>
                  <a:pt x="26" y="111"/>
                  <a:pt x="26" y="111"/>
                </a:cubicBezTo>
                <a:lnTo>
                  <a:pt x="25" y="118"/>
                </a:lnTo>
                <a:close/>
                <a:moveTo>
                  <a:pt x="125" y="118"/>
                </a:moveTo>
                <a:cubicBezTo>
                  <a:pt x="119" y="118"/>
                  <a:pt x="119" y="118"/>
                  <a:pt x="119" y="118"/>
                </a:cubicBezTo>
                <a:cubicBezTo>
                  <a:pt x="117" y="111"/>
                  <a:pt x="117" y="111"/>
                  <a:pt x="117" y="111"/>
                </a:cubicBezTo>
                <a:cubicBezTo>
                  <a:pt x="126" y="111"/>
                  <a:pt x="126" y="111"/>
                  <a:pt x="126" y="111"/>
                </a:cubicBezTo>
                <a:lnTo>
                  <a:pt x="125" y="118"/>
                </a:lnTo>
                <a:close/>
                <a:moveTo>
                  <a:pt x="138" y="105"/>
                </a:moveTo>
                <a:cubicBezTo>
                  <a:pt x="6" y="105"/>
                  <a:pt x="6" y="105"/>
                  <a:pt x="6" y="105"/>
                </a:cubicBezTo>
                <a:cubicBezTo>
                  <a:pt x="6" y="98"/>
                  <a:pt x="6" y="98"/>
                  <a:pt x="6" y="98"/>
                </a:cubicBezTo>
                <a:cubicBezTo>
                  <a:pt x="138" y="98"/>
                  <a:pt x="138" y="98"/>
                  <a:pt x="138" y="98"/>
                </a:cubicBezTo>
                <a:lnTo>
                  <a:pt x="138" y="10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3" name="Google Shape;1323;p44"/>
          <p:cNvGrpSpPr/>
          <p:nvPr/>
        </p:nvGrpSpPr>
        <p:grpSpPr>
          <a:xfrm>
            <a:off x="5964769" y="1626368"/>
            <a:ext cx="217247" cy="390382"/>
            <a:chOff x="1622230" y="3232318"/>
            <a:chExt cx="217247" cy="390382"/>
          </a:xfrm>
        </p:grpSpPr>
        <p:sp>
          <p:nvSpPr>
            <p:cNvPr id="1324" name="Google Shape;1324;p44"/>
            <p:cNvSpPr/>
            <p:nvPr/>
          </p:nvSpPr>
          <p:spPr>
            <a:xfrm>
              <a:off x="1622230" y="3232318"/>
              <a:ext cx="217247" cy="390382"/>
            </a:xfrm>
            <a:custGeom>
              <a:avLst/>
              <a:gdLst/>
              <a:ahLst/>
              <a:cxnLst/>
              <a:rect l="l" t="t" r="r" b="b"/>
              <a:pathLst>
                <a:path w="83" h="149" extrusionOk="0">
                  <a:moveTo>
                    <a:pt x="83" y="42"/>
                  </a:moveTo>
                  <a:cubicBezTo>
                    <a:pt x="83" y="19"/>
                    <a:pt x="65" y="0"/>
                    <a:pt x="42" y="0"/>
                  </a:cubicBezTo>
                  <a:cubicBezTo>
                    <a:pt x="19" y="0"/>
                    <a:pt x="0" y="19"/>
                    <a:pt x="0" y="42"/>
                  </a:cubicBezTo>
                  <a:cubicBezTo>
                    <a:pt x="0" y="62"/>
                    <a:pt x="15" y="79"/>
                    <a:pt x="33" y="83"/>
                  </a:cubicBezTo>
                  <a:cubicBezTo>
                    <a:pt x="33" y="95"/>
                    <a:pt x="33" y="95"/>
                    <a:pt x="33" y="95"/>
                  </a:cubicBezTo>
                  <a:cubicBezTo>
                    <a:pt x="31" y="95"/>
                    <a:pt x="31" y="95"/>
                    <a:pt x="31" y="95"/>
                  </a:cubicBezTo>
                  <a:cubicBezTo>
                    <a:pt x="31" y="95"/>
                    <a:pt x="30" y="95"/>
                    <a:pt x="30" y="96"/>
                  </a:cubicBezTo>
                  <a:cubicBezTo>
                    <a:pt x="30" y="137"/>
                    <a:pt x="30" y="137"/>
                    <a:pt x="30" y="137"/>
                  </a:cubicBezTo>
                  <a:cubicBezTo>
                    <a:pt x="30" y="137"/>
                    <a:pt x="31" y="138"/>
                    <a:pt x="31" y="139"/>
                  </a:cubicBezTo>
                  <a:cubicBezTo>
                    <a:pt x="41" y="149"/>
                    <a:pt x="53" y="142"/>
                    <a:pt x="53" y="132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83"/>
                    <a:pt x="50" y="83"/>
                    <a:pt x="50" y="83"/>
                  </a:cubicBezTo>
                  <a:cubicBezTo>
                    <a:pt x="69" y="79"/>
                    <a:pt x="83" y="62"/>
                    <a:pt x="83" y="42"/>
                  </a:cubicBezTo>
                  <a:close/>
                  <a:moveTo>
                    <a:pt x="6" y="42"/>
                  </a:moveTo>
                  <a:cubicBezTo>
                    <a:pt x="6" y="22"/>
                    <a:pt x="22" y="6"/>
                    <a:pt x="42" y="6"/>
                  </a:cubicBezTo>
                  <a:cubicBezTo>
                    <a:pt x="62" y="6"/>
                    <a:pt x="78" y="22"/>
                    <a:pt x="78" y="42"/>
                  </a:cubicBezTo>
                  <a:cubicBezTo>
                    <a:pt x="78" y="62"/>
                    <a:pt x="62" y="78"/>
                    <a:pt x="42" y="78"/>
                  </a:cubicBezTo>
                  <a:cubicBezTo>
                    <a:pt x="22" y="78"/>
                    <a:pt x="6" y="62"/>
                    <a:pt x="6" y="42"/>
                  </a:cubicBezTo>
                  <a:close/>
                  <a:moveTo>
                    <a:pt x="48" y="132"/>
                  </a:moveTo>
                  <a:cubicBezTo>
                    <a:pt x="48" y="136"/>
                    <a:pt x="44" y="139"/>
                    <a:pt x="41" y="138"/>
                  </a:cubicBezTo>
                  <a:cubicBezTo>
                    <a:pt x="38" y="137"/>
                    <a:pt x="36" y="135"/>
                    <a:pt x="36" y="132"/>
                  </a:cubicBezTo>
                  <a:cubicBezTo>
                    <a:pt x="36" y="101"/>
                    <a:pt x="36" y="101"/>
                    <a:pt x="36" y="101"/>
                  </a:cubicBezTo>
                  <a:cubicBezTo>
                    <a:pt x="48" y="101"/>
                    <a:pt x="48" y="101"/>
                    <a:pt x="48" y="101"/>
                  </a:cubicBezTo>
                  <a:lnTo>
                    <a:pt x="48" y="132"/>
                  </a:lnTo>
                  <a:close/>
                  <a:moveTo>
                    <a:pt x="45" y="95"/>
                  </a:moveTo>
                  <a:cubicBezTo>
                    <a:pt x="39" y="95"/>
                    <a:pt x="39" y="95"/>
                    <a:pt x="39" y="95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40" y="84"/>
                    <a:pt x="41" y="84"/>
                    <a:pt x="42" y="84"/>
                  </a:cubicBezTo>
                  <a:cubicBezTo>
                    <a:pt x="43" y="84"/>
                    <a:pt x="44" y="84"/>
                    <a:pt x="45" y="84"/>
                  </a:cubicBezTo>
                  <a:cubicBezTo>
                    <a:pt x="45" y="95"/>
                    <a:pt x="45" y="95"/>
                    <a:pt x="4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44"/>
            <p:cNvSpPr/>
            <p:nvPr/>
          </p:nvSpPr>
          <p:spPr>
            <a:xfrm>
              <a:off x="1653108" y="3266503"/>
              <a:ext cx="154389" cy="152183"/>
            </a:xfrm>
            <a:custGeom>
              <a:avLst/>
              <a:gdLst/>
              <a:ahLst/>
              <a:cxnLst/>
              <a:rect l="l" t="t" r="r" b="b"/>
              <a:pathLst>
                <a:path w="59" h="58" extrusionOk="0">
                  <a:moveTo>
                    <a:pt x="59" y="29"/>
                  </a:moveTo>
                  <a:cubicBezTo>
                    <a:pt x="59" y="13"/>
                    <a:pt x="46" y="0"/>
                    <a:pt x="30" y="0"/>
                  </a:cubicBezTo>
                  <a:cubicBezTo>
                    <a:pt x="14" y="0"/>
                    <a:pt x="0" y="13"/>
                    <a:pt x="0" y="29"/>
                  </a:cubicBezTo>
                  <a:cubicBezTo>
                    <a:pt x="0" y="45"/>
                    <a:pt x="14" y="58"/>
                    <a:pt x="30" y="58"/>
                  </a:cubicBezTo>
                  <a:cubicBezTo>
                    <a:pt x="46" y="58"/>
                    <a:pt x="59" y="45"/>
                    <a:pt x="59" y="29"/>
                  </a:cubicBezTo>
                  <a:close/>
                  <a:moveTo>
                    <a:pt x="6" y="29"/>
                  </a:moveTo>
                  <a:cubicBezTo>
                    <a:pt x="6" y="16"/>
                    <a:pt x="17" y="5"/>
                    <a:pt x="30" y="5"/>
                  </a:cubicBezTo>
                  <a:cubicBezTo>
                    <a:pt x="43" y="5"/>
                    <a:pt x="54" y="16"/>
                    <a:pt x="54" y="29"/>
                  </a:cubicBezTo>
                  <a:cubicBezTo>
                    <a:pt x="54" y="42"/>
                    <a:pt x="43" y="53"/>
                    <a:pt x="30" y="53"/>
                  </a:cubicBezTo>
                  <a:cubicBezTo>
                    <a:pt x="17" y="53"/>
                    <a:pt x="6" y="42"/>
                    <a:pt x="6" y="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6" name="Google Shape;1326;p44"/>
          <p:cNvGrpSpPr/>
          <p:nvPr/>
        </p:nvGrpSpPr>
        <p:grpSpPr>
          <a:xfrm>
            <a:off x="2927109" y="2423118"/>
            <a:ext cx="308777" cy="378252"/>
            <a:chOff x="5638544" y="3232318"/>
            <a:chExt cx="308777" cy="378252"/>
          </a:xfrm>
        </p:grpSpPr>
        <p:sp>
          <p:nvSpPr>
            <p:cNvPr id="1327" name="Google Shape;1327;p44"/>
            <p:cNvSpPr/>
            <p:nvPr/>
          </p:nvSpPr>
          <p:spPr>
            <a:xfrm>
              <a:off x="5638544" y="3232318"/>
              <a:ext cx="308777" cy="378252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118" y="78"/>
                  </a:moveTo>
                  <a:cubicBezTo>
                    <a:pt x="118" y="73"/>
                    <a:pt x="115" y="68"/>
                    <a:pt x="110" y="67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15" y="44"/>
                    <a:pt x="118" y="39"/>
                    <a:pt x="118" y="34"/>
                  </a:cubicBezTo>
                  <a:cubicBezTo>
                    <a:pt x="118" y="29"/>
                    <a:pt x="115" y="25"/>
                    <a:pt x="110" y="24"/>
                  </a:cubicBezTo>
                  <a:cubicBezTo>
                    <a:pt x="110" y="13"/>
                    <a:pt x="110" y="13"/>
                    <a:pt x="110" y="13"/>
                  </a:cubicBezTo>
                  <a:cubicBezTo>
                    <a:pt x="110" y="9"/>
                    <a:pt x="107" y="5"/>
                    <a:pt x="103" y="5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96" y="2"/>
                    <a:pt x="93" y="0"/>
                    <a:pt x="9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140"/>
                    <a:pt x="3" y="144"/>
                    <a:pt x="7" y="144"/>
                  </a:cubicBezTo>
                  <a:cubicBezTo>
                    <a:pt x="103" y="144"/>
                    <a:pt x="103" y="144"/>
                    <a:pt x="103" y="144"/>
                  </a:cubicBezTo>
                  <a:cubicBezTo>
                    <a:pt x="107" y="144"/>
                    <a:pt x="110" y="140"/>
                    <a:pt x="110" y="136"/>
                  </a:cubicBezTo>
                  <a:cubicBezTo>
                    <a:pt x="110" y="114"/>
                    <a:pt x="110" y="114"/>
                    <a:pt x="110" y="114"/>
                  </a:cubicBezTo>
                  <a:cubicBezTo>
                    <a:pt x="110" y="114"/>
                    <a:pt x="118" y="109"/>
                    <a:pt x="118" y="104"/>
                  </a:cubicBezTo>
                  <a:cubicBezTo>
                    <a:pt x="118" y="99"/>
                    <a:pt x="115" y="94"/>
                    <a:pt x="110" y="93"/>
                  </a:cubicBezTo>
                  <a:cubicBezTo>
                    <a:pt x="110" y="88"/>
                    <a:pt x="110" y="88"/>
                    <a:pt x="110" y="88"/>
                  </a:cubicBezTo>
                  <a:cubicBezTo>
                    <a:pt x="115" y="87"/>
                    <a:pt x="118" y="83"/>
                    <a:pt x="118" y="78"/>
                  </a:cubicBezTo>
                  <a:close/>
                  <a:moveTo>
                    <a:pt x="97" y="93"/>
                  </a:moveTo>
                  <a:cubicBezTo>
                    <a:pt x="97" y="89"/>
                    <a:pt x="97" y="89"/>
                    <a:pt x="97" y="89"/>
                  </a:cubicBezTo>
                  <a:cubicBezTo>
                    <a:pt x="105" y="89"/>
                    <a:pt x="105" y="89"/>
                    <a:pt x="105" y="89"/>
                  </a:cubicBezTo>
                  <a:cubicBezTo>
                    <a:pt x="105" y="93"/>
                    <a:pt x="105" y="93"/>
                    <a:pt x="105" y="93"/>
                  </a:cubicBezTo>
                  <a:lnTo>
                    <a:pt x="97" y="93"/>
                  </a:lnTo>
                  <a:close/>
                  <a:moveTo>
                    <a:pt x="97" y="66"/>
                  </a:moveTo>
                  <a:cubicBezTo>
                    <a:pt x="97" y="45"/>
                    <a:pt x="97" y="45"/>
                    <a:pt x="97" y="45"/>
                  </a:cubicBezTo>
                  <a:cubicBezTo>
                    <a:pt x="105" y="45"/>
                    <a:pt x="105" y="45"/>
                    <a:pt x="105" y="45"/>
                  </a:cubicBezTo>
                  <a:cubicBezTo>
                    <a:pt x="105" y="66"/>
                    <a:pt x="105" y="66"/>
                    <a:pt x="105" y="66"/>
                  </a:cubicBezTo>
                  <a:lnTo>
                    <a:pt x="97" y="66"/>
                  </a:lnTo>
                  <a:close/>
                  <a:moveTo>
                    <a:pt x="107" y="83"/>
                  </a:moveTo>
                  <a:cubicBezTo>
                    <a:pt x="97" y="83"/>
                    <a:pt x="97" y="83"/>
                    <a:pt x="97" y="83"/>
                  </a:cubicBezTo>
                  <a:cubicBezTo>
                    <a:pt x="97" y="72"/>
                    <a:pt x="97" y="72"/>
                    <a:pt x="97" y="72"/>
                  </a:cubicBezTo>
                  <a:cubicBezTo>
                    <a:pt x="107" y="72"/>
                    <a:pt x="107" y="72"/>
                    <a:pt x="107" y="72"/>
                  </a:cubicBezTo>
                  <a:cubicBezTo>
                    <a:pt x="110" y="72"/>
                    <a:pt x="113" y="75"/>
                    <a:pt x="113" y="78"/>
                  </a:cubicBezTo>
                  <a:cubicBezTo>
                    <a:pt x="112" y="81"/>
                    <a:pt x="110" y="83"/>
                    <a:pt x="107" y="83"/>
                  </a:cubicBezTo>
                  <a:close/>
                  <a:moveTo>
                    <a:pt x="107" y="40"/>
                  </a:moveTo>
                  <a:cubicBezTo>
                    <a:pt x="97" y="40"/>
                    <a:pt x="97" y="40"/>
                    <a:pt x="97" y="40"/>
                  </a:cubicBezTo>
                  <a:cubicBezTo>
                    <a:pt x="97" y="29"/>
                    <a:pt x="97" y="29"/>
                    <a:pt x="97" y="29"/>
                  </a:cubicBezTo>
                  <a:cubicBezTo>
                    <a:pt x="107" y="29"/>
                    <a:pt x="107" y="29"/>
                    <a:pt x="107" y="29"/>
                  </a:cubicBezTo>
                  <a:cubicBezTo>
                    <a:pt x="110" y="29"/>
                    <a:pt x="113" y="32"/>
                    <a:pt x="113" y="35"/>
                  </a:cubicBezTo>
                  <a:cubicBezTo>
                    <a:pt x="112" y="38"/>
                    <a:pt x="110" y="40"/>
                    <a:pt x="107" y="40"/>
                  </a:cubicBezTo>
                  <a:close/>
                  <a:moveTo>
                    <a:pt x="105" y="13"/>
                  </a:moveTo>
                  <a:cubicBezTo>
                    <a:pt x="105" y="23"/>
                    <a:pt x="105" y="23"/>
                    <a:pt x="105" y="23"/>
                  </a:cubicBezTo>
                  <a:cubicBezTo>
                    <a:pt x="97" y="23"/>
                    <a:pt x="97" y="23"/>
                    <a:pt x="97" y="23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4" y="11"/>
                    <a:pt x="105" y="11"/>
                    <a:pt x="105" y="13"/>
                  </a:cubicBezTo>
                  <a:close/>
                  <a:moveTo>
                    <a:pt x="7" y="138"/>
                  </a:moveTo>
                  <a:cubicBezTo>
                    <a:pt x="6" y="138"/>
                    <a:pt x="5" y="137"/>
                    <a:pt x="5" y="136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7"/>
                    <a:pt x="6" y="6"/>
                    <a:pt x="7" y="6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91" y="6"/>
                    <a:pt x="91" y="7"/>
                    <a:pt x="91" y="8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7"/>
                    <a:pt x="91" y="138"/>
                    <a:pt x="90" y="138"/>
                  </a:cubicBezTo>
                  <a:cubicBezTo>
                    <a:pt x="7" y="138"/>
                    <a:pt x="7" y="138"/>
                    <a:pt x="7" y="138"/>
                  </a:cubicBezTo>
                  <a:close/>
                  <a:moveTo>
                    <a:pt x="103" y="138"/>
                  </a:moveTo>
                  <a:cubicBezTo>
                    <a:pt x="97" y="138"/>
                    <a:pt x="97" y="138"/>
                    <a:pt x="97" y="138"/>
                  </a:cubicBezTo>
                  <a:cubicBezTo>
                    <a:pt x="97" y="138"/>
                    <a:pt x="97" y="137"/>
                    <a:pt x="97" y="136"/>
                  </a:cubicBezTo>
                  <a:cubicBezTo>
                    <a:pt x="97" y="115"/>
                    <a:pt x="97" y="115"/>
                    <a:pt x="97" y="115"/>
                  </a:cubicBezTo>
                  <a:cubicBezTo>
                    <a:pt x="105" y="115"/>
                    <a:pt x="105" y="115"/>
                    <a:pt x="105" y="115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5" y="137"/>
                    <a:pt x="104" y="138"/>
                    <a:pt x="103" y="138"/>
                  </a:cubicBezTo>
                  <a:close/>
                  <a:moveTo>
                    <a:pt x="107" y="109"/>
                  </a:moveTo>
                  <a:cubicBezTo>
                    <a:pt x="97" y="109"/>
                    <a:pt x="97" y="109"/>
                    <a:pt x="97" y="109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107" y="98"/>
                    <a:pt x="107" y="98"/>
                    <a:pt x="107" y="98"/>
                  </a:cubicBezTo>
                  <a:cubicBezTo>
                    <a:pt x="110" y="98"/>
                    <a:pt x="113" y="101"/>
                    <a:pt x="113" y="105"/>
                  </a:cubicBezTo>
                  <a:cubicBezTo>
                    <a:pt x="112" y="107"/>
                    <a:pt x="110" y="109"/>
                    <a:pt x="107" y="10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44"/>
            <p:cNvSpPr/>
            <p:nvPr/>
          </p:nvSpPr>
          <p:spPr>
            <a:xfrm>
              <a:off x="5693682" y="3281942"/>
              <a:ext cx="146670" cy="79400"/>
            </a:xfrm>
            <a:custGeom>
              <a:avLst/>
              <a:gdLst/>
              <a:ahLst/>
              <a:cxnLst/>
              <a:rect l="l" t="t" r="r" b="b"/>
              <a:pathLst>
                <a:path w="56" h="30" extrusionOk="0">
                  <a:moveTo>
                    <a:pt x="5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9"/>
                    <a:pt x="1" y="30"/>
                    <a:pt x="2" y="30"/>
                  </a:cubicBezTo>
                  <a:cubicBezTo>
                    <a:pt x="54" y="30"/>
                    <a:pt x="54" y="30"/>
                    <a:pt x="54" y="30"/>
                  </a:cubicBezTo>
                  <a:cubicBezTo>
                    <a:pt x="55" y="30"/>
                    <a:pt x="56" y="29"/>
                    <a:pt x="56" y="28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6" y="2"/>
                    <a:pt x="55" y="0"/>
                    <a:pt x="54" y="0"/>
                  </a:cubicBezTo>
                  <a:close/>
                  <a:moveTo>
                    <a:pt x="51" y="25"/>
                  </a:moveTo>
                  <a:cubicBezTo>
                    <a:pt x="5" y="25"/>
                    <a:pt x="5" y="25"/>
                    <a:pt x="5" y="2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1" y="6"/>
                    <a:pt x="51" y="6"/>
                    <a:pt x="51" y="6"/>
                  </a:cubicBezTo>
                  <a:lnTo>
                    <a:pt x="51" y="2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44"/>
            <p:cNvSpPr/>
            <p:nvPr/>
          </p:nvSpPr>
          <p:spPr>
            <a:xfrm>
              <a:off x="5711327" y="3500291"/>
              <a:ext cx="110278" cy="15439"/>
            </a:xfrm>
            <a:custGeom>
              <a:avLst/>
              <a:gdLst/>
              <a:ahLst/>
              <a:cxnLst/>
              <a:rect l="l" t="t" r="r" b="b"/>
              <a:pathLst>
                <a:path w="42" h="6" extrusionOk="0">
                  <a:moveTo>
                    <a:pt x="39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0" y="4"/>
                    <a:pt x="2" y="6"/>
                    <a:pt x="3" y="6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40" y="6"/>
                    <a:pt x="41" y="5"/>
                    <a:pt x="41" y="3"/>
                  </a:cubicBezTo>
                  <a:cubicBezTo>
                    <a:pt x="42" y="1"/>
                    <a:pt x="40" y="0"/>
                    <a:pt x="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30" name="Google Shape;1330;p44"/>
          <p:cNvCxnSpPr>
            <a:stCxn id="1320" idx="3"/>
            <a:endCxn id="1317" idx="1"/>
          </p:cNvCxnSpPr>
          <p:nvPr/>
        </p:nvCxnSpPr>
        <p:spPr>
          <a:xfrm>
            <a:off x="3370375" y="1801800"/>
            <a:ext cx="2403300" cy="5994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31" name="Google Shape;1331;p44"/>
          <p:cNvCxnSpPr>
            <a:stCxn id="1317" idx="1"/>
            <a:endCxn id="1319" idx="3"/>
          </p:cNvCxnSpPr>
          <p:nvPr/>
        </p:nvCxnSpPr>
        <p:spPr>
          <a:xfrm flipH="1">
            <a:off x="3370625" y="2401075"/>
            <a:ext cx="2403000" cy="5973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32" name="Google Shape;1332;p44"/>
          <p:cNvSpPr/>
          <p:nvPr/>
        </p:nvSpPr>
        <p:spPr>
          <a:xfrm>
            <a:off x="5884818" y="3149823"/>
            <a:ext cx="377150" cy="254741"/>
          </a:xfrm>
          <a:custGeom>
            <a:avLst/>
            <a:gdLst/>
            <a:ahLst/>
            <a:cxnLst/>
            <a:rect l="l" t="t" r="r" b="b"/>
            <a:pathLst>
              <a:path w="144" h="97" extrusionOk="0">
                <a:moveTo>
                  <a:pt x="143" y="56"/>
                </a:moveTo>
                <a:cubicBezTo>
                  <a:pt x="140" y="45"/>
                  <a:pt x="133" y="36"/>
                  <a:pt x="123" y="32"/>
                </a:cubicBezTo>
                <a:cubicBezTo>
                  <a:pt x="108" y="7"/>
                  <a:pt x="108" y="7"/>
                  <a:pt x="108" y="7"/>
                </a:cubicBezTo>
                <a:cubicBezTo>
                  <a:pt x="105" y="2"/>
                  <a:pt x="98" y="0"/>
                  <a:pt x="92" y="2"/>
                </a:cubicBezTo>
                <a:cubicBezTo>
                  <a:pt x="90" y="4"/>
                  <a:pt x="88" y="6"/>
                  <a:pt x="87" y="9"/>
                </a:cubicBezTo>
                <a:cubicBezTo>
                  <a:pt x="86" y="12"/>
                  <a:pt x="86" y="15"/>
                  <a:pt x="87" y="17"/>
                </a:cubicBezTo>
                <a:cubicBezTo>
                  <a:pt x="88" y="19"/>
                  <a:pt x="88" y="19"/>
                  <a:pt x="88" y="19"/>
                </a:cubicBezTo>
                <a:cubicBezTo>
                  <a:pt x="89" y="21"/>
                  <a:pt x="90" y="21"/>
                  <a:pt x="92" y="21"/>
                </a:cubicBezTo>
                <a:cubicBezTo>
                  <a:pt x="93" y="20"/>
                  <a:pt x="94" y="18"/>
                  <a:pt x="93" y="17"/>
                </a:cubicBezTo>
                <a:cubicBezTo>
                  <a:pt x="92" y="14"/>
                  <a:pt x="92" y="14"/>
                  <a:pt x="92" y="14"/>
                </a:cubicBezTo>
                <a:cubicBezTo>
                  <a:pt x="92" y="14"/>
                  <a:pt x="92" y="14"/>
                  <a:pt x="92" y="14"/>
                </a:cubicBezTo>
                <a:cubicBezTo>
                  <a:pt x="91" y="11"/>
                  <a:pt x="93" y="8"/>
                  <a:pt x="95" y="7"/>
                </a:cubicBezTo>
                <a:cubicBezTo>
                  <a:pt x="98" y="6"/>
                  <a:pt x="101" y="7"/>
                  <a:pt x="103" y="10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15" y="29"/>
                  <a:pt x="115" y="29"/>
                  <a:pt x="115" y="29"/>
                </a:cubicBezTo>
                <a:cubicBezTo>
                  <a:pt x="112" y="29"/>
                  <a:pt x="110" y="29"/>
                  <a:pt x="108" y="29"/>
                </a:cubicBezTo>
                <a:cubicBezTo>
                  <a:pt x="91" y="29"/>
                  <a:pt x="76" y="40"/>
                  <a:pt x="72" y="56"/>
                </a:cubicBezTo>
                <a:cubicBezTo>
                  <a:pt x="72" y="56"/>
                  <a:pt x="72" y="56"/>
                  <a:pt x="72" y="56"/>
                </a:cubicBezTo>
                <a:cubicBezTo>
                  <a:pt x="72" y="56"/>
                  <a:pt x="72" y="56"/>
                  <a:pt x="72" y="56"/>
                </a:cubicBezTo>
                <a:cubicBezTo>
                  <a:pt x="68" y="40"/>
                  <a:pt x="53" y="29"/>
                  <a:pt x="36" y="29"/>
                </a:cubicBezTo>
                <a:cubicBezTo>
                  <a:pt x="34" y="29"/>
                  <a:pt x="31" y="29"/>
                  <a:pt x="29" y="29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1" y="10"/>
                  <a:pt x="41" y="10"/>
                </a:cubicBezTo>
                <a:cubicBezTo>
                  <a:pt x="43" y="7"/>
                  <a:pt x="46" y="6"/>
                  <a:pt x="49" y="7"/>
                </a:cubicBezTo>
                <a:cubicBezTo>
                  <a:pt x="51" y="8"/>
                  <a:pt x="52" y="11"/>
                  <a:pt x="52" y="14"/>
                </a:cubicBezTo>
                <a:cubicBezTo>
                  <a:pt x="52" y="14"/>
                  <a:pt x="52" y="14"/>
                  <a:pt x="52" y="14"/>
                </a:cubicBezTo>
                <a:cubicBezTo>
                  <a:pt x="50" y="18"/>
                  <a:pt x="50" y="18"/>
                  <a:pt x="50" y="18"/>
                </a:cubicBezTo>
                <a:cubicBezTo>
                  <a:pt x="50" y="18"/>
                  <a:pt x="50" y="18"/>
                  <a:pt x="50" y="19"/>
                </a:cubicBezTo>
                <a:cubicBezTo>
                  <a:pt x="51" y="22"/>
                  <a:pt x="55" y="21"/>
                  <a:pt x="56" y="19"/>
                </a:cubicBezTo>
                <a:cubicBezTo>
                  <a:pt x="57" y="17"/>
                  <a:pt x="57" y="17"/>
                  <a:pt x="57" y="17"/>
                </a:cubicBezTo>
                <a:cubicBezTo>
                  <a:pt x="58" y="15"/>
                  <a:pt x="58" y="12"/>
                  <a:pt x="57" y="9"/>
                </a:cubicBezTo>
                <a:cubicBezTo>
                  <a:pt x="56" y="6"/>
                  <a:pt x="54" y="4"/>
                  <a:pt x="51" y="2"/>
                </a:cubicBezTo>
                <a:cubicBezTo>
                  <a:pt x="46" y="0"/>
                  <a:pt x="39" y="2"/>
                  <a:pt x="36" y="7"/>
                </a:cubicBezTo>
                <a:cubicBezTo>
                  <a:pt x="21" y="32"/>
                  <a:pt x="21" y="32"/>
                  <a:pt x="21" y="32"/>
                </a:cubicBezTo>
                <a:cubicBezTo>
                  <a:pt x="11" y="36"/>
                  <a:pt x="3" y="45"/>
                  <a:pt x="0" y="56"/>
                </a:cubicBezTo>
                <a:cubicBezTo>
                  <a:pt x="0" y="58"/>
                  <a:pt x="0" y="61"/>
                  <a:pt x="1" y="63"/>
                </a:cubicBezTo>
                <a:cubicBezTo>
                  <a:pt x="2" y="64"/>
                  <a:pt x="3" y="65"/>
                  <a:pt x="5" y="66"/>
                </a:cubicBezTo>
                <a:cubicBezTo>
                  <a:pt x="5" y="83"/>
                  <a:pt x="19" y="97"/>
                  <a:pt x="36" y="97"/>
                </a:cubicBezTo>
                <a:cubicBezTo>
                  <a:pt x="49" y="97"/>
                  <a:pt x="60" y="89"/>
                  <a:pt x="65" y="79"/>
                </a:cubicBezTo>
                <a:cubicBezTo>
                  <a:pt x="66" y="78"/>
                  <a:pt x="67" y="77"/>
                  <a:pt x="67" y="76"/>
                </a:cubicBezTo>
                <a:cubicBezTo>
                  <a:pt x="67" y="73"/>
                  <a:pt x="69" y="71"/>
                  <a:pt x="71" y="71"/>
                </a:cubicBezTo>
                <a:cubicBezTo>
                  <a:pt x="72" y="71"/>
                  <a:pt x="72" y="71"/>
                  <a:pt x="72" y="71"/>
                </a:cubicBezTo>
                <a:cubicBezTo>
                  <a:pt x="75" y="71"/>
                  <a:pt x="77" y="73"/>
                  <a:pt x="77" y="76"/>
                </a:cubicBezTo>
                <a:cubicBezTo>
                  <a:pt x="77" y="77"/>
                  <a:pt x="78" y="78"/>
                  <a:pt x="79" y="79"/>
                </a:cubicBezTo>
                <a:cubicBezTo>
                  <a:pt x="84" y="89"/>
                  <a:pt x="95" y="97"/>
                  <a:pt x="108" y="97"/>
                </a:cubicBezTo>
                <a:cubicBezTo>
                  <a:pt x="125" y="97"/>
                  <a:pt x="139" y="83"/>
                  <a:pt x="139" y="66"/>
                </a:cubicBezTo>
                <a:cubicBezTo>
                  <a:pt x="140" y="65"/>
                  <a:pt x="142" y="64"/>
                  <a:pt x="142" y="63"/>
                </a:cubicBezTo>
                <a:cubicBezTo>
                  <a:pt x="144" y="61"/>
                  <a:pt x="144" y="58"/>
                  <a:pt x="143" y="56"/>
                </a:cubicBezTo>
                <a:close/>
                <a:moveTo>
                  <a:pt x="77" y="58"/>
                </a:moveTo>
                <a:cubicBezTo>
                  <a:pt x="81" y="44"/>
                  <a:pt x="93" y="34"/>
                  <a:pt x="108" y="34"/>
                </a:cubicBezTo>
                <a:cubicBezTo>
                  <a:pt x="122" y="34"/>
                  <a:pt x="134" y="44"/>
                  <a:pt x="138" y="58"/>
                </a:cubicBezTo>
                <a:cubicBezTo>
                  <a:pt x="138" y="58"/>
                  <a:pt x="138" y="59"/>
                  <a:pt x="138" y="60"/>
                </a:cubicBezTo>
                <a:cubicBezTo>
                  <a:pt x="137" y="60"/>
                  <a:pt x="137" y="61"/>
                  <a:pt x="136" y="61"/>
                </a:cubicBezTo>
                <a:cubicBezTo>
                  <a:pt x="136" y="61"/>
                  <a:pt x="136" y="61"/>
                  <a:pt x="135" y="61"/>
                </a:cubicBezTo>
                <a:cubicBezTo>
                  <a:pt x="134" y="61"/>
                  <a:pt x="133" y="60"/>
                  <a:pt x="133" y="59"/>
                </a:cubicBezTo>
                <a:cubicBezTo>
                  <a:pt x="130" y="48"/>
                  <a:pt x="119" y="40"/>
                  <a:pt x="108" y="40"/>
                </a:cubicBezTo>
                <a:cubicBezTo>
                  <a:pt x="96" y="40"/>
                  <a:pt x="85" y="48"/>
                  <a:pt x="83" y="59"/>
                </a:cubicBezTo>
                <a:cubicBezTo>
                  <a:pt x="82" y="60"/>
                  <a:pt x="81" y="61"/>
                  <a:pt x="79" y="61"/>
                </a:cubicBezTo>
                <a:cubicBezTo>
                  <a:pt x="79" y="61"/>
                  <a:pt x="78" y="60"/>
                  <a:pt x="78" y="60"/>
                </a:cubicBezTo>
                <a:cubicBezTo>
                  <a:pt x="77" y="59"/>
                  <a:pt x="77" y="58"/>
                  <a:pt x="77" y="58"/>
                </a:cubicBezTo>
                <a:close/>
                <a:moveTo>
                  <a:pt x="6" y="58"/>
                </a:moveTo>
                <a:cubicBezTo>
                  <a:pt x="9" y="44"/>
                  <a:pt x="22" y="34"/>
                  <a:pt x="36" y="34"/>
                </a:cubicBezTo>
                <a:cubicBezTo>
                  <a:pt x="50" y="34"/>
                  <a:pt x="63" y="44"/>
                  <a:pt x="66" y="58"/>
                </a:cubicBezTo>
                <a:cubicBezTo>
                  <a:pt x="67" y="58"/>
                  <a:pt x="67" y="59"/>
                  <a:pt x="66" y="60"/>
                </a:cubicBezTo>
                <a:cubicBezTo>
                  <a:pt x="66" y="60"/>
                  <a:pt x="65" y="61"/>
                  <a:pt x="65" y="61"/>
                </a:cubicBezTo>
                <a:cubicBezTo>
                  <a:pt x="64" y="61"/>
                  <a:pt x="64" y="61"/>
                  <a:pt x="64" y="61"/>
                </a:cubicBezTo>
                <a:cubicBezTo>
                  <a:pt x="63" y="61"/>
                  <a:pt x="62" y="60"/>
                  <a:pt x="61" y="59"/>
                </a:cubicBezTo>
                <a:cubicBezTo>
                  <a:pt x="58" y="48"/>
                  <a:pt x="48" y="40"/>
                  <a:pt x="36" y="40"/>
                </a:cubicBezTo>
                <a:cubicBezTo>
                  <a:pt x="24" y="40"/>
                  <a:pt x="14" y="48"/>
                  <a:pt x="11" y="59"/>
                </a:cubicBezTo>
                <a:cubicBezTo>
                  <a:pt x="11" y="60"/>
                  <a:pt x="9" y="61"/>
                  <a:pt x="8" y="61"/>
                </a:cubicBezTo>
                <a:cubicBezTo>
                  <a:pt x="7" y="61"/>
                  <a:pt x="7" y="60"/>
                  <a:pt x="6" y="60"/>
                </a:cubicBezTo>
                <a:cubicBezTo>
                  <a:pt x="6" y="59"/>
                  <a:pt x="6" y="58"/>
                  <a:pt x="6" y="58"/>
                </a:cubicBezTo>
                <a:close/>
                <a:moveTo>
                  <a:pt x="36" y="91"/>
                </a:moveTo>
                <a:cubicBezTo>
                  <a:pt x="22" y="91"/>
                  <a:pt x="11" y="80"/>
                  <a:pt x="10" y="66"/>
                </a:cubicBezTo>
                <a:cubicBezTo>
                  <a:pt x="13" y="66"/>
                  <a:pt x="16" y="63"/>
                  <a:pt x="16" y="60"/>
                </a:cubicBezTo>
                <a:cubicBezTo>
                  <a:pt x="19" y="51"/>
                  <a:pt x="27" y="45"/>
                  <a:pt x="36" y="45"/>
                </a:cubicBezTo>
                <a:cubicBezTo>
                  <a:pt x="45" y="45"/>
                  <a:pt x="54" y="51"/>
                  <a:pt x="56" y="60"/>
                </a:cubicBezTo>
                <a:cubicBezTo>
                  <a:pt x="57" y="63"/>
                  <a:pt x="59" y="66"/>
                  <a:pt x="62" y="66"/>
                </a:cubicBezTo>
                <a:cubicBezTo>
                  <a:pt x="62" y="80"/>
                  <a:pt x="50" y="91"/>
                  <a:pt x="36" y="91"/>
                </a:cubicBezTo>
                <a:close/>
                <a:moveTo>
                  <a:pt x="72" y="66"/>
                </a:moveTo>
                <a:cubicBezTo>
                  <a:pt x="71" y="66"/>
                  <a:pt x="71" y="66"/>
                  <a:pt x="71" y="66"/>
                </a:cubicBezTo>
                <a:cubicBezTo>
                  <a:pt x="70" y="66"/>
                  <a:pt x="69" y="66"/>
                  <a:pt x="68" y="67"/>
                </a:cubicBezTo>
                <a:cubicBezTo>
                  <a:pt x="68" y="66"/>
                  <a:pt x="68" y="66"/>
                  <a:pt x="68" y="66"/>
                </a:cubicBezTo>
                <a:cubicBezTo>
                  <a:pt x="69" y="65"/>
                  <a:pt x="70" y="64"/>
                  <a:pt x="71" y="63"/>
                </a:cubicBezTo>
                <a:cubicBezTo>
                  <a:pt x="71" y="62"/>
                  <a:pt x="72" y="61"/>
                  <a:pt x="72" y="60"/>
                </a:cubicBezTo>
                <a:cubicBezTo>
                  <a:pt x="72" y="61"/>
                  <a:pt x="72" y="62"/>
                  <a:pt x="73" y="63"/>
                </a:cubicBezTo>
                <a:cubicBezTo>
                  <a:pt x="74" y="64"/>
                  <a:pt x="75" y="65"/>
                  <a:pt x="76" y="66"/>
                </a:cubicBezTo>
                <a:cubicBezTo>
                  <a:pt x="76" y="66"/>
                  <a:pt x="76" y="66"/>
                  <a:pt x="76" y="67"/>
                </a:cubicBezTo>
                <a:cubicBezTo>
                  <a:pt x="75" y="66"/>
                  <a:pt x="74" y="66"/>
                  <a:pt x="72" y="66"/>
                </a:cubicBezTo>
                <a:close/>
                <a:moveTo>
                  <a:pt x="108" y="91"/>
                </a:moveTo>
                <a:cubicBezTo>
                  <a:pt x="94" y="91"/>
                  <a:pt x="82" y="80"/>
                  <a:pt x="82" y="66"/>
                </a:cubicBezTo>
                <a:cubicBezTo>
                  <a:pt x="85" y="66"/>
                  <a:pt x="87" y="63"/>
                  <a:pt x="88" y="60"/>
                </a:cubicBezTo>
                <a:cubicBezTo>
                  <a:pt x="90" y="51"/>
                  <a:pt x="98" y="45"/>
                  <a:pt x="108" y="45"/>
                </a:cubicBezTo>
                <a:cubicBezTo>
                  <a:pt x="117" y="45"/>
                  <a:pt x="125" y="51"/>
                  <a:pt x="127" y="60"/>
                </a:cubicBezTo>
                <a:cubicBezTo>
                  <a:pt x="128" y="63"/>
                  <a:pt x="131" y="66"/>
                  <a:pt x="133" y="66"/>
                </a:cubicBezTo>
                <a:cubicBezTo>
                  <a:pt x="133" y="80"/>
                  <a:pt x="122" y="91"/>
                  <a:pt x="108" y="9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3" name="Google Shape;1333;p44"/>
          <p:cNvCxnSpPr>
            <a:stCxn id="1319" idx="3"/>
            <a:endCxn id="1318" idx="1"/>
          </p:cNvCxnSpPr>
          <p:nvPr/>
        </p:nvCxnSpPr>
        <p:spPr>
          <a:xfrm>
            <a:off x="3370491" y="2998325"/>
            <a:ext cx="2403000" cy="5979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grpSp>
        <p:nvGrpSpPr>
          <p:cNvPr id="1334" name="Google Shape;1334;p44"/>
          <p:cNvGrpSpPr/>
          <p:nvPr/>
        </p:nvGrpSpPr>
        <p:grpSpPr>
          <a:xfrm>
            <a:off x="2891820" y="3642056"/>
            <a:ext cx="379355" cy="361710"/>
            <a:chOff x="6418207" y="2034706"/>
            <a:chExt cx="379355" cy="361710"/>
          </a:xfrm>
        </p:grpSpPr>
        <p:sp>
          <p:nvSpPr>
            <p:cNvPr id="1335" name="Google Shape;1335;p44"/>
            <p:cNvSpPr/>
            <p:nvPr/>
          </p:nvSpPr>
          <p:spPr>
            <a:xfrm>
              <a:off x="6418207" y="2275111"/>
              <a:ext cx="379355" cy="121305"/>
            </a:xfrm>
            <a:custGeom>
              <a:avLst/>
              <a:gdLst/>
              <a:ahLst/>
              <a:cxnLst/>
              <a:rect l="l" t="t" r="r" b="b"/>
              <a:pathLst>
                <a:path w="145" h="46" extrusionOk="0">
                  <a:moveTo>
                    <a:pt x="142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3" y="0"/>
                    <a:pt x="3" y="9"/>
                    <a:pt x="1" y="20"/>
                  </a:cubicBezTo>
                  <a:cubicBezTo>
                    <a:pt x="0" y="34"/>
                    <a:pt x="10" y="46"/>
                    <a:pt x="24" y="46"/>
                  </a:cubicBezTo>
                  <a:cubicBezTo>
                    <a:pt x="142" y="46"/>
                    <a:pt x="142" y="46"/>
                    <a:pt x="142" y="46"/>
                  </a:cubicBezTo>
                  <a:cubicBezTo>
                    <a:pt x="144" y="46"/>
                    <a:pt x="145" y="45"/>
                    <a:pt x="145" y="43"/>
                  </a:cubicBezTo>
                  <a:cubicBezTo>
                    <a:pt x="145" y="3"/>
                    <a:pt x="145" y="3"/>
                    <a:pt x="145" y="3"/>
                  </a:cubicBezTo>
                  <a:cubicBezTo>
                    <a:pt x="145" y="1"/>
                    <a:pt x="144" y="0"/>
                    <a:pt x="142" y="0"/>
                  </a:cubicBezTo>
                  <a:close/>
                  <a:moveTo>
                    <a:pt x="24" y="40"/>
                  </a:moveTo>
                  <a:cubicBezTo>
                    <a:pt x="14" y="40"/>
                    <a:pt x="6" y="31"/>
                    <a:pt x="7" y="21"/>
                  </a:cubicBezTo>
                  <a:cubicBezTo>
                    <a:pt x="8" y="12"/>
                    <a:pt x="15" y="6"/>
                    <a:pt x="24" y="6"/>
                  </a:cubicBezTo>
                  <a:cubicBezTo>
                    <a:pt x="139" y="6"/>
                    <a:pt x="139" y="6"/>
                    <a:pt x="139" y="6"/>
                  </a:cubicBezTo>
                  <a:cubicBezTo>
                    <a:pt x="139" y="12"/>
                    <a:pt x="139" y="12"/>
                    <a:pt x="139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8" y="12"/>
                    <a:pt x="13" y="17"/>
                    <a:pt x="13" y="23"/>
                  </a:cubicBezTo>
                  <a:cubicBezTo>
                    <a:pt x="13" y="29"/>
                    <a:pt x="18" y="34"/>
                    <a:pt x="24" y="34"/>
                  </a:cubicBezTo>
                  <a:cubicBezTo>
                    <a:pt x="139" y="34"/>
                    <a:pt x="139" y="34"/>
                    <a:pt x="139" y="34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24" y="40"/>
                    <a:pt x="24" y="40"/>
                    <a:pt x="24" y="40"/>
                  </a:cubicBezTo>
                  <a:close/>
                  <a:moveTo>
                    <a:pt x="139" y="28"/>
                  </a:moveTo>
                  <a:cubicBezTo>
                    <a:pt x="24" y="28"/>
                    <a:pt x="24" y="28"/>
                    <a:pt x="24" y="28"/>
                  </a:cubicBezTo>
                  <a:cubicBezTo>
                    <a:pt x="21" y="28"/>
                    <a:pt x="19" y="26"/>
                    <a:pt x="19" y="23"/>
                  </a:cubicBezTo>
                  <a:cubicBezTo>
                    <a:pt x="19" y="20"/>
                    <a:pt x="21" y="18"/>
                    <a:pt x="24" y="18"/>
                  </a:cubicBezTo>
                  <a:cubicBezTo>
                    <a:pt x="139" y="18"/>
                    <a:pt x="139" y="18"/>
                    <a:pt x="139" y="18"/>
                  </a:cubicBezTo>
                  <a:lnTo>
                    <a:pt x="139" y="2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44"/>
            <p:cNvSpPr/>
            <p:nvPr/>
          </p:nvSpPr>
          <p:spPr>
            <a:xfrm>
              <a:off x="6452393" y="2034706"/>
              <a:ext cx="314292" cy="215041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1" y="35"/>
                  </a:moveTo>
                  <a:cubicBezTo>
                    <a:pt x="26" y="48"/>
                    <a:pt x="26" y="48"/>
                    <a:pt x="26" y="48"/>
                  </a:cubicBezTo>
                  <a:cubicBezTo>
                    <a:pt x="26" y="69"/>
                    <a:pt x="26" y="69"/>
                    <a:pt x="26" y="69"/>
                  </a:cubicBezTo>
                  <a:cubicBezTo>
                    <a:pt x="26" y="71"/>
                    <a:pt x="28" y="76"/>
                    <a:pt x="37" y="79"/>
                  </a:cubicBezTo>
                  <a:cubicBezTo>
                    <a:pt x="43" y="81"/>
                    <a:pt x="51" y="82"/>
                    <a:pt x="60" y="82"/>
                  </a:cubicBezTo>
                  <a:cubicBezTo>
                    <a:pt x="69" y="82"/>
                    <a:pt x="77" y="81"/>
                    <a:pt x="83" y="79"/>
                  </a:cubicBezTo>
                  <a:cubicBezTo>
                    <a:pt x="92" y="76"/>
                    <a:pt x="94" y="71"/>
                    <a:pt x="94" y="69"/>
                  </a:cubicBezTo>
                  <a:cubicBezTo>
                    <a:pt x="94" y="48"/>
                    <a:pt x="94" y="48"/>
                    <a:pt x="94" y="48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58"/>
                    <a:pt x="101" y="58"/>
                    <a:pt x="101" y="58"/>
                  </a:cubicBezTo>
                  <a:cubicBezTo>
                    <a:pt x="101" y="60"/>
                    <a:pt x="102" y="61"/>
                    <a:pt x="104" y="61"/>
                  </a:cubicBezTo>
                  <a:cubicBezTo>
                    <a:pt x="105" y="61"/>
                    <a:pt x="107" y="60"/>
                    <a:pt x="107" y="58"/>
                  </a:cubicBezTo>
                  <a:cubicBezTo>
                    <a:pt x="107" y="41"/>
                    <a:pt x="107" y="41"/>
                    <a:pt x="107" y="41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9" y="35"/>
                    <a:pt x="119" y="34"/>
                    <a:pt x="120" y="34"/>
                  </a:cubicBezTo>
                  <a:cubicBezTo>
                    <a:pt x="120" y="32"/>
                    <a:pt x="120" y="31"/>
                    <a:pt x="118" y="3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0" y="0"/>
                    <a:pt x="59" y="0"/>
                    <a:pt x="59" y="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1" y="31"/>
                    <a:pt x="0" y="32"/>
                    <a:pt x="0" y="33"/>
                  </a:cubicBezTo>
                  <a:cubicBezTo>
                    <a:pt x="0" y="33"/>
                    <a:pt x="0" y="34"/>
                    <a:pt x="1" y="35"/>
                  </a:cubicBezTo>
                  <a:close/>
                  <a:moveTo>
                    <a:pt x="89" y="61"/>
                  </a:moveTo>
                  <a:cubicBezTo>
                    <a:pt x="87" y="60"/>
                    <a:pt x="85" y="59"/>
                    <a:pt x="83" y="59"/>
                  </a:cubicBezTo>
                  <a:cubicBezTo>
                    <a:pt x="77" y="57"/>
                    <a:pt x="69" y="55"/>
                    <a:pt x="60" y="55"/>
                  </a:cubicBezTo>
                  <a:cubicBezTo>
                    <a:pt x="51" y="55"/>
                    <a:pt x="43" y="57"/>
                    <a:pt x="37" y="59"/>
                  </a:cubicBezTo>
                  <a:cubicBezTo>
                    <a:pt x="34" y="59"/>
                    <a:pt x="33" y="60"/>
                    <a:pt x="31" y="61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9"/>
                    <a:pt x="33" y="37"/>
                    <a:pt x="39" y="35"/>
                  </a:cubicBezTo>
                  <a:cubicBezTo>
                    <a:pt x="44" y="33"/>
                    <a:pt x="52" y="32"/>
                    <a:pt x="60" y="32"/>
                  </a:cubicBezTo>
                  <a:cubicBezTo>
                    <a:pt x="68" y="32"/>
                    <a:pt x="76" y="33"/>
                    <a:pt x="81" y="35"/>
                  </a:cubicBezTo>
                  <a:cubicBezTo>
                    <a:pt x="87" y="37"/>
                    <a:pt x="89" y="39"/>
                    <a:pt x="89" y="40"/>
                  </a:cubicBezTo>
                  <a:lnTo>
                    <a:pt x="89" y="61"/>
                  </a:lnTo>
                  <a:close/>
                  <a:moveTo>
                    <a:pt x="81" y="73"/>
                  </a:moveTo>
                  <a:cubicBezTo>
                    <a:pt x="76" y="75"/>
                    <a:pt x="68" y="76"/>
                    <a:pt x="60" y="76"/>
                  </a:cubicBezTo>
                  <a:cubicBezTo>
                    <a:pt x="52" y="76"/>
                    <a:pt x="44" y="75"/>
                    <a:pt x="39" y="73"/>
                  </a:cubicBezTo>
                  <a:cubicBezTo>
                    <a:pt x="33" y="72"/>
                    <a:pt x="31" y="69"/>
                    <a:pt x="31" y="69"/>
                  </a:cubicBezTo>
                  <a:cubicBezTo>
                    <a:pt x="31" y="68"/>
                    <a:pt x="33" y="66"/>
                    <a:pt x="39" y="64"/>
                  </a:cubicBezTo>
                  <a:cubicBezTo>
                    <a:pt x="44" y="62"/>
                    <a:pt x="52" y="61"/>
                    <a:pt x="60" y="61"/>
                  </a:cubicBezTo>
                  <a:cubicBezTo>
                    <a:pt x="68" y="61"/>
                    <a:pt x="76" y="62"/>
                    <a:pt x="81" y="64"/>
                  </a:cubicBezTo>
                  <a:cubicBezTo>
                    <a:pt x="87" y="66"/>
                    <a:pt x="89" y="68"/>
                    <a:pt x="89" y="69"/>
                  </a:cubicBezTo>
                  <a:cubicBezTo>
                    <a:pt x="89" y="69"/>
                    <a:pt x="87" y="72"/>
                    <a:pt x="81" y="73"/>
                  </a:cubicBezTo>
                  <a:close/>
                  <a:moveTo>
                    <a:pt x="107" y="35"/>
                  </a:moveTo>
                  <a:cubicBezTo>
                    <a:pt x="107" y="30"/>
                    <a:pt x="107" y="30"/>
                    <a:pt x="107" y="30"/>
                  </a:cubicBezTo>
                  <a:cubicBezTo>
                    <a:pt x="111" y="33"/>
                    <a:pt x="111" y="33"/>
                    <a:pt x="111" y="33"/>
                  </a:cubicBezTo>
                  <a:lnTo>
                    <a:pt x="107" y="35"/>
                  </a:lnTo>
                  <a:close/>
                  <a:moveTo>
                    <a:pt x="60" y="6"/>
                  </a:moveTo>
                  <a:cubicBezTo>
                    <a:pt x="101" y="28"/>
                    <a:pt x="101" y="28"/>
                    <a:pt x="101" y="28"/>
                  </a:cubicBezTo>
                  <a:cubicBezTo>
                    <a:pt x="101" y="38"/>
                    <a:pt x="101" y="38"/>
                    <a:pt x="101" y="3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4" y="37"/>
                    <a:pt x="92" y="33"/>
                    <a:pt x="83" y="30"/>
                  </a:cubicBezTo>
                  <a:cubicBezTo>
                    <a:pt x="77" y="28"/>
                    <a:pt x="69" y="27"/>
                    <a:pt x="60" y="27"/>
                  </a:cubicBezTo>
                  <a:cubicBezTo>
                    <a:pt x="51" y="27"/>
                    <a:pt x="43" y="28"/>
                    <a:pt x="37" y="30"/>
                  </a:cubicBezTo>
                  <a:cubicBezTo>
                    <a:pt x="28" y="33"/>
                    <a:pt x="26" y="37"/>
                    <a:pt x="26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9" y="33"/>
                    <a:pt x="9" y="33"/>
                    <a:pt x="9" y="33"/>
                  </a:cubicBezTo>
                  <a:lnTo>
                    <a:pt x="60" y="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37" name="Google Shape;1337;p44"/>
          <p:cNvCxnSpPr>
            <a:stCxn id="1318" idx="1"/>
            <a:endCxn id="1321" idx="3"/>
          </p:cNvCxnSpPr>
          <p:nvPr/>
        </p:nvCxnSpPr>
        <p:spPr>
          <a:xfrm flipH="1">
            <a:off x="3370625" y="3596373"/>
            <a:ext cx="2403000" cy="598500"/>
          </a:xfrm>
          <a:prstGeom prst="bentConnector3">
            <a:avLst>
              <a:gd name="adj1" fmla="val 5000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45"/>
          <p:cNvSpPr txBox="1">
            <a:spLocks noGrp="1"/>
          </p:cNvSpPr>
          <p:nvPr>
            <p:ph type="body" idx="4294967295"/>
          </p:nvPr>
        </p:nvSpPr>
        <p:spPr>
          <a:xfrm>
            <a:off x="1009200" y="1906850"/>
            <a:ext cx="3094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Write your first clue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3" name="Google Shape;1343;p45"/>
          <p:cNvSpPr txBox="1">
            <a:spLocks noGrp="1"/>
          </p:cNvSpPr>
          <p:nvPr>
            <p:ph type="body" idx="4294967295"/>
          </p:nvPr>
        </p:nvSpPr>
        <p:spPr>
          <a:xfrm>
            <a:off x="1009200" y="2806222"/>
            <a:ext cx="3094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Write your second clue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4" name="Google Shape;1344;p45"/>
          <p:cNvSpPr txBox="1">
            <a:spLocks noGrp="1"/>
          </p:cNvSpPr>
          <p:nvPr>
            <p:ph type="body" idx="4294967295"/>
          </p:nvPr>
        </p:nvSpPr>
        <p:spPr>
          <a:xfrm>
            <a:off x="1009200" y="3705594"/>
            <a:ext cx="3094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Write your third clue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45" name="Google Shape;1345;p45"/>
          <p:cNvSpPr txBox="1">
            <a:spLocks noGrp="1"/>
          </p:cNvSpPr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0">
                <a:latin typeface="Nunito Black"/>
                <a:ea typeface="Nunito Black"/>
                <a:cs typeface="Nunito Black"/>
                <a:sym typeface="Nunito Black"/>
              </a:rPr>
              <a:t>Game time: Treasure hunt</a:t>
            </a:r>
            <a:endParaRPr sz="3200" b="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346" name="Google Shape;1346;p45"/>
          <p:cNvSpPr txBox="1">
            <a:spLocks noGrp="1"/>
          </p:cNvSpPr>
          <p:nvPr>
            <p:ph type="body" idx="4294967295"/>
          </p:nvPr>
        </p:nvSpPr>
        <p:spPr>
          <a:xfrm>
            <a:off x="839500" y="1058075"/>
            <a:ext cx="7590900" cy="8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M Sans"/>
                <a:ea typeface="DM Sans"/>
                <a:cs typeface="DM Sans"/>
                <a:sym typeface="DM Sans"/>
              </a:rPr>
              <a:t>Choose a topic in your target language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" b="1">
                <a:latin typeface="DM Sans"/>
                <a:ea typeface="DM Sans"/>
                <a:cs typeface="DM Sans"/>
                <a:sym typeface="DM Sans"/>
              </a:rPr>
              <a:t>create a treasure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" b="1">
                <a:latin typeface="DM Sans"/>
                <a:ea typeface="DM Sans"/>
                <a:cs typeface="DM Sans"/>
                <a:sym typeface="DM Sans"/>
              </a:rPr>
              <a:t>prepare a series of clues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. Students will have to understand the language in order to solve the clues and move to different locations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347" name="Google Shape;1347;p45"/>
          <p:cNvGraphicFramePr/>
          <p:nvPr/>
        </p:nvGraphicFramePr>
        <p:xfrm>
          <a:off x="4382800" y="192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{DC9DC355-F442-4752-9905-A1DC267C3D3B}</a:tableStyleId>
              </a:tblPr>
              <a:tblGrid>
                <a:gridCol w="111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Teams</a:t>
                      </a:r>
                      <a:endParaRPr sz="16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E73">
                        <a:alpha val="506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Clue 1</a:t>
                      </a:r>
                      <a:endParaRPr sz="16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E73">
                        <a:alpha val="506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Clue 2</a:t>
                      </a:r>
                      <a:endParaRPr sz="16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E73">
                        <a:alpha val="5062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Clue 3</a:t>
                      </a:r>
                      <a:endParaRPr sz="16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E73">
                        <a:alpha val="5062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Team 1</a:t>
                      </a:r>
                      <a:endParaRPr sz="16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37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Team 2</a:t>
                      </a:r>
                      <a:endParaRPr sz="1600" b="1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48" name="Google Shape;1348;p45"/>
          <p:cNvGrpSpPr/>
          <p:nvPr/>
        </p:nvGrpSpPr>
        <p:grpSpPr>
          <a:xfrm>
            <a:off x="5719087" y="2779844"/>
            <a:ext cx="526629" cy="388525"/>
            <a:chOff x="5223609" y="3731112"/>
            <a:chExt cx="371782" cy="274285"/>
          </a:xfrm>
        </p:grpSpPr>
        <p:sp>
          <p:nvSpPr>
            <p:cNvPr id="1349" name="Google Shape;1349;p45"/>
            <p:cNvSpPr/>
            <p:nvPr/>
          </p:nvSpPr>
          <p:spPr>
            <a:xfrm>
              <a:off x="5223609" y="3731112"/>
              <a:ext cx="371782" cy="274285"/>
            </a:xfrm>
            <a:custGeom>
              <a:avLst/>
              <a:gdLst/>
              <a:ahLst/>
              <a:cxnLst/>
              <a:rect l="l" t="t" r="r" b="b"/>
              <a:pathLst>
                <a:path w="14151" h="10440" extrusionOk="0">
                  <a:moveTo>
                    <a:pt x="11972" y="1"/>
                  </a:moveTo>
                  <a:lnTo>
                    <a:pt x="5563" y="6410"/>
                  </a:lnTo>
                  <a:cubicBezTo>
                    <a:pt x="5477" y="6497"/>
                    <a:pt x="5364" y="6540"/>
                    <a:pt x="5251" y="6540"/>
                  </a:cubicBezTo>
                  <a:cubicBezTo>
                    <a:pt x="5138" y="6540"/>
                    <a:pt x="5026" y="6497"/>
                    <a:pt x="4939" y="6410"/>
                  </a:cubicBezTo>
                  <a:lnTo>
                    <a:pt x="2178" y="3649"/>
                  </a:lnTo>
                  <a:lnTo>
                    <a:pt x="0" y="5827"/>
                  </a:lnTo>
                  <a:lnTo>
                    <a:pt x="4162" y="9989"/>
                  </a:lnTo>
                  <a:cubicBezTo>
                    <a:pt x="4453" y="10280"/>
                    <a:pt x="4842" y="10440"/>
                    <a:pt x="5251" y="10440"/>
                  </a:cubicBezTo>
                  <a:cubicBezTo>
                    <a:pt x="5660" y="10440"/>
                    <a:pt x="6056" y="10280"/>
                    <a:pt x="6340" y="9989"/>
                  </a:cubicBezTo>
                  <a:lnTo>
                    <a:pt x="14150" y="2179"/>
                  </a:lnTo>
                  <a:lnTo>
                    <a:pt x="119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5"/>
            <p:cNvSpPr/>
            <p:nvPr/>
          </p:nvSpPr>
          <p:spPr>
            <a:xfrm>
              <a:off x="5338236" y="3769391"/>
              <a:ext cx="257155" cy="236006"/>
            </a:xfrm>
            <a:custGeom>
              <a:avLst/>
              <a:gdLst/>
              <a:ahLst/>
              <a:cxnLst/>
              <a:rect l="l" t="t" r="r" b="b"/>
              <a:pathLst>
                <a:path w="9788" h="8983" extrusionOk="0">
                  <a:moveTo>
                    <a:pt x="9066" y="0"/>
                  </a:moveTo>
                  <a:lnTo>
                    <a:pt x="826" y="8248"/>
                  </a:lnTo>
                  <a:cubicBezTo>
                    <a:pt x="597" y="8470"/>
                    <a:pt x="312" y="8629"/>
                    <a:pt x="0" y="8698"/>
                  </a:cubicBezTo>
                  <a:cubicBezTo>
                    <a:pt x="257" y="8886"/>
                    <a:pt x="569" y="8983"/>
                    <a:pt x="888" y="8983"/>
                  </a:cubicBezTo>
                  <a:cubicBezTo>
                    <a:pt x="1297" y="8983"/>
                    <a:pt x="1693" y="8823"/>
                    <a:pt x="1977" y="8532"/>
                  </a:cubicBezTo>
                  <a:lnTo>
                    <a:pt x="9787" y="722"/>
                  </a:lnTo>
                  <a:lnTo>
                    <a:pt x="90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1" name="Google Shape;1351;p45"/>
          <p:cNvSpPr/>
          <p:nvPr/>
        </p:nvSpPr>
        <p:spPr>
          <a:xfrm>
            <a:off x="870300" y="1903325"/>
            <a:ext cx="3372000" cy="8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2" name="Google Shape;1352;p45"/>
          <p:cNvSpPr/>
          <p:nvPr/>
        </p:nvSpPr>
        <p:spPr>
          <a:xfrm>
            <a:off x="870300" y="2806225"/>
            <a:ext cx="3372000" cy="8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3" name="Google Shape;1353;p45"/>
          <p:cNvSpPr/>
          <p:nvPr/>
        </p:nvSpPr>
        <p:spPr>
          <a:xfrm>
            <a:off x="870300" y="3705600"/>
            <a:ext cx="3372000" cy="8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4" name="Google Shape;1354;p45"/>
          <p:cNvSpPr txBox="1">
            <a:spLocks noGrp="1"/>
          </p:cNvSpPr>
          <p:nvPr>
            <p:ph type="body" idx="4294967295"/>
          </p:nvPr>
        </p:nvSpPr>
        <p:spPr>
          <a:xfrm>
            <a:off x="1009200" y="1906850"/>
            <a:ext cx="3094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Nunito Black"/>
                <a:ea typeface="Nunito Black"/>
                <a:cs typeface="Nunito Black"/>
                <a:sym typeface="Nunito Black"/>
              </a:rPr>
              <a:t>Delete to show clue 1</a:t>
            </a:r>
            <a:endParaRPr sz="210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355" name="Google Shape;1355;p45"/>
          <p:cNvSpPr txBox="1">
            <a:spLocks noGrp="1"/>
          </p:cNvSpPr>
          <p:nvPr>
            <p:ph type="body" idx="4294967295"/>
          </p:nvPr>
        </p:nvSpPr>
        <p:spPr>
          <a:xfrm>
            <a:off x="1009200" y="2806222"/>
            <a:ext cx="3094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Nunito Black"/>
                <a:ea typeface="Nunito Black"/>
                <a:cs typeface="Nunito Black"/>
                <a:sym typeface="Nunito Black"/>
              </a:rPr>
              <a:t>Delete to show clue 2</a:t>
            </a:r>
            <a:endParaRPr sz="210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356" name="Google Shape;1356;p45"/>
          <p:cNvSpPr txBox="1">
            <a:spLocks noGrp="1"/>
          </p:cNvSpPr>
          <p:nvPr>
            <p:ph type="body" idx="4294967295"/>
          </p:nvPr>
        </p:nvSpPr>
        <p:spPr>
          <a:xfrm>
            <a:off x="1009200" y="3705594"/>
            <a:ext cx="3094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Nunito Black"/>
                <a:ea typeface="Nunito Black"/>
                <a:cs typeface="Nunito Black"/>
                <a:sym typeface="Nunito Black"/>
              </a:rPr>
              <a:t>Delete to show clue 3</a:t>
            </a:r>
            <a:endParaRPr sz="2100"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46"/>
          <p:cNvSpPr txBox="1">
            <a:spLocks noGrp="1"/>
          </p:cNvSpPr>
          <p:nvPr>
            <p:ph type="title"/>
          </p:nvPr>
        </p:nvSpPr>
        <p:spPr>
          <a:xfrm>
            <a:off x="713267" y="539500"/>
            <a:ext cx="3750000" cy="9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362" name="Google Shape;1362;p46"/>
          <p:cNvSpPr txBox="1">
            <a:spLocks noGrp="1"/>
          </p:cNvSpPr>
          <p:nvPr>
            <p:ph type="subTitle" idx="1"/>
          </p:nvPr>
        </p:nvSpPr>
        <p:spPr>
          <a:xfrm>
            <a:off x="713225" y="1508200"/>
            <a:ext cx="37500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Do you have any questions?</a:t>
            </a:r>
            <a:endParaRPr sz="20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1363" name="Google Shape;1363;p46"/>
          <p:cNvSpPr txBox="1"/>
          <p:nvPr/>
        </p:nvSpPr>
        <p:spPr>
          <a:xfrm>
            <a:off x="706050" y="4125850"/>
            <a:ext cx="37500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4" name="Google Shape;1364;p46"/>
          <p:cNvSpPr/>
          <p:nvPr/>
        </p:nvSpPr>
        <p:spPr>
          <a:xfrm>
            <a:off x="1481748" y="2966690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5" name="Google Shape;1365;p46"/>
          <p:cNvGrpSpPr/>
          <p:nvPr/>
        </p:nvGrpSpPr>
        <p:grpSpPr>
          <a:xfrm>
            <a:off x="2121008" y="2966628"/>
            <a:ext cx="407391" cy="407391"/>
            <a:chOff x="1323129" y="2571761"/>
            <a:chExt cx="417024" cy="417024"/>
          </a:xfrm>
        </p:grpSpPr>
        <p:sp>
          <p:nvSpPr>
            <p:cNvPr id="1366" name="Google Shape;1366;p46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6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6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6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0" name="Google Shape;1370;p46"/>
          <p:cNvGrpSpPr/>
          <p:nvPr/>
        </p:nvGrpSpPr>
        <p:grpSpPr>
          <a:xfrm>
            <a:off x="842439" y="2966628"/>
            <a:ext cx="407432" cy="407391"/>
            <a:chOff x="812101" y="2571761"/>
            <a:chExt cx="417066" cy="417024"/>
          </a:xfrm>
        </p:grpSpPr>
        <p:sp>
          <p:nvSpPr>
            <p:cNvPr id="1371" name="Google Shape;1371;p46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6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6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6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5" name="Google Shape;1375;p46"/>
          <p:cNvGrpSpPr/>
          <p:nvPr/>
        </p:nvGrpSpPr>
        <p:grpSpPr>
          <a:xfrm>
            <a:off x="5464522" y="681855"/>
            <a:ext cx="3332111" cy="4640399"/>
            <a:chOff x="5464522" y="681855"/>
            <a:chExt cx="3332111" cy="4640399"/>
          </a:xfrm>
        </p:grpSpPr>
        <p:sp>
          <p:nvSpPr>
            <p:cNvPr id="1376" name="Google Shape;1376;p46"/>
            <p:cNvSpPr/>
            <p:nvPr/>
          </p:nvSpPr>
          <p:spPr>
            <a:xfrm>
              <a:off x="5521950" y="2408387"/>
              <a:ext cx="715160" cy="718388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rgbClr val="FFCE73">
                <a:alpha val="506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46"/>
            <p:cNvSpPr/>
            <p:nvPr/>
          </p:nvSpPr>
          <p:spPr>
            <a:xfrm>
              <a:off x="6656100" y="1068975"/>
              <a:ext cx="215975" cy="21695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46"/>
            <p:cNvSpPr/>
            <p:nvPr/>
          </p:nvSpPr>
          <p:spPr>
            <a:xfrm>
              <a:off x="7757225" y="681855"/>
              <a:ext cx="502800" cy="505075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46"/>
            <p:cNvSpPr/>
            <p:nvPr/>
          </p:nvSpPr>
          <p:spPr>
            <a:xfrm>
              <a:off x="8219750" y="2278812"/>
              <a:ext cx="332101" cy="333600"/>
            </a:xfrm>
            <a:custGeom>
              <a:avLst/>
              <a:gdLst/>
              <a:ahLst/>
              <a:cxnLst/>
              <a:rect l="l" t="t" r="r" b="b"/>
              <a:pathLst>
                <a:path w="134" h="135" extrusionOk="0">
                  <a:moveTo>
                    <a:pt x="70" y="3"/>
                  </a:moveTo>
                  <a:cubicBezTo>
                    <a:pt x="77" y="33"/>
                    <a:pt x="101" y="57"/>
                    <a:pt x="132" y="65"/>
                  </a:cubicBezTo>
                  <a:cubicBezTo>
                    <a:pt x="134" y="66"/>
                    <a:pt x="134" y="69"/>
                    <a:pt x="132" y="70"/>
                  </a:cubicBezTo>
                  <a:cubicBezTo>
                    <a:pt x="101" y="77"/>
                    <a:pt x="77" y="101"/>
                    <a:pt x="70" y="132"/>
                  </a:cubicBezTo>
                  <a:cubicBezTo>
                    <a:pt x="69" y="135"/>
                    <a:pt x="65" y="135"/>
                    <a:pt x="65" y="132"/>
                  </a:cubicBezTo>
                  <a:cubicBezTo>
                    <a:pt x="57" y="101"/>
                    <a:pt x="33" y="77"/>
                    <a:pt x="3" y="70"/>
                  </a:cubicBezTo>
                  <a:cubicBezTo>
                    <a:pt x="0" y="69"/>
                    <a:pt x="0" y="66"/>
                    <a:pt x="3" y="65"/>
                  </a:cubicBezTo>
                  <a:cubicBezTo>
                    <a:pt x="33" y="57"/>
                    <a:pt x="57" y="33"/>
                    <a:pt x="65" y="3"/>
                  </a:cubicBezTo>
                  <a:cubicBezTo>
                    <a:pt x="65" y="0"/>
                    <a:pt x="69" y="0"/>
                    <a:pt x="70" y="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0" name="Google Shape;1380;p46"/>
            <p:cNvGrpSpPr/>
            <p:nvPr/>
          </p:nvGrpSpPr>
          <p:grpSpPr>
            <a:xfrm>
              <a:off x="6364099" y="3704298"/>
              <a:ext cx="2093943" cy="1617956"/>
              <a:chOff x="7537043" y="4025261"/>
              <a:chExt cx="1170193" cy="904189"/>
            </a:xfrm>
          </p:grpSpPr>
          <p:sp>
            <p:nvSpPr>
              <p:cNvPr id="1381" name="Google Shape;1381;p46"/>
              <p:cNvSpPr/>
              <p:nvPr/>
            </p:nvSpPr>
            <p:spPr>
              <a:xfrm rot="-766792">
                <a:off x="8605876" y="4227120"/>
                <a:ext cx="1588" cy="15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598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46"/>
              <p:cNvSpPr/>
              <p:nvPr/>
            </p:nvSpPr>
            <p:spPr>
              <a:xfrm rot="-766792">
                <a:off x="8605876" y="4227120"/>
                <a:ext cx="1588" cy="15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46"/>
              <p:cNvSpPr/>
              <p:nvPr/>
            </p:nvSpPr>
            <p:spPr>
              <a:xfrm rot="-766792">
                <a:off x="7611148" y="4360031"/>
                <a:ext cx="865164" cy="412739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59" extrusionOk="0">
                    <a:moveTo>
                      <a:pt x="25" y="133"/>
                    </a:moveTo>
                    <a:cubicBezTo>
                      <a:pt x="30" y="139"/>
                      <a:pt x="35" y="145"/>
                      <a:pt x="42" y="150"/>
                    </a:cubicBezTo>
                    <a:cubicBezTo>
                      <a:pt x="324" y="107"/>
                      <a:pt x="324" y="107"/>
                      <a:pt x="324" y="107"/>
                    </a:cubicBezTo>
                    <a:cubicBezTo>
                      <a:pt x="329" y="106"/>
                      <a:pt x="329" y="106"/>
                      <a:pt x="329" y="106"/>
                    </a:cubicBezTo>
                    <a:cubicBezTo>
                      <a:pt x="333" y="117"/>
                      <a:pt x="333" y="117"/>
                      <a:pt x="333" y="117"/>
                    </a:cubicBezTo>
                    <a:cubicBezTo>
                      <a:pt x="42" y="159"/>
                      <a:pt x="42" y="159"/>
                      <a:pt x="42" y="159"/>
                    </a:cubicBezTo>
                    <a:cubicBezTo>
                      <a:pt x="24" y="146"/>
                      <a:pt x="10" y="127"/>
                      <a:pt x="4" y="105"/>
                    </a:cubicBezTo>
                    <a:cubicBezTo>
                      <a:pt x="1" y="93"/>
                      <a:pt x="0" y="80"/>
                      <a:pt x="4" y="68"/>
                    </a:cubicBezTo>
                    <a:cubicBezTo>
                      <a:pt x="290" y="0"/>
                      <a:pt x="290" y="0"/>
                      <a:pt x="290" y="0"/>
                    </a:cubicBezTo>
                    <a:cubicBezTo>
                      <a:pt x="295" y="12"/>
                      <a:pt x="295" y="12"/>
                      <a:pt x="295" y="12"/>
                    </a:cubicBezTo>
                    <a:cubicBezTo>
                      <a:pt x="292" y="12"/>
                      <a:pt x="16" y="75"/>
                      <a:pt x="14" y="76"/>
                    </a:cubicBezTo>
                    <a:cubicBezTo>
                      <a:pt x="13" y="76"/>
                      <a:pt x="11" y="76"/>
                      <a:pt x="11" y="76"/>
                    </a:cubicBezTo>
                    <a:cubicBezTo>
                      <a:pt x="6" y="96"/>
                      <a:pt x="14" y="117"/>
                      <a:pt x="25" y="13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46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215" y="115"/>
                    </a:moveTo>
                    <a:lnTo>
                      <a:pt x="621" y="0"/>
                    </a:lnTo>
                    <a:lnTo>
                      <a:pt x="469" y="138"/>
                    </a:lnTo>
                    <a:lnTo>
                      <a:pt x="0" y="249"/>
                    </a:lnTo>
                    <a:lnTo>
                      <a:pt x="215" y="115"/>
                    </a:lnTo>
                    <a:close/>
                  </a:path>
                </a:pathLst>
              </a:custGeom>
              <a:solidFill>
                <a:srgbClr val="7A8CD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46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215" y="115"/>
                    </a:moveTo>
                    <a:lnTo>
                      <a:pt x="621" y="0"/>
                    </a:lnTo>
                    <a:lnTo>
                      <a:pt x="469" y="138"/>
                    </a:lnTo>
                    <a:lnTo>
                      <a:pt x="0" y="249"/>
                    </a:lnTo>
                    <a:lnTo>
                      <a:pt x="215" y="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46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621" y="0"/>
                    </a:moveTo>
                    <a:lnTo>
                      <a:pt x="215" y="115"/>
                    </a:lnTo>
                    <a:lnTo>
                      <a:pt x="0" y="249"/>
                    </a:lnTo>
                    <a:lnTo>
                      <a:pt x="469" y="138"/>
                    </a:lnTo>
                    <a:lnTo>
                      <a:pt x="62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46"/>
              <p:cNvSpPr/>
              <p:nvPr/>
            </p:nvSpPr>
            <p:spPr>
              <a:xfrm rot="-766793">
                <a:off x="7568551" y="4131154"/>
                <a:ext cx="985810" cy="395277"/>
              </a:xfrm>
              <a:custGeom>
                <a:avLst/>
                <a:gdLst/>
                <a:ahLst/>
                <a:cxnLst/>
                <a:rect l="l" t="t" r="r" b="b"/>
                <a:pathLst>
                  <a:path w="621" h="249" extrusionOk="0">
                    <a:moveTo>
                      <a:pt x="621" y="0"/>
                    </a:moveTo>
                    <a:lnTo>
                      <a:pt x="215" y="115"/>
                    </a:lnTo>
                    <a:lnTo>
                      <a:pt x="0" y="249"/>
                    </a:lnTo>
                    <a:lnTo>
                      <a:pt x="469" y="138"/>
                    </a:lnTo>
                    <a:lnTo>
                      <a:pt x="62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46"/>
              <p:cNvSpPr/>
              <p:nvPr/>
            </p:nvSpPr>
            <p:spPr>
              <a:xfrm rot="-766792">
                <a:off x="8287594" y="4049740"/>
                <a:ext cx="249231" cy="249231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7" extrusionOk="0">
                    <a:moveTo>
                      <a:pt x="0" y="138"/>
                    </a:moveTo>
                    <a:lnTo>
                      <a:pt x="152" y="0"/>
                    </a:lnTo>
                    <a:lnTo>
                      <a:pt x="157" y="15"/>
                    </a:lnTo>
                    <a:lnTo>
                      <a:pt x="149" y="23"/>
                    </a:lnTo>
                    <a:lnTo>
                      <a:pt x="8" y="157"/>
                    </a:lnTo>
                    <a:lnTo>
                      <a:pt x="0" y="1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46"/>
              <p:cNvSpPr/>
              <p:nvPr/>
            </p:nvSpPr>
            <p:spPr>
              <a:xfrm rot="-766792">
                <a:off x="8441067" y="4239913"/>
                <a:ext cx="223832" cy="306379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93" extrusionOk="0">
                    <a:moveTo>
                      <a:pt x="136" y="0"/>
                    </a:moveTo>
                    <a:lnTo>
                      <a:pt x="141" y="15"/>
                    </a:lnTo>
                    <a:lnTo>
                      <a:pt x="6" y="193"/>
                    </a:lnTo>
                    <a:lnTo>
                      <a:pt x="0" y="175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46"/>
              <p:cNvSpPr/>
              <p:nvPr/>
            </p:nvSpPr>
            <p:spPr>
              <a:xfrm rot="-766792">
                <a:off x="8441067" y="4239913"/>
                <a:ext cx="223832" cy="306379"/>
              </a:xfrm>
              <a:custGeom>
                <a:avLst/>
                <a:gdLst/>
                <a:ahLst/>
                <a:cxnLst/>
                <a:rect l="l" t="t" r="r" b="b"/>
                <a:pathLst>
                  <a:path w="141" h="193" extrusionOk="0">
                    <a:moveTo>
                      <a:pt x="136" y="0"/>
                    </a:moveTo>
                    <a:lnTo>
                      <a:pt x="141" y="15"/>
                    </a:lnTo>
                    <a:lnTo>
                      <a:pt x="6" y="193"/>
                    </a:lnTo>
                    <a:lnTo>
                      <a:pt x="0" y="175"/>
                    </a:lnTo>
                    <a:lnTo>
                      <a:pt x="136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46"/>
              <p:cNvSpPr/>
              <p:nvPr/>
            </p:nvSpPr>
            <p:spPr>
              <a:xfrm rot="-766791">
                <a:off x="8322200" y="4076509"/>
                <a:ext cx="296855" cy="452425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4" extrusionOk="0">
                    <a:moveTo>
                      <a:pt x="114" y="71"/>
                    </a:moveTo>
                    <a:cubicBezTo>
                      <a:pt x="34" y="174"/>
                      <a:pt x="34" y="174"/>
                      <a:pt x="34" y="174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89" y="0"/>
                      <a:pt x="89" y="0"/>
                      <a:pt x="89" y="0"/>
                    </a:cubicBezTo>
                    <a:cubicBezTo>
                      <a:pt x="90" y="1"/>
                      <a:pt x="114" y="70"/>
                      <a:pt x="114" y="7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46"/>
              <p:cNvSpPr/>
              <p:nvPr/>
            </p:nvSpPr>
            <p:spPr>
              <a:xfrm rot="-766793">
                <a:off x="7631921" y="4389822"/>
                <a:ext cx="827065" cy="354003"/>
              </a:xfrm>
              <a:custGeom>
                <a:avLst/>
                <a:gdLst/>
                <a:ahLst/>
                <a:cxnLst/>
                <a:rect l="l" t="t" r="r" b="b"/>
                <a:pathLst>
                  <a:path w="318" h="136" extrusionOk="0">
                    <a:moveTo>
                      <a:pt x="284" y="0"/>
                    </a:moveTo>
                    <a:cubicBezTo>
                      <a:pt x="318" y="92"/>
                      <a:pt x="318" y="92"/>
                      <a:pt x="318" y="92"/>
                    </a:cubicBezTo>
                    <a:cubicBezTo>
                      <a:pt x="36" y="136"/>
                      <a:pt x="36" y="136"/>
                      <a:pt x="36" y="136"/>
                    </a:cubicBezTo>
                    <a:cubicBezTo>
                      <a:pt x="16" y="119"/>
                      <a:pt x="0" y="90"/>
                      <a:pt x="6" y="64"/>
                    </a:cubicBezTo>
                    <a:cubicBezTo>
                      <a:pt x="284" y="0"/>
                      <a:pt x="284" y="0"/>
                      <a:pt x="284" y="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46"/>
              <p:cNvSpPr/>
              <p:nvPr/>
            </p:nvSpPr>
            <p:spPr>
              <a:xfrm rot="-766793">
                <a:off x="8348017" y="4220501"/>
                <a:ext cx="114297" cy="111122"/>
              </a:xfrm>
              <a:custGeom>
                <a:avLst/>
                <a:gdLst/>
                <a:ahLst/>
                <a:cxnLst/>
                <a:rect l="l" t="t" r="r" b="b"/>
                <a:pathLst>
                  <a:path w="44" h="43" extrusionOk="0">
                    <a:moveTo>
                      <a:pt x="40" y="4"/>
                    </a:moveTo>
                    <a:cubicBezTo>
                      <a:pt x="25" y="15"/>
                      <a:pt x="13" y="29"/>
                      <a:pt x="0" y="43"/>
                    </a:cubicBezTo>
                    <a:cubicBezTo>
                      <a:pt x="17" y="33"/>
                      <a:pt x="31" y="19"/>
                      <a:pt x="43" y="2"/>
                    </a:cubicBezTo>
                    <a:cubicBezTo>
                      <a:pt x="43" y="2"/>
                      <a:pt x="44" y="1"/>
                      <a:pt x="44" y="0"/>
                    </a:cubicBezTo>
                    <a:cubicBezTo>
                      <a:pt x="43" y="1"/>
                      <a:pt x="41" y="3"/>
                      <a:pt x="40" y="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46"/>
              <p:cNvSpPr/>
              <p:nvPr/>
            </p:nvSpPr>
            <p:spPr>
              <a:xfrm rot="-766793">
                <a:off x="8432831" y="4140939"/>
                <a:ext cx="50799" cy="49212"/>
              </a:xfrm>
              <a:custGeom>
                <a:avLst/>
                <a:gdLst/>
                <a:ahLst/>
                <a:cxnLst/>
                <a:rect l="l" t="t" r="r" b="b"/>
                <a:pathLst>
                  <a:path w="20" h="19" extrusionOk="0">
                    <a:moveTo>
                      <a:pt x="0" y="19"/>
                    </a:moveTo>
                    <a:cubicBezTo>
                      <a:pt x="8" y="14"/>
                      <a:pt x="15" y="8"/>
                      <a:pt x="20" y="0"/>
                    </a:cubicBezTo>
                    <a:cubicBezTo>
                      <a:pt x="13" y="5"/>
                      <a:pt x="6" y="12"/>
                      <a:pt x="0" y="1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46"/>
              <p:cNvSpPr/>
              <p:nvPr/>
            </p:nvSpPr>
            <p:spPr>
              <a:xfrm rot="-766793">
                <a:off x="8462658" y="4145878"/>
                <a:ext cx="31749" cy="31749"/>
              </a:xfrm>
              <a:custGeom>
                <a:avLst/>
                <a:gdLst/>
                <a:ahLst/>
                <a:cxnLst/>
                <a:rect l="l" t="t" r="r" b="b"/>
                <a:pathLst>
                  <a:path w="12" h="12" extrusionOk="0">
                    <a:moveTo>
                      <a:pt x="0" y="12"/>
                    </a:moveTo>
                    <a:cubicBezTo>
                      <a:pt x="5" y="9"/>
                      <a:pt x="9" y="5"/>
                      <a:pt x="12" y="0"/>
                    </a:cubicBezTo>
                    <a:cubicBezTo>
                      <a:pt x="8" y="4"/>
                      <a:pt x="4" y="7"/>
                      <a:pt x="0" y="1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46"/>
              <p:cNvSpPr/>
              <p:nvPr/>
            </p:nvSpPr>
            <p:spPr>
              <a:xfrm rot="-766795">
                <a:off x="8433960" y="4283708"/>
                <a:ext cx="53973" cy="60323"/>
              </a:xfrm>
              <a:custGeom>
                <a:avLst/>
                <a:gdLst/>
                <a:ahLst/>
                <a:cxnLst/>
                <a:rect l="l" t="t" r="r" b="b"/>
                <a:pathLst>
                  <a:path w="21" h="23" extrusionOk="0">
                    <a:moveTo>
                      <a:pt x="0" y="23"/>
                    </a:moveTo>
                    <a:cubicBezTo>
                      <a:pt x="8" y="16"/>
                      <a:pt x="16" y="9"/>
                      <a:pt x="21" y="0"/>
                    </a:cubicBezTo>
                    <a:cubicBezTo>
                      <a:pt x="13" y="6"/>
                      <a:pt x="6" y="13"/>
                      <a:pt x="0" y="2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46"/>
              <p:cNvSpPr/>
              <p:nvPr/>
            </p:nvSpPr>
            <p:spPr>
              <a:xfrm rot="-766792">
                <a:off x="8530098" y="4207057"/>
                <a:ext cx="49212" cy="5714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2" extrusionOk="0">
                    <a:moveTo>
                      <a:pt x="0" y="22"/>
                    </a:moveTo>
                    <a:cubicBezTo>
                      <a:pt x="7" y="16"/>
                      <a:pt x="14" y="9"/>
                      <a:pt x="19" y="0"/>
                    </a:cubicBezTo>
                    <a:cubicBezTo>
                      <a:pt x="11" y="6"/>
                      <a:pt x="5" y="14"/>
                      <a:pt x="0" y="2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46"/>
              <p:cNvSpPr/>
              <p:nvPr/>
            </p:nvSpPr>
            <p:spPr>
              <a:xfrm rot="-766794">
                <a:off x="8101964" y="4446764"/>
                <a:ext cx="79373" cy="19049"/>
              </a:xfrm>
              <a:custGeom>
                <a:avLst/>
                <a:gdLst/>
                <a:ahLst/>
                <a:cxnLst/>
                <a:rect l="l" t="t" r="r" b="b"/>
                <a:pathLst>
                  <a:path w="31" h="7" extrusionOk="0">
                    <a:moveTo>
                      <a:pt x="0" y="7"/>
                    </a:moveTo>
                    <a:cubicBezTo>
                      <a:pt x="11" y="6"/>
                      <a:pt x="21" y="4"/>
                      <a:pt x="31" y="0"/>
                    </a:cubicBezTo>
                    <a:cubicBezTo>
                      <a:pt x="21" y="0"/>
                      <a:pt x="10" y="3"/>
                      <a:pt x="0" y="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46"/>
              <p:cNvSpPr/>
              <p:nvPr/>
            </p:nvSpPr>
            <p:spPr>
              <a:xfrm rot="-766792">
                <a:off x="8230536" y="4387118"/>
                <a:ext cx="46037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8" h="5" extrusionOk="0">
                    <a:moveTo>
                      <a:pt x="0" y="5"/>
                    </a:moveTo>
                    <a:cubicBezTo>
                      <a:pt x="6" y="4"/>
                      <a:pt x="12" y="3"/>
                      <a:pt x="18" y="0"/>
                    </a:cubicBezTo>
                    <a:cubicBezTo>
                      <a:pt x="12" y="1"/>
                      <a:pt x="6" y="2"/>
                      <a:pt x="0" y="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46"/>
              <p:cNvSpPr/>
              <p:nvPr/>
            </p:nvSpPr>
            <p:spPr>
              <a:xfrm rot="-766795">
                <a:off x="8191281" y="4408100"/>
                <a:ext cx="84136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32" h="9" extrusionOk="0">
                    <a:moveTo>
                      <a:pt x="0" y="9"/>
                    </a:moveTo>
                    <a:cubicBezTo>
                      <a:pt x="11" y="7"/>
                      <a:pt x="22" y="4"/>
                      <a:pt x="32" y="0"/>
                    </a:cubicBezTo>
                    <a:cubicBezTo>
                      <a:pt x="21" y="1"/>
                      <a:pt x="10" y="4"/>
                      <a:pt x="0" y="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46"/>
              <p:cNvSpPr/>
              <p:nvPr/>
            </p:nvSpPr>
            <p:spPr>
              <a:xfrm rot="-766794">
                <a:off x="8237369" y="4430446"/>
                <a:ext cx="52387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20" h="6" extrusionOk="0">
                    <a:moveTo>
                      <a:pt x="0" y="6"/>
                    </a:moveTo>
                    <a:cubicBezTo>
                      <a:pt x="7" y="5"/>
                      <a:pt x="13" y="3"/>
                      <a:pt x="20" y="0"/>
                    </a:cubicBezTo>
                    <a:cubicBezTo>
                      <a:pt x="13" y="1"/>
                      <a:pt x="6" y="3"/>
                      <a:pt x="0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46"/>
              <p:cNvSpPr/>
              <p:nvPr/>
            </p:nvSpPr>
            <p:spPr>
              <a:xfrm rot="-766793">
                <a:off x="7758276" y="4553843"/>
                <a:ext cx="273042" cy="68261"/>
              </a:xfrm>
              <a:custGeom>
                <a:avLst/>
                <a:gdLst/>
                <a:ahLst/>
                <a:cxnLst/>
                <a:rect l="l" t="t" r="r" b="b"/>
                <a:pathLst>
                  <a:path w="105" h="26" extrusionOk="0">
                    <a:moveTo>
                      <a:pt x="76" y="3"/>
                    </a:moveTo>
                    <a:cubicBezTo>
                      <a:pt x="50" y="8"/>
                      <a:pt x="25" y="18"/>
                      <a:pt x="0" y="26"/>
                    </a:cubicBezTo>
                    <a:cubicBezTo>
                      <a:pt x="18" y="25"/>
                      <a:pt x="35" y="21"/>
                      <a:pt x="52" y="17"/>
                    </a:cubicBezTo>
                    <a:cubicBezTo>
                      <a:pt x="69" y="12"/>
                      <a:pt x="86" y="6"/>
                      <a:pt x="102" y="0"/>
                    </a:cubicBezTo>
                    <a:cubicBezTo>
                      <a:pt x="103" y="0"/>
                      <a:pt x="104" y="0"/>
                      <a:pt x="105" y="0"/>
                    </a:cubicBezTo>
                    <a:cubicBezTo>
                      <a:pt x="95" y="0"/>
                      <a:pt x="85" y="1"/>
                      <a:pt x="76" y="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46"/>
              <p:cNvSpPr/>
              <p:nvPr/>
            </p:nvSpPr>
            <p:spPr>
              <a:xfrm rot="-766794">
                <a:off x="7968184" y="4555722"/>
                <a:ext cx="74611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29" h="6" extrusionOk="0">
                    <a:moveTo>
                      <a:pt x="0" y="6"/>
                    </a:moveTo>
                    <a:cubicBezTo>
                      <a:pt x="10" y="6"/>
                      <a:pt x="20" y="4"/>
                      <a:pt x="29" y="0"/>
                    </a:cubicBezTo>
                    <a:cubicBezTo>
                      <a:pt x="18" y="1"/>
                      <a:pt x="10" y="3"/>
                      <a:pt x="0" y="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46"/>
              <p:cNvSpPr/>
              <p:nvPr/>
            </p:nvSpPr>
            <p:spPr>
              <a:xfrm rot="-766792">
                <a:off x="8050212" y="4599064"/>
                <a:ext cx="249231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6" h="16" extrusionOk="0">
                    <a:moveTo>
                      <a:pt x="95" y="0"/>
                    </a:moveTo>
                    <a:cubicBezTo>
                      <a:pt x="92" y="0"/>
                      <a:pt x="89" y="0"/>
                      <a:pt x="86" y="1"/>
                    </a:cubicBezTo>
                    <a:cubicBezTo>
                      <a:pt x="75" y="1"/>
                      <a:pt x="64" y="2"/>
                      <a:pt x="52" y="3"/>
                    </a:cubicBezTo>
                    <a:cubicBezTo>
                      <a:pt x="34" y="6"/>
                      <a:pt x="19" y="11"/>
                      <a:pt x="0" y="16"/>
                    </a:cubicBezTo>
                    <a:cubicBezTo>
                      <a:pt x="32" y="16"/>
                      <a:pt x="63" y="8"/>
                      <a:pt x="94" y="1"/>
                    </a:cubicBezTo>
                    <a:cubicBezTo>
                      <a:pt x="95" y="1"/>
                      <a:pt x="96" y="0"/>
                      <a:pt x="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46"/>
              <p:cNvSpPr/>
              <p:nvPr/>
            </p:nvSpPr>
            <p:spPr>
              <a:xfrm rot="-766792">
                <a:off x="8338212" y="4534631"/>
                <a:ext cx="36512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14" h="3" extrusionOk="0">
                    <a:moveTo>
                      <a:pt x="0" y="3"/>
                    </a:moveTo>
                    <a:cubicBezTo>
                      <a:pt x="5" y="3"/>
                      <a:pt x="9" y="2"/>
                      <a:pt x="14" y="0"/>
                    </a:cubicBezTo>
                    <a:cubicBezTo>
                      <a:pt x="9" y="0"/>
                      <a:pt x="5" y="1"/>
                      <a:pt x="0" y="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6" name="Google Shape;1406;p46"/>
              <p:cNvSpPr/>
              <p:nvPr/>
            </p:nvSpPr>
            <p:spPr>
              <a:xfrm rot="-766792">
                <a:off x="7618149" y="4332961"/>
                <a:ext cx="1058834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407" h="151" extrusionOk="0">
                    <a:moveTo>
                      <a:pt x="402" y="1"/>
                    </a:moveTo>
                    <a:cubicBezTo>
                      <a:pt x="401" y="3"/>
                      <a:pt x="322" y="103"/>
                      <a:pt x="321" y="105"/>
                    </a:cubicBezTo>
                    <a:cubicBezTo>
                      <a:pt x="39" y="149"/>
                      <a:pt x="39" y="149"/>
                      <a:pt x="39" y="149"/>
                    </a:cubicBezTo>
                    <a:cubicBezTo>
                      <a:pt x="39" y="148"/>
                      <a:pt x="39" y="148"/>
                      <a:pt x="39" y="148"/>
                    </a:cubicBezTo>
                    <a:cubicBezTo>
                      <a:pt x="19" y="132"/>
                      <a:pt x="3" y="103"/>
                      <a:pt x="9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7"/>
                      <a:pt x="8" y="77"/>
                      <a:pt x="8" y="77"/>
                    </a:cubicBezTo>
                    <a:cubicBezTo>
                      <a:pt x="8" y="77"/>
                      <a:pt x="7" y="7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0" y="105"/>
                      <a:pt x="16" y="135"/>
                      <a:pt x="37" y="151"/>
                    </a:cubicBezTo>
                    <a:cubicBezTo>
                      <a:pt x="319" y="108"/>
                      <a:pt x="319" y="108"/>
                      <a:pt x="319" y="108"/>
                    </a:cubicBezTo>
                    <a:cubicBezTo>
                      <a:pt x="324" y="107"/>
                      <a:pt x="324" y="107"/>
                      <a:pt x="324" y="107"/>
                    </a:cubicBezTo>
                    <a:cubicBezTo>
                      <a:pt x="407" y="0"/>
                      <a:pt x="407" y="0"/>
                      <a:pt x="407" y="0"/>
                    </a:cubicBezTo>
                    <a:cubicBezTo>
                      <a:pt x="402" y="1"/>
                      <a:pt x="402" y="1"/>
                      <a:pt x="402" y="1"/>
                    </a:cubicBezTo>
                  </a:path>
                </a:pathLst>
              </a:custGeom>
              <a:solidFill>
                <a:srgbClr val="7A8CD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46"/>
              <p:cNvSpPr/>
              <p:nvPr/>
            </p:nvSpPr>
            <p:spPr>
              <a:xfrm rot="-766793">
                <a:off x="7629123" y="4331732"/>
                <a:ext cx="1047720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403" h="151" extrusionOk="0">
                    <a:moveTo>
                      <a:pt x="403" y="0"/>
                    </a:moveTo>
                    <a:cubicBezTo>
                      <a:pt x="398" y="1"/>
                      <a:pt x="398" y="1"/>
                      <a:pt x="398" y="1"/>
                    </a:cubicBezTo>
                    <a:cubicBezTo>
                      <a:pt x="398" y="1"/>
                      <a:pt x="398" y="1"/>
                      <a:pt x="398" y="1"/>
                    </a:cubicBezTo>
                    <a:cubicBezTo>
                      <a:pt x="398" y="1"/>
                      <a:pt x="398" y="1"/>
                      <a:pt x="398" y="1"/>
                    </a:cubicBezTo>
                    <a:cubicBezTo>
                      <a:pt x="397" y="3"/>
                      <a:pt x="318" y="103"/>
                      <a:pt x="317" y="105"/>
                    </a:cubicBezTo>
                    <a:cubicBezTo>
                      <a:pt x="317" y="105"/>
                      <a:pt x="317" y="105"/>
                      <a:pt x="317" y="105"/>
                    </a:cubicBezTo>
                    <a:cubicBezTo>
                      <a:pt x="35" y="149"/>
                      <a:pt x="35" y="149"/>
                      <a:pt x="35" y="149"/>
                    </a:cubicBezTo>
                    <a:cubicBezTo>
                      <a:pt x="35" y="148"/>
                      <a:pt x="35" y="148"/>
                      <a:pt x="35" y="148"/>
                    </a:cubicBezTo>
                    <a:cubicBezTo>
                      <a:pt x="28" y="143"/>
                      <a:pt x="22" y="136"/>
                      <a:pt x="16" y="128"/>
                    </a:cubicBezTo>
                    <a:cubicBezTo>
                      <a:pt x="16" y="128"/>
                      <a:pt x="16" y="128"/>
                      <a:pt x="16" y="128"/>
                    </a:cubicBezTo>
                    <a:cubicBezTo>
                      <a:pt x="16" y="128"/>
                      <a:pt x="16" y="127"/>
                      <a:pt x="16" y="127"/>
                    </a:cubicBezTo>
                    <a:cubicBezTo>
                      <a:pt x="16" y="127"/>
                      <a:pt x="16" y="127"/>
                      <a:pt x="16" y="127"/>
                    </a:cubicBezTo>
                    <a:cubicBezTo>
                      <a:pt x="16" y="127"/>
                      <a:pt x="16" y="127"/>
                      <a:pt x="16" y="127"/>
                    </a:cubicBezTo>
                    <a:cubicBezTo>
                      <a:pt x="11" y="119"/>
                      <a:pt x="7" y="110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1"/>
                      <a:pt x="5" y="101"/>
                      <a:pt x="5" y="101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5" y="100"/>
                      <a:pt x="5" y="100"/>
                      <a:pt x="5" y="100"/>
                    </a:cubicBezTo>
                    <a:cubicBezTo>
                      <a:pt x="4" y="96"/>
                      <a:pt x="4" y="91"/>
                      <a:pt x="4" y="87"/>
                    </a:cubicBezTo>
                    <a:cubicBezTo>
                      <a:pt x="4" y="84"/>
                      <a:pt x="4" y="80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4" y="77"/>
                      <a:pt x="4" y="77"/>
                    </a:cubicBezTo>
                    <a:cubicBezTo>
                      <a:pt x="4" y="77"/>
                      <a:pt x="3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7"/>
                      <a:pt x="2" y="77"/>
                      <a:pt x="2" y="77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1" y="80"/>
                      <a:pt x="1" y="81"/>
                      <a:pt x="1" y="82"/>
                    </a:cubicBezTo>
                    <a:cubicBezTo>
                      <a:pt x="1" y="85"/>
                      <a:pt x="0" y="87"/>
                      <a:pt x="0" y="89"/>
                    </a:cubicBezTo>
                    <a:cubicBezTo>
                      <a:pt x="1" y="113"/>
                      <a:pt x="14" y="137"/>
                      <a:pt x="33" y="151"/>
                    </a:cubicBezTo>
                    <a:cubicBezTo>
                      <a:pt x="315" y="108"/>
                      <a:pt x="315" y="108"/>
                      <a:pt x="315" y="108"/>
                    </a:cubicBezTo>
                    <a:cubicBezTo>
                      <a:pt x="320" y="107"/>
                      <a:pt x="320" y="107"/>
                      <a:pt x="320" y="107"/>
                    </a:cubicBezTo>
                    <a:cubicBezTo>
                      <a:pt x="403" y="0"/>
                      <a:pt x="403" y="0"/>
                      <a:pt x="403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8" name="Google Shape;1408;p46"/>
              <p:cNvSpPr/>
              <p:nvPr/>
            </p:nvSpPr>
            <p:spPr>
              <a:xfrm rot="-766794">
                <a:off x="7861599" y="4573703"/>
                <a:ext cx="158746" cy="277805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7" extrusionOk="0">
                    <a:moveTo>
                      <a:pt x="51" y="46"/>
                    </a:moveTo>
                    <a:cubicBezTo>
                      <a:pt x="54" y="59"/>
                      <a:pt x="58" y="72"/>
                      <a:pt x="60" y="85"/>
                    </a:cubicBezTo>
                    <a:cubicBezTo>
                      <a:pt x="60" y="90"/>
                      <a:pt x="61" y="94"/>
                      <a:pt x="61" y="98"/>
                    </a:cubicBezTo>
                    <a:cubicBezTo>
                      <a:pt x="61" y="99"/>
                      <a:pt x="61" y="100"/>
                      <a:pt x="60" y="101"/>
                    </a:cubicBezTo>
                    <a:cubicBezTo>
                      <a:pt x="15" y="107"/>
                      <a:pt x="15" y="107"/>
                      <a:pt x="15" y="107"/>
                    </a:cubicBezTo>
                    <a:cubicBezTo>
                      <a:pt x="19" y="105"/>
                      <a:pt x="13" y="83"/>
                      <a:pt x="12" y="79"/>
                    </a:cubicBezTo>
                    <a:cubicBezTo>
                      <a:pt x="7" y="56"/>
                      <a:pt x="0" y="33"/>
                      <a:pt x="0" y="1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15"/>
                      <a:pt x="48" y="31"/>
                      <a:pt x="51" y="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46"/>
              <p:cNvSpPr/>
              <p:nvPr/>
            </p:nvSpPr>
            <p:spPr>
              <a:xfrm rot="-766794">
                <a:off x="7892830" y="4780105"/>
                <a:ext cx="147634" cy="69848"/>
              </a:xfrm>
              <a:custGeom>
                <a:avLst/>
                <a:gdLst/>
                <a:ahLst/>
                <a:cxnLst/>
                <a:rect l="l" t="t" r="r" b="b"/>
                <a:pathLst>
                  <a:path w="57" h="27" extrusionOk="0">
                    <a:moveTo>
                      <a:pt x="57" y="21"/>
                    </a:moveTo>
                    <a:cubicBezTo>
                      <a:pt x="12" y="27"/>
                      <a:pt x="12" y="27"/>
                      <a:pt x="12" y="27"/>
                    </a:cubicBezTo>
                    <a:cubicBezTo>
                      <a:pt x="11" y="27"/>
                      <a:pt x="10" y="26"/>
                      <a:pt x="9" y="24"/>
                    </a:cubicBezTo>
                    <a:cubicBezTo>
                      <a:pt x="7" y="20"/>
                      <a:pt x="4" y="7"/>
                      <a:pt x="0" y="7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6" y="1"/>
                      <a:pt x="47" y="1"/>
                    </a:cubicBezTo>
                    <a:cubicBezTo>
                      <a:pt x="50" y="5"/>
                      <a:pt x="52" y="20"/>
                      <a:pt x="57" y="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46"/>
              <p:cNvSpPr/>
              <p:nvPr/>
            </p:nvSpPr>
            <p:spPr>
              <a:xfrm rot="-766794">
                <a:off x="7890586" y="4781614"/>
                <a:ext cx="131759" cy="134934"/>
              </a:xfrm>
              <a:custGeom>
                <a:avLst/>
                <a:gdLst/>
                <a:ahLst/>
                <a:cxnLst/>
                <a:rect l="l" t="t" r="r" b="b"/>
                <a:pathLst>
                  <a:path w="51" h="52" extrusionOk="0">
                    <a:moveTo>
                      <a:pt x="46" y="11"/>
                    </a:moveTo>
                    <a:cubicBezTo>
                      <a:pt x="45" y="19"/>
                      <a:pt x="51" y="41"/>
                      <a:pt x="46" y="46"/>
                    </a:cubicBezTo>
                    <a:cubicBezTo>
                      <a:pt x="46" y="47"/>
                      <a:pt x="3" y="51"/>
                      <a:pt x="2" y="52"/>
                    </a:cubicBezTo>
                    <a:cubicBezTo>
                      <a:pt x="6" y="50"/>
                      <a:pt x="4" y="39"/>
                      <a:pt x="4" y="36"/>
                    </a:cubicBezTo>
                    <a:cubicBezTo>
                      <a:pt x="4" y="29"/>
                      <a:pt x="0" y="12"/>
                      <a:pt x="4" y="7"/>
                    </a:cubicBezTo>
                    <a:cubicBezTo>
                      <a:pt x="4" y="7"/>
                      <a:pt x="48" y="0"/>
                      <a:pt x="48" y="0"/>
                    </a:cubicBezTo>
                    <a:cubicBezTo>
                      <a:pt x="46" y="1"/>
                      <a:pt x="46" y="8"/>
                      <a:pt x="46" y="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1" name="Google Shape;1411;p46"/>
            <p:cNvGrpSpPr/>
            <p:nvPr/>
          </p:nvGrpSpPr>
          <p:grpSpPr>
            <a:xfrm rot="-839961">
              <a:off x="6083292" y="3064131"/>
              <a:ext cx="2655566" cy="803704"/>
              <a:chOff x="1762838" y="2278475"/>
              <a:chExt cx="1258888" cy="381001"/>
            </a:xfrm>
          </p:grpSpPr>
          <p:sp>
            <p:nvSpPr>
              <p:cNvPr id="1412" name="Google Shape;1412;p46"/>
              <p:cNvSpPr/>
              <p:nvPr/>
            </p:nvSpPr>
            <p:spPr>
              <a:xfrm>
                <a:off x="1762838" y="2568988"/>
                <a:ext cx="4763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120000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DBE0F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46"/>
              <p:cNvSpPr/>
              <p:nvPr/>
            </p:nvSpPr>
            <p:spPr>
              <a:xfrm>
                <a:off x="3007438" y="2589625"/>
                <a:ext cx="14288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5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moveTo>
                      <a:pt x="2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2" y="2"/>
                    </a:cubicBezTo>
                    <a:moveTo>
                      <a:pt x="2" y="2"/>
                    </a:move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moveTo>
                      <a:pt x="3" y="2"/>
                    </a:move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3" y="2"/>
                      <a:pt x="3" y="2"/>
                    </a:cubicBezTo>
                    <a:moveTo>
                      <a:pt x="3" y="1"/>
                    </a:move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1"/>
                      <a:pt x="3" y="1"/>
                    </a:cubicBezTo>
                    <a:moveTo>
                      <a:pt x="3" y="1"/>
                    </a:move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moveTo>
                      <a:pt x="5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5" y="1"/>
                    </a:cubicBezTo>
                    <a:moveTo>
                      <a:pt x="5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solidFill>
                <a:srgbClr val="DBB56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46"/>
              <p:cNvSpPr/>
              <p:nvPr/>
            </p:nvSpPr>
            <p:spPr>
              <a:xfrm>
                <a:off x="1794588" y="2454688"/>
                <a:ext cx="579438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223" h="79" extrusionOk="0">
                    <a:moveTo>
                      <a:pt x="4" y="15"/>
                    </a:moveTo>
                    <a:cubicBezTo>
                      <a:pt x="4" y="22"/>
                      <a:pt x="5" y="28"/>
                      <a:pt x="6" y="35"/>
                    </a:cubicBezTo>
                    <a:cubicBezTo>
                      <a:pt x="223" y="72"/>
                      <a:pt x="223" y="72"/>
                      <a:pt x="223" y="72"/>
                    </a:cubicBezTo>
                    <a:cubicBezTo>
                      <a:pt x="223" y="79"/>
                      <a:pt x="223" y="79"/>
                      <a:pt x="223" y="79"/>
                    </a:cubicBezTo>
                    <a:cubicBezTo>
                      <a:pt x="4" y="40"/>
                      <a:pt x="4" y="40"/>
                      <a:pt x="4" y="40"/>
                    </a:cubicBezTo>
                    <a:cubicBezTo>
                      <a:pt x="1" y="27"/>
                      <a:pt x="0" y="13"/>
                      <a:pt x="4" y="0"/>
                    </a:cubicBezTo>
                    <a:cubicBezTo>
                      <a:pt x="223" y="27"/>
                      <a:pt x="223" y="27"/>
                      <a:pt x="223" y="27"/>
                    </a:cubicBezTo>
                    <a:cubicBezTo>
                      <a:pt x="223" y="34"/>
                      <a:pt x="223" y="34"/>
                      <a:pt x="223" y="34"/>
                    </a:cubicBezTo>
                    <a:cubicBezTo>
                      <a:pt x="6" y="6"/>
                      <a:pt x="6" y="6"/>
                      <a:pt x="6" y="6"/>
                    </a:cubicBezTo>
                    <a:cubicBezTo>
                      <a:pt x="5" y="9"/>
                      <a:pt x="5" y="12"/>
                      <a:pt x="4" y="15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46"/>
              <p:cNvSpPr/>
              <p:nvPr/>
            </p:nvSpPr>
            <p:spPr>
              <a:xfrm>
                <a:off x="1804113" y="2470563"/>
                <a:ext cx="56991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66" extrusionOk="0">
                    <a:moveTo>
                      <a:pt x="0" y="10"/>
                    </a:moveTo>
                    <a:cubicBezTo>
                      <a:pt x="0" y="6"/>
                      <a:pt x="1" y="3"/>
                      <a:pt x="2" y="0"/>
                    </a:cubicBezTo>
                    <a:cubicBezTo>
                      <a:pt x="219" y="28"/>
                      <a:pt x="219" y="28"/>
                      <a:pt x="219" y="28"/>
                    </a:cubicBezTo>
                    <a:cubicBezTo>
                      <a:pt x="219" y="66"/>
                      <a:pt x="219" y="66"/>
                      <a:pt x="219" y="66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1" y="23"/>
                      <a:pt x="0" y="16"/>
                      <a:pt x="0" y="1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46"/>
              <p:cNvSpPr/>
              <p:nvPr/>
            </p:nvSpPr>
            <p:spPr>
              <a:xfrm>
                <a:off x="2374025" y="2488025"/>
                <a:ext cx="569913" cy="153988"/>
              </a:xfrm>
              <a:custGeom>
                <a:avLst/>
                <a:gdLst/>
                <a:ahLst/>
                <a:cxnLst/>
                <a:rect l="l" t="t" r="r" b="b"/>
                <a:pathLst>
                  <a:path w="359" h="97" extrusionOk="0">
                    <a:moveTo>
                      <a:pt x="0" y="97"/>
                    </a:moveTo>
                    <a:lnTo>
                      <a:pt x="0" y="35"/>
                    </a:lnTo>
                    <a:lnTo>
                      <a:pt x="359" y="0"/>
                    </a:lnTo>
                    <a:lnTo>
                      <a:pt x="357" y="53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46"/>
              <p:cNvSpPr/>
              <p:nvPr/>
            </p:nvSpPr>
            <p:spPr>
              <a:xfrm>
                <a:off x="2374025" y="2472150"/>
                <a:ext cx="576263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18" extrusionOk="0">
                    <a:moveTo>
                      <a:pt x="360" y="71"/>
                    </a:moveTo>
                    <a:lnTo>
                      <a:pt x="0" y="118"/>
                    </a:lnTo>
                    <a:lnTo>
                      <a:pt x="0" y="107"/>
                    </a:lnTo>
                    <a:lnTo>
                      <a:pt x="357" y="63"/>
                    </a:lnTo>
                    <a:lnTo>
                      <a:pt x="359" y="10"/>
                    </a:lnTo>
                    <a:lnTo>
                      <a:pt x="0" y="45"/>
                    </a:lnTo>
                    <a:lnTo>
                      <a:pt x="0" y="33"/>
                    </a:lnTo>
                    <a:lnTo>
                      <a:pt x="363" y="0"/>
                    </a:lnTo>
                    <a:lnTo>
                      <a:pt x="360" y="7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46"/>
              <p:cNvSpPr/>
              <p:nvPr/>
            </p:nvSpPr>
            <p:spPr>
              <a:xfrm>
                <a:off x="2374025" y="2472150"/>
                <a:ext cx="576263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118" extrusionOk="0">
                    <a:moveTo>
                      <a:pt x="360" y="71"/>
                    </a:moveTo>
                    <a:lnTo>
                      <a:pt x="0" y="118"/>
                    </a:lnTo>
                    <a:lnTo>
                      <a:pt x="0" y="107"/>
                    </a:lnTo>
                    <a:lnTo>
                      <a:pt x="357" y="63"/>
                    </a:lnTo>
                    <a:lnTo>
                      <a:pt x="359" y="10"/>
                    </a:lnTo>
                    <a:lnTo>
                      <a:pt x="0" y="45"/>
                    </a:lnTo>
                    <a:lnTo>
                      <a:pt x="0" y="33"/>
                    </a:lnTo>
                    <a:lnTo>
                      <a:pt x="363" y="0"/>
                    </a:lnTo>
                    <a:lnTo>
                      <a:pt x="360" y="7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46"/>
              <p:cNvSpPr/>
              <p:nvPr/>
            </p:nvSpPr>
            <p:spPr>
              <a:xfrm>
                <a:off x="1804113" y="2422938"/>
                <a:ext cx="114617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64" extrusionOk="0">
                    <a:moveTo>
                      <a:pt x="0" y="20"/>
                    </a:moveTo>
                    <a:lnTo>
                      <a:pt x="339" y="0"/>
                    </a:lnTo>
                    <a:lnTo>
                      <a:pt x="722" y="31"/>
                    </a:lnTo>
                    <a:lnTo>
                      <a:pt x="359" y="64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FA7C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46"/>
              <p:cNvSpPr/>
              <p:nvPr/>
            </p:nvSpPr>
            <p:spPr>
              <a:xfrm>
                <a:off x="1804113" y="2422938"/>
                <a:ext cx="114617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64" extrusionOk="0">
                    <a:moveTo>
                      <a:pt x="0" y="20"/>
                    </a:moveTo>
                    <a:lnTo>
                      <a:pt x="339" y="0"/>
                    </a:lnTo>
                    <a:lnTo>
                      <a:pt x="722" y="31"/>
                    </a:lnTo>
                    <a:lnTo>
                      <a:pt x="359" y="64"/>
                    </a:lnTo>
                    <a:lnTo>
                      <a:pt x="0" y="2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46"/>
              <p:cNvSpPr/>
              <p:nvPr/>
            </p:nvSpPr>
            <p:spPr>
              <a:xfrm>
                <a:off x="2399425" y="2597563"/>
                <a:ext cx="161925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62" h="9" extrusionOk="0">
                    <a:moveTo>
                      <a:pt x="49" y="0"/>
                    </a:moveTo>
                    <a:cubicBezTo>
                      <a:pt x="33" y="0"/>
                      <a:pt x="16" y="4"/>
                      <a:pt x="0" y="7"/>
                    </a:cubicBezTo>
                    <a:cubicBezTo>
                      <a:pt x="20" y="9"/>
                      <a:pt x="41" y="6"/>
                      <a:pt x="60" y="0"/>
                    </a:cubicBezTo>
                    <a:cubicBezTo>
                      <a:pt x="61" y="0"/>
                      <a:pt x="61" y="0"/>
                      <a:pt x="62" y="0"/>
                    </a:cubicBezTo>
                    <a:cubicBezTo>
                      <a:pt x="58" y="0"/>
                      <a:pt x="53" y="0"/>
                      <a:pt x="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46"/>
              <p:cNvSpPr/>
              <p:nvPr/>
            </p:nvSpPr>
            <p:spPr>
              <a:xfrm>
                <a:off x="2485150" y="2565813"/>
                <a:ext cx="65088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25" h="4" extrusionOk="0">
                    <a:moveTo>
                      <a:pt x="0" y="3"/>
                    </a:moveTo>
                    <a:cubicBezTo>
                      <a:pt x="8" y="4"/>
                      <a:pt x="17" y="3"/>
                      <a:pt x="25" y="1"/>
                    </a:cubicBezTo>
                    <a:cubicBezTo>
                      <a:pt x="16" y="0"/>
                      <a:pt x="8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3" name="Google Shape;1423;p46"/>
              <p:cNvSpPr/>
              <p:nvPr/>
            </p:nvSpPr>
            <p:spPr>
              <a:xfrm>
                <a:off x="2570875" y="2568988"/>
                <a:ext cx="6826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26" h="4" extrusionOk="0">
                    <a:moveTo>
                      <a:pt x="0" y="3"/>
                    </a:moveTo>
                    <a:cubicBezTo>
                      <a:pt x="9" y="4"/>
                      <a:pt x="17" y="3"/>
                      <a:pt x="26" y="1"/>
                    </a:cubicBezTo>
                    <a:cubicBezTo>
                      <a:pt x="17" y="0"/>
                      <a:pt x="8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4" name="Google Shape;1424;p46"/>
              <p:cNvSpPr/>
              <p:nvPr/>
            </p:nvSpPr>
            <p:spPr>
              <a:xfrm>
                <a:off x="2756613" y="2519775"/>
                <a:ext cx="150813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58" h="8" extrusionOk="0">
                    <a:moveTo>
                      <a:pt x="0" y="6"/>
                    </a:moveTo>
                    <a:cubicBezTo>
                      <a:pt x="19" y="8"/>
                      <a:pt x="39" y="6"/>
                      <a:pt x="58" y="2"/>
                    </a:cubicBezTo>
                    <a:cubicBezTo>
                      <a:pt x="39" y="0"/>
                      <a:pt x="19" y="1"/>
                      <a:pt x="0" y="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46"/>
              <p:cNvSpPr/>
              <p:nvPr/>
            </p:nvSpPr>
            <p:spPr>
              <a:xfrm>
                <a:off x="2129550" y="2535650"/>
                <a:ext cx="15557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0" extrusionOk="0">
                    <a:moveTo>
                      <a:pt x="59" y="9"/>
                    </a:moveTo>
                    <a:cubicBezTo>
                      <a:pt x="50" y="6"/>
                      <a:pt x="40" y="3"/>
                      <a:pt x="31" y="1"/>
                    </a:cubicBezTo>
                    <a:cubicBezTo>
                      <a:pt x="21" y="0"/>
                      <a:pt x="10" y="0"/>
                      <a:pt x="0" y="0"/>
                    </a:cubicBezTo>
                    <a:cubicBezTo>
                      <a:pt x="15" y="4"/>
                      <a:pt x="31" y="7"/>
                      <a:pt x="44" y="8"/>
                    </a:cubicBezTo>
                    <a:cubicBezTo>
                      <a:pt x="49" y="9"/>
                      <a:pt x="55" y="9"/>
                      <a:pt x="60" y="10"/>
                    </a:cubicBezTo>
                    <a:cubicBezTo>
                      <a:pt x="60" y="10"/>
                      <a:pt x="59" y="9"/>
                      <a:pt x="59" y="9"/>
                    </a:cubicBezTo>
                    <a:close/>
                  </a:path>
                </a:pathLst>
              </a:custGeom>
              <a:solidFill>
                <a:srgbClr val="E6F2F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46"/>
              <p:cNvSpPr/>
              <p:nvPr/>
            </p:nvSpPr>
            <p:spPr>
              <a:xfrm>
                <a:off x="2296238" y="2551525"/>
                <a:ext cx="41275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6" h="3" extrusionOk="0">
                    <a:moveTo>
                      <a:pt x="0" y="0"/>
                    </a:moveTo>
                    <a:cubicBezTo>
                      <a:pt x="5" y="2"/>
                      <a:pt x="11" y="3"/>
                      <a:pt x="16" y="3"/>
                    </a:cubicBezTo>
                    <a:cubicBezTo>
                      <a:pt x="11" y="1"/>
                      <a:pt x="6" y="0"/>
                      <a:pt x="0" y="0"/>
                    </a:cubicBezTo>
                    <a:close/>
                  </a:path>
                </a:pathLst>
              </a:custGeom>
              <a:solidFill>
                <a:srgbClr val="E6F2F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46"/>
              <p:cNvSpPr/>
              <p:nvPr/>
            </p:nvSpPr>
            <p:spPr>
              <a:xfrm>
                <a:off x="2297825" y="2565813"/>
                <a:ext cx="39688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15" h="3" extrusionOk="0">
                    <a:moveTo>
                      <a:pt x="0" y="1"/>
                    </a:moveTo>
                    <a:cubicBezTo>
                      <a:pt x="5" y="2"/>
                      <a:pt x="10" y="3"/>
                      <a:pt x="15" y="2"/>
                    </a:cubicBezTo>
                    <a:cubicBezTo>
                      <a:pt x="10" y="1"/>
                      <a:pt x="5" y="0"/>
                      <a:pt x="0" y="1"/>
                    </a:cubicBezTo>
                    <a:close/>
                  </a:path>
                </a:pathLst>
              </a:custGeom>
              <a:solidFill>
                <a:srgbClr val="E6F2F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46"/>
              <p:cNvSpPr/>
              <p:nvPr/>
            </p:nvSpPr>
            <p:spPr>
              <a:xfrm>
                <a:off x="1889838" y="2535650"/>
                <a:ext cx="125413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8" h="8" extrusionOk="0">
                    <a:moveTo>
                      <a:pt x="0" y="0"/>
                    </a:moveTo>
                    <a:cubicBezTo>
                      <a:pt x="16" y="5"/>
                      <a:pt x="32" y="8"/>
                      <a:pt x="48" y="8"/>
                    </a:cubicBezTo>
                    <a:cubicBezTo>
                      <a:pt x="33" y="2"/>
                      <a:pt x="17" y="0"/>
                      <a:pt x="0" y="0"/>
                    </a:cubicBezTo>
                    <a:close/>
                  </a:path>
                </a:pathLst>
              </a:custGeom>
              <a:solidFill>
                <a:srgbClr val="E6F2F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46"/>
              <p:cNvSpPr/>
              <p:nvPr/>
            </p:nvSpPr>
            <p:spPr>
              <a:xfrm>
                <a:off x="1804113" y="2422938"/>
                <a:ext cx="1146176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9" extrusionOk="0">
                    <a:moveTo>
                      <a:pt x="207" y="0"/>
                    </a:moveTo>
                    <a:cubicBezTo>
                      <a:pt x="167" y="2"/>
                      <a:pt x="167" y="2"/>
                      <a:pt x="167" y="2"/>
                    </a:cubicBezTo>
                    <a:cubicBezTo>
                      <a:pt x="169" y="11"/>
                      <a:pt x="173" y="20"/>
                      <a:pt x="179" y="27"/>
                    </a:cubicBezTo>
                    <a:cubicBezTo>
                      <a:pt x="180" y="28"/>
                      <a:pt x="180" y="28"/>
                      <a:pt x="180" y="28"/>
                    </a:cubicBezTo>
                    <a:cubicBezTo>
                      <a:pt x="103" y="14"/>
                      <a:pt x="103" y="14"/>
                      <a:pt x="103" y="14"/>
                    </a:cubicBezTo>
                    <a:cubicBezTo>
                      <a:pt x="101" y="11"/>
                      <a:pt x="99" y="9"/>
                      <a:pt x="97" y="6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19" y="39"/>
                      <a:pt x="219" y="39"/>
                      <a:pt x="219" y="39"/>
                    </a:cubicBezTo>
                    <a:cubicBezTo>
                      <a:pt x="441" y="19"/>
                      <a:pt x="441" y="19"/>
                      <a:pt x="441" y="19"/>
                    </a:cubicBezTo>
                    <a:cubicBezTo>
                      <a:pt x="207" y="0"/>
                      <a:pt x="207" y="0"/>
                      <a:pt x="207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46"/>
              <p:cNvSpPr/>
              <p:nvPr/>
            </p:nvSpPr>
            <p:spPr>
              <a:xfrm>
                <a:off x="2024775" y="2284825"/>
                <a:ext cx="250825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96" h="81" extrusionOk="0">
                    <a:moveTo>
                      <a:pt x="94" y="80"/>
                    </a:moveTo>
                    <a:cubicBezTo>
                      <a:pt x="76" y="59"/>
                      <a:pt x="77" y="25"/>
                      <a:pt x="96" y="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" y="18"/>
                      <a:pt x="0" y="49"/>
                      <a:pt x="18" y="67"/>
                    </a:cubicBezTo>
                    <a:cubicBezTo>
                      <a:pt x="95" y="81"/>
                      <a:pt x="95" y="81"/>
                      <a:pt x="95" y="81"/>
                    </a:cubicBezTo>
                    <a:cubicBezTo>
                      <a:pt x="94" y="80"/>
                      <a:pt x="94" y="80"/>
                      <a:pt x="94" y="8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46"/>
              <p:cNvSpPr/>
              <p:nvPr/>
            </p:nvSpPr>
            <p:spPr>
              <a:xfrm>
                <a:off x="2072400" y="2278475"/>
                <a:ext cx="7175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76" h="9" extrusionOk="0">
                    <a:moveTo>
                      <a:pt x="276" y="5"/>
                    </a:moveTo>
                    <a:cubicBezTo>
                      <a:pt x="239" y="5"/>
                      <a:pt x="147" y="9"/>
                      <a:pt x="77" y="8"/>
                    </a:cubicBezTo>
                    <a:cubicBezTo>
                      <a:pt x="43" y="8"/>
                      <a:pt x="17" y="5"/>
                      <a:pt x="0" y="3"/>
                    </a:cubicBezTo>
                    <a:cubicBezTo>
                      <a:pt x="62" y="2"/>
                      <a:pt x="215" y="0"/>
                      <a:pt x="276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46"/>
              <p:cNvSpPr/>
              <p:nvPr/>
            </p:nvSpPr>
            <p:spPr>
              <a:xfrm>
                <a:off x="2223213" y="2291175"/>
                <a:ext cx="566738" cy="204788"/>
              </a:xfrm>
              <a:custGeom>
                <a:avLst/>
                <a:gdLst/>
                <a:ahLst/>
                <a:cxnLst/>
                <a:rect l="l" t="t" r="r" b="b"/>
                <a:pathLst>
                  <a:path w="218" h="79" extrusionOk="0">
                    <a:moveTo>
                      <a:pt x="14" y="56"/>
                    </a:moveTo>
                    <a:cubicBezTo>
                      <a:pt x="16" y="62"/>
                      <a:pt x="18" y="67"/>
                      <a:pt x="22" y="72"/>
                    </a:cubicBezTo>
                    <a:cubicBezTo>
                      <a:pt x="214" y="63"/>
                      <a:pt x="214" y="63"/>
                      <a:pt x="214" y="63"/>
                    </a:cubicBezTo>
                    <a:cubicBezTo>
                      <a:pt x="216" y="63"/>
                      <a:pt x="216" y="63"/>
                      <a:pt x="216" y="63"/>
                    </a:cubicBezTo>
                    <a:cubicBezTo>
                      <a:pt x="216" y="70"/>
                      <a:pt x="216" y="70"/>
                      <a:pt x="216" y="70"/>
                    </a:cubicBezTo>
                    <a:cubicBezTo>
                      <a:pt x="19" y="79"/>
                      <a:pt x="19" y="79"/>
                      <a:pt x="19" y="79"/>
                    </a:cubicBezTo>
                    <a:cubicBezTo>
                      <a:pt x="0" y="59"/>
                      <a:pt x="1" y="23"/>
                      <a:pt x="20" y="2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218" y="7"/>
                      <a:pt x="218" y="7"/>
                      <a:pt x="218" y="7"/>
                    </a:cubicBezTo>
                    <a:cubicBezTo>
                      <a:pt x="213" y="7"/>
                      <a:pt x="213" y="7"/>
                      <a:pt x="213" y="7"/>
                    </a:cubicBezTo>
                    <a:cubicBezTo>
                      <a:pt x="22" y="10"/>
                      <a:pt x="22" y="10"/>
                      <a:pt x="22" y="10"/>
                    </a:cubicBezTo>
                    <a:cubicBezTo>
                      <a:pt x="12" y="23"/>
                      <a:pt x="9" y="41"/>
                      <a:pt x="14" y="5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46"/>
              <p:cNvSpPr/>
              <p:nvPr/>
            </p:nvSpPr>
            <p:spPr>
              <a:xfrm>
                <a:off x="2247025" y="2308638"/>
                <a:ext cx="53022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04" h="64" extrusionOk="0">
                    <a:moveTo>
                      <a:pt x="5" y="50"/>
                    </a:moveTo>
                    <a:cubicBezTo>
                      <a:pt x="0" y="34"/>
                      <a:pt x="3" y="16"/>
                      <a:pt x="13" y="3"/>
                    </a:cubicBezTo>
                    <a:cubicBezTo>
                      <a:pt x="204" y="0"/>
                      <a:pt x="204" y="0"/>
                      <a:pt x="204" y="0"/>
                    </a:cubicBezTo>
                    <a:cubicBezTo>
                      <a:pt x="204" y="0"/>
                      <a:pt x="202" y="56"/>
                      <a:pt x="202" y="56"/>
                    </a:cubicBezTo>
                    <a:cubicBezTo>
                      <a:pt x="13" y="64"/>
                      <a:pt x="13" y="64"/>
                      <a:pt x="13" y="64"/>
                    </a:cubicBezTo>
                    <a:cubicBezTo>
                      <a:pt x="10" y="60"/>
                      <a:pt x="7" y="55"/>
                      <a:pt x="5" y="5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46"/>
              <p:cNvSpPr/>
              <p:nvPr/>
            </p:nvSpPr>
            <p:spPr>
              <a:xfrm>
                <a:off x="2770900" y="2451513"/>
                <a:ext cx="14288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5" h="1" extrusionOk="0">
                    <a:moveTo>
                      <a:pt x="0" y="0"/>
                    </a:moveTo>
                    <a:cubicBezTo>
                      <a:pt x="5" y="1"/>
                      <a:pt x="5" y="1"/>
                      <a:pt x="5" y="1"/>
                    </a:cubicBezTo>
                    <a:cubicBezTo>
                      <a:pt x="4" y="1"/>
                      <a:pt x="2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AA9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46"/>
              <p:cNvSpPr/>
              <p:nvPr/>
            </p:nvSpPr>
            <p:spPr>
              <a:xfrm>
                <a:off x="2280363" y="2451513"/>
                <a:ext cx="498475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2" h="10" extrusionOk="0">
                    <a:moveTo>
                      <a:pt x="192" y="1"/>
                    </a:moveTo>
                    <a:cubicBezTo>
                      <a:pt x="0" y="10"/>
                      <a:pt x="0" y="10"/>
                      <a:pt x="0" y="1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10"/>
                      <a:pt x="190" y="0"/>
                      <a:pt x="192" y="1"/>
                    </a:cubicBezTo>
                    <a:close/>
                  </a:path>
                </a:pathLst>
              </a:custGeom>
              <a:solidFill>
                <a:srgbClr val="3AAA9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46"/>
              <p:cNvSpPr/>
              <p:nvPr/>
            </p:nvSpPr>
            <p:spPr>
              <a:xfrm>
                <a:off x="2153363" y="2291175"/>
                <a:ext cx="41275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6" h="73" extrusionOk="0">
                    <a:moveTo>
                      <a:pt x="7" y="39"/>
                    </a:moveTo>
                    <a:cubicBezTo>
                      <a:pt x="7" y="26"/>
                      <a:pt x="10" y="12"/>
                      <a:pt x="16" y="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3" y="12"/>
                      <a:pt x="0" y="26"/>
                      <a:pt x="0" y="39"/>
                    </a:cubicBezTo>
                    <a:cubicBezTo>
                      <a:pt x="0" y="50"/>
                      <a:pt x="2" y="61"/>
                      <a:pt x="5" y="72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9" y="62"/>
                      <a:pt x="7" y="51"/>
                      <a:pt x="7" y="39"/>
                    </a:cubicBezTo>
                    <a:close/>
                  </a:path>
                </a:pathLst>
              </a:cu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46"/>
              <p:cNvSpPr/>
              <p:nvPr/>
            </p:nvSpPr>
            <p:spPr>
              <a:xfrm>
                <a:off x="2189875" y="2292763"/>
                <a:ext cx="46038" cy="195263"/>
              </a:xfrm>
              <a:custGeom>
                <a:avLst/>
                <a:gdLst/>
                <a:ahLst/>
                <a:cxnLst/>
                <a:rect l="l" t="t" r="r" b="b"/>
                <a:pathLst>
                  <a:path w="18" h="75" extrusionOk="0">
                    <a:moveTo>
                      <a:pt x="7" y="39"/>
                    </a:moveTo>
                    <a:cubicBezTo>
                      <a:pt x="7" y="25"/>
                      <a:pt x="11" y="12"/>
                      <a:pt x="1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12"/>
                      <a:pt x="1" y="25"/>
                      <a:pt x="0" y="39"/>
                    </a:cubicBezTo>
                    <a:cubicBezTo>
                      <a:pt x="0" y="51"/>
                      <a:pt x="3" y="63"/>
                      <a:pt x="7" y="74"/>
                    </a:cubicBezTo>
                    <a:cubicBezTo>
                      <a:pt x="15" y="75"/>
                      <a:pt x="15" y="75"/>
                      <a:pt x="15" y="75"/>
                    </a:cubicBezTo>
                    <a:cubicBezTo>
                      <a:pt x="9" y="64"/>
                      <a:pt x="7" y="52"/>
                      <a:pt x="7" y="39"/>
                    </a:cubicBezTo>
                    <a:close/>
                  </a:path>
                </a:pathLst>
              </a:cu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46"/>
              <p:cNvSpPr/>
              <p:nvPr/>
            </p:nvSpPr>
            <p:spPr>
              <a:xfrm>
                <a:off x="2051763" y="2343563"/>
                <a:ext cx="20700" cy="57300"/>
              </a:xfrm>
              <a:prstGeom prst="ellipse">
                <a:avLst/>
              </a:prstGeom>
              <a:solidFill>
                <a:srgbClr val="323B5C">
                  <a:alpha val="31009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46"/>
              <p:cNvSpPr/>
              <p:nvPr/>
            </p:nvSpPr>
            <p:spPr>
              <a:xfrm>
                <a:off x="2348625" y="2329275"/>
                <a:ext cx="176213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68" h="7" extrusionOk="0">
                    <a:moveTo>
                      <a:pt x="35" y="0"/>
                    </a:moveTo>
                    <a:cubicBezTo>
                      <a:pt x="23" y="0"/>
                      <a:pt x="11" y="2"/>
                      <a:pt x="0" y="4"/>
                    </a:cubicBezTo>
                    <a:cubicBezTo>
                      <a:pt x="23" y="7"/>
                      <a:pt x="46" y="6"/>
                      <a:pt x="68" y="2"/>
                    </a:cubicBezTo>
                    <a:cubicBezTo>
                      <a:pt x="57" y="1"/>
                      <a:pt x="46" y="0"/>
                      <a:pt x="3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0" name="Google Shape;1440;p46"/>
              <p:cNvSpPr/>
              <p:nvPr/>
            </p:nvSpPr>
            <p:spPr>
              <a:xfrm>
                <a:off x="2574050" y="2311813"/>
                <a:ext cx="174625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67" h="8" extrusionOk="0">
                    <a:moveTo>
                      <a:pt x="65" y="3"/>
                    </a:moveTo>
                    <a:cubicBezTo>
                      <a:pt x="44" y="0"/>
                      <a:pt x="22" y="1"/>
                      <a:pt x="0" y="6"/>
                    </a:cubicBezTo>
                    <a:cubicBezTo>
                      <a:pt x="17" y="7"/>
                      <a:pt x="34" y="8"/>
                      <a:pt x="51" y="5"/>
                    </a:cubicBezTo>
                    <a:cubicBezTo>
                      <a:pt x="56" y="4"/>
                      <a:pt x="62" y="4"/>
                      <a:pt x="67" y="3"/>
                    </a:cubicBezTo>
                    <a:cubicBezTo>
                      <a:pt x="66" y="3"/>
                      <a:pt x="66" y="3"/>
                      <a:pt x="65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1" name="Google Shape;1441;p46"/>
              <p:cNvSpPr/>
              <p:nvPr/>
            </p:nvSpPr>
            <p:spPr>
              <a:xfrm>
                <a:off x="2713750" y="2332450"/>
                <a:ext cx="31750" cy="4763"/>
              </a:xfrm>
              <a:custGeom>
                <a:avLst/>
                <a:gdLst/>
                <a:ahLst/>
                <a:cxnLst/>
                <a:rect l="l" t="t" r="r" b="b"/>
                <a:pathLst>
                  <a:path w="12" h="2" extrusionOk="0">
                    <a:moveTo>
                      <a:pt x="0" y="1"/>
                    </a:moveTo>
                    <a:cubicBezTo>
                      <a:pt x="4" y="2"/>
                      <a:pt x="8" y="1"/>
                      <a:pt x="12" y="1"/>
                    </a:cubicBezTo>
                    <a:cubicBezTo>
                      <a:pt x="8" y="0"/>
                      <a:pt x="4" y="0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46"/>
              <p:cNvSpPr/>
              <p:nvPr/>
            </p:nvSpPr>
            <p:spPr>
              <a:xfrm>
                <a:off x="2591513" y="2345150"/>
                <a:ext cx="34925" cy="4763"/>
              </a:xfrm>
              <a:custGeom>
                <a:avLst/>
                <a:gdLst/>
                <a:ahLst/>
                <a:cxnLst/>
                <a:rect l="l" t="t" r="r" b="b"/>
                <a:pathLst>
                  <a:path w="13" h="2" extrusionOk="0">
                    <a:moveTo>
                      <a:pt x="0" y="2"/>
                    </a:moveTo>
                    <a:cubicBezTo>
                      <a:pt x="4" y="2"/>
                      <a:pt x="9" y="2"/>
                      <a:pt x="13" y="1"/>
                    </a:cubicBezTo>
                    <a:cubicBezTo>
                      <a:pt x="8" y="0"/>
                      <a:pt x="4" y="1"/>
                      <a:pt x="0" y="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46"/>
              <p:cNvSpPr/>
              <p:nvPr/>
            </p:nvSpPr>
            <p:spPr>
              <a:xfrm>
                <a:off x="2537538" y="2430875"/>
                <a:ext cx="8096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31" h="4" extrusionOk="0">
                    <a:moveTo>
                      <a:pt x="0" y="3"/>
                    </a:moveTo>
                    <a:cubicBezTo>
                      <a:pt x="10" y="4"/>
                      <a:pt x="21" y="3"/>
                      <a:pt x="31" y="1"/>
                    </a:cubicBezTo>
                    <a:cubicBezTo>
                      <a:pt x="21" y="0"/>
                      <a:pt x="10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46"/>
              <p:cNvSpPr/>
              <p:nvPr/>
            </p:nvSpPr>
            <p:spPr>
              <a:xfrm>
                <a:off x="2283538" y="2361025"/>
                <a:ext cx="95250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37" h="4" extrusionOk="0">
                    <a:moveTo>
                      <a:pt x="0" y="2"/>
                    </a:moveTo>
                    <a:cubicBezTo>
                      <a:pt x="12" y="4"/>
                      <a:pt x="24" y="4"/>
                      <a:pt x="37" y="2"/>
                    </a:cubicBezTo>
                    <a:cubicBezTo>
                      <a:pt x="24" y="0"/>
                      <a:pt x="12" y="0"/>
                      <a:pt x="0" y="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46"/>
              <p:cNvSpPr/>
              <p:nvPr/>
            </p:nvSpPr>
            <p:spPr>
              <a:xfrm>
                <a:off x="2345450" y="2389600"/>
                <a:ext cx="52388" cy="7938"/>
              </a:xfrm>
              <a:custGeom>
                <a:avLst/>
                <a:gdLst/>
                <a:ahLst/>
                <a:cxnLst/>
                <a:rect l="l" t="t" r="r" b="b"/>
                <a:pathLst>
                  <a:path w="20" h="3" extrusionOk="0">
                    <a:moveTo>
                      <a:pt x="0" y="3"/>
                    </a:moveTo>
                    <a:cubicBezTo>
                      <a:pt x="7" y="3"/>
                      <a:pt x="14" y="3"/>
                      <a:pt x="20" y="1"/>
                    </a:cubicBezTo>
                    <a:cubicBezTo>
                      <a:pt x="14" y="0"/>
                      <a:pt x="7" y="1"/>
                      <a:pt x="0" y="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46"/>
              <p:cNvSpPr/>
              <p:nvPr/>
            </p:nvSpPr>
            <p:spPr>
              <a:xfrm>
                <a:off x="2647075" y="2321338"/>
                <a:ext cx="52388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72" extrusionOk="0">
                    <a:moveTo>
                      <a:pt x="0" y="0"/>
                    </a:moveTo>
                    <a:lnTo>
                      <a:pt x="16" y="0"/>
                    </a:lnTo>
                    <a:lnTo>
                      <a:pt x="18" y="0"/>
                    </a:lnTo>
                    <a:lnTo>
                      <a:pt x="33" y="0"/>
                    </a:lnTo>
                    <a:lnTo>
                      <a:pt x="33" y="69"/>
                    </a:lnTo>
                    <a:lnTo>
                      <a:pt x="16" y="58"/>
                    </a:lnTo>
                    <a:lnTo>
                      <a:pt x="0" y="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7" name="Google Shape;1447;p46"/>
            <p:cNvSpPr/>
            <p:nvPr/>
          </p:nvSpPr>
          <p:spPr>
            <a:xfrm>
              <a:off x="6166375" y="4112825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46"/>
            <p:cNvSpPr/>
            <p:nvPr/>
          </p:nvSpPr>
          <p:spPr>
            <a:xfrm rot="-5400000">
              <a:off x="7689927" y="1746275"/>
              <a:ext cx="197729" cy="449225"/>
            </a:xfrm>
            <a:custGeom>
              <a:avLst/>
              <a:gdLst/>
              <a:ahLst/>
              <a:cxnLst/>
              <a:rect l="l" t="t" r="r" b="b"/>
              <a:pathLst>
                <a:path w="71" h="161" extrusionOk="0">
                  <a:moveTo>
                    <a:pt x="18" y="74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5" y="5"/>
                    <a:pt x="41" y="0"/>
                    <a:pt x="49" y="1"/>
                  </a:cubicBezTo>
                  <a:cubicBezTo>
                    <a:pt x="53" y="1"/>
                    <a:pt x="56" y="2"/>
                    <a:pt x="60" y="3"/>
                  </a:cubicBezTo>
                  <a:cubicBezTo>
                    <a:pt x="65" y="4"/>
                    <a:pt x="69" y="8"/>
                    <a:pt x="70" y="13"/>
                  </a:cubicBezTo>
                  <a:cubicBezTo>
                    <a:pt x="71" y="16"/>
                    <a:pt x="71" y="19"/>
                    <a:pt x="70" y="22"/>
                  </a:cubicBezTo>
                  <a:cubicBezTo>
                    <a:pt x="62" y="54"/>
                    <a:pt x="54" y="87"/>
                    <a:pt x="45" y="120"/>
                  </a:cubicBezTo>
                  <a:cubicBezTo>
                    <a:pt x="45" y="121"/>
                    <a:pt x="45" y="122"/>
                    <a:pt x="44" y="124"/>
                  </a:cubicBezTo>
                  <a:cubicBezTo>
                    <a:pt x="41" y="129"/>
                    <a:pt x="36" y="133"/>
                    <a:pt x="30" y="132"/>
                  </a:cubicBezTo>
                  <a:cubicBezTo>
                    <a:pt x="23" y="132"/>
                    <a:pt x="18" y="128"/>
                    <a:pt x="16" y="121"/>
                  </a:cubicBezTo>
                  <a:cubicBezTo>
                    <a:pt x="16" y="119"/>
                    <a:pt x="16" y="115"/>
                    <a:pt x="16" y="113"/>
                  </a:cubicBezTo>
                  <a:cubicBezTo>
                    <a:pt x="19" y="103"/>
                    <a:pt x="21" y="93"/>
                    <a:pt x="24" y="84"/>
                  </a:cubicBezTo>
                  <a:cubicBezTo>
                    <a:pt x="25" y="80"/>
                    <a:pt x="26" y="76"/>
                    <a:pt x="27" y="72"/>
                  </a:cubicBezTo>
                  <a:cubicBezTo>
                    <a:pt x="28" y="69"/>
                    <a:pt x="31" y="71"/>
                    <a:pt x="31" y="73"/>
                  </a:cubicBezTo>
                  <a:cubicBezTo>
                    <a:pt x="31" y="73"/>
                    <a:pt x="31" y="74"/>
                    <a:pt x="31" y="74"/>
                  </a:cubicBezTo>
                  <a:cubicBezTo>
                    <a:pt x="27" y="88"/>
                    <a:pt x="24" y="101"/>
                    <a:pt x="21" y="114"/>
                  </a:cubicBezTo>
                  <a:cubicBezTo>
                    <a:pt x="19" y="120"/>
                    <a:pt x="22" y="125"/>
                    <a:pt x="26" y="127"/>
                  </a:cubicBezTo>
                  <a:cubicBezTo>
                    <a:pt x="32" y="129"/>
                    <a:pt x="37" y="127"/>
                    <a:pt x="40" y="122"/>
                  </a:cubicBezTo>
                  <a:cubicBezTo>
                    <a:pt x="40" y="121"/>
                    <a:pt x="41" y="119"/>
                    <a:pt x="41" y="118"/>
                  </a:cubicBezTo>
                  <a:cubicBezTo>
                    <a:pt x="49" y="86"/>
                    <a:pt x="57" y="54"/>
                    <a:pt x="65" y="22"/>
                  </a:cubicBezTo>
                  <a:cubicBezTo>
                    <a:pt x="66" y="21"/>
                    <a:pt x="66" y="20"/>
                    <a:pt x="66" y="20"/>
                  </a:cubicBezTo>
                  <a:cubicBezTo>
                    <a:pt x="67" y="15"/>
                    <a:pt x="65" y="10"/>
                    <a:pt x="61" y="8"/>
                  </a:cubicBezTo>
                  <a:cubicBezTo>
                    <a:pt x="56" y="6"/>
                    <a:pt x="52" y="5"/>
                    <a:pt x="47" y="5"/>
                  </a:cubicBezTo>
                  <a:cubicBezTo>
                    <a:pt x="42" y="6"/>
                    <a:pt x="39" y="9"/>
                    <a:pt x="38" y="14"/>
                  </a:cubicBezTo>
                  <a:cubicBezTo>
                    <a:pt x="27" y="54"/>
                    <a:pt x="17" y="95"/>
                    <a:pt x="7" y="136"/>
                  </a:cubicBezTo>
                  <a:cubicBezTo>
                    <a:pt x="5" y="142"/>
                    <a:pt x="8" y="147"/>
                    <a:pt x="13" y="151"/>
                  </a:cubicBezTo>
                  <a:cubicBezTo>
                    <a:pt x="16" y="154"/>
                    <a:pt x="20" y="154"/>
                    <a:pt x="24" y="155"/>
                  </a:cubicBezTo>
                  <a:cubicBezTo>
                    <a:pt x="33" y="157"/>
                    <a:pt x="41" y="152"/>
                    <a:pt x="43" y="143"/>
                  </a:cubicBezTo>
                  <a:cubicBezTo>
                    <a:pt x="49" y="120"/>
                    <a:pt x="55" y="97"/>
                    <a:pt x="61" y="74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1" y="71"/>
                    <a:pt x="65" y="72"/>
                    <a:pt x="65" y="75"/>
                  </a:cubicBezTo>
                  <a:cubicBezTo>
                    <a:pt x="59" y="98"/>
                    <a:pt x="53" y="122"/>
                    <a:pt x="47" y="145"/>
                  </a:cubicBezTo>
                  <a:cubicBezTo>
                    <a:pt x="45" y="153"/>
                    <a:pt x="39" y="159"/>
                    <a:pt x="31" y="160"/>
                  </a:cubicBezTo>
                  <a:cubicBezTo>
                    <a:pt x="25" y="161"/>
                    <a:pt x="19" y="159"/>
                    <a:pt x="13" y="156"/>
                  </a:cubicBezTo>
                  <a:cubicBezTo>
                    <a:pt x="6" y="153"/>
                    <a:pt x="0" y="144"/>
                    <a:pt x="3" y="134"/>
                  </a:cubicBezTo>
                  <a:cubicBezTo>
                    <a:pt x="8" y="114"/>
                    <a:pt x="13" y="94"/>
                    <a:pt x="18" y="7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49" name="Google Shape;1449;p46"/>
            <p:cNvGrpSpPr/>
            <p:nvPr/>
          </p:nvGrpSpPr>
          <p:grpSpPr>
            <a:xfrm>
              <a:off x="6656100" y="1403887"/>
              <a:ext cx="724435" cy="513308"/>
              <a:chOff x="6180688" y="2320538"/>
              <a:chExt cx="1149350" cy="814387"/>
            </a:xfrm>
          </p:grpSpPr>
          <p:sp>
            <p:nvSpPr>
              <p:cNvPr id="1450" name="Google Shape;1450;p46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46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46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46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46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46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46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7" name="Google Shape;1457;p46"/>
            <p:cNvGrpSpPr/>
            <p:nvPr/>
          </p:nvGrpSpPr>
          <p:grpSpPr>
            <a:xfrm rot="-7360738">
              <a:off x="7094488" y="2356712"/>
              <a:ext cx="724395" cy="513280"/>
              <a:chOff x="6180688" y="2320538"/>
              <a:chExt cx="1149350" cy="814387"/>
            </a:xfrm>
          </p:grpSpPr>
          <p:sp>
            <p:nvSpPr>
              <p:cNvPr id="1458" name="Google Shape;1458;p46"/>
              <p:cNvSpPr/>
              <p:nvPr/>
            </p:nvSpPr>
            <p:spPr>
              <a:xfrm>
                <a:off x="7010950" y="2320538"/>
                <a:ext cx="319088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6" extrusionOk="0">
                    <a:moveTo>
                      <a:pt x="6" y="24"/>
                    </a:moveTo>
                    <a:cubicBezTo>
                      <a:pt x="7" y="23"/>
                      <a:pt x="9" y="23"/>
                      <a:pt x="10" y="23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9" y="0"/>
                      <a:pt x="102" y="1"/>
                      <a:pt x="104" y="3"/>
                    </a:cubicBezTo>
                    <a:cubicBezTo>
                      <a:pt x="105" y="5"/>
                      <a:pt x="105" y="9"/>
                      <a:pt x="103" y="11"/>
                    </a:cubicBezTo>
                    <a:cubicBezTo>
                      <a:pt x="48" y="82"/>
                      <a:pt x="48" y="82"/>
                      <a:pt x="48" y="82"/>
                    </a:cubicBezTo>
                    <a:cubicBezTo>
                      <a:pt x="46" y="84"/>
                      <a:pt x="43" y="86"/>
                      <a:pt x="41" y="86"/>
                    </a:cubicBezTo>
                    <a:cubicBezTo>
                      <a:pt x="38" y="86"/>
                      <a:pt x="36" y="85"/>
                      <a:pt x="34" y="83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3" y="35"/>
                      <a:pt x="3" y="35"/>
                      <a:pt x="3" y="35"/>
                    </a:cubicBezTo>
                    <a:cubicBezTo>
                      <a:pt x="0" y="31"/>
                      <a:pt x="2" y="27"/>
                      <a:pt x="6" y="2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46"/>
              <p:cNvSpPr/>
              <p:nvPr/>
            </p:nvSpPr>
            <p:spPr>
              <a:xfrm>
                <a:off x="6180688" y="2379275"/>
                <a:ext cx="976313" cy="755650"/>
              </a:xfrm>
              <a:custGeom>
                <a:avLst/>
                <a:gdLst/>
                <a:ahLst/>
                <a:cxnLst/>
                <a:rect l="l" t="t" r="r" b="b"/>
                <a:pathLst>
                  <a:path w="321" h="248" extrusionOk="0">
                    <a:moveTo>
                      <a:pt x="17" y="166"/>
                    </a:moveTo>
                    <a:cubicBezTo>
                      <a:pt x="5" y="173"/>
                      <a:pt x="0" y="187"/>
                      <a:pt x="6" y="196"/>
                    </a:cubicBezTo>
                    <a:cubicBezTo>
                      <a:pt x="34" y="238"/>
                      <a:pt x="34" y="238"/>
                      <a:pt x="34" y="238"/>
                    </a:cubicBezTo>
                    <a:cubicBezTo>
                      <a:pt x="40" y="247"/>
                      <a:pt x="54" y="248"/>
                      <a:pt x="66" y="241"/>
                    </a:cubicBezTo>
                    <a:cubicBezTo>
                      <a:pt x="308" y="82"/>
                      <a:pt x="308" y="82"/>
                      <a:pt x="308" y="82"/>
                    </a:cubicBezTo>
                    <a:cubicBezTo>
                      <a:pt x="320" y="75"/>
                      <a:pt x="321" y="68"/>
                      <a:pt x="315" y="59"/>
                    </a:cubicBezTo>
                    <a:cubicBezTo>
                      <a:pt x="283" y="10"/>
                      <a:pt x="283" y="10"/>
                      <a:pt x="283" y="10"/>
                    </a:cubicBezTo>
                    <a:cubicBezTo>
                      <a:pt x="277" y="1"/>
                      <a:pt x="271" y="0"/>
                      <a:pt x="259" y="7"/>
                    </a:cubicBezTo>
                    <a:lnTo>
                      <a:pt x="17" y="16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46"/>
              <p:cNvSpPr/>
              <p:nvPr/>
            </p:nvSpPr>
            <p:spPr>
              <a:xfrm>
                <a:off x="6898238" y="2425313"/>
                <a:ext cx="185738" cy="252413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9" extrusionOk="0">
                    <a:moveTo>
                      <a:pt x="0" y="15"/>
                    </a:moveTo>
                    <a:lnTo>
                      <a:pt x="94" y="159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46"/>
              <p:cNvSpPr/>
              <p:nvPr/>
            </p:nvSpPr>
            <p:spPr>
              <a:xfrm>
                <a:off x="6841088" y="2465000"/>
                <a:ext cx="182563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57" extrusionOk="0">
                    <a:moveTo>
                      <a:pt x="0" y="13"/>
                    </a:moveTo>
                    <a:lnTo>
                      <a:pt x="94" y="157"/>
                    </a:lnTo>
                    <a:lnTo>
                      <a:pt x="115" y="142"/>
                    </a:lnTo>
                    <a:lnTo>
                      <a:pt x="23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46"/>
              <p:cNvSpPr/>
              <p:nvPr/>
            </p:nvSpPr>
            <p:spPr>
              <a:xfrm>
                <a:off x="6307688" y="2811075"/>
                <a:ext cx="185738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8" extrusionOk="0">
                    <a:moveTo>
                      <a:pt x="0" y="14"/>
                    </a:moveTo>
                    <a:lnTo>
                      <a:pt x="94" y="158"/>
                    </a:lnTo>
                    <a:lnTo>
                      <a:pt x="117" y="144"/>
                    </a:lnTo>
                    <a:lnTo>
                      <a:pt x="23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46"/>
              <p:cNvSpPr/>
              <p:nvPr/>
            </p:nvSpPr>
            <p:spPr>
              <a:xfrm>
                <a:off x="6250538" y="2847588"/>
                <a:ext cx="182563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60" extrusionOk="0">
                    <a:moveTo>
                      <a:pt x="0" y="16"/>
                    </a:moveTo>
                    <a:lnTo>
                      <a:pt x="94" y="160"/>
                    </a:lnTo>
                    <a:lnTo>
                      <a:pt x="115" y="144"/>
                    </a:lnTo>
                    <a:lnTo>
                      <a:pt x="23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46"/>
              <p:cNvSpPr/>
              <p:nvPr/>
            </p:nvSpPr>
            <p:spPr>
              <a:xfrm>
                <a:off x="6429925" y="2588825"/>
                <a:ext cx="471488" cy="347663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14" extrusionOk="0">
                    <a:moveTo>
                      <a:pt x="11" y="78"/>
                    </a:moveTo>
                    <a:cubicBezTo>
                      <a:pt x="4" y="83"/>
                      <a:pt x="0" y="92"/>
                      <a:pt x="4" y="98"/>
                    </a:cubicBezTo>
                    <a:cubicBezTo>
                      <a:pt x="10" y="107"/>
                      <a:pt x="10" y="107"/>
                      <a:pt x="10" y="107"/>
                    </a:cubicBezTo>
                    <a:cubicBezTo>
                      <a:pt x="14" y="113"/>
                      <a:pt x="24" y="114"/>
                      <a:pt x="32" y="109"/>
                    </a:cubicBezTo>
                    <a:cubicBezTo>
                      <a:pt x="144" y="36"/>
                      <a:pt x="144" y="36"/>
                      <a:pt x="144" y="36"/>
                    </a:cubicBezTo>
                    <a:cubicBezTo>
                      <a:pt x="152" y="31"/>
                      <a:pt x="155" y="22"/>
                      <a:pt x="151" y="16"/>
                    </a:cubicBezTo>
                    <a:cubicBezTo>
                      <a:pt x="145" y="6"/>
                      <a:pt x="145" y="6"/>
                      <a:pt x="145" y="6"/>
                    </a:cubicBezTo>
                    <a:cubicBezTo>
                      <a:pt x="141" y="0"/>
                      <a:pt x="132" y="0"/>
                      <a:pt x="124" y="5"/>
                    </a:cubicBezTo>
                    <a:lnTo>
                      <a:pt x="11" y="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5" name="Google Shape;1465;p46"/>
            <p:cNvGrpSpPr/>
            <p:nvPr/>
          </p:nvGrpSpPr>
          <p:grpSpPr>
            <a:xfrm rot="8100000">
              <a:off x="5852700" y="820772"/>
              <a:ext cx="1023242" cy="1521773"/>
              <a:chOff x="10437913" y="1585525"/>
              <a:chExt cx="1489075" cy="2214563"/>
            </a:xfrm>
          </p:grpSpPr>
          <p:sp>
            <p:nvSpPr>
              <p:cNvPr id="1466" name="Google Shape;1466;p46"/>
              <p:cNvSpPr/>
              <p:nvPr/>
            </p:nvSpPr>
            <p:spPr>
              <a:xfrm>
                <a:off x="10437913" y="2311013"/>
                <a:ext cx="1074738" cy="1489075"/>
              </a:xfrm>
              <a:custGeom>
                <a:avLst/>
                <a:gdLst/>
                <a:ahLst/>
                <a:cxnLst/>
                <a:rect l="l" t="t" r="r" b="b"/>
                <a:pathLst>
                  <a:path w="353" h="489" extrusionOk="0">
                    <a:moveTo>
                      <a:pt x="35" y="475"/>
                    </a:moveTo>
                    <a:cubicBezTo>
                      <a:pt x="28" y="485"/>
                      <a:pt x="21" y="489"/>
                      <a:pt x="12" y="483"/>
                    </a:cubicBezTo>
                    <a:cubicBezTo>
                      <a:pt x="10" y="481"/>
                      <a:pt x="10" y="481"/>
                      <a:pt x="10" y="481"/>
                    </a:cubicBezTo>
                    <a:cubicBezTo>
                      <a:pt x="0" y="475"/>
                      <a:pt x="2" y="467"/>
                      <a:pt x="8" y="457"/>
                    </a:cubicBezTo>
                    <a:cubicBezTo>
                      <a:pt x="298" y="10"/>
                      <a:pt x="298" y="10"/>
                      <a:pt x="298" y="10"/>
                    </a:cubicBezTo>
                    <a:cubicBezTo>
                      <a:pt x="304" y="0"/>
                      <a:pt x="316" y="4"/>
                      <a:pt x="326" y="11"/>
                    </a:cubicBezTo>
                    <a:cubicBezTo>
                      <a:pt x="335" y="17"/>
                      <a:pt x="335" y="17"/>
                      <a:pt x="335" y="17"/>
                    </a:cubicBezTo>
                    <a:cubicBezTo>
                      <a:pt x="345" y="24"/>
                      <a:pt x="353" y="33"/>
                      <a:pt x="346" y="43"/>
                    </a:cubicBezTo>
                    <a:lnTo>
                      <a:pt x="35" y="4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46"/>
              <p:cNvSpPr/>
              <p:nvPr/>
            </p:nvSpPr>
            <p:spPr>
              <a:xfrm>
                <a:off x="11293575" y="1976050"/>
                <a:ext cx="436563" cy="530225"/>
              </a:xfrm>
              <a:custGeom>
                <a:avLst/>
                <a:gdLst/>
                <a:ahLst/>
                <a:cxnLst/>
                <a:rect l="l" t="t" r="r" b="b"/>
                <a:pathLst>
                  <a:path w="143" h="174" extrusionOk="0">
                    <a:moveTo>
                      <a:pt x="62" y="164"/>
                    </a:moveTo>
                    <a:cubicBezTo>
                      <a:pt x="55" y="174"/>
                      <a:pt x="48" y="167"/>
                      <a:pt x="38" y="160"/>
                    </a:cubicBezTo>
                    <a:cubicBezTo>
                      <a:pt x="19" y="148"/>
                      <a:pt x="19" y="148"/>
                      <a:pt x="19" y="148"/>
                    </a:cubicBezTo>
                    <a:cubicBezTo>
                      <a:pt x="9" y="141"/>
                      <a:pt x="0" y="136"/>
                      <a:pt x="7" y="126"/>
                    </a:cubicBezTo>
                    <a:cubicBezTo>
                      <a:pt x="100" y="10"/>
                      <a:pt x="100" y="10"/>
                      <a:pt x="100" y="10"/>
                    </a:cubicBezTo>
                    <a:cubicBezTo>
                      <a:pt x="107" y="0"/>
                      <a:pt x="112" y="5"/>
                      <a:pt x="122" y="12"/>
                    </a:cubicBezTo>
                    <a:cubicBezTo>
                      <a:pt x="127" y="15"/>
                      <a:pt x="127" y="15"/>
                      <a:pt x="127" y="15"/>
                    </a:cubicBezTo>
                    <a:cubicBezTo>
                      <a:pt x="137" y="22"/>
                      <a:pt x="143" y="25"/>
                      <a:pt x="137" y="35"/>
                    </a:cubicBezTo>
                    <a:lnTo>
                      <a:pt x="62" y="16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46"/>
              <p:cNvSpPr/>
              <p:nvPr/>
            </p:nvSpPr>
            <p:spPr>
              <a:xfrm>
                <a:off x="11519000" y="1585525"/>
                <a:ext cx="407988" cy="630238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07" extrusionOk="0">
                    <a:moveTo>
                      <a:pt x="42" y="149"/>
                    </a:moveTo>
                    <a:cubicBezTo>
                      <a:pt x="0" y="121"/>
                      <a:pt x="16" y="93"/>
                      <a:pt x="44" y="76"/>
                    </a:cubicBezTo>
                    <a:cubicBezTo>
                      <a:pt x="71" y="58"/>
                      <a:pt x="119" y="34"/>
                      <a:pt x="134" y="0"/>
                    </a:cubicBezTo>
                    <a:cubicBezTo>
                      <a:pt x="121" y="53"/>
                      <a:pt x="128" y="207"/>
                      <a:pt x="42" y="14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46"/>
              <p:cNvSpPr/>
              <p:nvPr/>
            </p:nvSpPr>
            <p:spPr>
              <a:xfrm>
                <a:off x="11641238" y="1720463"/>
                <a:ext cx="222250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73" h="74" extrusionOk="0">
                    <a:moveTo>
                      <a:pt x="73" y="0"/>
                    </a:moveTo>
                    <a:cubicBezTo>
                      <a:pt x="71" y="2"/>
                      <a:pt x="69" y="4"/>
                      <a:pt x="68" y="5"/>
                    </a:cubicBezTo>
                    <a:cubicBezTo>
                      <a:pt x="63" y="10"/>
                      <a:pt x="63" y="10"/>
                      <a:pt x="63" y="10"/>
                    </a:cubicBezTo>
                    <a:cubicBezTo>
                      <a:pt x="59" y="12"/>
                      <a:pt x="55" y="15"/>
                      <a:pt x="51" y="17"/>
                    </a:cubicBezTo>
                    <a:cubicBezTo>
                      <a:pt x="44" y="22"/>
                      <a:pt x="36" y="27"/>
                      <a:pt x="29" y="32"/>
                    </a:cubicBezTo>
                    <a:cubicBezTo>
                      <a:pt x="21" y="37"/>
                      <a:pt x="14" y="42"/>
                      <a:pt x="9" y="49"/>
                    </a:cubicBezTo>
                    <a:cubicBezTo>
                      <a:pt x="4" y="56"/>
                      <a:pt x="1" y="65"/>
                      <a:pt x="0" y="74"/>
                    </a:cubicBezTo>
                    <a:cubicBezTo>
                      <a:pt x="0" y="72"/>
                      <a:pt x="0" y="69"/>
                      <a:pt x="0" y="67"/>
                    </a:cubicBezTo>
                    <a:cubicBezTo>
                      <a:pt x="0" y="65"/>
                      <a:pt x="1" y="62"/>
                      <a:pt x="1" y="60"/>
                    </a:cubicBezTo>
                    <a:cubicBezTo>
                      <a:pt x="2" y="58"/>
                      <a:pt x="2" y="56"/>
                      <a:pt x="3" y="54"/>
                    </a:cubicBezTo>
                    <a:cubicBezTo>
                      <a:pt x="4" y="52"/>
                      <a:pt x="5" y="50"/>
                      <a:pt x="7" y="47"/>
                    </a:cubicBezTo>
                    <a:cubicBezTo>
                      <a:pt x="12" y="40"/>
                      <a:pt x="19" y="34"/>
                      <a:pt x="26" y="29"/>
                    </a:cubicBezTo>
                    <a:cubicBezTo>
                      <a:pt x="34" y="23"/>
                      <a:pt x="42" y="19"/>
                      <a:pt x="50" y="15"/>
                    </a:cubicBezTo>
                    <a:cubicBezTo>
                      <a:pt x="58" y="10"/>
                      <a:pt x="65" y="6"/>
                      <a:pt x="7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46"/>
              <p:cNvSpPr/>
              <p:nvPr/>
            </p:nvSpPr>
            <p:spPr>
              <a:xfrm>
                <a:off x="11653938" y="1764913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66" h="75" extrusionOk="0">
                    <a:moveTo>
                      <a:pt x="66" y="0"/>
                    </a:moveTo>
                    <a:cubicBezTo>
                      <a:pt x="57" y="15"/>
                      <a:pt x="47" y="28"/>
                      <a:pt x="36" y="40"/>
                    </a:cubicBezTo>
                    <a:cubicBezTo>
                      <a:pt x="25" y="53"/>
                      <a:pt x="13" y="64"/>
                      <a:pt x="0" y="75"/>
                    </a:cubicBezTo>
                    <a:cubicBezTo>
                      <a:pt x="11" y="62"/>
                      <a:pt x="22" y="50"/>
                      <a:pt x="33" y="38"/>
                    </a:cubicBezTo>
                    <a:cubicBezTo>
                      <a:pt x="44" y="25"/>
                      <a:pt x="55" y="13"/>
                      <a:pt x="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1" name="Google Shape;1471;p46"/>
              <p:cNvSpPr/>
              <p:nvPr/>
            </p:nvSpPr>
            <p:spPr>
              <a:xfrm>
                <a:off x="11707913" y="1817300"/>
                <a:ext cx="149225" cy="212725"/>
              </a:xfrm>
              <a:custGeom>
                <a:avLst/>
                <a:gdLst/>
                <a:ahLst/>
                <a:cxnLst/>
                <a:rect l="l" t="t" r="r" b="b"/>
                <a:pathLst>
                  <a:path w="49" h="70" extrusionOk="0">
                    <a:moveTo>
                      <a:pt x="49" y="0"/>
                    </a:moveTo>
                    <a:cubicBezTo>
                      <a:pt x="45" y="15"/>
                      <a:pt x="42" y="30"/>
                      <a:pt x="35" y="43"/>
                    </a:cubicBezTo>
                    <a:cubicBezTo>
                      <a:pt x="32" y="50"/>
                      <a:pt x="27" y="57"/>
                      <a:pt x="21" y="62"/>
                    </a:cubicBezTo>
                    <a:cubicBezTo>
                      <a:pt x="15" y="66"/>
                      <a:pt x="7" y="69"/>
                      <a:pt x="0" y="70"/>
                    </a:cubicBezTo>
                    <a:cubicBezTo>
                      <a:pt x="7" y="68"/>
                      <a:pt x="13" y="64"/>
                      <a:pt x="19" y="59"/>
                    </a:cubicBezTo>
                    <a:cubicBezTo>
                      <a:pt x="24" y="54"/>
                      <a:pt x="28" y="48"/>
                      <a:pt x="32" y="42"/>
                    </a:cubicBezTo>
                    <a:cubicBezTo>
                      <a:pt x="38" y="29"/>
                      <a:pt x="42" y="14"/>
                      <a:pt x="4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chool Subjects and Classroom Objects - French - 2nd grade by Slidesgo">
  <a:themeElements>
    <a:clrScheme name="Simple Light">
      <a:dk1>
        <a:srgbClr val="323B5C"/>
      </a:dk1>
      <a:lt1>
        <a:srgbClr val="D9F0F6"/>
      </a:lt1>
      <a:dk2>
        <a:srgbClr val="E8EDEE"/>
      </a:dk2>
      <a:lt2>
        <a:srgbClr val="B4E0EB"/>
      </a:lt2>
      <a:accent1>
        <a:srgbClr val="7B8DD9"/>
      </a:accent1>
      <a:accent2>
        <a:srgbClr val="5A67AD"/>
      </a:accent2>
      <a:accent3>
        <a:srgbClr val="FFCE73"/>
      </a:accent3>
      <a:accent4>
        <a:srgbClr val="FC8761"/>
      </a:accent4>
      <a:accent5>
        <a:srgbClr val="5ECC9E"/>
      </a:accent5>
      <a:accent6>
        <a:srgbClr val="FFFFFF"/>
      </a:accent6>
      <a:hlink>
        <a:srgbClr val="323B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Microsoft Office PowerPoint</Application>
  <PresentationFormat>Экран (16:9)</PresentationFormat>
  <Paragraphs>149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DM Sans</vt:lpstr>
      <vt:lpstr>Calibri</vt:lpstr>
      <vt:lpstr>DM Sans Light</vt:lpstr>
      <vt:lpstr>Darker Grotesque SemiBold</vt:lpstr>
      <vt:lpstr>Lato</vt:lpstr>
      <vt:lpstr>Nunito Black</vt:lpstr>
      <vt:lpstr>Arial</vt:lpstr>
      <vt:lpstr>School Subjects and Classroom Objects - French - 2nd grade by Slidesgo</vt:lpstr>
      <vt:lpstr>School Subjects and Classroom Objects - French</vt:lpstr>
      <vt:lpstr>Contents of this template</vt:lpstr>
      <vt:lpstr>What will we learn of this topic?</vt:lpstr>
      <vt:lpstr>Introduction</vt:lpstr>
      <vt:lpstr>Vocabulary</vt:lpstr>
      <vt:lpstr>Welcome to the world of vocabulary!</vt:lpstr>
      <vt:lpstr>Activity 1: Describe the picture</vt:lpstr>
      <vt:lpstr>Everyday expressions</vt:lpstr>
      <vt:lpstr>Experiment: Classroom survey</vt:lpstr>
      <vt:lpstr>Stories and songs</vt:lpstr>
      <vt:lpstr> "Words are magic—let's play with them!"</vt:lpstr>
      <vt:lpstr>Fun ways to learn a language</vt:lpstr>
      <vt:lpstr>Activity 2: Matching opposites</vt:lpstr>
      <vt:lpstr>We love this language!</vt:lpstr>
      <vt:lpstr>123,000</vt:lpstr>
      <vt:lpstr>Activity 3: Story building</vt:lpstr>
      <vt:lpstr>Language study timeline</vt:lpstr>
      <vt:lpstr>What have we learned?</vt:lpstr>
      <vt:lpstr>Game time: Treasure hunt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Subjects and Classroom Objects - French</dc:title>
  <cp:lastModifiedBy>я</cp:lastModifiedBy>
  <cp:revision>1</cp:revision>
  <dcterms:modified xsi:type="dcterms:W3CDTF">2026-02-17T13:46:37Z</dcterms:modified>
</cp:coreProperties>
</file>